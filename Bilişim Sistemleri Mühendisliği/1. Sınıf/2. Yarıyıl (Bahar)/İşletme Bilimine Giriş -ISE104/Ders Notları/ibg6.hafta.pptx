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svg" ContentType="image/svg+xml"/>
  <Default Extension="tmp" ContentType="image/png"/>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2.xml" ContentType="application/vnd.openxmlformats-officedocument.presentationml.notesSlide+xml"/>
  <Override PartName="/ppt/notesSlides/notesSlide3.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notesSlides/notesSlide22.xml" ContentType="application/vnd.openxmlformats-officedocument.presentationml.notesSlide+xml"/>
  <Override PartName="/ppt/diagrams/data5.xml" ContentType="application/vnd.openxmlformats-officedocument.drawingml.diagramData+xml"/>
  <Override PartName="/ppt/diagrams/layout5.xml" ContentType="application/vnd.openxmlformats-officedocument.drawingml.diagramLayout+xml"/>
  <Override PartName="/ppt/diagrams/quickStyle5.xml" ContentType="application/vnd.openxmlformats-officedocument.drawingml.diagramStyle+xml"/>
  <Override PartName="/ppt/diagrams/colors5.xml" ContentType="application/vnd.openxmlformats-officedocument.drawingml.diagramColors+xml"/>
  <Override PartName="/ppt/diagrams/drawing5.xml" ContentType="application/vnd.ms-office.drawingml.diagramDrawing+xml"/>
  <Override PartName="/ppt/notesSlides/notesSlide23.xml" ContentType="application/vnd.openxmlformats-officedocument.presentationml.notesSlide+xml"/>
  <Override PartName="/ppt/diagrams/data6.xml" ContentType="application/vnd.openxmlformats-officedocument.drawingml.diagramData+xml"/>
  <Override PartName="/ppt/diagrams/layout6.xml" ContentType="application/vnd.openxmlformats-officedocument.drawingml.diagramLayout+xml"/>
  <Override PartName="/ppt/diagrams/quickStyle6.xml" ContentType="application/vnd.openxmlformats-officedocument.drawingml.diagramStyle+xml"/>
  <Override PartName="/ppt/diagrams/colors6.xml" ContentType="application/vnd.openxmlformats-officedocument.drawingml.diagramColors+xml"/>
  <Override PartName="/ppt/diagrams/drawing6.xml" ContentType="application/vnd.ms-office.drawingml.diagramDrawing+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theme/themeOverride1.xml" ContentType="application/vnd.openxmlformats-officedocument.themeOverr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diagrams/data7.xml" ContentType="application/vnd.openxmlformats-officedocument.drawingml.diagramData+xml"/>
  <Override PartName="/ppt/diagrams/layout7.xml" ContentType="application/vnd.openxmlformats-officedocument.drawingml.diagramLayout+xml"/>
  <Override PartName="/ppt/diagrams/quickStyle7.xml" ContentType="application/vnd.openxmlformats-officedocument.drawingml.diagramStyle+xml"/>
  <Override PartName="/ppt/diagrams/colors7.xml" ContentType="application/vnd.openxmlformats-officedocument.drawingml.diagramColors+xml"/>
  <Override PartName="/ppt/diagrams/drawing7.xml" ContentType="application/vnd.ms-office.drawingml.diagramDrawing+xml"/>
  <Override PartName="/ppt/notesSlides/notesSlide33.xml" ContentType="application/vnd.openxmlformats-officedocument.presentationml.notesSlide+xml"/>
  <Override PartName="/ppt/diagrams/data8.xml" ContentType="application/vnd.openxmlformats-officedocument.drawingml.diagramData+xml"/>
  <Override PartName="/ppt/diagrams/layout8.xml" ContentType="application/vnd.openxmlformats-officedocument.drawingml.diagramLayout+xml"/>
  <Override PartName="/ppt/diagrams/quickStyle8.xml" ContentType="application/vnd.openxmlformats-officedocument.drawingml.diagramStyle+xml"/>
  <Override PartName="/ppt/diagrams/colors8.xml" ContentType="application/vnd.openxmlformats-officedocument.drawingml.diagramColors+xml"/>
  <Override PartName="/ppt/diagrams/drawing8.xml" ContentType="application/vnd.ms-office.drawingml.diagramDrawing+xml"/>
  <Override PartName="/ppt/notesSlides/notesSlide34.xml" ContentType="application/vnd.openxmlformats-officedocument.presentationml.notesSlide+xml"/>
  <Override PartName="/ppt/diagrams/data9.xml" ContentType="application/vnd.openxmlformats-officedocument.drawingml.diagramData+xml"/>
  <Override PartName="/ppt/diagrams/layout9.xml" ContentType="application/vnd.openxmlformats-officedocument.drawingml.diagramLayout+xml"/>
  <Override PartName="/ppt/diagrams/quickStyle9.xml" ContentType="application/vnd.openxmlformats-officedocument.drawingml.diagramStyle+xml"/>
  <Override PartName="/ppt/diagrams/colors9.xml" ContentType="application/vnd.openxmlformats-officedocument.drawingml.diagramColors+xml"/>
  <Override PartName="/ppt/diagrams/drawing9.xml" ContentType="application/vnd.ms-office.drawingml.diagramDrawing+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diagrams/data10.xml" ContentType="application/vnd.openxmlformats-officedocument.drawingml.diagramData+xml"/>
  <Override PartName="/ppt/diagrams/layout10.xml" ContentType="application/vnd.openxmlformats-officedocument.drawingml.diagramLayout+xml"/>
  <Override PartName="/ppt/diagrams/quickStyle10.xml" ContentType="application/vnd.openxmlformats-officedocument.drawingml.diagramStyle+xml"/>
  <Override PartName="/ppt/diagrams/colors10.xml" ContentType="application/vnd.openxmlformats-officedocument.drawingml.diagramColors+xml"/>
  <Override PartName="/ppt/diagrams/drawing10.xml" ContentType="application/vnd.ms-office.drawingml.diagramDrawing+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diagrams/data11.xml" ContentType="application/vnd.openxmlformats-officedocument.drawingml.diagramData+xml"/>
  <Override PartName="/ppt/diagrams/layout11.xml" ContentType="application/vnd.openxmlformats-officedocument.drawingml.diagramLayout+xml"/>
  <Override PartName="/ppt/diagrams/quickStyle11.xml" ContentType="application/vnd.openxmlformats-officedocument.drawingml.diagramStyle+xml"/>
  <Override PartName="/ppt/diagrams/colors11.xml" ContentType="application/vnd.openxmlformats-officedocument.drawingml.diagramColors+xml"/>
  <Override PartName="/ppt/diagrams/drawing11.xml" ContentType="application/vnd.ms-office.drawingml.diagramDrawing+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diagrams/data12.xml" ContentType="application/vnd.openxmlformats-officedocument.drawingml.diagramData+xml"/>
  <Override PartName="/ppt/diagrams/layout12.xml" ContentType="application/vnd.openxmlformats-officedocument.drawingml.diagramLayout+xml"/>
  <Override PartName="/ppt/diagrams/quickStyle12.xml" ContentType="application/vnd.openxmlformats-officedocument.drawingml.diagramStyle+xml"/>
  <Override PartName="/ppt/diagrams/colors12.xml" ContentType="application/vnd.openxmlformats-officedocument.drawingml.diagramColors+xml"/>
  <Override PartName="/ppt/diagrams/drawing12.xml" ContentType="application/vnd.ms-office.drawingml.diagramDrawing+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diagrams/data13.xml" ContentType="application/vnd.openxmlformats-officedocument.drawingml.diagramData+xml"/>
  <Override PartName="/ppt/diagrams/layout13.xml" ContentType="application/vnd.openxmlformats-officedocument.drawingml.diagramLayout+xml"/>
  <Override PartName="/ppt/diagrams/quickStyle13.xml" ContentType="application/vnd.openxmlformats-officedocument.drawingml.diagramStyle+xml"/>
  <Override PartName="/ppt/diagrams/colors13.xml" ContentType="application/vnd.openxmlformats-officedocument.drawingml.diagramColors+xml"/>
  <Override PartName="/ppt/diagrams/drawing13.xml" ContentType="application/vnd.ms-office.drawingml.diagramDrawing+xml"/>
  <Override PartName="/ppt/notesSlides/notesSlide56.xml" ContentType="application/vnd.openxmlformats-officedocument.presentationml.notesSlide+xml"/>
  <Override PartName="/ppt/diagrams/data14.xml" ContentType="application/vnd.openxmlformats-officedocument.drawingml.diagramData+xml"/>
  <Override PartName="/ppt/diagrams/layout14.xml" ContentType="application/vnd.openxmlformats-officedocument.drawingml.diagramLayout+xml"/>
  <Override PartName="/ppt/diagrams/quickStyle14.xml" ContentType="application/vnd.openxmlformats-officedocument.drawingml.diagramStyle+xml"/>
  <Override PartName="/ppt/diagrams/colors14.xml" ContentType="application/vnd.openxmlformats-officedocument.drawingml.diagramColors+xml"/>
  <Override PartName="/ppt/diagrams/drawing14.xml" ContentType="application/vnd.ms-office.drawingml.diagramDrawing+xml"/>
  <Override PartName="/ppt/notesSlides/notesSlide5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99" r:id="rId1"/>
    <p:sldMasterId id="2147483700" r:id="rId2"/>
    <p:sldMasterId id="2147483712" r:id="rId3"/>
  </p:sldMasterIdLst>
  <p:notesMasterIdLst>
    <p:notesMasterId r:id="rId81"/>
  </p:notesMasterIdLst>
  <p:sldIdLst>
    <p:sldId id="256" r:id="rId4"/>
    <p:sldId id="257" r:id="rId5"/>
    <p:sldId id="277" r:id="rId6"/>
    <p:sldId id="258" r:id="rId7"/>
    <p:sldId id="278" r:id="rId8"/>
    <p:sldId id="259" r:id="rId9"/>
    <p:sldId id="279" r:id="rId10"/>
    <p:sldId id="280" r:id="rId11"/>
    <p:sldId id="281" r:id="rId12"/>
    <p:sldId id="260" r:id="rId13"/>
    <p:sldId id="282" r:id="rId14"/>
    <p:sldId id="283" r:id="rId15"/>
    <p:sldId id="285" r:id="rId16"/>
    <p:sldId id="284" r:id="rId17"/>
    <p:sldId id="286" r:id="rId18"/>
    <p:sldId id="261" r:id="rId19"/>
    <p:sldId id="262" r:id="rId20"/>
    <p:sldId id="287" r:id="rId21"/>
    <p:sldId id="288" r:id="rId22"/>
    <p:sldId id="263" r:id="rId23"/>
    <p:sldId id="289" r:id="rId24"/>
    <p:sldId id="290" r:id="rId25"/>
    <p:sldId id="291" r:id="rId26"/>
    <p:sldId id="292" r:id="rId27"/>
    <p:sldId id="265" r:id="rId28"/>
    <p:sldId id="266" r:id="rId29"/>
    <p:sldId id="267" r:id="rId30"/>
    <p:sldId id="268" r:id="rId31"/>
    <p:sldId id="269" r:id="rId32"/>
    <p:sldId id="270" r:id="rId33"/>
    <p:sldId id="271" r:id="rId34"/>
    <p:sldId id="293" r:id="rId35"/>
    <p:sldId id="294" r:id="rId36"/>
    <p:sldId id="272" r:id="rId37"/>
    <p:sldId id="273" r:id="rId38"/>
    <p:sldId id="274" r:id="rId39"/>
    <p:sldId id="275"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264" r:id="rId54"/>
    <p:sldId id="308" r:id="rId55"/>
    <p:sldId id="309" r:id="rId56"/>
    <p:sldId id="310" r:id="rId57"/>
    <p:sldId id="311" r:id="rId58"/>
    <p:sldId id="312" r:id="rId59"/>
    <p:sldId id="313" r:id="rId60"/>
    <p:sldId id="314" r:id="rId61"/>
    <p:sldId id="315" r:id="rId62"/>
    <p:sldId id="316" r:id="rId63"/>
    <p:sldId id="317" r:id="rId64"/>
    <p:sldId id="318" r:id="rId65"/>
    <p:sldId id="319" r:id="rId66"/>
    <p:sldId id="320" r:id="rId67"/>
    <p:sldId id="321" r:id="rId68"/>
    <p:sldId id="322" r:id="rId69"/>
    <p:sldId id="323" r:id="rId70"/>
    <p:sldId id="324" r:id="rId71"/>
    <p:sldId id="325" r:id="rId72"/>
    <p:sldId id="326" r:id="rId73"/>
    <p:sldId id="327" r:id="rId74"/>
    <p:sldId id="328" r:id="rId75"/>
    <p:sldId id="329" r:id="rId76"/>
    <p:sldId id="330" r:id="rId77"/>
    <p:sldId id="331" r:id="rId78"/>
    <p:sldId id="332" r:id="rId79"/>
    <p:sldId id="333" r:id="rId80"/>
  </p:sldIdLst>
  <p:sldSz cx="12192000" cy="6858000"/>
  <p:notesSz cx="6858000" cy="9144000"/>
  <p:defaultTextStyle>
    <a:defPPr>
      <a:defRPr lang="tr-T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83" autoAdjust="0"/>
    <p:restoredTop sz="67028" autoAdjust="0"/>
  </p:normalViewPr>
  <p:slideViewPr>
    <p:cSldViewPr snapToGrid="0">
      <p:cViewPr varScale="1">
        <p:scale>
          <a:sx n="72" d="100"/>
          <a:sy n="72" d="100"/>
        </p:scale>
        <p:origin x="2160" y="20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3.xml"/><Relationship Id="rId21" Type="http://schemas.openxmlformats.org/officeDocument/2006/relationships/slide" Target="slides/slide18.xml"/><Relationship Id="rId42" Type="http://schemas.openxmlformats.org/officeDocument/2006/relationships/slide" Target="slides/slide39.xml"/><Relationship Id="rId47" Type="http://schemas.openxmlformats.org/officeDocument/2006/relationships/slide" Target="slides/slide44.xml"/><Relationship Id="rId63" Type="http://schemas.openxmlformats.org/officeDocument/2006/relationships/slide" Target="slides/slide60.xml"/><Relationship Id="rId68" Type="http://schemas.openxmlformats.org/officeDocument/2006/relationships/slide" Target="slides/slide65.xml"/><Relationship Id="rId84" Type="http://schemas.openxmlformats.org/officeDocument/2006/relationships/theme" Target="theme/theme1.xml"/><Relationship Id="rId16" Type="http://schemas.openxmlformats.org/officeDocument/2006/relationships/slide" Target="slides/slide13.xml"/><Relationship Id="rId11" Type="http://schemas.openxmlformats.org/officeDocument/2006/relationships/slide" Target="slides/slide8.xml"/><Relationship Id="rId32" Type="http://schemas.openxmlformats.org/officeDocument/2006/relationships/slide" Target="slides/slide29.xml"/><Relationship Id="rId37" Type="http://schemas.openxmlformats.org/officeDocument/2006/relationships/slide" Target="slides/slide34.xml"/><Relationship Id="rId53" Type="http://schemas.openxmlformats.org/officeDocument/2006/relationships/slide" Target="slides/slide50.xml"/><Relationship Id="rId58" Type="http://schemas.openxmlformats.org/officeDocument/2006/relationships/slide" Target="slides/slide55.xml"/><Relationship Id="rId74" Type="http://schemas.openxmlformats.org/officeDocument/2006/relationships/slide" Target="slides/slide71.xml"/><Relationship Id="rId79" Type="http://schemas.openxmlformats.org/officeDocument/2006/relationships/slide" Target="slides/slide76.xml"/><Relationship Id="rId5" Type="http://schemas.openxmlformats.org/officeDocument/2006/relationships/slide" Target="slides/slide2.xml"/><Relationship Id="rId19" Type="http://schemas.openxmlformats.org/officeDocument/2006/relationships/slide" Target="slides/slide16.xml"/><Relationship Id="rId14" Type="http://schemas.openxmlformats.org/officeDocument/2006/relationships/slide" Target="slides/slide11.xml"/><Relationship Id="rId22" Type="http://schemas.openxmlformats.org/officeDocument/2006/relationships/slide" Target="slides/slide19.xml"/><Relationship Id="rId27" Type="http://schemas.openxmlformats.org/officeDocument/2006/relationships/slide" Target="slides/slide24.xml"/><Relationship Id="rId30" Type="http://schemas.openxmlformats.org/officeDocument/2006/relationships/slide" Target="slides/slide27.xml"/><Relationship Id="rId35" Type="http://schemas.openxmlformats.org/officeDocument/2006/relationships/slide" Target="slides/slide32.xml"/><Relationship Id="rId43" Type="http://schemas.openxmlformats.org/officeDocument/2006/relationships/slide" Target="slides/slide40.xml"/><Relationship Id="rId48" Type="http://schemas.openxmlformats.org/officeDocument/2006/relationships/slide" Target="slides/slide45.xml"/><Relationship Id="rId56" Type="http://schemas.openxmlformats.org/officeDocument/2006/relationships/slide" Target="slides/slide53.xml"/><Relationship Id="rId64" Type="http://schemas.openxmlformats.org/officeDocument/2006/relationships/slide" Target="slides/slide61.xml"/><Relationship Id="rId69" Type="http://schemas.openxmlformats.org/officeDocument/2006/relationships/slide" Target="slides/slide66.xml"/><Relationship Id="rId77" Type="http://schemas.openxmlformats.org/officeDocument/2006/relationships/slide" Target="slides/slide74.xml"/><Relationship Id="rId8" Type="http://schemas.openxmlformats.org/officeDocument/2006/relationships/slide" Target="slides/slide5.xml"/><Relationship Id="rId51" Type="http://schemas.openxmlformats.org/officeDocument/2006/relationships/slide" Target="slides/slide48.xml"/><Relationship Id="rId72" Type="http://schemas.openxmlformats.org/officeDocument/2006/relationships/slide" Target="slides/slide69.xml"/><Relationship Id="rId80" Type="http://schemas.openxmlformats.org/officeDocument/2006/relationships/slide" Target="slides/slide77.xml"/><Relationship Id="rId85" Type="http://schemas.openxmlformats.org/officeDocument/2006/relationships/tableStyles" Target="tableStyles.xml"/><Relationship Id="rId3" Type="http://schemas.openxmlformats.org/officeDocument/2006/relationships/slideMaster" Target="slideMasters/slideMaster3.xml"/><Relationship Id="rId12" Type="http://schemas.openxmlformats.org/officeDocument/2006/relationships/slide" Target="slides/slide9.xml"/><Relationship Id="rId17" Type="http://schemas.openxmlformats.org/officeDocument/2006/relationships/slide" Target="slides/slide14.xml"/><Relationship Id="rId25" Type="http://schemas.openxmlformats.org/officeDocument/2006/relationships/slide" Target="slides/slide22.xml"/><Relationship Id="rId33" Type="http://schemas.openxmlformats.org/officeDocument/2006/relationships/slide" Target="slides/slide30.xml"/><Relationship Id="rId38" Type="http://schemas.openxmlformats.org/officeDocument/2006/relationships/slide" Target="slides/slide35.xml"/><Relationship Id="rId46" Type="http://schemas.openxmlformats.org/officeDocument/2006/relationships/slide" Target="slides/slide43.xml"/><Relationship Id="rId59" Type="http://schemas.openxmlformats.org/officeDocument/2006/relationships/slide" Target="slides/slide56.xml"/><Relationship Id="rId67" Type="http://schemas.openxmlformats.org/officeDocument/2006/relationships/slide" Target="slides/slide64.xml"/><Relationship Id="rId20" Type="http://schemas.openxmlformats.org/officeDocument/2006/relationships/slide" Target="slides/slide17.xml"/><Relationship Id="rId41" Type="http://schemas.openxmlformats.org/officeDocument/2006/relationships/slide" Target="slides/slide38.xml"/><Relationship Id="rId54" Type="http://schemas.openxmlformats.org/officeDocument/2006/relationships/slide" Target="slides/slide51.xml"/><Relationship Id="rId62" Type="http://schemas.openxmlformats.org/officeDocument/2006/relationships/slide" Target="slides/slide59.xml"/><Relationship Id="rId70" Type="http://schemas.openxmlformats.org/officeDocument/2006/relationships/slide" Target="slides/slide67.xml"/><Relationship Id="rId75" Type="http://schemas.openxmlformats.org/officeDocument/2006/relationships/slide" Target="slides/slide72.xml"/><Relationship Id="rId83"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3.xml"/><Relationship Id="rId15" Type="http://schemas.openxmlformats.org/officeDocument/2006/relationships/slide" Target="slides/slide12.xml"/><Relationship Id="rId23" Type="http://schemas.openxmlformats.org/officeDocument/2006/relationships/slide" Target="slides/slide20.xml"/><Relationship Id="rId28" Type="http://schemas.openxmlformats.org/officeDocument/2006/relationships/slide" Target="slides/slide25.xml"/><Relationship Id="rId36" Type="http://schemas.openxmlformats.org/officeDocument/2006/relationships/slide" Target="slides/slide33.xml"/><Relationship Id="rId49" Type="http://schemas.openxmlformats.org/officeDocument/2006/relationships/slide" Target="slides/slide46.xml"/><Relationship Id="rId57" Type="http://schemas.openxmlformats.org/officeDocument/2006/relationships/slide" Target="slides/slide54.xml"/><Relationship Id="rId10" Type="http://schemas.openxmlformats.org/officeDocument/2006/relationships/slide" Target="slides/slide7.xml"/><Relationship Id="rId31" Type="http://schemas.openxmlformats.org/officeDocument/2006/relationships/slide" Target="slides/slide28.xml"/><Relationship Id="rId44" Type="http://schemas.openxmlformats.org/officeDocument/2006/relationships/slide" Target="slides/slide41.xml"/><Relationship Id="rId52" Type="http://schemas.openxmlformats.org/officeDocument/2006/relationships/slide" Target="slides/slide49.xml"/><Relationship Id="rId60" Type="http://schemas.openxmlformats.org/officeDocument/2006/relationships/slide" Target="slides/slide57.xml"/><Relationship Id="rId65" Type="http://schemas.openxmlformats.org/officeDocument/2006/relationships/slide" Target="slides/slide62.xml"/><Relationship Id="rId73" Type="http://schemas.openxmlformats.org/officeDocument/2006/relationships/slide" Target="slides/slide70.xml"/><Relationship Id="rId78" Type="http://schemas.openxmlformats.org/officeDocument/2006/relationships/slide" Target="slides/slide75.xml"/><Relationship Id="rId81" Type="http://schemas.openxmlformats.org/officeDocument/2006/relationships/notesMaster" Target="notesMasters/notesMaster1.xml"/><Relationship Id="rId4" Type="http://schemas.openxmlformats.org/officeDocument/2006/relationships/slide" Target="slides/slide1.xml"/><Relationship Id="rId9" Type="http://schemas.openxmlformats.org/officeDocument/2006/relationships/slide" Target="slides/slide6.xml"/><Relationship Id="rId13" Type="http://schemas.openxmlformats.org/officeDocument/2006/relationships/slide" Target="slides/slide10.xml"/><Relationship Id="rId18" Type="http://schemas.openxmlformats.org/officeDocument/2006/relationships/slide" Target="slides/slide15.xml"/><Relationship Id="rId39" Type="http://schemas.openxmlformats.org/officeDocument/2006/relationships/slide" Target="slides/slide36.xml"/><Relationship Id="rId34" Type="http://schemas.openxmlformats.org/officeDocument/2006/relationships/slide" Target="slides/slide31.xml"/><Relationship Id="rId50" Type="http://schemas.openxmlformats.org/officeDocument/2006/relationships/slide" Target="slides/slide47.xml"/><Relationship Id="rId55" Type="http://schemas.openxmlformats.org/officeDocument/2006/relationships/slide" Target="slides/slide52.xml"/><Relationship Id="rId76" Type="http://schemas.openxmlformats.org/officeDocument/2006/relationships/slide" Target="slides/slide73.xml"/><Relationship Id="rId7" Type="http://schemas.openxmlformats.org/officeDocument/2006/relationships/slide" Target="slides/slide4.xml"/><Relationship Id="rId71" Type="http://schemas.openxmlformats.org/officeDocument/2006/relationships/slide" Target="slides/slide68.xml"/><Relationship Id="rId2" Type="http://schemas.openxmlformats.org/officeDocument/2006/relationships/slideMaster" Target="slideMasters/slideMaster2.xml"/><Relationship Id="rId29" Type="http://schemas.openxmlformats.org/officeDocument/2006/relationships/slide" Target="slides/slide26.xml"/><Relationship Id="rId24" Type="http://schemas.openxmlformats.org/officeDocument/2006/relationships/slide" Target="slides/slide21.xml"/><Relationship Id="rId40" Type="http://schemas.openxmlformats.org/officeDocument/2006/relationships/slide" Target="slides/slide37.xml"/><Relationship Id="rId45" Type="http://schemas.openxmlformats.org/officeDocument/2006/relationships/slide" Target="slides/slide42.xml"/><Relationship Id="rId66" Type="http://schemas.openxmlformats.org/officeDocument/2006/relationships/slide" Target="slides/slide63.xml"/><Relationship Id="rId61" Type="http://schemas.openxmlformats.org/officeDocument/2006/relationships/slide" Target="slides/slide58.xml"/><Relationship Id="rId82" Type="http://schemas.openxmlformats.org/officeDocument/2006/relationships/presProps" Target="presProps.xml"/></Relationships>
</file>

<file path=ppt/diagrams/_rels/data1.xml.rels><?xml version="1.0" encoding="UTF-8" standalone="yes"?>
<Relationships xmlns="http://schemas.openxmlformats.org/package/2006/relationships"><Relationship Id="rId8" Type="http://schemas.openxmlformats.org/officeDocument/2006/relationships/image" Target="../media/image9.svg"/><Relationship Id="rId3" Type="http://schemas.openxmlformats.org/officeDocument/2006/relationships/image" Target="../media/image4.png"/><Relationship Id="rId7" Type="http://schemas.openxmlformats.org/officeDocument/2006/relationships/image" Target="../media/image8.png"/><Relationship Id="rId2" Type="http://schemas.openxmlformats.org/officeDocument/2006/relationships/image" Target="../media/image3.svg"/><Relationship Id="rId1" Type="http://schemas.openxmlformats.org/officeDocument/2006/relationships/image" Target="../media/image2.png"/><Relationship Id="rId6" Type="http://schemas.openxmlformats.org/officeDocument/2006/relationships/image" Target="../media/image7.svg"/><Relationship Id="rId5" Type="http://schemas.openxmlformats.org/officeDocument/2006/relationships/image" Target="../media/image6.png"/><Relationship Id="rId10" Type="http://schemas.openxmlformats.org/officeDocument/2006/relationships/image" Target="../media/image11.svg"/><Relationship Id="rId4" Type="http://schemas.openxmlformats.org/officeDocument/2006/relationships/image" Target="../media/image5.svg"/><Relationship Id="rId9" Type="http://schemas.openxmlformats.org/officeDocument/2006/relationships/image" Target="../media/image10.png"/></Relationships>
</file>

<file path=ppt/diagrams/_rels/data7.xml.rels><?xml version="1.0" encoding="UTF-8" standalone="yes"?>
<Relationships xmlns="http://schemas.openxmlformats.org/package/2006/relationships"><Relationship Id="rId8" Type="http://schemas.openxmlformats.org/officeDocument/2006/relationships/image" Target="../media/image54.svg"/><Relationship Id="rId3" Type="http://schemas.openxmlformats.org/officeDocument/2006/relationships/image" Target="../media/image49.png"/><Relationship Id="rId7" Type="http://schemas.openxmlformats.org/officeDocument/2006/relationships/image" Target="../media/image53.png"/><Relationship Id="rId2" Type="http://schemas.openxmlformats.org/officeDocument/2006/relationships/image" Target="../media/image48.svg"/><Relationship Id="rId1" Type="http://schemas.openxmlformats.org/officeDocument/2006/relationships/image" Target="../media/image47.png"/><Relationship Id="rId6" Type="http://schemas.openxmlformats.org/officeDocument/2006/relationships/image" Target="../media/image52.svg"/><Relationship Id="rId5" Type="http://schemas.openxmlformats.org/officeDocument/2006/relationships/image" Target="../media/image51.png"/><Relationship Id="rId4" Type="http://schemas.openxmlformats.org/officeDocument/2006/relationships/image" Target="../media/image50.svg"/></Relationships>
</file>

<file path=ppt/diagrams/_rels/data10.xml.rels><?xml version="1.0" encoding="UTF-8" standalone="yes"?>
<Relationships xmlns="http://schemas.openxmlformats.org/package/2006/relationships"><Relationship Id="rId3" Type="http://schemas.openxmlformats.org/officeDocument/2006/relationships/image" Target="../media/image57.png"/><Relationship Id="rId2" Type="http://schemas.openxmlformats.org/officeDocument/2006/relationships/image" Target="../media/image56.svg"/><Relationship Id="rId1" Type="http://schemas.openxmlformats.org/officeDocument/2006/relationships/image" Target="../media/image55.png"/><Relationship Id="rId4" Type="http://schemas.openxmlformats.org/officeDocument/2006/relationships/image" Target="../media/image58.svg"/></Relationships>
</file>

<file path=ppt/diagrams/_rels/data12.xml.rels><?xml version="1.0" encoding="UTF-8" standalone="yes"?>
<Relationships xmlns="http://schemas.openxmlformats.org/package/2006/relationships"><Relationship Id="rId8" Type="http://schemas.openxmlformats.org/officeDocument/2006/relationships/image" Target="../media/image68.svg"/><Relationship Id="rId3" Type="http://schemas.openxmlformats.org/officeDocument/2006/relationships/image" Target="../media/image63.png"/><Relationship Id="rId7" Type="http://schemas.openxmlformats.org/officeDocument/2006/relationships/image" Target="../media/image67.png"/><Relationship Id="rId2" Type="http://schemas.openxmlformats.org/officeDocument/2006/relationships/image" Target="../media/image62.svg"/><Relationship Id="rId1" Type="http://schemas.openxmlformats.org/officeDocument/2006/relationships/image" Target="../media/image61.png"/><Relationship Id="rId6" Type="http://schemas.openxmlformats.org/officeDocument/2006/relationships/image" Target="../media/image66.svg"/><Relationship Id="rId5" Type="http://schemas.openxmlformats.org/officeDocument/2006/relationships/image" Target="../media/image65.png"/><Relationship Id="rId10" Type="http://schemas.openxmlformats.org/officeDocument/2006/relationships/image" Target="../media/image70.svg"/><Relationship Id="rId4" Type="http://schemas.openxmlformats.org/officeDocument/2006/relationships/image" Target="../media/image64.svg"/><Relationship Id="rId9" Type="http://schemas.openxmlformats.org/officeDocument/2006/relationships/image" Target="../media/image69.png"/></Relationships>
</file>

<file path=ppt/diagrams/_rels/data13.xml.rels><?xml version="1.0" encoding="UTF-8" standalone="yes"?>
<Relationships xmlns="http://schemas.openxmlformats.org/package/2006/relationships"><Relationship Id="rId3" Type="http://schemas.openxmlformats.org/officeDocument/2006/relationships/image" Target="../media/image78.png"/><Relationship Id="rId2" Type="http://schemas.openxmlformats.org/officeDocument/2006/relationships/image" Target="../media/image77.svg"/><Relationship Id="rId1" Type="http://schemas.openxmlformats.org/officeDocument/2006/relationships/image" Target="../media/image76.png"/><Relationship Id="rId6" Type="http://schemas.openxmlformats.org/officeDocument/2006/relationships/image" Target="../media/image81.svg"/><Relationship Id="rId5" Type="http://schemas.openxmlformats.org/officeDocument/2006/relationships/image" Target="../media/image80.png"/><Relationship Id="rId4" Type="http://schemas.openxmlformats.org/officeDocument/2006/relationships/image" Target="../media/image79.svg"/></Relationships>
</file>

<file path=ppt/diagrams/_rels/drawing1.xml.rels><?xml version="1.0" encoding="UTF-8" standalone="yes"?>
<Relationships xmlns="http://schemas.openxmlformats.org/package/2006/relationships"><Relationship Id="rId8" Type="http://schemas.openxmlformats.org/officeDocument/2006/relationships/image" Target="../media/image9.svg"/><Relationship Id="rId3" Type="http://schemas.openxmlformats.org/officeDocument/2006/relationships/image" Target="../media/image4.png"/><Relationship Id="rId7" Type="http://schemas.openxmlformats.org/officeDocument/2006/relationships/image" Target="../media/image8.png"/><Relationship Id="rId2" Type="http://schemas.openxmlformats.org/officeDocument/2006/relationships/image" Target="../media/image3.svg"/><Relationship Id="rId1" Type="http://schemas.openxmlformats.org/officeDocument/2006/relationships/image" Target="../media/image2.png"/><Relationship Id="rId6" Type="http://schemas.openxmlformats.org/officeDocument/2006/relationships/image" Target="../media/image7.svg"/><Relationship Id="rId5" Type="http://schemas.openxmlformats.org/officeDocument/2006/relationships/image" Target="../media/image6.png"/><Relationship Id="rId10" Type="http://schemas.openxmlformats.org/officeDocument/2006/relationships/image" Target="../media/image11.svg"/><Relationship Id="rId4" Type="http://schemas.openxmlformats.org/officeDocument/2006/relationships/image" Target="../media/image5.svg"/><Relationship Id="rId9" Type="http://schemas.openxmlformats.org/officeDocument/2006/relationships/image" Target="../media/image10.png"/></Relationships>
</file>

<file path=ppt/diagrams/_rels/drawing7.xml.rels><?xml version="1.0" encoding="UTF-8" standalone="yes"?>
<Relationships xmlns="http://schemas.openxmlformats.org/package/2006/relationships"><Relationship Id="rId8" Type="http://schemas.openxmlformats.org/officeDocument/2006/relationships/image" Target="../media/image54.svg"/><Relationship Id="rId3" Type="http://schemas.openxmlformats.org/officeDocument/2006/relationships/image" Target="../media/image49.png"/><Relationship Id="rId7" Type="http://schemas.openxmlformats.org/officeDocument/2006/relationships/image" Target="../media/image53.png"/><Relationship Id="rId2" Type="http://schemas.openxmlformats.org/officeDocument/2006/relationships/image" Target="../media/image48.svg"/><Relationship Id="rId1" Type="http://schemas.openxmlformats.org/officeDocument/2006/relationships/image" Target="../media/image47.png"/><Relationship Id="rId6" Type="http://schemas.openxmlformats.org/officeDocument/2006/relationships/image" Target="../media/image52.svg"/><Relationship Id="rId5" Type="http://schemas.openxmlformats.org/officeDocument/2006/relationships/image" Target="../media/image51.png"/><Relationship Id="rId4" Type="http://schemas.openxmlformats.org/officeDocument/2006/relationships/image" Target="../media/image50.svg"/></Relationships>
</file>

<file path=ppt/diagrams/_rels/drawing10.xml.rels><?xml version="1.0" encoding="UTF-8" standalone="yes"?>
<Relationships xmlns="http://schemas.openxmlformats.org/package/2006/relationships"><Relationship Id="rId3" Type="http://schemas.openxmlformats.org/officeDocument/2006/relationships/image" Target="../media/image57.png"/><Relationship Id="rId2" Type="http://schemas.openxmlformats.org/officeDocument/2006/relationships/image" Target="../media/image56.svg"/><Relationship Id="rId1" Type="http://schemas.openxmlformats.org/officeDocument/2006/relationships/image" Target="../media/image55.png"/><Relationship Id="rId4" Type="http://schemas.openxmlformats.org/officeDocument/2006/relationships/image" Target="../media/image58.svg"/></Relationships>
</file>

<file path=ppt/diagrams/_rels/drawing12.xml.rels><?xml version="1.0" encoding="UTF-8" standalone="yes"?>
<Relationships xmlns="http://schemas.openxmlformats.org/package/2006/relationships"><Relationship Id="rId8" Type="http://schemas.openxmlformats.org/officeDocument/2006/relationships/image" Target="../media/image68.svg"/><Relationship Id="rId3" Type="http://schemas.openxmlformats.org/officeDocument/2006/relationships/image" Target="../media/image63.png"/><Relationship Id="rId7" Type="http://schemas.openxmlformats.org/officeDocument/2006/relationships/image" Target="../media/image67.png"/><Relationship Id="rId2" Type="http://schemas.openxmlformats.org/officeDocument/2006/relationships/image" Target="../media/image62.svg"/><Relationship Id="rId1" Type="http://schemas.openxmlformats.org/officeDocument/2006/relationships/image" Target="../media/image61.png"/><Relationship Id="rId6" Type="http://schemas.openxmlformats.org/officeDocument/2006/relationships/image" Target="../media/image66.svg"/><Relationship Id="rId5" Type="http://schemas.openxmlformats.org/officeDocument/2006/relationships/image" Target="../media/image65.png"/><Relationship Id="rId10" Type="http://schemas.openxmlformats.org/officeDocument/2006/relationships/image" Target="../media/image70.svg"/><Relationship Id="rId4" Type="http://schemas.openxmlformats.org/officeDocument/2006/relationships/image" Target="../media/image64.svg"/><Relationship Id="rId9" Type="http://schemas.openxmlformats.org/officeDocument/2006/relationships/image" Target="../media/image69.png"/></Relationships>
</file>

<file path=ppt/diagrams/_rels/drawing13.xml.rels><?xml version="1.0" encoding="UTF-8" standalone="yes"?>
<Relationships xmlns="http://schemas.openxmlformats.org/package/2006/relationships"><Relationship Id="rId3" Type="http://schemas.openxmlformats.org/officeDocument/2006/relationships/image" Target="../media/image78.png"/><Relationship Id="rId2" Type="http://schemas.openxmlformats.org/officeDocument/2006/relationships/image" Target="../media/image77.svg"/><Relationship Id="rId1" Type="http://schemas.openxmlformats.org/officeDocument/2006/relationships/image" Target="../media/image76.png"/><Relationship Id="rId6" Type="http://schemas.openxmlformats.org/officeDocument/2006/relationships/image" Target="../media/image81.svg"/><Relationship Id="rId5" Type="http://schemas.openxmlformats.org/officeDocument/2006/relationships/image" Target="../media/image80.png"/><Relationship Id="rId4" Type="http://schemas.openxmlformats.org/officeDocument/2006/relationships/image" Target="../media/image79.svg"/></Relationships>
</file>

<file path=ppt/diagrams/colors1.xml><?xml version="1.0" encoding="utf-8"?>
<dgm:colorsDef xmlns:dgm="http://schemas.openxmlformats.org/drawingml/2006/diagram" xmlns:a="http://schemas.openxmlformats.org/drawingml/2006/main" uniqueId="urn:microsoft.com/office/officeart/2018/5/colors/Iconchunking_neutralicon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bg1"/>
    </dgm:fillClrLst>
    <dgm:linClrLst meth="repeat">
      <a:schemeClr val="lt1">
        <a:alpha val="0"/>
      </a:schemeClr>
    </dgm:linClrLst>
    <dgm:effectClrLst/>
    <dgm:txLinClrLst/>
    <dgm:txFillClrLst meth="repeat">
      <a:schemeClr val="dk1"/>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colorful5">
  <dgm:title val=""/>
  <dgm:desc val=""/>
  <dgm:catLst>
    <dgm:cat type="colorful" pri="10500"/>
  </dgm:catLst>
  <dgm:styleLbl name="node0">
    <dgm:fillClrLst meth="repeat">
      <a:schemeClr val="accent4"/>
    </dgm:fillClrLst>
    <dgm:linClrLst meth="repeat">
      <a:schemeClr val="lt1"/>
    </dgm:linClrLst>
    <dgm:effectClrLst/>
    <dgm:txLinClrLst/>
    <dgm:txFillClrLst/>
    <dgm:txEffectClrLst/>
  </dgm:styleLbl>
  <dgm:styleLbl name="node1">
    <dgm:fillClrLst>
      <a:schemeClr val="accent5"/>
      <a:schemeClr val="accent6"/>
    </dgm:fillClrLst>
    <dgm:linClrLst meth="repeat">
      <a:schemeClr val="lt1"/>
    </dgm:linClrLst>
    <dgm:effectClrLst/>
    <dgm:txLinClrLst/>
    <dgm:txFillClrLst/>
    <dgm:txEffectClrLst/>
  </dgm:styleLbl>
  <dgm:styleLbl name="alignNode1">
    <dgm:fillClrLst>
      <a:schemeClr val="accent5"/>
      <a:schemeClr val="accent6"/>
    </dgm:fillClrLst>
    <dgm:linClrLst>
      <a:schemeClr val="accent5"/>
      <a:schemeClr val="accent6"/>
    </dgm:linClrLst>
    <dgm:effectClrLst/>
    <dgm:txLinClrLst/>
    <dgm:txFillClrLst/>
    <dgm:txEffectClrLst/>
  </dgm:styleLbl>
  <dgm:styleLbl name="lnNode1">
    <dgm:fillClrLst>
      <a:schemeClr val="accent5"/>
      <a:schemeClr val="accent6"/>
    </dgm:fillClrLst>
    <dgm:linClrLst meth="repeat">
      <a:schemeClr val="lt1"/>
    </dgm:linClrLst>
    <dgm:effectClrLst/>
    <dgm:txLinClrLst/>
    <dgm:txFillClrLst/>
    <dgm:txEffectClrLst/>
  </dgm:styleLbl>
  <dgm:styleLbl name="vennNode1">
    <dgm:fillClrLst>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6"/>
    </dgm:fillClrLst>
    <dgm:linClrLst meth="repeat">
      <a:schemeClr val="lt1"/>
    </dgm:linClrLst>
    <dgm:effectClrLst/>
    <dgm:txLinClrLst/>
    <dgm:txFillClrLst/>
    <dgm:txEffectClrLst/>
  </dgm:styleLbl>
  <dgm:styleLbl name="node3">
    <dgm:fillClrLst>
      <a:schemeClr val="accent1"/>
    </dgm:fillClrLst>
    <dgm:linClrLst meth="repeat">
      <a:schemeClr val="lt1"/>
    </dgm:linClrLst>
    <dgm:effectClrLst/>
    <dgm:txLinClrLst/>
    <dgm:txFillClrLst/>
    <dgm:txEffectClrLst/>
  </dgm:styleLbl>
  <dgm:styleLbl name="node4">
    <dgm:fillClrLst>
      <a:schemeClr val="accent2"/>
    </dgm:fillClrLst>
    <dgm:linClrLst meth="repeat">
      <a:schemeClr val="lt1"/>
    </dgm:linClrLst>
    <dgm:effectClrLst/>
    <dgm:txLinClrLst/>
    <dgm:txFillClrLst/>
    <dgm:txEffectClrLst/>
  </dgm:styleLbl>
  <dgm:styleLbl name="fgImgPlace1">
    <dgm:fillClrLst>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5"/>
      <a:schemeClr val="accent6"/>
    </dgm:fillClrLst>
    <dgm:linClrLst meth="repeat">
      <a:schemeClr val="lt1"/>
    </dgm:linClrLst>
    <dgm:effectClrLst/>
    <dgm:txLinClrLst/>
    <dgm:txFillClrLst/>
    <dgm:txEffectClrLst/>
  </dgm:styleLbl>
  <dgm:styleLbl name="fgSibTrans2D1">
    <dgm:fillClrLst>
      <a:schemeClr val="accent5"/>
      <a:schemeClr val="accent6"/>
    </dgm:fillClrLst>
    <dgm:linClrLst meth="repeat">
      <a:schemeClr val="lt1"/>
    </dgm:linClrLst>
    <dgm:effectClrLst/>
    <dgm:txLinClrLst/>
    <dgm:txFillClrLst meth="repeat">
      <a:schemeClr val="lt1"/>
    </dgm:txFillClrLst>
    <dgm:txEffectClrLst/>
  </dgm:styleLbl>
  <dgm:styleLbl name="bgSibTrans2D1">
    <dgm:fillClrLst>
      <a:schemeClr val="accent5"/>
      <a:schemeClr val="accent6"/>
    </dgm:fillClrLst>
    <dgm:linClrLst meth="repeat">
      <a:schemeClr val="lt1"/>
    </dgm:linClrLst>
    <dgm:effectClrLst/>
    <dgm:txLinClrLst/>
    <dgm:txFillClrLst meth="repeat">
      <a:schemeClr val="lt1"/>
    </dgm:txFillClrLst>
    <dgm:txEffectClrLst/>
  </dgm:styleLbl>
  <dgm:styleLbl name="sibTrans1D1">
    <dgm:fillClrLst/>
    <dgm:linClrLst>
      <a:schemeClr val="accent5"/>
      <a:schemeClr val="accent6"/>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a:shade val="80000"/>
      </a:schemeClr>
    </dgm:linClrLst>
    <dgm:effectClrLst/>
    <dgm:txLinClrLst/>
    <dgm:txFillClrLst/>
    <dgm:txEffectClrLst/>
  </dgm:styleLbl>
  <dgm:styleLbl name="asst1">
    <dgm:fillClrLst meth="repeat">
      <a:schemeClr val="accent6"/>
    </dgm:fillClrLst>
    <dgm:linClrLst meth="repeat">
      <a:schemeClr val="lt1">
        <a:shade val="80000"/>
      </a:schemeClr>
    </dgm:linClrLst>
    <dgm:effectClrLst/>
    <dgm:txLinClrLst/>
    <dgm:txFillClrLst/>
    <dgm:txEffectClrLst/>
  </dgm:styleLbl>
  <dgm:styleLbl name="asst2">
    <dgm:fillClrLst>
      <a:schemeClr val="accent1"/>
    </dgm:fillClrLst>
    <dgm:linClrLst meth="repeat">
      <a:schemeClr val="lt1"/>
    </dgm:linClrLst>
    <dgm:effectClrLst/>
    <dgm:txLinClrLst/>
    <dgm:txFillClrLst/>
    <dgm:txEffectClrLst/>
  </dgm:styleLbl>
  <dgm:styleLbl name="asst3">
    <dgm:fillClrLst>
      <a:schemeClr val="accent2"/>
    </dgm:fillClrLst>
    <dgm:linClrLst meth="repeat">
      <a:schemeClr val="lt1"/>
    </dgm:linClrLst>
    <dgm:effectClrLst/>
    <dgm:txLinClrLst/>
    <dgm:txFillClrLst/>
    <dgm:txEffectClrLst/>
  </dgm:styleLbl>
  <dgm:styleLbl name="asst4">
    <dgm:fillClrLst>
      <a:schemeClr val="accent3"/>
    </dgm:fillClrLst>
    <dgm:linClrLst meth="repeat">
      <a:schemeClr val="lt1"/>
    </dgm:linClrLst>
    <dgm:effectClrLst/>
    <dgm:txLinClrLst/>
    <dgm:txFillClrLst/>
    <dgm:txEffectClrLst/>
  </dgm:styleLbl>
  <dgm:styleLbl name="parChTrans2D1">
    <dgm:fillClrLst meth="repeat">
      <a:schemeClr val="accent5"/>
    </dgm:fillClrLst>
    <dgm:linClrLst meth="repeat">
      <a:schemeClr val="lt1"/>
    </dgm:linClrLst>
    <dgm:effectClrLst/>
    <dgm:txLinClrLst/>
    <dgm:txFillClrLst meth="repeat">
      <a:schemeClr val="lt1"/>
    </dgm:txFillClrLst>
    <dgm:txEffectClrLst/>
  </dgm:styleLbl>
  <dgm:styleLbl name="parChTrans2D2">
    <dgm:fillClrLst meth="repeat">
      <a:schemeClr val="accent6"/>
    </dgm:fillClrLst>
    <dgm:linClrLst meth="repeat">
      <a:schemeClr val="lt1"/>
    </dgm:linClrLst>
    <dgm:effectClrLst/>
    <dgm:txLinClrLst/>
    <dgm:txFillClrLst/>
    <dgm:txEffectClrLst/>
  </dgm:styleLbl>
  <dgm:styleLbl name="parChTrans2D3">
    <dgm:fillClrLst meth="repeat">
      <a:schemeClr val="accent6"/>
    </dgm:fillClrLst>
    <dgm:linClrLst meth="repeat">
      <a:schemeClr val="lt1"/>
    </dgm:linClrLst>
    <dgm:effectClrLst/>
    <dgm:txLinClrLst/>
    <dgm:txFillClrLst/>
    <dgm:txEffectClrLst/>
  </dgm:styleLbl>
  <dgm:styleLbl name="parChTrans2D4">
    <dgm:fillClrLst meth="repeat">
      <a:schemeClr val="accent1"/>
    </dgm:fillClrLst>
    <dgm:linClrLst meth="repeat">
      <a:schemeClr val="lt1"/>
    </dgm:linClrLst>
    <dgm:effectClrLst/>
    <dgm:txLinClrLst/>
    <dgm:txFillClrLst meth="repeat">
      <a:schemeClr val="lt1"/>
    </dgm:txFillClrLst>
    <dgm:txEffectClrLst/>
  </dgm:styleLbl>
  <dgm:styleLbl name="parChTrans1D1">
    <dgm:fillClrLst meth="repeat">
      <a:schemeClr val="accent5"/>
    </dgm:fillClrLst>
    <dgm:linClrLst meth="repeat">
      <a:schemeClr val="accent5"/>
    </dgm:linClrLst>
    <dgm:effectClrLst/>
    <dgm:txLinClrLst/>
    <dgm:txFillClrLst meth="repeat">
      <a:schemeClr val="tx1"/>
    </dgm:txFillClrLst>
    <dgm:txEffectClrLst/>
  </dgm:styleLbl>
  <dgm:styleLbl name="parChTrans1D2">
    <dgm:fillClrLst meth="repeat">
      <a:schemeClr val="accent6">
        <a:tint val="90000"/>
      </a:schemeClr>
    </dgm:fillClrLst>
    <dgm:linClrLst meth="repeat">
      <a:schemeClr val="accent6"/>
    </dgm:linClrLst>
    <dgm:effectClrLst/>
    <dgm:txLinClrLst/>
    <dgm:txFillClrLst meth="repeat">
      <a:schemeClr val="tx1"/>
    </dgm:txFillClrLst>
    <dgm:txEffectClrLst/>
  </dgm:styleLbl>
  <dgm:styleLbl name="parChTrans1D3">
    <dgm:fillClrLst meth="repeat">
      <a:schemeClr val="accent6">
        <a:tint val="70000"/>
      </a:schemeClr>
    </dgm:fillClrLst>
    <dgm:linClrLst meth="repeat">
      <a:schemeClr val="accent1"/>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2"/>
    </dgm:linClrLst>
    <dgm:effectClrLst/>
    <dgm:txLinClrLst/>
    <dgm:txFillClrLst meth="repeat">
      <a:schemeClr val="tx1"/>
    </dgm:txFillClrLst>
    <dgm:txEffectClrLst/>
  </dgm:styleLbl>
  <dgm:styleLbl name="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solidFgAcc1">
    <dgm:fillClrLst meth="repeat">
      <a:schemeClr val="lt1"/>
    </dgm:fillClrLst>
    <dgm:linClrLst>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a:schemeClr val="accent5"/>
      <a:schemeClr val="accent6"/>
    </dgm:linClrLst>
    <dgm:effectClrLst/>
    <dgm:txLinClrLst/>
    <dgm:txFillClrLst meth="repeat">
      <a:schemeClr val="dk1"/>
    </dgm:txFillClrLst>
    <dgm:txEffectClrLst/>
  </dgm:styleLbl>
  <dgm:styleLbl name="solidBgAcc1">
    <dgm:fillClrLst meth="repeat">
      <a:schemeClr val="lt1"/>
    </dgm:fillClrLst>
    <dgm:linClrLst>
      <a:schemeClr val="accent5"/>
      <a:schemeClr val="accent6"/>
    </dgm:linClrLst>
    <dgm:effectClrLst/>
    <dgm:txLinClrLst/>
    <dgm:txFillClrLst meth="repeat">
      <a:schemeClr val="dk1"/>
    </dgm:txFillClrLst>
    <dgm:txEffectClrLst/>
  </dgm:styleLbl>
  <dgm:styleLbl name="fgAccFollowNode1">
    <dgm:fillClrLst>
      <a:schemeClr val="accent5">
        <a:tint val="40000"/>
        <a:alpha val="90000"/>
      </a:schemeClr>
      <a:schemeClr val="accent6">
        <a:tint val="40000"/>
        <a:alpha val="90000"/>
      </a:schemeClr>
    </dgm:fillClrLst>
    <dgm:linClrLst>
      <a:schemeClr val="accent5">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4"/>
    </dgm:linClrLst>
    <dgm:effectClrLst/>
    <dgm:txLinClrLst/>
    <dgm:txFillClrLst meth="repeat">
      <a:schemeClr val="dk1"/>
    </dgm:txFillClrLst>
    <dgm:txEffectClrLst/>
  </dgm:styleLbl>
  <dgm:styleLbl name="fgAcc2">
    <dgm:fillClrLst meth="repeat">
      <a:schemeClr val="lt1">
        <a:alpha val="90000"/>
      </a:schemeClr>
    </dgm:fillClrLst>
    <dgm:linClrLst>
      <a:schemeClr val="accent6"/>
    </dgm:linClrLst>
    <dgm:effectClrLst/>
    <dgm:txLinClrLst/>
    <dgm:txFillClrLst meth="repeat">
      <a:schemeClr val="dk1"/>
    </dgm:txFillClrLst>
    <dgm:txEffectClrLst/>
  </dgm:styleLbl>
  <dgm:styleLbl name="fgAcc3">
    <dgm:fillClrLst meth="repeat">
      <a:schemeClr val="lt1">
        <a:alpha val="90000"/>
      </a:schemeClr>
    </dgm:fillClrLst>
    <dgm:linClrLst>
      <a:schemeClr val="accent1"/>
    </dgm:linClrLst>
    <dgm:effectClrLst/>
    <dgm:txLinClrLst/>
    <dgm:txFillClrLst meth="repeat">
      <a:schemeClr val="dk1"/>
    </dgm:txFillClrLst>
    <dgm:txEffectClrLst/>
  </dgm:styleLbl>
  <dgm:styleLbl name="fgAcc4">
    <dgm:fillClrLst meth="repeat">
      <a:schemeClr val="lt1">
        <a:alpha val="90000"/>
      </a:schemeClr>
    </dgm:fillClrLst>
    <dgm:linClrLst>
      <a:schemeClr val="accent2"/>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accent2_2">
  <dgm:title val=""/>
  <dgm:desc val=""/>
  <dgm:catLst>
    <dgm:cat type="accent2" pri="11200"/>
  </dgm:catLst>
  <dgm:styleLbl name="node0">
    <dgm:fillClrLst meth="repeat">
      <a:schemeClr val="accent2"/>
    </dgm:fillClrLst>
    <dgm:linClrLst meth="repeat">
      <a:schemeClr val="lt1"/>
    </dgm:linClrLst>
    <dgm:effectClrLst/>
    <dgm:txLinClrLst/>
    <dgm:txFillClrLst/>
    <dgm:txEffectClrLst/>
  </dgm:styleLbl>
  <dgm:styleLbl name="node1">
    <dgm:fillClrLst meth="repeat">
      <a:schemeClr val="accent2"/>
    </dgm:fillClrLst>
    <dgm:linClrLst meth="repeat">
      <a:schemeClr val="lt1"/>
    </dgm:linClrLst>
    <dgm:effectClrLst/>
    <dgm:txLinClrLst/>
    <dgm:txFillClrLst/>
    <dgm:txEffectClrLst/>
  </dgm:styleLbl>
  <dgm:styleLbl name="alignNode1">
    <dgm:fillClrLst meth="repeat">
      <a:schemeClr val="accent2"/>
    </dgm:fillClrLst>
    <dgm:linClrLst meth="repeat">
      <a:schemeClr val="accent2"/>
    </dgm:linClrLst>
    <dgm:effectClrLst/>
    <dgm:txLinClrLst/>
    <dgm:txFillClrLst/>
    <dgm:txEffectClrLst/>
  </dgm:styleLbl>
  <dgm:styleLbl name="lnNode1">
    <dgm:fillClrLst meth="repeat">
      <a:schemeClr val="accent2"/>
    </dgm:fillClrLst>
    <dgm:linClrLst meth="repeat">
      <a:schemeClr val="lt1"/>
    </dgm:linClrLst>
    <dgm:effectClrLst/>
    <dgm:txLinClrLst/>
    <dgm:txFillClrLst/>
    <dgm:txEffectClrLst/>
  </dgm:styleLbl>
  <dgm:styleLbl name="vennNode1">
    <dgm:fillClrLst meth="repeat">
      <a:schemeClr val="accent2">
        <a:alpha val="50000"/>
      </a:schemeClr>
    </dgm:fillClrLst>
    <dgm:linClrLst meth="repeat">
      <a:schemeClr val="lt1"/>
    </dgm:linClrLst>
    <dgm:effectClrLst/>
    <dgm:txLinClrLst/>
    <dgm:txFillClrLst/>
    <dgm:txEffectClrLst/>
  </dgm:styleLbl>
  <dgm:styleLbl name="node2">
    <dgm:fillClrLst meth="repeat">
      <a:schemeClr val="accent2"/>
    </dgm:fillClrLst>
    <dgm:linClrLst meth="repeat">
      <a:schemeClr val="lt1"/>
    </dgm:linClrLst>
    <dgm:effectClrLst/>
    <dgm:txLinClrLst/>
    <dgm:txFillClrLst/>
    <dgm:txEffectClrLst/>
  </dgm:styleLbl>
  <dgm:styleLbl name="node3">
    <dgm:fillClrLst meth="repeat">
      <a:schemeClr val="accent2"/>
    </dgm:fillClrLst>
    <dgm:linClrLst meth="repeat">
      <a:schemeClr val="lt1"/>
    </dgm:linClrLst>
    <dgm:effectClrLst/>
    <dgm:txLinClrLst/>
    <dgm:txFillClrLst/>
    <dgm:txEffectClrLst/>
  </dgm:styleLbl>
  <dgm:styleLbl name="node4">
    <dgm:fillClrLst meth="repeat">
      <a:schemeClr val="accent2"/>
    </dgm:fillClrLst>
    <dgm:linClrLst meth="repeat">
      <a:schemeClr val="lt1"/>
    </dgm:linClrLst>
    <dgm:effectClrLst/>
    <dgm:txLinClrLst/>
    <dgm:txFillClrLst/>
    <dgm:txEffectClrLst/>
  </dgm:styleLbl>
  <dgm:styleLbl name="f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tint val="60000"/>
      </a:schemeClr>
    </dgm:fillClrLst>
    <dgm:linClrLst meth="repeat">
      <a:schemeClr val="accent2">
        <a:tint val="60000"/>
      </a:schemeClr>
    </dgm:linClrLst>
    <dgm:effectClrLst/>
    <dgm:txLinClrLst/>
    <dgm:txFillClrLst/>
    <dgm:txEffectClrLst/>
  </dgm:styleLbl>
  <dgm:styleLbl name="fgSibTrans2D1">
    <dgm:fillClrLst meth="repeat">
      <a:schemeClr val="accent2">
        <a:tint val="60000"/>
      </a:schemeClr>
    </dgm:fillClrLst>
    <dgm:linClrLst meth="repeat">
      <a:schemeClr val="accent2">
        <a:tint val="60000"/>
      </a:schemeClr>
    </dgm:linClrLst>
    <dgm:effectClrLst/>
    <dgm:txLinClrLst/>
    <dgm:txFillClrLst/>
    <dgm:txEffectClrLst/>
  </dgm:styleLbl>
  <dgm:styleLbl name="bgSibTrans2D1">
    <dgm:fillClrLst meth="repeat">
      <a:schemeClr val="accent2">
        <a:tint val="60000"/>
      </a:schemeClr>
    </dgm:fillClrLst>
    <dgm:linClrLst meth="repeat">
      <a:schemeClr val="accent2">
        <a:tint val="60000"/>
      </a:schemeClr>
    </dgm:linClrLst>
    <dgm:effectClrLst/>
    <dgm:txLinClrLst/>
    <dgm:txFillClrLst/>
    <dgm:txEffectClrLst/>
  </dgm:styleLbl>
  <dgm:styleLbl name="sibTrans1D1">
    <dgm:fillClrLst meth="repeat">
      <a:schemeClr val="accent2"/>
    </dgm:fillClrLst>
    <dgm:linClrLst meth="repeat">
      <a:schemeClr val="accent2"/>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meth="repeat">
      <a:schemeClr val="accent2"/>
    </dgm:fillClrLst>
    <dgm:linClrLst meth="repeat">
      <a:schemeClr val="lt1"/>
    </dgm:linClrLst>
    <dgm:effectClrLst/>
    <dgm:txLinClrLst/>
    <dgm:txFillClrLst/>
    <dgm:txEffectClrLst/>
  </dgm:styleLbl>
  <dgm:styleLbl name="asst3">
    <dgm:fillClrLst meth="repeat">
      <a:schemeClr val="accent2"/>
    </dgm:fillClrLst>
    <dgm:linClrLst meth="repeat">
      <a:schemeClr val="lt1"/>
    </dgm:linClrLst>
    <dgm:effectClrLst/>
    <dgm:txLinClrLst/>
    <dgm:txFillClrLst/>
    <dgm:txEffectClrLst/>
  </dgm:styleLbl>
  <dgm:styleLbl name="asst4">
    <dgm:fillClrLst meth="repeat">
      <a:schemeClr val="accent2"/>
    </dgm:fillClrLst>
    <dgm:linClrLst meth="repeat">
      <a:schemeClr val="lt1"/>
    </dgm:linClrLst>
    <dgm:effectClrLst/>
    <dgm:txLinClrLst/>
    <dgm:txFillClrLst/>
    <dgm:txEffectClrLst/>
  </dgm:styleLbl>
  <dgm:styleLbl name="parChTrans2D1">
    <dgm:fillClrLst meth="repeat">
      <a:schemeClr val="accent2">
        <a:tint val="60000"/>
      </a:schemeClr>
    </dgm:fillClrLst>
    <dgm:linClrLst meth="repeat">
      <a:schemeClr val="accent2">
        <a:tint val="60000"/>
      </a:schemeClr>
    </dgm:linClrLst>
    <dgm:effectClrLst/>
    <dgm:txLinClrLst/>
    <dgm:txFillClrLst meth="repeat">
      <a:schemeClr val="lt1"/>
    </dgm:txFillClrLst>
    <dgm:txEffectClrLst/>
  </dgm:styleLbl>
  <dgm:styleLbl name="parChTrans2D2">
    <dgm:fillClrLst meth="repeat">
      <a:schemeClr val="accent2"/>
    </dgm:fillClrLst>
    <dgm:linClrLst meth="repeat">
      <a:schemeClr val="accent2"/>
    </dgm:linClrLst>
    <dgm:effectClrLst/>
    <dgm:txLinClrLst/>
    <dgm:txFillClrLst meth="repeat">
      <a:schemeClr val="lt1"/>
    </dgm:txFillClrLst>
    <dgm:txEffectClrLst/>
  </dgm:styleLbl>
  <dgm:styleLbl name="parChTrans2D3">
    <dgm:fillClrLst meth="repeat">
      <a:schemeClr val="accent2"/>
    </dgm:fillClrLst>
    <dgm:linClrLst meth="repeat">
      <a:schemeClr val="accent2"/>
    </dgm:linClrLst>
    <dgm:effectClrLst/>
    <dgm:txLinClrLst/>
    <dgm:txFillClrLst meth="repeat">
      <a:schemeClr val="lt1"/>
    </dgm:txFillClrLst>
    <dgm:txEffectClrLst/>
  </dgm:styleLbl>
  <dgm:styleLbl name="parChTrans2D4">
    <dgm:fillClrLst meth="repeat">
      <a:schemeClr val="accent2"/>
    </dgm:fillClrLst>
    <dgm:linClrLst meth="repeat">
      <a:schemeClr val="accent2"/>
    </dgm:linClrLst>
    <dgm:effectClrLst/>
    <dgm:txLinClrLst/>
    <dgm:txFillClrLst meth="repeat">
      <a:schemeClr val="lt1"/>
    </dgm:txFillClrLst>
    <dgm:txEffectClrLst/>
  </dgm:styleLbl>
  <dgm:styleLbl name="parChTrans1D1">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2">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3">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parChTrans1D4">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solidFgAcc1">
    <dgm:fillClrLst meth="repeat">
      <a:schemeClr val="lt1"/>
    </dgm:fillClrLst>
    <dgm:linClrLst meth="repeat">
      <a:schemeClr val="accent2"/>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f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align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b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accent2"/>
    </dgm:linClrLst>
    <dgm:effectClrLst/>
    <dgm:txLinClrLst/>
    <dgm:txFillClrLst meth="repeat">
      <a:schemeClr val="dk1"/>
    </dgm:txFillClrLst>
    <dgm:txEffectClrLst/>
  </dgm:styleLbl>
  <dgm:styleLbl name="dkBgShp">
    <dgm:fillClrLst meth="repeat">
      <a:schemeClr val="accent2">
        <a:shade val="80000"/>
      </a:schemeClr>
    </dgm:fillClrLst>
    <dgm:linClrLst meth="repeat">
      <a:schemeClr val="accent2"/>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6.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7.xml><?xml version="1.0" encoding="utf-8"?>
<dgm:colorsDef xmlns:dgm="http://schemas.openxmlformats.org/drawingml/2006/diagram" xmlns:a="http://schemas.openxmlformats.org/drawingml/2006/main" uniqueId="urn:microsoft.com/office/officeart/2018/5/colors/Iconchunking_neutralicon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bg1"/>
    </dgm:fillClrLst>
    <dgm:linClrLst meth="repeat">
      <a:schemeClr val="lt1">
        <a:alpha val="0"/>
      </a:schemeClr>
    </dgm:linClrLst>
    <dgm:effectClrLst/>
    <dgm:txLinClrLst/>
    <dgm:txFillClrLst meth="repeat">
      <a:schemeClr val="dk1"/>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8.xml><?xml version="1.0" encoding="utf-8"?>
<dgm:colorsDef xmlns:dgm="http://schemas.openxmlformats.org/drawingml/2006/diagram" xmlns:a="http://schemas.openxmlformats.org/drawingml/2006/main" uniqueId="urn:microsoft.com/office/officeart/2005/8/colors/accent5_2">
  <dgm:title val=""/>
  <dgm:desc val=""/>
  <dgm:catLst>
    <dgm:cat type="accent5" pri="11200"/>
  </dgm:catLst>
  <dgm:styleLbl name="node0">
    <dgm:fillClrLst meth="repeat">
      <a:schemeClr val="accent5"/>
    </dgm:fillClrLst>
    <dgm:linClrLst meth="repeat">
      <a:schemeClr val="lt1"/>
    </dgm:linClrLst>
    <dgm:effectClrLst/>
    <dgm:txLinClrLst/>
    <dgm:txFillClrLst/>
    <dgm:txEffectClrLst/>
  </dgm:styleLbl>
  <dgm:styleLbl name="node1">
    <dgm:fillClrLst meth="repeat">
      <a:schemeClr val="accent5"/>
    </dgm:fillClrLst>
    <dgm:linClrLst meth="repeat">
      <a:schemeClr val="lt1"/>
    </dgm:linClrLst>
    <dgm:effectClrLst/>
    <dgm:txLinClrLst/>
    <dgm:txFillClrLst/>
    <dgm:txEffectClrLst/>
  </dgm:styleLbl>
  <dgm:styleLbl name="alignNode1">
    <dgm:fillClrLst meth="repeat">
      <a:schemeClr val="accent5"/>
    </dgm:fillClrLst>
    <dgm:linClrLst meth="repeat">
      <a:schemeClr val="accent5"/>
    </dgm:linClrLst>
    <dgm:effectClrLst/>
    <dgm:txLinClrLst/>
    <dgm:txFillClrLst/>
    <dgm:txEffectClrLst/>
  </dgm:styleLbl>
  <dgm:styleLbl name="lnNode1">
    <dgm:fillClrLst meth="repeat">
      <a:schemeClr val="accent5"/>
    </dgm:fillClrLst>
    <dgm:linClrLst meth="repeat">
      <a:schemeClr val="lt1"/>
    </dgm:linClrLst>
    <dgm:effectClrLst/>
    <dgm:txLinClrLst/>
    <dgm:txFillClrLst/>
    <dgm:txEffectClrLst/>
  </dgm:styleLbl>
  <dgm:styleLbl name="vennNode1">
    <dgm:fillClrLst meth="repeat">
      <a:schemeClr val="accent5">
        <a:alpha val="50000"/>
      </a:schemeClr>
    </dgm:fillClrLst>
    <dgm:linClrLst meth="repeat">
      <a:schemeClr val="lt1"/>
    </dgm:linClrLst>
    <dgm:effectClrLst/>
    <dgm:txLinClrLst/>
    <dgm:txFillClrLst/>
    <dgm:txEffectClrLst/>
  </dgm:styleLbl>
  <dgm:styleLbl name="node2">
    <dgm:fillClrLst meth="repeat">
      <a:schemeClr val="accent5"/>
    </dgm:fillClrLst>
    <dgm:linClrLst meth="repeat">
      <a:schemeClr val="lt1"/>
    </dgm:linClrLst>
    <dgm:effectClrLst/>
    <dgm:txLinClrLst/>
    <dgm:txFillClrLst/>
    <dgm:txEffectClrLst/>
  </dgm:styleLbl>
  <dgm:styleLbl name="node3">
    <dgm:fillClrLst meth="repeat">
      <a:schemeClr val="accent5"/>
    </dgm:fillClrLst>
    <dgm:linClrLst meth="repeat">
      <a:schemeClr val="lt1"/>
    </dgm:linClrLst>
    <dgm:effectClrLst/>
    <dgm:txLinClrLst/>
    <dgm:txFillClrLst/>
    <dgm:txEffectClrLst/>
  </dgm:styleLbl>
  <dgm:styleLbl name="node4">
    <dgm:fillClrLst meth="repeat">
      <a:schemeClr val="accent5"/>
    </dgm:fillClrLst>
    <dgm:linClrLst meth="repeat">
      <a:schemeClr val="lt1"/>
    </dgm:linClrLst>
    <dgm:effectClrLst/>
    <dgm:txLinClrLst/>
    <dgm:txFillClrLst/>
    <dgm:txEffectClrLst/>
  </dgm:styleLbl>
  <dgm:styleLbl name="fgImgPlace1">
    <dgm:fillClrLst meth="repeat">
      <a:schemeClr val="accent5">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5">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5">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5">
        <a:tint val="60000"/>
      </a:schemeClr>
    </dgm:fillClrLst>
    <dgm:linClrLst meth="repeat">
      <a:schemeClr val="accent5">
        <a:tint val="60000"/>
      </a:schemeClr>
    </dgm:linClrLst>
    <dgm:effectClrLst/>
    <dgm:txLinClrLst/>
    <dgm:txFillClrLst/>
    <dgm:txEffectClrLst/>
  </dgm:styleLbl>
  <dgm:styleLbl name="fgSibTrans2D1">
    <dgm:fillClrLst meth="repeat">
      <a:schemeClr val="accent5">
        <a:tint val="60000"/>
      </a:schemeClr>
    </dgm:fillClrLst>
    <dgm:linClrLst meth="repeat">
      <a:schemeClr val="accent5">
        <a:tint val="60000"/>
      </a:schemeClr>
    </dgm:linClrLst>
    <dgm:effectClrLst/>
    <dgm:txLinClrLst/>
    <dgm:txFillClrLst/>
    <dgm:txEffectClrLst/>
  </dgm:styleLbl>
  <dgm:styleLbl name="bgSibTrans2D1">
    <dgm:fillClrLst meth="repeat">
      <a:schemeClr val="accent5">
        <a:tint val="60000"/>
      </a:schemeClr>
    </dgm:fillClrLst>
    <dgm:linClrLst meth="repeat">
      <a:schemeClr val="accent5">
        <a:tint val="60000"/>
      </a:schemeClr>
    </dgm:linClrLst>
    <dgm:effectClrLst/>
    <dgm:txLinClrLst/>
    <dgm:txFillClrLst/>
    <dgm:txEffectClrLst/>
  </dgm:styleLbl>
  <dgm:styleLbl name="sibTrans1D1">
    <dgm:fillClrLst meth="repeat">
      <a:schemeClr val="accent5"/>
    </dgm:fillClrLst>
    <dgm:linClrLst meth="repeat">
      <a:schemeClr val="accent5"/>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dgm:linClrLst>
    <dgm:effectClrLst/>
    <dgm:txLinClrLst/>
    <dgm:txFillClrLst/>
    <dgm:txEffectClrLst/>
  </dgm:styleLbl>
  <dgm:styleLbl name="asst1">
    <dgm:fillClrLst meth="repeat">
      <a:schemeClr val="accent5"/>
    </dgm:fillClrLst>
    <dgm:linClrLst meth="repeat">
      <a:schemeClr val="lt1"/>
    </dgm:linClrLst>
    <dgm:effectClrLst/>
    <dgm:txLinClrLst/>
    <dgm:txFillClrLst/>
    <dgm:txEffectClrLst/>
  </dgm:styleLbl>
  <dgm:styleLbl name="asst2">
    <dgm:fillClrLst meth="repeat">
      <a:schemeClr val="accent5"/>
    </dgm:fillClrLst>
    <dgm:linClrLst meth="repeat">
      <a:schemeClr val="lt1"/>
    </dgm:linClrLst>
    <dgm:effectClrLst/>
    <dgm:txLinClrLst/>
    <dgm:txFillClrLst/>
    <dgm:txEffectClrLst/>
  </dgm:styleLbl>
  <dgm:styleLbl name="asst3">
    <dgm:fillClrLst meth="repeat">
      <a:schemeClr val="accent5"/>
    </dgm:fillClrLst>
    <dgm:linClrLst meth="repeat">
      <a:schemeClr val="lt1"/>
    </dgm:linClrLst>
    <dgm:effectClrLst/>
    <dgm:txLinClrLst/>
    <dgm:txFillClrLst/>
    <dgm:txEffectClrLst/>
  </dgm:styleLbl>
  <dgm:styleLbl name="asst4">
    <dgm:fillClrLst meth="repeat">
      <a:schemeClr val="accent5"/>
    </dgm:fillClrLst>
    <dgm:linClrLst meth="repeat">
      <a:schemeClr val="lt1"/>
    </dgm:linClrLst>
    <dgm:effectClrLst/>
    <dgm:txLinClrLst/>
    <dgm:txFillClrLst/>
    <dgm:txEffectClrLst/>
  </dgm:styleLbl>
  <dgm:styleLbl name="parChTrans2D1">
    <dgm:fillClrLst meth="repeat">
      <a:schemeClr val="accent5">
        <a:tint val="60000"/>
      </a:schemeClr>
    </dgm:fillClrLst>
    <dgm:linClrLst meth="repeat">
      <a:schemeClr val="accent5">
        <a:tint val="60000"/>
      </a:schemeClr>
    </dgm:linClrLst>
    <dgm:effectClrLst/>
    <dgm:txLinClrLst/>
    <dgm:txFillClrLst meth="repeat">
      <a:schemeClr val="lt1"/>
    </dgm:txFillClrLst>
    <dgm:txEffectClrLst/>
  </dgm:styleLbl>
  <dgm:styleLbl name="parChTrans2D2">
    <dgm:fillClrLst meth="repeat">
      <a:schemeClr val="accent5"/>
    </dgm:fillClrLst>
    <dgm:linClrLst meth="repeat">
      <a:schemeClr val="accent5"/>
    </dgm:linClrLst>
    <dgm:effectClrLst/>
    <dgm:txLinClrLst/>
    <dgm:txFillClrLst meth="repeat">
      <a:schemeClr val="lt1"/>
    </dgm:txFillClrLst>
    <dgm:txEffectClrLst/>
  </dgm:styleLbl>
  <dgm:styleLbl name="parChTrans2D3">
    <dgm:fillClrLst meth="repeat">
      <a:schemeClr val="accent5"/>
    </dgm:fillClrLst>
    <dgm:linClrLst meth="repeat">
      <a:schemeClr val="accent5"/>
    </dgm:linClrLst>
    <dgm:effectClrLst/>
    <dgm:txLinClrLst/>
    <dgm:txFillClrLst meth="repeat">
      <a:schemeClr val="lt1"/>
    </dgm:txFillClrLst>
    <dgm:txEffectClrLst/>
  </dgm:styleLbl>
  <dgm:styleLbl name="parChTrans2D4">
    <dgm:fillClrLst meth="repeat">
      <a:schemeClr val="accent5"/>
    </dgm:fillClrLst>
    <dgm:linClrLst meth="repeat">
      <a:schemeClr val="accent5"/>
    </dgm:linClrLst>
    <dgm:effectClrLst/>
    <dgm:txLinClrLst/>
    <dgm:txFillClrLst meth="repeat">
      <a:schemeClr val="lt1"/>
    </dgm:txFillClrLst>
    <dgm:txEffectClrLst/>
  </dgm:styleLbl>
  <dgm:styleLbl name="parChTrans1D1">
    <dgm:fillClrLst meth="repeat">
      <a:schemeClr val="accent5"/>
    </dgm:fillClrLst>
    <dgm:linClrLst meth="repeat">
      <a:schemeClr val="accent5">
        <a:shade val="60000"/>
      </a:schemeClr>
    </dgm:linClrLst>
    <dgm:effectClrLst/>
    <dgm:txLinClrLst/>
    <dgm:txFillClrLst meth="repeat">
      <a:schemeClr val="tx1"/>
    </dgm:txFillClrLst>
    <dgm:txEffectClrLst/>
  </dgm:styleLbl>
  <dgm:styleLbl name="parChTrans1D2">
    <dgm:fillClrLst meth="repeat">
      <a:schemeClr val="accent5"/>
    </dgm:fillClrLst>
    <dgm:linClrLst meth="repeat">
      <a:schemeClr val="accent5">
        <a:shade val="60000"/>
      </a:schemeClr>
    </dgm:linClrLst>
    <dgm:effectClrLst/>
    <dgm:txLinClrLst/>
    <dgm:txFillClrLst meth="repeat">
      <a:schemeClr val="tx1"/>
    </dgm:txFillClrLst>
    <dgm:txEffectClrLst/>
  </dgm:styleLbl>
  <dgm:styleLbl name="parChTrans1D3">
    <dgm:fillClrLst meth="repeat">
      <a:schemeClr val="accent5"/>
    </dgm:fillClrLst>
    <dgm:linClrLst meth="repeat">
      <a:schemeClr val="accent5">
        <a:shade val="80000"/>
      </a:schemeClr>
    </dgm:linClrLst>
    <dgm:effectClrLst/>
    <dgm:txLinClrLst/>
    <dgm:txFillClrLst meth="repeat">
      <a:schemeClr val="tx1"/>
    </dgm:txFillClrLst>
    <dgm:txEffectClrLst/>
  </dgm:styleLbl>
  <dgm:styleLbl name="parChTrans1D4">
    <dgm:fillClrLst meth="repeat">
      <a:schemeClr val="accent5"/>
    </dgm:fillClrLst>
    <dgm:linClrLst meth="repeat">
      <a:schemeClr val="accent5">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5"/>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5"/>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5"/>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5"/>
    </dgm:linClrLst>
    <dgm:effectClrLst/>
    <dgm:txLinClrLst/>
    <dgm:txFillClrLst meth="repeat">
      <a:schemeClr val="dk1"/>
    </dgm:txFillClrLst>
    <dgm:txEffectClrLst/>
  </dgm:styleLbl>
  <dgm:styleLbl name="solidFgAcc1">
    <dgm:fillClrLst meth="repeat">
      <a:schemeClr val="lt1"/>
    </dgm:fillClrLst>
    <dgm:linClrLst meth="repeat">
      <a:schemeClr val="accent5"/>
    </dgm:linClrLst>
    <dgm:effectClrLst/>
    <dgm:txLinClrLst/>
    <dgm:txFillClrLst meth="repeat">
      <a:schemeClr val="dk1"/>
    </dgm:txFillClrLst>
    <dgm:txEffectClrLst/>
  </dgm:styleLbl>
  <dgm:styleLbl name="solidAlignAcc1">
    <dgm:fillClrLst meth="repeat">
      <a:schemeClr val="lt1"/>
    </dgm:fillClrLst>
    <dgm:linClrLst meth="repeat">
      <a:schemeClr val="accent5"/>
    </dgm:linClrLst>
    <dgm:effectClrLst/>
    <dgm:txLinClrLst/>
    <dgm:txFillClrLst meth="repeat">
      <a:schemeClr val="dk1"/>
    </dgm:txFillClrLst>
    <dgm:txEffectClrLst/>
  </dgm:styleLbl>
  <dgm:styleLbl name="solidBgAcc1">
    <dgm:fillClrLst meth="repeat">
      <a:schemeClr val="lt1"/>
    </dgm:fillClrLst>
    <dgm:linClrLst meth="repeat">
      <a:schemeClr val="accent5"/>
    </dgm:linClrLst>
    <dgm:effectClrLst/>
    <dgm:txLinClrLst/>
    <dgm:txFillClrLst meth="repeat">
      <a:schemeClr val="dk1"/>
    </dgm:txFillClrLst>
    <dgm:txEffectClrLst/>
  </dgm:styleLbl>
  <dgm:styleLbl name="fgAccFollowNode1">
    <dgm:fillClrLst meth="repeat">
      <a:schemeClr val="accent5">
        <a:alpha val="90000"/>
        <a:tint val="40000"/>
      </a:schemeClr>
    </dgm:fillClrLst>
    <dgm:linClrLst meth="repeat">
      <a:schemeClr val="accent5">
        <a:alpha val="90000"/>
        <a:tint val="40000"/>
      </a:schemeClr>
    </dgm:linClrLst>
    <dgm:effectClrLst/>
    <dgm:txLinClrLst/>
    <dgm:txFillClrLst meth="repeat">
      <a:schemeClr val="dk1"/>
    </dgm:txFillClrLst>
    <dgm:txEffectClrLst/>
  </dgm:styleLbl>
  <dgm:styleLbl name="alignAccFollowNode1">
    <dgm:fillClrLst meth="repeat">
      <a:schemeClr val="accent5">
        <a:alpha val="90000"/>
        <a:tint val="40000"/>
      </a:schemeClr>
    </dgm:fillClrLst>
    <dgm:linClrLst meth="repeat">
      <a:schemeClr val="accent5">
        <a:alpha val="90000"/>
        <a:tint val="40000"/>
      </a:schemeClr>
    </dgm:linClrLst>
    <dgm:effectClrLst/>
    <dgm:txLinClrLst/>
    <dgm:txFillClrLst meth="repeat">
      <a:schemeClr val="dk1"/>
    </dgm:txFillClrLst>
    <dgm:txEffectClrLst/>
  </dgm:styleLbl>
  <dgm:styleLbl name="bgAccFollowNode1">
    <dgm:fillClrLst meth="repeat">
      <a:schemeClr val="accent5">
        <a:alpha val="90000"/>
        <a:tint val="40000"/>
      </a:schemeClr>
    </dgm:fillClrLst>
    <dgm:linClrLst meth="repeat">
      <a:schemeClr val="accent5">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5"/>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5"/>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5"/>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5"/>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accent5"/>
    </dgm:linClrLst>
    <dgm:effectClrLst/>
    <dgm:txLinClrLst/>
    <dgm:txFillClrLst meth="repeat">
      <a:schemeClr val="dk1"/>
    </dgm:txFillClrLst>
    <dgm:txEffectClrLst/>
  </dgm:styleLbl>
  <dgm:styleLbl name="dkBgShp">
    <dgm:fillClrLst meth="repeat">
      <a:schemeClr val="accent5">
        <a:shade val="80000"/>
      </a:schemeClr>
    </dgm:fillClrLst>
    <dgm:linClrLst meth="repeat">
      <a:schemeClr val="accent5"/>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9.xml><?xml version="1.0" encoding="utf-8"?>
<dgm:colorsDef xmlns:dgm="http://schemas.openxmlformats.org/drawingml/2006/diagram" xmlns:a="http://schemas.openxmlformats.org/drawingml/2006/main" uniqueId="urn:microsoft.com/office/officeart/2005/8/colors/colorful5">
  <dgm:title val=""/>
  <dgm:desc val=""/>
  <dgm:catLst>
    <dgm:cat type="colorful" pri="10500"/>
  </dgm:catLst>
  <dgm:styleLbl name="node0">
    <dgm:fillClrLst meth="repeat">
      <a:schemeClr val="accent4"/>
    </dgm:fillClrLst>
    <dgm:linClrLst meth="repeat">
      <a:schemeClr val="lt1"/>
    </dgm:linClrLst>
    <dgm:effectClrLst/>
    <dgm:txLinClrLst/>
    <dgm:txFillClrLst/>
    <dgm:txEffectClrLst/>
  </dgm:styleLbl>
  <dgm:styleLbl name="node1">
    <dgm:fillClrLst>
      <a:schemeClr val="accent5"/>
      <a:schemeClr val="accent6"/>
    </dgm:fillClrLst>
    <dgm:linClrLst meth="repeat">
      <a:schemeClr val="lt1"/>
    </dgm:linClrLst>
    <dgm:effectClrLst/>
    <dgm:txLinClrLst/>
    <dgm:txFillClrLst/>
    <dgm:txEffectClrLst/>
  </dgm:styleLbl>
  <dgm:styleLbl name="alignNode1">
    <dgm:fillClrLst>
      <a:schemeClr val="accent5"/>
      <a:schemeClr val="accent6"/>
    </dgm:fillClrLst>
    <dgm:linClrLst>
      <a:schemeClr val="accent5"/>
      <a:schemeClr val="accent6"/>
    </dgm:linClrLst>
    <dgm:effectClrLst/>
    <dgm:txLinClrLst/>
    <dgm:txFillClrLst/>
    <dgm:txEffectClrLst/>
  </dgm:styleLbl>
  <dgm:styleLbl name="lnNode1">
    <dgm:fillClrLst>
      <a:schemeClr val="accent5"/>
      <a:schemeClr val="accent6"/>
    </dgm:fillClrLst>
    <dgm:linClrLst meth="repeat">
      <a:schemeClr val="lt1"/>
    </dgm:linClrLst>
    <dgm:effectClrLst/>
    <dgm:txLinClrLst/>
    <dgm:txFillClrLst/>
    <dgm:txEffectClrLst/>
  </dgm:styleLbl>
  <dgm:styleLbl name="vennNode1">
    <dgm:fillClrLst>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6"/>
    </dgm:fillClrLst>
    <dgm:linClrLst meth="repeat">
      <a:schemeClr val="lt1"/>
    </dgm:linClrLst>
    <dgm:effectClrLst/>
    <dgm:txLinClrLst/>
    <dgm:txFillClrLst/>
    <dgm:txEffectClrLst/>
  </dgm:styleLbl>
  <dgm:styleLbl name="node3">
    <dgm:fillClrLst>
      <a:schemeClr val="accent1"/>
    </dgm:fillClrLst>
    <dgm:linClrLst meth="repeat">
      <a:schemeClr val="lt1"/>
    </dgm:linClrLst>
    <dgm:effectClrLst/>
    <dgm:txLinClrLst/>
    <dgm:txFillClrLst/>
    <dgm:txEffectClrLst/>
  </dgm:styleLbl>
  <dgm:styleLbl name="node4">
    <dgm:fillClrLst>
      <a:schemeClr val="accent2"/>
    </dgm:fillClrLst>
    <dgm:linClrLst meth="repeat">
      <a:schemeClr val="lt1"/>
    </dgm:linClrLst>
    <dgm:effectClrLst/>
    <dgm:txLinClrLst/>
    <dgm:txFillClrLst/>
    <dgm:txEffectClrLst/>
  </dgm:styleLbl>
  <dgm:styleLbl name="fgImgPlace1">
    <dgm:fillClrLst>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5"/>
      <a:schemeClr val="accent6"/>
    </dgm:fillClrLst>
    <dgm:linClrLst meth="repeat">
      <a:schemeClr val="lt1"/>
    </dgm:linClrLst>
    <dgm:effectClrLst/>
    <dgm:txLinClrLst/>
    <dgm:txFillClrLst/>
    <dgm:txEffectClrLst/>
  </dgm:styleLbl>
  <dgm:styleLbl name="fgSibTrans2D1">
    <dgm:fillClrLst>
      <a:schemeClr val="accent5"/>
      <a:schemeClr val="accent6"/>
    </dgm:fillClrLst>
    <dgm:linClrLst meth="repeat">
      <a:schemeClr val="lt1"/>
    </dgm:linClrLst>
    <dgm:effectClrLst/>
    <dgm:txLinClrLst/>
    <dgm:txFillClrLst meth="repeat">
      <a:schemeClr val="lt1"/>
    </dgm:txFillClrLst>
    <dgm:txEffectClrLst/>
  </dgm:styleLbl>
  <dgm:styleLbl name="bgSibTrans2D1">
    <dgm:fillClrLst>
      <a:schemeClr val="accent5"/>
      <a:schemeClr val="accent6"/>
    </dgm:fillClrLst>
    <dgm:linClrLst meth="repeat">
      <a:schemeClr val="lt1"/>
    </dgm:linClrLst>
    <dgm:effectClrLst/>
    <dgm:txLinClrLst/>
    <dgm:txFillClrLst meth="repeat">
      <a:schemeClr val="lt1"/>
    </dgm:txFillClrLst>
    <dgm:txEffectClrLst/>
  </dgm:styleLbl>
  <dgm:styleLbl name="sibTrans1D1">
    <dgm:fillClrLst/>
    <dgm:linClrLst>
      <a:schemeClr val="accent5"/>
      <a:schemeClr val="accent6"/>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a:shade val="80000"/>
      </a:schemeClr>
    </dgm:linClrLst>
    <dgm:effectClrLst/>
    <dgm:txLinClrLst/>
    <dgm:txFillClrLst/>
    <dgm:txEffectClrLst/>
  </dgm:styleLbl>
  <dgm:styleLbl name="asst1">
    <dgm:fillClrLst meth="repeat">
      <a:schemeClr val="accent6"/>
    </dgm:fillClrLst>
    <dgm:linClrLst meth="repeat">
      <a:schemeClr val="lt1">
        <a:shade val="80000"/>
      </a:schemeClr>
    </dgm:linClrLst>
    <dgm:effectClrLst/>
    <dgm:txLinClrLst/>
    <dgm:txFillClrLst/>
    <dgm:txEffectClrLst/>
  </dgm:styleLbl>
  <dgm:styleLbl name="asst2">
    <dgm:fillClrLst>
      <a:schemeClr val="accent1"/>
    </dgm:fillClrLst>
    <dgm:linClrLst meth="repeat">
      <a:schemeClr val="lt1"/>
    </dgm:linClrLst>
    <dgm:effectClrLst/>
    <dgm:txLinClrLst/>
    <dgm:txFillClrLst/>
    <dgm:txEffectClrLst/>
  </dgm:styleLbl>
  <dgm:styleLbl name="asst3">
    <dgm:fillClrLst>
      <a:schemeClr val="accent2"/>
    </dgm:fillClrLst>
    <dgm:linClrLst meth="repeat">
      <a:schemeClr val="lt1"/>
    </dgm:linClrLst>
    <dgm:effectClrLst/>
    <dgm:txLinClrLst/>
    <dgm:txFillClrLst/>
    <dgm:txEffectClrLst/>
  </dgm:styleLbl>
  <dgm:styleLbl name="asst4">
    <dgm:fillClrLst>
      <a:schemeClr val="accent3"/>
    </dgm:fillClrLst>
    <dgm:linClrLst meth="repeat">
      <a:schemeClr val="lt1"/>
    </dgm:linClrLst>
    <dgm:effectClrLst/>
    <dgm:txLinClrLst/>
    <dgm:txFillClrLst/>
    <dgm:txEffectClrLst/>
  </dgm:styleLbl>
  <dgm:styleLbl name="parChTrans2D1">
    <dgm:fillClrLst meth="repeat">
      <a:schemeClr val="accent5"/>
    </dgm:fillClrLst>
    <dgm:linClrLst meth="repeat">
      <a:schemeClr val="lt1"/>
    </dgm:linClrLst>
    <dgm:effectClrLst/>
    <dgm:txLinClrLst/>
    <dgm:txFillClrLst meth="repeat">
      <a:schemeClr val="lt1"/>
    </dgm:txFillClrLst>
    <dgm:txEffectClrLst/>
  </dgm:styleLbl>
  <dgm:styleLbl name="parChTrans2D2">
    <dgm:fillClrLst meth="repeat">
      <a:schemeClr val="accent6"/>
    </dgm:fillClrLst>
    <dgm:linClrLst meth="repeat">
      <a:schemeClr val="lt1"/>
    </dgm:linClrLst>
    <dgm:effectClrLst/>
    <dgm:txLinClrLst/>
    <dgm:txFillClrLst/>
    <dgm:txEffectClrLst/>
  </dgm:styleLbl>
  <dgm:styleLbl name="parChTrans2D3">
    <dgm:fillClrLst meth="repeat">
      <a:schemeClr val="accent6"/>
    </dgm:fillClrLst>
    <dgm:linClrLst meth="repeat">
      <a:schemeClr val="lt1"/>
    </dgm:linClrLst>
    <dgm:effectClrLst/>
    <dgm:txLinClrLst/>
    <dgm:txFillClrLst/>
    <dgm:txEffectClrLst/>
  </dgm:styleLbl>
  <dgm:styleLbl name="parChTrans2D4">
    <dgm:fillClrLst meth="repeat">
      <a:schemeClr val="accent1"/>
    </dgm:fillClrLst>
    <dgm:linClrLst meth="repeat">
      <a:schemeClr val="lt1"/>
    </dgm:linClrLst>
    <dgm:effectClrLst/>
    <dgm:txLinClrLst/>
    <dgm:txFillClrLst meth="repeat">
      <a:schemeClr val="lt1"/>
    </dgm:txFillClrLst>
    <dgm:txEffectClrLst/>
  </dgm:styleLbl>
  <dgm:styleLbl name="parChTrans1D1">
    <dgm:fillClrLst meth="repeat">
      <a:schemeClr val="accent5"/>
    </dgm:fillClrLst>
    <dgm:linClrLst meth="repeat">
      <a:schemeClr val="accent5"/>
    </dgm:linClrLst>
    <dgm:effectClrLst/>
    <dgm:txLinClrLst/>
    <dgm:txFillClrLst meth="repeat">
      <a:schemeClr val="tx1"/>
    </dgm:txFillClrLst>
    <dgm:txEffectClrLst/>
  </dgm:styleLbl>
  <dgm:styleLbl name="parChTrans1D2">
    <dgm:fillClrLst meth="repeat">
      <a:schemeClr val="accent6">
        <a:tint val="90000"/>
      </a:schemeClr>
    </dgm:fillClrLst>
    <dgm:linClrLst meth="repeat">
      <a:schemeClr val="accent6"/>
    </dgm:linClrLst>
    <dgm:effectClrLst/>
    <dgm:txLinClrLst/>
    <dgm:txFillClrLst meth="repeat">
      <a:schemeClr val="tx1"/>
    </dgm:txFillClrLst>
    <dgm:txEffectClrLst/>
  </dgm:styleLbl>
  <dgm:styleLbl name="parChTrans1D3">
    <dgm:fillClrLst meth="repeat">
      <a:schemeClr val="accent6">
        <a:tint val="70000"/>
      </a:schemeClr>
    </dgm:fillClrLst>
    <dgm:linClrLst meth="repeat">
      <a:schemeClr val="accent1"/>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2"/>
    </dgm:linClrLst>
    <dgm:effectClrLst/>
    <dgm:txLinClrLst/>
    <dgm:txFillClrLst meth="repeat">
      <a:schemeClr val="tx1"/>
    </dgm:txFillClrLst>
    <dgm:txEffectClrLst/>
  </dgm:styleLbl>
  <dgm:styleLbl name="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solidFgAcc1">
    <dgm:fillClrLst meth="repeat">
      <a:schemeClr val="lt1"/>
    </dgm:fillClrLst>
    <dgm:linClrLst>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a:schemeClr val="accent5"/>
      <a:schemeClr val="accent6"/>
    </dgm:linClrLst>
    <dgm:effectClrLst/>
    <dgm:txLinClrLst/>
    <dgm:txFillClrLst meth="repeat">
      <a:schemeClr val="dk1"/>
    </dgm:txFillClrLst>
    <dgm:txEffectClrLst/>
  </dgm:styleLbl>
  <dgm:styleLbl name="solidBgAcc1">
    <dgm:fillClrLst meth="repeat">
      <a:schemeClr val="lt1"/>
    </dgm:fillClrLst>
    <dgm:linClrLst>
      <a:schemeClr val="accent5"/>
      <a:schemeClr val="accent6"/>
    </dgm:linClrLst>
    <dgm:effectClrLst/>
    <dgm:txLinClrLst/>
    <dgm:txFillClrLst meth="repeat">
      <a:schemeClr val="dk1"/>
    </dgm:txFillClrLst>
    <dgm:txEffectClrLst/>
  </dgm:styleLbl>
  <dgm:styleLbl name="fgAccFollowNode1">
    <dgm:fillClrLst>
      <a:schemeClr val="accent5">
        <a:tint val="40000"/>
        <a:alpha val="90000"/>
      </a:schemeClr>
      <a:schemeClr val="accent6">
        <a:tint val="40000"/>
        <a:alpha val="90000"/>
      </a:schemeClr>
    </dgm:fillClrLst>
    <dgm:linClrLst>
      <a:schemeClr val="accent5">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4"/>
    </dgm:linClrLst>
    <dgm:effectClrLst/>
    <dgm:txLinClrLst/>
    <dgm:txFillClrLst meth="repeat">
      <a:schemeClr val="dk1"/>
    </dgm:txFillClrLst>
    <dgm:txEffectClrLst/>
  </dgm:styleLbl>
  <dgm:styleLbl name="fgAcc2">
    <dgm:fillClrLst meth="repeat">
      <a:schemeClr val="lt1">
        <a:alpha val="90000"/>
      </a:schemeClr>
    </dgm:fillClrLst>
    <dgm:linClrLst>
      <a:schemeClr val="accent6"/>
    </dgm:linClrLst>
    <dgm:effectClrLst/>
    <dgm:txLinClrLst/>
    <dgm:txFillClrLst meth="repeat">
      <a:schemeClr val="dk1"/>
    </dgm:txFillClrLst>
    <dgm:txEffectClrLst/>
  </dgm:styleLbl>
  <dgm:styleLbl name="fgAcc3">
    <dgm:fillClrLst meth="repeat">
      <a:schemeClr val="lt1">
        <a:alpha val="90000"/>
      </a:schemeClr>
    </dgm:fillClrLst>
    <dgm:linClrLst>
      <a:schemeClr val="accent1"/>
    </dgm:linClrLst>
    <dgm:effectClrLst/>
    <dgm:txLinClrLst/>
    <dgm:txFillClrLst meth="repeat">
      <a:schemeClr val="dk1"/>
    </dgm:txFillClrLst>
    <dgm:txEffectClrLst/>
  </dgm:styleLbl>
  <dgm:styleLbl name="fgAcc4">
    <dgm:fillClrLst meth="repeat">
      <a:schemeClr val="lt1">
        <a:alpha val="90000"/>
      </a:schemeClr>
    </dgm:fillClrLst>
    <dgm:linClrLst>
      <a:schemeClr val="accent2"/>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0.xml><?xml version="1.0" encoding="utf-8"?>
<dgm:colorsDef xmlns:dgm="http://schemas.openxmlformats.org/drawingml/2006/diagram" xmlns:a="http://schemas.openxmlformats.org/drawingml/2006/main" uniqueId="urn:microsoft.com/office/officeart/2018/5/colors/Iconchunking_neutralbg_colorful5">
  <dgm:title val=""/>
  <dgm:desc val=""/>
  <dgm:catLst>
    <dgm:cat type="colorful" pri="10500"/>
  </dgm:catLst>
  <dgm:styleLbl name="node0">
    <dgm:fillClrLst meth="repeat">
      <a:schemeClr val="accent4"/>
    </dgm:fillClrLst>
    <dgm:linClrLst meth="repeat">
      <a:schemeClr val="lt1"/>
    </dgm:linClrLst>
    <dgm:effectClrLst/>
    <dgm:txLinClrLst/>
    <dgm:txFillClrLst/>
    <dgm:txEffectClrLst/>
  </dgm:styleLbl>
  <dgm:styleLbl name="node1">
    <dgm:fillClrLst>
      <a:schemeClr val="accent5"/>
      <a:schemeClr val="accent6"/>
    </dgm:fillClrLst>
    <dgm:linClrLst meth="repeat">
      <a:schemeClr val="lt1">
        <a:alpha val="0"/>
      </a:schemeClr>
    </dgm:linClrLst>
    <dgm:effectClrLst/>
    <dgm:txLinClrLst/>
    <dgm:txFillClrLst/>
    <dgm:txEffectClrLst/>
  </dgm:styleLbl>
  <dgm:styleLbl name="alignNode1">
    <dgm:fillClrLst>
      <a:schemeClr val="accent5"/>
      <a:schemeClr val="accent6"/>
    </dgm:fillClrLst>
    <dgm:linClrLst>
      <a:schemeClr val="accent5"/>
      <a:schemeClr val="accent6"/>
    </dgm:linClrLst>
    <dgm:effectClrLst/>
    <dgm:txLinClrLst/>
    <dgm:txFillClrLst/>
    <dgm:txEffectClrLst/>
  </dgm:styleLbl>
  <dgm:styleLbl name="lnNode1">
    <dgm:fillClrLst>
      <a:schemeClr val="accent5"/>
      <a:schemeClr val="accent6"/>
    </dgm:fillClrLst>
    <dgm:linClrLst meth="repeat">
      <a:schemeClr val="lt1"/>
    </dgm:linClrLst>
    <dgm:effectClrLst/>
    <dgm:txLinClrLst/>
    <dgm:txFillClrLst/>
    <dgm:txEffectClrLst/>
  </dgm:styleLbl>
  <dgm:styleLbl name="vennNode1">
    <dgm:fillClrLst>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6"/>
    </dgm:fillClrLst>
    <dgm:linClrLst meth="repeat">
      <a:schemeClr val="lt1"/>
    </dgm:linClrLst>
    <dgm:effectClrLst/>
    <dgm:txLinClrLst/>
    <dgm:txFillClrLst/>
    <dgm:txEffectClrLst/>
  </dgm:styleLbl>
  <dgm:styleLbl name="node3">
    <dgm:fillClrLst>
      <a:schemeClr val="accent1"/>
    </dgm:fillClrLst>
    <dgm:linClrLst meth="repeat">
      <a:schemeClr val="lt1"/>
    </dgm:linClrLst>
    <dgm:effectClrLst/>
    <dgm:txLinClrLst/>
    <dgm:txFillClrLst/>
    <dgm:txEffectClrLst/>
  </dgm:styleLbl>
  <dgm:styleLbl name="node4">
    <dgm:fillClrLst>
      <a:schemeClr val="accent2"/>
    </dgm:fillClrLst>
    <dgm:linClrLst meth="repeat">
      <a:schemeClr val="lt1"/>
    </dgm:linClrLst>
    <dgm:effectClrLst/>
    <dgm:txLinClrLst/>
    <dgm:txFillClrLst/>
    <dgm:txEffectClrLst/>
  </dgm:styleLbl>
  <dgm:styleLbl name="fgImgPlace1">
    <dgm:fillClrLst>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5"/>
      <a:schemeClr val="accent6"/>
    </dgm:fillClrLst>
    <dgm:linClrLst meth="repeat">
      <a:schemeClr val="lt1"/>
    </dgm:linClrLst>
    <dgm:effectClrLst/>
    <dgm:txLinClrLst/>
    <dgm:txFillClrLst/>
    <dgm:txEffectClrLst/>
  </dgm:styleLbl>
  <dgm:styleLbl name="fgSibTrans2D1">
    <dgm:fillClrLst>
      <a:schemeClr val="accent5"/>
      <a:schemeClr val="accent6"/>
    </dgm:fillClrLst>
    <dgm:linClrLst meth="repeat">
      <a:schemeClr val="lt1"/>
    </dgm:linClrLst>
    <dgm:effectClrLst/>
    <dgm:txLinClrLst/>
    <dgm:txFillClrLst meth="repeat">
      <a:schemeClr val="lt1"/>
    </dgm:txFillClrLst>
    <dgm:txEffectClrLst/>
  </dgm:styleLbl>
  <dgm:styleLbl name="bgSibTrans2D1">
    <dgm:fillClrLst>
      <a:schemeClr val="accent5"/>
      <a:schemeClr val="accent6"/>
    </dgm:fillClrLst>
    <dgm:linClrLst meth="repeat">
      <a:schemeClr val="lt1"/>
    </dgm:linClrLst>
    <dgm:effectClrLst/>
    <dgm:txLinClrLst/>
    <dgm:txFillClrLst meth="repeat">
      <a:schemeClr val="lt1"/>
    </dgm:txFillClrLst>
    <dgm:txEffectClrLst/>
  </dgm:styleLbl>
  <dgm:styleLbl name="sibTrans1D1">
    <dgm:fillClrLst/>
    <dgm:linClrLst>
      <a:schemeClr val="accent5"/>
      <a:schemeClr val="accent6"/>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a:shade val="80000"/>
      </a:schemeClr>
    </dgm:linClrLst>
    <dgm:effectClrLst/>
    <dgm:txLinClrLst/>
    <dgm:txFillClrLst/>
    <dgm:txEffectClrLst/>
  </dgm:styleLbl>
  <dgm:styleLbl name="asst1">
    <dgm:fillClrLst meth="repeat">
      <a:schemeClr val="accent6"/>
    </dgm:fillClrLst>
    <dgm:linClrLst meth="repeat">
      <a:schemeClr val="lt1">
        <a:shade val="80000"/>
      </a:schemeClr>
    </dgm:linClrLst>
    <dgm:effectClrLst/>
    <dgm:txLinClrLst/>
    <dgm:txFillClrLst/>
    <dgm:txEffectClrLst/>
  </dgm:styleLbl>
  <dgm:styleLbl name="asst2">
    <dgm:fillClrLst>
      <a:schemeClr val="accent1"/>
    </dgm:fillClrLst>
    <dgm:linClrLst meth="repeat">
      <a:schemeClr val="lt1"/>
    </dgm:linClrLst>
    <dgm:effectClrLst/>
    <dgm:txLinClrLst/>
    <dgm:txFillClrLst/>
    <dgm:txEffectClrLst/>
  </dgm:styleLbl>
  <dgm:styleLbl name="asst3">
    <dgm:fillClrLst>
      <a:schemeClr val="accent2"/>
    </dgm:fillClrLst>
    <dgm:linClrLst meth="repeat">
      <a:schemeClr val="lt1"/>
    </dgm:linClrLst>
    <dgm:effectClrLst/>
    <dgm:txLinClrLst/>
    <dgm:txFillClrLst/>
    <dgm:txEffectClrLst/>
  </dgm:styleLbl>
  <dgm:styleLbl name="asst4">
    <dgm:fillClrLst>
      <a:schemeClr val="accent3"/>
    </dgm:fillClrLst>
    <dgm:linClrLst meth="repeat">
      <a:schemeClr val="lt1"/>
    </dgm:linClrLst>
    <dgm:effectClrLst/>
    <dgm:txLinClrLst/>
    <dgm:txFillClrLst/>
    <dgm:txEffectClrLst/>
  </dgm:styleLbl>
  <dgm:styleLbl name="parChTrans2D1">
    <dgm:fillClrLst meth="repeat">
      <a:schemeClr val="accent5"/>
    </dgm:fillClrLst>
    <dgm:linClrLst meth="repeat">
      <a:schemeClr val="lt1"/>
    </dgm:linClrLst>
    <dgm:effectClrLst/>
    <dgm:txLinClrLst/>
    <dgm:txFillClrLst meth="repeat">
      <a:schemeClr val="lt1"/>
    </dgm:txFillClrLst>
    <dgm:txEffectClrLst/>
  </dgm:styleLbl>
  <dgm:styleLbl name="parChTrans2D2">
    <dgm:fillClrLst meth="repeat">
      <a:schemeClr val="accent6"/>
    </dgm:fillClrLst>
    <dgm:linClrLst meth="repeat">
      <a:schemeClr val="lt1"/>
    </dgm:linClrLst>
    <dgm:effectClrLst/>
    <dgm:txLinClrLst/>
    <dgm:txFillClrLst/>
    <dgm:txEffectClrLst/>
  </dgm:styleLbl>
  <dgm:styleLbl name="parChTrans2D3">
    <dgm:fillClrLst meth="repeat">
      <a:schemeClr val="accent6"/>
    </dgm:fillClrLst>
    <dgm:linClrLst meth="repeat">
      <a:schemeClr val="lt1"/>
    </dgm:linClrLst>
    <dgm:effectClrLst/>
    <dgm:txLinClrLst/>
    <dgm:txFillClrLst/>
    <dgm:txEffectClrLst/>
  </dgm:styleLbl>
  <dgm:styleLbl name="parChTrans2D4">
    <dgm:fillClrLst meth="repeat">
      <a:schemeClr val="accent1"/>
    </dgm:fillClrLst>
    <dgm:linClrLst meth="repeat">
      <a:schemeClr val="lt1"/>
    </dgm:linClrLst>
    <dgm:effectClrLst/>
    <dgm:txLinClrLst/>
    <dgm:txFillClrLst meth="repeat">
      <a:schemeClr val="lt1"/>
    </dgm:txFillClrLst>
    <dgm:txEffectClrLst/>
  </dgm:styleLbl>
  <dgm:styleLbl name="parChTrans1D1">
    <dgm:fillClrLst meth="repeat">
      <a:schemeClr val="accent5"/>
    </dgm:fillClrLst>
    <dgm:linClrLst meth="repeat">
      <a:schemeClr val="accent5"/>
    </dgm:linClrLst>
    <dgm:effectClrLst/>
    <dgm:txLinClrLst/>
    <dgm:txFillClrLst meth="repeat">
      <a:schemeClr val="tx1"/>
    </dgm:txFillClrLst>
    <dgm:txEffectClrLst/>
  </dgm:styleLbl>
  <dgm:styleLbl name="parChTrans1D2">
    <dgm:fillClrLst meth="repeat">
      <a:schemeClr val="accent6">
        <a:tint val="90000"/>
      </a:schemeClr>
    </dgm:fillClrLst>
    <dgm:linClrLst meth="repeat">
      <a:schemeClr val="accent6"/>
    </dgm:linClrLst>
    <dgm:effectClrLst/>
    <dgm:txLinClrLst/>
    <dgm:txFillClrLst meth="repeat">
      <a:schemeClr val="tx1"/>
    </dgm:txFillClrLst>
    <dgm:txEffectClrLst/>
  </dgm:styleLbl>
  <dgm:styleLbl name="parChTrans1D3">
    <dgm:fillClrLst meth="repeat">
      <a:schemeClr val="accent6">
        <a:tint val="70000"/>
      </a:schemeClr>
    </dgm:fillClrLst>
    <dgm:linClrLst meth="repeat">
      <a:schemeClr val="accent1"/>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2"/>
    </dgm:linClrLst>
    <dgm:effectClrLst/>
    <dgm:txLinClrLst/>
    <dgm:txFillClrLst meth="repeat">
      <a:schemeClr val="tx1"/>
    </dgm:txFillClrLst>
    <dgm:txEffectClrLst/>
  </dgm:styleLbl>
  <dgm:styleLbl name="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solidFgAcc1">
    <dgm:fillClrLst meth="repeat">
      <a:schemeClr val="lt1"/>
    </dgm:fillClrLst>
    <dgm:linClrLst>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a:schemeClr val="accent5"/>
      <a:schemeClr val="accent6"/>
    </dgm:linClrLst>
    <dgm:effectClrLst/>
    <dgm:txLinClrLst/>
    <dgm:txFillClrLst meth="repeat">
      <a:schemeClr val="dk1"/>
    </dgm:txFillClrLst>
    <dgm:txEffectClrLst/>
  </dgm:styleLbl>
  <dgm:styleLbl name="solidBgAcc1">
    <dgm:fillClrLst meth="repeat">
      <a:schemeClr val="lt1"/>
    </dgm:fillClrLst>
    <dgm:linClrLst>
      <a:schemeClr val="accent5"/>
      <a:schemeClr val="accent6"/>
    </dgm:linClrLst>
    <dgm:effectClrLst/>
    <dgm:txLinClrLst/>
    <dgm:txFillClrLst meth="repeat">
      <a:schemeClr val="dk1"/>
    </dgm:txFillClrLst>
    <dgm:txEffectClrLst/>
  </dgm:styleLbl>
  <dgm:styleLbl name="fgAccFollowNode1">
    <dgm:fillClrLst>
      <a:schemeClr val="accent5">
        <a:tint val="40000"/>
        <a:alpha val="90000"/>
      </a:schemeClr>
      <a:schemeClr val="accent6">
        <a:tint val="40000"/>
        <a:alpha val="90000"/>
      </a:schemeClr>
    </dgm:fillClrLst>
    <dgm:linClrLst>
      <a:schemeClr val="accent5">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4"/>
    </dgm:linClrLst>
    <dgm:effectClrLst/>
    <dgm:txLinClrLst/>
    <dgm:txFillClrLst meth="repeat">
      <a:schemeClr val="dk1"/>
    </dgm:txFillClrLst>
    <dgm:txEffectClrLst/>
  </dgm:styleLbl>
  <dgm:styleLbl name="fgAcc2">
    <dgm:fillClrLst meth="repeat">
      <a:schemeClr val="lt1">
        <a:alpha val="90000"/>
      </a:schemeClr>
    </dgm:fillClrLst>
    <dgm:linClrLst>
      <a:schemeClr val="accent6"/>
    </dgm:linClrLst>
    <dgm:effectClrLst/>
    <dgm:txLinClrLst/>
    <dgm:txFillClrLst meth="repeat">
      <a:schemeClr val="dk1"/>
    </dgm:txFillClrLst>
    <dgm:txEffectClrLst/>
  </dgm:styleLbl>
  <dgm:styleLbl name="fgAcc3">
    <dgm:fillClrLst meth="repeat">
      <a:schemeClr val="lt1">
        <a:alpha val="90000"/>
      </a:schemeClr>
    </dgm:fillClrLst>
    <dgm:linClrLst>
      <a:schemeClr val="accent1"/>
    </dgm:linClrLst>
    <dgm:effectClrLst/>
    <dgm:txLinClrLst/>
    <dgm:txFillClrLst meth="repeat">
      <a:schemeClr val="dk1"/>
    </dgm:txFillClrLst>
    <dgm:txEffectClrLst/>
  </dgm:styleLbl>
  <dgm:styleLbl name="fgAcc4">
    <dgm:fillClrLst meth="repeat">
      <a:schemeClr val="lt1">
        <a:alpha val="90000"/>
      </a:schemeClr>
    </dgm:fillClrLst>
    <dgm:linClrLst>
      <a:schemeClr val="accent2"/>
    </dgm:linClrLst>
    <dgm:effectClrLst/>
    <dgm:txLinClrLst/>
    <dgm:txFillClrLst meth="repeat">
      <a:schemeClr val="dk1"/>
    </dgm:txFillClrLst>
    <dgm:txEffectClrLst/>
  </dgm:styleLbl>
  <dgm:styleLbl name="bgShp">
    <dgm:fillClrLst meth="repeat">
      <a:schemeClr val="bg1">
        <a:lumMod val="95000"/>
      </a:schemeClr>
    </dgm:fillClrLst>
    <dgm:linClrLst meth="repeat">
      <a:schemeClr val="dk1"/>
    </dgm:linClrLst>
    <dgm:effectClrLst/>
    <dgm:txLinClrLst/>
    <dgm:txFillClrLst meth="repeat">
      <a:schemeClr val="dk1"/>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2.xml><?xml version="1.0" encoding="utf-8"?>
<dgm:colorsDef xmlns:dgm="http://schemas.openxmlformats.org/drawingml/2006/diagram" xmlns:a="http://schemas.openxmlformats.org/drawingml/2006/main" uniqueId="urn:microsoft.com/office/officeart/2018/5/colors/Iconchunking_neutralbg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bg1">
        <a:lumMod val="95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3.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4.xml><?xml version="1.0" encoding="utf-8"?>
<dgm:colorsDef xmlns:dgm="http://schemas.openxmlformats.org/drawingml/2006/diagram" xmlns:a="http://schemas.openxmlformats.org/drawingml/2006/main" uniqueId="urn:microsoft.com/office/officeart/2005/8/colors/accent0_3">
  <dgm:title val=""/>
  <dgm:desc val=""/>
  <dgm:catLst>
    <dgm:cat type="mainScheme" pri="10300"/>
  </dgm:catLst>
  <dgm:styleLbl name="node0">
    <dgm:fillClrLst meth="repeat">
      <a:schemeClr val="dk2"/>
    </dgm:fillClrLst>
    <dgm:linClrLst meth="repeat">
      <a:schemeClr val="lt2"/>
    </dgm:linClrLst>
    <dgm:effectClrLst/>
    <dgm:txLinClrLst/>
    <dgm:txFillClrLst/>
    <dgm:txEffectClrLst/>
  </dgm:styleLbl>
  <dgm:styleLbl name="alignNode1">
    <dgm:fillClrLst meth="repeat">
      <a:schemeClr val="dk2"/>
    </dgm:fillClrLst>
    <dgm:linClrLst meth="repeat">
      <a:schemeClr val="dk2"/>
    </dgm:linClrLst>
    <dgm:effectClrLst/>
    <dgm:txLinClrLst/>
    <dgm:txFillClrLst/>
    <dgm:txEffectClrLst/>
  </dgm:styleLbl>
  <dgm:styleLbl name="node1">
    <dgm:fillClrLst meth="repeat">
      <a:schemeClr val="dk2"/>
    </dgm:fillClrLst>
    <dgm:linClrLst meth="repeat">
      <a:schemeClr val="lt2"/>
    </dgm:linClrLst>
    <dgm:effectClrLst/>
    <dgm:txLinClrLst/>
    <dgm:txFillClrLst/>
    <dgm:txEffectClrLst/>
  </dgm:styleLbl>
  <dgm:styleLbl name="lnNode1">
    <dgm:fillClrLst meth="repeat">
      <a:schemeClr val="dk2"/>
    </dgm:fillClrLst>
    <dgm:linClrLst meth="repeat">
      <a:schemeClr val="lt2"/>
    </dgm:linClrLst>
    <dgm:effectClrLst/>
    <dgm:txLinClrLst/>
    <dgm:txFillClrLst/>
    <dgm:txEffectClrLst/>
  </dgm:styleLbl>
  <dgm:styleLbl name="vennNode1">
    <dgm:fillClrLst meth="repeat">
      <a:schemeClr val="dk2">
        <a:alpha val="50000"/>
      </a:schemeClr>
    </dgm:fillClrLst>
    <dgm:linClrLst meth="repeat">
      <a:schemeClr val="lt2"/>
    </dgm:linClrLst>
    <dgm:effectClrLst/>
    <dgm:txLinClrLst/>
    <dgm:txFillClrLst/>
    <dgm:txEffectClrLst/>
  </dgm:styleLbl>
  <dgm:styleLbl name="node2">
    <dgm:fillClrLst meth="repeat">
      <a:schemeClr val="dk2"/>
    </dgm:fillClrLst>
    <dgm:linClrLst meth="repeat">
      <a:schemeClr val="lt2"/>
    </dgm:linClrLst>
    <dgm:effectClrLst/>
    <dgm:txLinClrLst/>
    <dgm:txFillClrLst/>
    <dgm:txEffectClrLst/>
  </dgm:styleLbl>
  <dgm:styleLbl name="node3">
    <dgm:fillClrLst meth="repeat">
      <a:schemeClr val="dk2"/>
    </dgm:fillClrLst>
    <dgm:linClrLst meth="repeat">
      <a:schemeClr val="lt2"/>
    </dgm:linClrLst>
    <dgm:effectClrLst/>
    <dgm:txLinClrLst/>
    <dgm:txFillClrLst/>
    <dgm:txEffectClrLst/>
  </dgm:styleLbl>
  <dgm:styleLbl name="node4">
    <dgm:fillClrLst meth="repeat">
      <a:schemeClr val="dk2"/>
    </dgm:fillClrLst>
    <dgm:linClrLst meth="repeat">
      <a:schemeClr val="lt2"/>
    </dgm:linClrLst>
    <dgm:effectClrLst/>
    <dgm:txLinClrLst/>
    <dgm:txFillClrLst/>
    <dgm:txEffectClrLst/>
  </dgm:styleLbl>
  <dgm:styleLbl name="fgImgPlace1">
    <dgm:fillClrLst meth="repeat">
      <a:schemeClr val="dk2">
        <a:tint val="50000"/>
      </a:schemeClr>
    </dgm:fillClrLst>
    <dgm:linClrLst meth="repeat">
      <a:schemeClr val="lt2"/>
    </dgm:linClrLst>
    <dgm:effectClrLst/>
    <dgm:txLinClrLst/>
    <dgm:txFillClrLst meth="repeat">
      <a:schemeClr val="lt2"/>
    </dgm:txFillClrLst>
    <dgm:txEffectClrLst/>
  </dgm:styleLbl>
  <dgm:styleLbl name="align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bg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sibTrans2D1">
    <dgm:fillClrLst meth="repeat">
      <a:schemeClr val="dk2">
        <a:tint val="60000"/>
      </a:schemeClr>
    </dgm:fillClrLst>
    <dgm:linClrLst meth="repeat">
      <a:schemeClr val="dk2">
        <a:tint val="60000"/>
      </a:schemeClr>
    </dgm:linClrLst>
    <dgm:effectClrLst/>
    <dgm:txLinClrLst/>
    <dgm:txFillClrLst/>
    <dgm:txEffectClrLst/>
  </dgm:styleLbl>
  <dgm:styleLbl name="fgSibTrans2D1">
    <dgm:fillClrLst meth="repeat">
      <a:schemeClr val="dk2">
        <a:tint val="60000"/>
      </a:schemeClr>
    </dgm:fillClrLst>
    <dgm:linClrLst meth="repeat">
      <a:schemeClr val="dk2">
        <a:tint val="60000"/>
      </a:schemeClr>
    </dgm:linClrLst>
    <dgm:effectClrLst/>
    <dgm:txLinClrLst/>
    <dgm:txFillClrLst/>
    <dgm:txEffectClrLst/>
  </dgm:styleLbl>
  <dgm:styleLbl name="bgSibTrans2D1">
    <dgm:fillClrLst meth="repeat">
      <a:schemeClr val="dk2">
        <a:tint val="60000"/>
      </a:schemeClr>
    </dgm:fillClrLst>
    <dgm:linClrLst meth="repeat">
      <a:schemeClr val="dk2">
        <a:tint val="60000"/>
      </a:schemeClr>
    </dgm:linClrLst>
    <dgm:effectClrLst/>
    <dgm:txLinClrLst/>
    <dgm:txFillClrLst/>
    <dgm:txEffectClrLst/>
  </dgm:styleLbl>
  <dgm:styleLbl name="sibTrans1D1">
    <dgm:fillClrLst meth="repeat">
      <a:schemeClr val="dk2"/>
    </dgm:fillClrLst>
    <dgm:linClrLst meth="repeat">
      <a:schemeClr val="dk2"/>
    </dgm:linClrLst>
    <dgm:effectClrLst/>
    <dgm:txLinClrLst/>
    <dgm:txFillClrLst meth="repeat">
      <a:schemeClr val="lt2"/>
    </dgm:txFillClrLst>
    <dgm:txEffectClrLst/>
  </dgm:styleLbl>
  <dgm:styleLbl name="callout">
    <dgm:fillClrLst meth="repeat">
      <a:schemeClr val="dk2"/>
    </dgm:fillClrLst>
    <dgm:linClrLst meth="repeat">
      <a:schemeClr val="dk2">
        <a:tint val="50000"/>
      </a:schemeClr>
    </dgm:linClrLst>
    <dgm:effectClrLst/>
    <dgm:txLinClrLst/>
    <dgm:txFillClrLst meth="repeat">
      <a:schemeClr val="lt2"/>
    </dgm:txFillClrLst>
    <dgm:txEffectClrLst/>
  </dgm:styleLbl>
  <dgm:styleLbl name="asst0">
    <dgm:fillClrLst meth="repeat">
      <a:schemeClr val="dk2"/>
    </dgm:fillClrLst>
    <dgm:linClrLst meth="repeat">
      <a:schemeClr val="lt2"/>
    </dgm:linClrLst>
    <dgm:effectClrLst/>
    <dgm:txLinClrLst/>
    <dgm:txFillClrLst/>
    <dgm:txEffectClrLst/>
  </dgm:styleLbl>
  <dgm:styleLbl name="asst1">
    <dgm:fillClrLst meth="repeat">
      <a:schemeClr val="dk2"/>
    </dgm:fillClrLst>
    <dgm:linClrLst meth="repeat">
      <a:schemeClr val="lt2"/>
    </dgm:linClrLst>
    <dgm:effectClrLst/>
    <dgm:txLinClrLst/>
    <dgm:txFillClrLst/>
    <dgm:txEffectClrLst/>
  </dgm:styleLbl>
  <dgm:styleLbl name="asst2">
    <dgm:fillClrLst meth="repeat">
      <a:schemeClr val="dk2"/>
    </dgm:fillClrLst>
    <dgm:linClrLst meth="repeat">
      <a:schemeClr val="lt2"/>
    </dgm:linClrLst>
    <dgm:effectClrLst/>
    <dgm:txLinClrLst/>
    <dgm:txFillClrLst/>
    <dgm:txEffectClrLst/>
  </dgm:styleLbl>
  <dgm:styleLbl name="asst3">
    <dgm:fillClrLst meth="repeat">
      <a:schemeClr val="dk2"/>
    </dgm:fillClrLst>
    <dgm:linClrLst meth="repeat">
      <a:schemeClr val="lt2"/>
    </dgm:linClrLst>
    <dgm:effectClrLst/>
    <dgm:txLinClrLst/>
    <dgm:txFillClrLst/>
    <dgm:txEffectClrLst/>
  </dgm:styleLbl>
  <dgm:styleLbl name="asst4">
    <dgm:fillClrLst meth="repeat">
      <a:schemeClr val="dk2"/>
    </dgm:fillClrLst>
    <dgm:linClrLst meth="repeat">
      <a:schemeClr val="lt2"/>
    </dgm:linClrLst>
    <dgm:effectClrLst/>
    <dgm:txLinClrLst/>
    <dgm:txFillClrLst/>
    <dgm:txEffectClrLst/>
  </dgm:styleLbl>
  <dgm:styleLbl name="parChTrans2D1">
    <dgm:fillClrLst meth="repeat">
      <a:schemeClr val="dk2">
        <a:tint val="60000"/>
      </a:schemeClr>
    </dgm:fillClrLst>
    <dgm:linClrLst meth="repeat">
      <a:schemeClr val="dk2">
        <a:tint val="60000"/>
      </a:schemeClr>
    </dgm:linClrLst>
    <dgm:effectClrLst/>
    <dgm:txLinClrLst/>
    <dgm:txFillClrLst meth="repeat">
      <a:schemeClr val="lt2"/>
    </dgm:txFillClrLst>
    <dgm:txEffectClrLst/>
  </dgm:styleLbl>
  <dgm:styleLbl name="parChTrans2D2">
    <dgm:fillClrLst meth="repeat">
      <a:schemeClr val="dk2"/>
    </dgm:fillClrLst>
    <dgm:linClrLst meth="repeat">
      <a:schemeClr val="dk2"/>
    </dgm:linClrLst>
    <dgm:effectClrLst/>
    <dgm:txLinClrLst/>
    <dgm:txFillClrLst meth="repeat">
      <a:schemeClr val="lt2"/>
    </dgm:txFillClrLst>
    <dgm:txEffectClrLst/>
  </dgm:styleLbl>
  <dgm:styleLbl name="parChTrans2D3">
    <dgm:fillClrLst meth="repeat">
      <a:schemeClr val="dk2"/>
    </dgm:fillClrLst>
    <dgm:linClrLst meth="repeat">
      <a:schemeClr val="dk2"/>
    </dgm:linClrLst>
    <dgm:effectClrLst/>
    <dgm:txLinClrLst/>
    <dgm:txFillClrLst meth="repeat">
      <a:schemeClr val="lt2"/>
    </dgm:txFillClrLst>
    <dgm:txEffectClrLst/>
  </dgm:styleLbl>
  <dgm:styleLbl name="parChTrans2D4">
    <dgm:fillClrLst meth="repeat">
      <a:schemeClr val="dk2"/>
    </dgm:fillClrLst>
    <dgm:linClrLst meth="repeat">
      <a:schemeClr val="dk2"/>
    </dgm:linClrLst>
    <dgm:effectClrLst/>
    <dgm:txLinClrLst/>
    <dgm:txFillClrLst meth="repeat">
      <a:schemeClr val="lt2"/>
    </dgm:txFillClrLst>
    <dgm:txEffectClrLst/>
  </dgm:styleLbl>
  <dgm:styleLbl name="parChTrans1D1">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2">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3">
    <dgm:fillClrLst meth="repeat">
      <a:schemeClr val="dk2"/>
    </dgm:fillClrLst>
    <dgm:linClrLst meth="repeat">
      <a:schemeClr val="dk2">
        <a:shade val="80000"/>
      </a:schemeClr>
    </dgm:linClrLst>
    <dgm:effectClrLst/>
    <dgm:txLinClrLst/>
    <dgm:txFillClrLst meth="repeat">
      <a:schemeClr val="tx1"/>
    </dgm:txFillClrLst>
    <dgm:txEffectClrLst/>
  </dgm:styleLbl>
  <dgm:styleLbl name="parChTrans1D4">
    <dgm:fillClrLst meth="repeat">
      <a:schemeClr val="dk2"/>
    </dgm:fillClrLst>
    <dgm:linClrLst meth="repeat">
      <a:schemeClr val="dk2">
        <a:shade val="80000"/>
      </a:schemeClr>
    </dgm:linClrLst>
    <dgm:effectClrLst/>
    <dgm:txLinClrLst/>
    <dgm:txFillClrLst meth="repeat">
      <a:schemeClr val="tx1"/>
    </dgm:txFillClrLst>
    <dgm:txEffectClrLst/>
  </dgm:styleLbl>
  <dgm:styleLbl name="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con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align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trAlignAcc1">
    <dgm:fillClrLst meth="repeat">
      <a:schemeClr val="lt2">
        <a:alpha val="40000"/>
      </a:schemeClr>
    </dgm:fillClrLst>
    <dgm:linClrLst meth="repeat">
      <a:schemeClr val="dk2"/>
    </dgm:linClrLst>
    <dgm:effectClrLst/>
    <dgm:txLinClrLst/>
    <dgm:txFillClrLst meth="repeat">
      <a:schemeClr val="dk1"/>
    </dgm:txFillClrLst>
    <dgm:txEffectClrLst/>
  </dgm:styleLbl>
  <dgm:styleLbl name="b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solidFgAcc1">
    <dgm:fillClrLst meth="repeat">
      <a:schemeClr val="lt2"/>
    </dgm:fillClrLst>
    <dgm:linClrLst meth="repeat">
      <a:schemeClr val="dk2"/>
    </dgm:linClrLst>
    <dgm:effectClrLst/>
    <dgm:txLinClrLst/>
    <dgm:txFillClrLst meth="repeat">
      <a:schemeClr val="dk1"/>
    </dgm:txFillClrLst>
    <dgm:txEffectClrLst/>
  </dgm:styleLbl>
  <dgm:styleLbl name="solidAlignAcc1">
    <dgm:fillClrLst meth="repeat">
      <a:schemeClr val="lt2"/>
    </dgm:fillClrLst>
    <dgm:linClrLst meth="repeat">
      <a:schemeClr val="dk2"/>
    </dgm:linClrLst>
    <dgm:effectClrLst/>
    <dgm:txLinClrLst/>
    <dgm:txFillClrLst meth="repeat">
      <a:schemeClr val="dk1"/>
    </dgm:txFillClrLst>
    <dgm:txEffectClrLst/>
  </dgm:styleLbl>
  <dgm:styleLbl name="solidBgAcc1">
    <dgm:fillClrLst meth="repeat">
      <a:schemeClr val="lt2"/>
    </dgm:fillClrLst>
    <dgm:linClrLst meth="repeat">
      <a:schemeClr val="dk2"/>
    </dgm:linClrLst>
    <dgm:effectClrLst/>
    <dgm:txLinClrLst/>
    <dgm:txFillClrLst meth="repeat">
      <a:schemeClr val="dk1"/>
    </dgm:txFillClrLst>
    <dgm:txEffectClrLst/>
  </dgm:styleLbl>
  <dgm:styleLbl name="f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align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b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fgAcc0">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2">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3">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4">
    <dgm:fillClrLst meth="repeat">
      <a:schemeClr val="lt2">
        <a:alpha val="90000"/>
      </a:schemeClr>
    </dgm:fillClrLst>
    <dgm:linClrLst meth="repeat">
      <a:schemeClr val="dk2"/>
    </dgm:linClrLst>
    <dgm:effectClrLst/>
    <dgm:txLinClrLst/>
    <dgm:txFillClrLst meth="repeat">
      <a:schemeClr val="dk1"/>
    </dgm:txFillClrLst>
    <dgm:txEffectClrLst/>
  </dgm:styleLbl>
  <dgm:styleLbl name="bgShp">
    <dgm:fillClrLst meth="repeat">
      <a:schemeClr val="dk2">
        <a:tint val="40000"/>
      </a:schemeClr>
    </dgm:fillClrLst>
    <dgm:linClrLst meth="repeat">
      <a:schemeClr val="dk2"/>
    </dgm:linClrLst>
    <dgm:effectClrLst/>
    <dgm:txLinClrLst/>
    <dgm:txFillClrLst meth="repeat">
      <a:schemeClr val="dk1"/>
    </dgm:txFillClrLst>
    <dgm:txEffectClrLst/>
  </dgm:styleLbl>
  <dgm:styleLbl name="dkBgShp">
    <dgm:fillClrLst meth="repeat">
      <a:schemeClr val="dk2">
        <a:shade val="80000"/>
      </a:schemeClr>
    </dgm:fillClrLst>
    <dgm:linClrLst meth="repeat">
      <a:schemeClr val="dk2"/>
    </dgm:linClrLst>
    <dgm:effectClrLst/>
    <dgm:txLinClrLst/>
    <dgm:txFillClrLst meth="repeat">
      <a:schemeClr val="lt1"/>
    </dgm:txFillClrLst>
    <dgm:txEffectClrLst/>
  </dgm:styleLbl>
  <dgm:styleLbl name="trBgShp">
    <dgm:fillClrLst meth="repeat">
      <a:schemeClr val="dk2">
        <a:tint val="50000"/>
        <a:alpha val="40000"/>
      </a:schemeClr>
    </dgm:fillClrLst>
    <dgm:linClrLst meth="repeat">
      <a:schemeClr val="dk2"/>
    </dgm:linClrLst>
    <dgm:effectClrLst/>
    <dgm:txLinClrLst/>
    <dgm:txFillClrLst meth="repeat">
      <a:schemeClr val="lt1"/>
    </dgm:txFillClrLst>
    <dgm:txEffectClrLst/>
  </dgm:styleLbl>
  <dgm:styleLbl name="fgShp">
    <dgm:fillClrLst meth="repeat">
      <a:schemeClr val="dk2">
        <a:tint val="60000"/>
      </a:schemeClr>
    </dgm:fillClrLst>
    <dgm:linClrLst meth="repeat">
      <a:schemeClr val="lt2"/>
    </dgm:linClrLst>
    <dgm:effectClrLst/>
    <dgm:txLinClrLst/>
    <dgm:txFillClrLst meth="repeat">
      <a:schemeClr val="dk1"/>
    </dgm:txFillClrLst>
    <dgm:txEffectClrLst/>
  </dgm:styleLbl>
  <dgm:styleLbl name="revTx">
    <dgm:fillClrLst meth="repeat">
      <a:schemeClr val="lt2">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23644FD6-638A-48F7-81F7-349A8E9C4AA7}" type="doc">
      <dgm:prSet loTypeId="urn:microsoft.com/office/officeart/2018/5/layout/IconCircleLabelList" loCatId="icon" qsTypeId="urn:microsoft.com/office/officeart/2005/8/quickstyle/simple1" qsCatId="simple" csTypeId="urn:microsoft.com/office/officeart/2018/5/colors/Iconchunking_neutralicon_colorful1" csCatId="colorful" phldr="1"/>
      <dgm:spPr/>
      <dgm:t>
        <a:bodyPr/>
        <a:lstStyle/>
        <a:p>
          <a:endParaRPr lang="en-US"/>
        </a:p>
      </dgm:t>
    </dgm:pt>
    <dgm:pt modelId="{A04ADA03-4B9F-40DA-8788-6CDBB73AB224}">
      <dgm:prSet/>
      <dgm:spPr>
        <a:solidFill>
          <a:schemeClr val="accent1">
            <a:lumMod val="60000"/>
            <a:lumOff val="40000"/>
          </a:schemeClr>
        </a:solidFill>
      </dgm:spPr>
      <dgm:t>
        <a:bodyPr/>
        <a:lstStyle/>
        <a:p>
          <a:pPr>
            <a:defRPr cap="all"/>
          </a:pPr>
          <a:r>
            <a:rPr lang="tr-TR" b="1" dirty="0"/>
            <a:t>1.PLANLAMA</a:t>
          </a:r>
          <a:endParaRPr lang="en-US" dirty="0"/>
        </a:p>
      </dgm:t>
    </dgm:pt>
    <dgm:pt modelId="{8E048BE3-E925-400C-A9C2-E433D3FD9422}" type="parTrans" cxnId="{8F873DC4-8C1B-4749-BF0F-DA8473E92907}">
      <dgm:prSet/>
      <dgm:spPr/>
      <dgm:t>
        <a:bodyPr/>
        <a:lstStyle/>
        <a:p>
          <a:endParaRPr lang="en-US"/>
        </a:p>
      </dgm:t>
    </dgm:pt>
    <dgm:pt modelId="{592B7C84-FB09-4209-867D-5C79967E7C97}" type="sibTrans" cxnId="{8F873DC4-8C1B-4749-BF0F-DA8473E92907}">
      <dgm:prSet/>
      <dgm:spPr/>
      <dgm:t>
        <a:bodyPr/>
        <a:lstStyle/>
        <a:p>
          <a:endParaRPr lang="en-US"/>
        </a:p>
      </dgm:t>
    </dgm:pt>
    <dgm:pt modelId="{3CA0633E-08FF-4177-8B05-B1FD2CFDC165}">
      <dgm:prSet/>
      <dgm:spPr>
        <a:solidFill>
          <a:schemeClr val="accent1">
            <a:lumMod val="60000"/>
            <a:lumOff val="40000"/>
          </a:schemeClr>
        </a:solidFill>
      </dgm:spPr>
      <dgm:t>
        <a:bodyPr/>
        <a:lstStyle/>
        <a:p>
          <a:pPr>
            <a:defRPr cap="all"/>
          </a:pPr>
          <a:r>
            <a:rPr lang="tr-TR" b="1" dirty="0"/>
            <a:t>2.ÖRGÜTLEME (ORGANİZASYON)</a:t>
          </a:r>
          <a:endParaRPr lang="en-US" dirty="0"/>
        </a:p>
      </dgm:t>
    </dgm:pt>
    <dgm:pt modelId="{6E0EF177-0962-4D35-B99B-DDD3C02ADE63}" type="parTrans" cxnId="{83DB21B6-23BD-436D-9A81-C9AAA0E2B3A5}">
      <dgm:prSet/>
      <dgm:spPr/>
      <dgm:t>
        <a:bodyPr/>
        <a:lstStyle/>
        <a:p>
          <a:endParaRPr lang="en-US"/>
        </a:p>
      </dgm:t>
    </dgm:pt>
    <dgm:pt modelId="{68C35AD9-C781-45DC-A1C1-018D3926729F}" type="sibTrans" cxnId="{83DB21B6-23BD-436D-9A81-C9AAA0E2B3A5}">
      <dgm:prSet/>
      <dgm:spPr/>
      <dgm:t>
        <a:bodyPr/>
        <a:lstStyle/>
        <a:p>
          <a:endParaRPr lang="en-US"/>
        </a:p>
      </dgm:t>
    </dgm:pt>
    <dgm:pt modelId="{E0B58B5F-BDD4-4B4F-95CB-C9B2F0AD5D15}">
      <dgm:prSet/>
      <dgm:spPr>
        <a:solidFill>
          <a:schemeClr val="accent1">
            <a:lumMod val="60000"/>
            <a:lumOff val="40000"/>
          </a:schemeClr>
        </a:solidFill>
      </dgm:spPr>
      <dgm:t>
        <a:bodyPr/>
        <a:lstStyle/>
        <a:p>
          <a:pPr>
            <a:defRPr cap="all"/>
          </a:pPr>
          <a:r>
            <a:rPr lang="tr-TR" b="1"/>
            <a:t>3.YÖNELTME (YÖNVERME-YÜRÜTME)</a:t>
          </a:r>
          <a:endParaRPr lang="en-US"/>
        </a:p>
      </dgm:t>
    </dgm:pt>
    <dgm:pt modelId="{59DA2197-BFFF-4DA1-9ACD-9A7B13643D5B}" type="parTrans" cxnId="{827B91DC-9A1F-4A45-AD23-A97719C63A5B}">
      <dgm:prSet/>
      <dgm:spPr/>
      <dgm:t>
        <a:bodyPr/>
        <a:lstStyle/>
        <a:p>
          <a:endParaRPr lang="en-US"/>
        </a:p>
      </dgm:t>
    </dgm:pt>
    <dgm:pt modelId="{BC0D5806-3BEE-4C1E-9A1F-B83647E6926D}" type="sibTrans" cxnId="{827B91DC-9A1F-4A45-AD23-A97719C63A5B}">
      <dgm:prSet/>
      <dgm:spPr/>
      <dgm:t>
        <a:bodyPr/>
        <a:lstStyle/>
        <a:p>
          <a:endParaRPr lang="en-US"/>
        </a:p>
      </dgm:t>
    </dgm:pt>
    <dgm:pt modelId="{51EEAEC7-EBFA-48A3-97BA-34F6E1DFEEC5}">
      <dgm:prSet/>
      <dgm:spPr>
        <a:solidFill>
          <a:schemeClr val="accent4">
            <a:lumMod val="20000"/>
            <a:lumOff val="80000"/>
          </a:schemeClr>
        </a:solidFill>
      </dgm:spPr>
      <dgm:t>
        <a:bodyPr/>
        <a:lstStyle/>
        <a:p>
          <a:pPr>
            <a:defRPr cap="all"/>
          </a:pPr>
          <a:r>
            <a:rPr lang="tr-TR" b="1"/>
            <a:t>4.EŞGÜDÜMLEME (KOORDİNASYON)</a:t>
          </a:r>
          <a:endParaRPr lang="en-US"/>
        </a:p>
      </dgm:t>
    </dgm:pt>
    <dgm:pt modelId="{A4389B28-1D15-47E5-9EEA-3046A741544A}" type="parTrans" cxnId="{A3900D27-73D5-44CB-81EF-95FC3F4BC75D}">
      <dgm:prSet/>
      <dgm:spPr/>
      <dgm:t>
        <a:bodyPr/>
        <a:lstStyle/>
        <a:p>
          <a:endParaRPr lang="en-US"/>
        </a:p>
      </dgm:t>
    </dgm:pt>
    <dgm:pt modelId="{A72DA4BD-AB26-4947-9BAB-27EDE6722812}" type="sibTrans" cxnId="{A3900D27-73D5-44CB-81EF-95FC3F4BC75D}">
      <dgm:prSet/>
      <dgm:spPr/>
      <dgm:t>
        <a:bodyPr/>
        <a:lstStyle/>
        <a:p>
          <a:endParaRPr lang="en-US"/>
        </a:p>
      </dgm:t>
    </dgm:pt>
    <dgm:pt modelId="{2D5000ED-19C1-4D4C-8515-F1F35831A57B}">
      <dgm:prSet/>
      <dgm:spPr>
        <a:solidFill>
          <a:schemeClr val="accent1">
            <a:lumMod val="60000"/>
            <a:lumOff val="40000"/>
          </a:schemeClr>
        </a:solidFill>
      </dgm:spPr>
      <dgm:t>
        <a:bodyPr/>
        <a:lstStyle/>
        <a:p>
          <a:pPr>
            <a:defRPr cap="all"/>
          </a:pPr>
          <a:r>
            <a:rPr lang="tr-TR" b="1"/>
            <a:t>5.KONTROL (DENETİM)</a:t>
          </a:r>
          <a:endParaRPr lang="en-US"/>
        </a:p>
      </dgm:t>
    </dgm:pt>
    <dgm:pt modelId="{B0B8DF48-BA92-46DC-AF04-D18490096605}" type="parTrans" cxnId="{CF3D0E86-9E1E-4737-BF5C-A66374BD0026}">
      <dgm:prSet/>
      <dgm:spPr/>
      <dgm:t>
        <a:bodyPr/>
        <a:lstStyle/>
        <a:p>
          <a:endParaRPr lang="en-US"/>
        </a:p>
      </dgm:t>
    </dgm:pt>
    <dgm:pt modelId="{80D7D072-A6AF-4506-9525-7F7D8BA19822}" type="sibTrans" cxnId="{CF3D0E86-9E1E-4737-BF5C-A66374BD0026}">
      <dgm:prSet/>
      <dgm:spPr/>
      <dgm:t>
        <a:bodyPr/>
        <a:lstStyle/>
        <a:p>
          <a:endParaRPr lang="en-US"/>
        </a:p>
      </dgm:t>
    </dgm:pt>
    <dgm:pt modelId="{3E7D09DE-A047-473D-AA59-083754FB0CF1}" type="pres">
      <dgm:prSet presAssocID="{23644FD6-638A-48F7-81F7-349A8E9C4AA7}" presName="root" presStyleCnt="0">
        <dgm:presLayoutVars>
          <dgm:dir/>
          <dgm:resizeHandles val="exact"/>
        </dgm:presLayoutVars>
      </dgm:prSet>
      <dgm:spPr/>
    </dgm:pt>
    <dgm:pt modelId="{E476A54B-C3B4-4454-ACC3-01B739932A50}" type="pres">
      <dgm:prSet presAssocID="{A04ADA03-4B9F-40DA-8788-6CDBB73AB224}" presName="compNode" presStyleCnt="0"/>
      <dgm:spPr/>
    </dgm:pt>
    <dgm:pt modelId="{F683BEA6-DC78-4B9A-8A84-1E6DC5418DAE}" type="pres">
      <dgm:prSet presAssocID="{A04ADA03-4B9F-40DA-8788-6CDBB73AB224}" presName="iconBgRect" presStyleLbl="bgShp" presStyleIdx="0" presStyleCnt="5"/>
      <dgm:spPr/>
    </dgm:pt>
    <dgm:pt modelId="{D20F48F2-4E44-4D1B-A476-D7409B77AFD6}" type="pres">
      <dgm:prSet presAssocID="{A04ADA03-4B9F-40DA-8788-6CDBB73AB224}" presName="iconRect" presStyleLbl="node1" presStyleIdx="0" presStyleCnt="5"/>
      <dgm:spPr>
        <a:blipFill>
          <a:blip xmlns:r="http://schemas.openxmlformats.org/officeDocument/2006/relationships" r:embed="rId1" cstate="screen">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Daily Calendar"/>
        </a:ext>
      </dgm:extLst>
    </dgm:pt>
    <dgm:pt modelId="{FBA4152F-6A5C-4063-8D5C-1C8D9D4010F8}" type="pres">
      <dgm:prSet presAssocID="{A04ADA03-4B9F-40DA-8788-6CDBB73AB224}" presName="spaceRect" presStyleCnt="0"/>
      <dgm:spPr/>
    </dgm:pt>
    <dgm:pt modelId="{1DE5B9E8-63C7-4EDF-9266-5776210C4D5C}" type="pres">
      <dgm:prSet presAssocID="{A04ADA03-4B9F-40DA-8788-6CDBB73AB224}" presName="textRect" presStyleLbl="revTx" presStyleIdx="0" presStyleCnt="5">
        <dgm:presLayoutVars>
          <dgm:chMax val="1"/>
          <dgm:chPref val="1"/>
        </dgm:presLayoutVars>
      </dgm:prSet>
      <dgm:spPr/>
    </dgm:pt>
    <dgm:pt modelId="{309FA76D-0D0A-4939-8011-04ABAE1A459B}" type="pres">
      <dgm:prSet presAssocID="{592B7C84-FB09-4209-867D-5C79967E7C97}" presName="sibTrans" presStyleCnt="0"/>
      <dgm:spPr/>
    </dgm:pt>
    <dgm:pt modelId="{9E23FCF8-1914-4125-809B-E7AB877FA48B}" type="pres">
      <dgm:prSet presAssocID="{3CA0633E-08FF-4177-8B05-B1FD2CFDC165}" presName="compNode" presStyleCnt="0"/>
      <dgm:spPr/>
    </dgm:pt>
    <dgm:pt modelId="{0D9E7092-AE6B-47B6-B581-D04027F250EE}" type="pres">
      <dgm:prSet presAssocID="{3CA0633E-08FF-4177-8B05-B1FD2CFDC165}" presName="iconBgRect" presStyleLbl="bgShp" presStyleIdx="1" presStyleCnt="5"/>
      <dgm:spPr/>
    </dgm:pt>
    <dgm:pt modelId="{830A2D52-A0DC-4000-897A-2408A5927193}" type="pres">
      <dgm:prSet presAssocID="{3CA0633E-08FF-4177-8B05-B1FD2CFDC165}" presName="iconRect" presStyleLbl="node1" presStyleIdx="1" presStyleCnt="5"/>
      <dgm:spPr>
        <a:blipFill>
          <a:blip xmlns:r="http://schemas.openxmlformats.org/officeDocument/2006/relationships" r:embed="rId3" cstate="screen">
            <a:extLst>
              <a:ext uri="{28A0092B-C50C-407E-A947-70E740481C1C}">
                <a14:useLocalDpi xmlns:a14="http://schemas.microsoft.com/office/drawing/2010/main"/>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Hiyerarşi"/>
        </a:ext>
      </dgm:extLst>
    </dgm:pt>
    <dgm:pt modelId="{85F9A919-44EF-43AE-88FB-C948FEA23F61}" type="pres">
      <dgm:prSet presAssocID="{3CA0633E-08FF-4177-8B05-B1FD2CFDC165}" presName="spaceRect" presStyleCnt="0"/>
      <dgm:spPr/>
    </dgm:pt>
    <dgm:pt modelId="{D7AD3A07-B07B-4BCB-97DE-78139D4B6667}" type="pres">
      <dgm:prSet presAssocID="{3CA0633E-08FF-4177-8B05-B1FD2CFDC165}" presName="textRect" presStyleLbl="revTx" presStyleIdx="1" presStyleCnt="5">
        <dgm:presLayoutVars>
          <dgm:chMax val="1"/>
          <dgm:chPref val="1"/>
        </dgm:presLayoutVars>
      </dgm:prSet>
      <dgm:spPr/>
    </dgm:pt>
    <dgm:pt modelId="{53092359-ED9B-4277-AD15-A99B6A07BDAE}" type="pres">
      <dgm:prSet presAssocID="{68C35AD9-C781-45DC-A1C1-018D3926729F}" presName="sibTrans" presStyleCnt="0"/>
      <dgm:spPr/>
    </dgm:pt>
    <dgm:pt modelId="{B48C0880-122A-4168-B135-E39BBB67A15B}" type="pres">
      <dgm:prSet presAssocID="{E0B58B5F-BDD4-4B4F-95CB-C9B2F0AD5D15}" presName="compNode" presStyleCnt="0"/>
      <dgm:spPr/>
    </dgm:pt>
    <dgm:pt modelId="{81F071E7-AC1C-4953-88D2-70D95ECDB536}" type="pres">
      <dgm:prSet presAssocID="{E0B58B5F-BDD4-4B4F-95CB-C9B2F0AD5D15}" presName="iconBgRect" presStyleLbl="bgShp" presStyleIdx="2" presStyleCnt="5"/>
      <dgm:spPr/>
    </dgm:pt>
    <dgm:pt modelId="{F65FFCC2-1D02-41F5-BDB3-181582944991}" type="pres">
      <dgm:prSet presAssocID="{E0B58B5F-BDD4-4B4F-95CB-C9B2F0AD5D15}" presName="iconRect" presStyleLbl="node1" presStyleIdx="2" presStyleCnt="5"/>
      <dgm:spPr>
        <a:blipFill>
          <a:blip xmlns:r="http://schemas.openxmlformats.org/officeDocument/2006/relationships" r:embed="rId5" cstate="screen">
            <a:extLst>
              <a:ext uri="{28A0092B-C50C-407E-A947-70E740481C1C}">
                <a14:useLocalDpi xmlns:a14="http://schemas.microsoft.com/office/drawing/2010/main"/>
              </a:ext>
              <a:ext uri="{96DAC541-7B7A-43D3-8B79-37D633B846F1}">
                <asvg:svgBlip xmlns:asvg="http://schemas.microsoft.com/office/drawing/2016/SVG/main" r:embed="rId6"/>
              </a:ext>
            </a:extLst>
          </a:blip>
          <a:stretch>
            <a:fillRect/>
          </a:stretch>
        </a:blipFill>
        <a:ln>
          <a:noFill/>
        </a:ln>
      </dgm:spPr>
      <dgm:extLst>
        <a:ext uri="{E40237B7-FDA0-4F09-8148-C483321AD2D9}">
          <dgm14:cNvPr xmlns:dgm14="http://schemas.microsoft.com/office/drawing/2010/diagram" id="0" name="" descr="Alt Yazı"/>
        </a:ext>
      </dgm:extLst>
    </dgm:pt>
    <dgm:pt modelId="{4CCA70C4-0D53-47FA-A152-813CF39FCE19}" type="pres">
      <dgm:prSet presAssocID="{E0B58B5F-BDD4-4B4F-95CB-C9B2F0AD5D15}" presName="spaceRect" presStyleCnt="0"/>
      <dgm:spPr/>
    </dgm:pt>
    <dgm:pt modelId="{4F51F3E4-687C-4C01-84CA-B6D6F4DF9BB6}" type="pres">
      <dgm:prSet presAssocID="{E0B58B5F-BDD4-4B4F-95CB-C9B2F0AD5D15}" presName="textRect" presStyleLbl="revTx" presStyleIdx="2" presStyleCnt="5">
        <dgm:presLayoutVars>
          <dgm:chMax val="1"/>
          <dgm:chPref val="1"/>
        </dgm:presLayoutVars>
      </dgm:prSet>
      <dgm:spPr/>
    </dgm:pt>
    <dgm:pt modelId="{00ED8990-CBE1-4F97-AA6D-64A53AFED56A}" type="pres">
      <dgm:prSet presAssocID="{BC0D5806-3BEE-4C1E-9A1F-B83647E6926D}" presName="sibTrans" presStyleCnt="0"/>
      <dgm:spPr/>
    </dgm:pt>
    <dgm:pt modelId="{0DA53A9F-2CFB-4DB8-B3EA-C86EF91FB972}" type="pres">
      <dgm:prSet presAssocID="{51EEAEC7-EBFA-48A3-97BA-34F6E1DFEEC5}" presName="compNode" presStyleCnt="0"/>
      <dgm:spPr/>
    </dgm:pt>
    <dgm:pt modelId="{B523626F-DE33-41F4-A942-06EDFBA76DD8}" type="pres">
      <dgm:prSet presAssocID="{51EEAEC7-EBFA-48A3-97BA-34F6E1DFEEC5}" presName="iconBgRect" presStyleLbl="bgShp" presStyleIdx="3" presStyleCnt="5"/>
      <dgm:spPr/>
    </dgm:pt>
    <dgm:pt modelId="{AF74B5FD-3C02-4574-9D5E-11A81F1A0BA4}" type="pres">
      <dgm:prSet presAssocID="{51EEAEC7-EBFA-48A3-97BA-34F6E1DFEEC5}" presName="iconRect" presStyleLbl="node1" presStyleIdx="3" presStyleCnt="5"/>
      <dgm:spPr>
        <a:blipFill>
          <a:blip xmlns:r="http://schemas.openxmlformats.org/officeDocument/2006/relationships" r:embed="rId7" cstate="screen">
            <a:extLst>
              <a:ext uri="{28A0092B-C50C-407E-A947-70E740481C1C}">
                <a14:useLocalDpi xmlns:a14="http://schemas.microsoft.com/office/drawing/2010/main"/>
              </a:ext>
              <a:ext uri="{96DAC541-7B7A-43D3-8B79-37D633B846F1}">
                <asvg:svgBlip xmlns:asvg="http://schemas.microsoft.com/office/drawing/2016/SVG/main" r:embed="rId8"/>
              </a:ext>
            </a:extLst>
          </a:blip>
          <a:stretch>
            <a:fillRect/>
          </a:stretch>
        </a:blipFill>
        <a:ln>
          <a:noFill/>
        </a:ln>
      </dgm:spPr>
      <dgm:extLst>
        <a:ext uri="{E40237B7-FDA0-4F09-8148-C483321AD2D9}">
          <dgm14:cNvPr xmlns:dgm14="http://schemas.microsoft.com/office/drawing/2010/diagram" id="0" name="" descr="Social Network"/>
        </a:ext>
      </dgm:extLst>
    </dgm:pt>
    <dgm:pt modelId="{9F446142-9D33-4C9A-A72B-5A756ECC50E0}" type="pres">
      <dgm:prSet presAssocID="{51EEAEC7-EBFA-48A3-97BA-34F6E1DFEEC5}" presName="spaceRect" presStyleCnt="0"/>
      <dgm:spPr/>
    </dgm:pt>
    <dgm:pt modelId="{F55F9804-F5C2-4614-B644-A342A0A459F0}" type="pres">
      <dgm:prSet presAssocID="{51EEAEC7-EBFA-48A3-97BA-34F6E1DFEEC5}" presName="textRect" presStyleLbl="revTx" presStyleIdx="3" presStyleCnt="5">
        <dgm:presLayoutVars>
          <dgm:chMax val="1"/>
          <dgm:chPref val="1"/>
        </dgm:presLayoutVars>
      </dgm:prSet>
      <dgm:spPr/>
    </dgm:pt>
    <dgm:pt modelId="{3A712B67-C959-471B-BAFB-C13DF8751F05}" type="pres">
      <dgm:prSet presAssocID="{A72DA4BD-AB26-4947-9BAB-27EDE6722812}" presName="sibTrans" presStyleCnt="0"/>
      <dgm:spPr/>
    </dgm:pt>
    <dgm:pt modelId="{257D1BBE-97FF-4144-8EBD-5891F74B2D53}" type="pres">
      <dgm:prSet presAssocID="{2D5000ED-19C1-4D4C-8515-F1F35831A57B}" presName="compNode" presStyleCnt="0"/>
      <dgm:spPr/>
    </dgm:pt>
    <dgm:pt modelId="{F3F5CB1A-2CDE-4BE1-96E9-AE4D7DC58FE1}" type="pres">
      <dgm:prSet presAssocID="{2D5000ED-19C1-4D4C-8515-F1F35831A57B}" presName="iconBgRect" presStyleLbl="bgShp" presStyleIdx="4" presStyleCnt="5"/>
      <dgm:spPr/>
    </dgm:pt>
    <dgm:pt modelId="{D3A9C1BF-6DD4-4817-AF28-FE85067FF7DC}" type="pres">
      <dgm:prSet presAssocID="{2D5000ED-19C1-4D4C-8515-F1F35831A57B}" presName="iconRect" presStyleLbl="node1" presStyleIdx="4" presStyleCnt="5"/>
      <dgm:spPr>
        <a:blipFill>
          <a:blip xmlns:r="http://schemas.openxmlformats.org/officeDocument/2006/relationships" r:embed="rId9" cstate="screen">
            <a:extLst>
              <a:ext uri="{28A0092B-C50C-407E-A947-70E740481C1C}">
                <a14:useLocalDpi xmlns:a14="http://schemas.microsoft.com/office/drawing/2010/main"/>
              </a:ext>
              <a:ext uri="{96DAC541-7B7A-43D3-8B79-37D633B846F1}">
                <asvg:svgBlip xmlns:asvg="http://schemas.microsoft.com/office/drawing/2016/SVG/main" r:embed="rId10"/>
              </a:ext>
            </a:extLst>
          </a:blip>
          <a:stretch>
            <a:fillRect/>
          </a:stretch>
        </a:blipFill>
        <a:ln>
          <a:noFill/>
        </a:ln>
      </dgm:spPr>
      <dgm:extLst>
        <a:ext uri="{E40237B7-FDA0-4F09-8148-C483321AD2D9}">
          <dgm14:cNvPr xmlns:dgm14="http://schemas.microsoft.com/office/drawing/2010/diagram" id="0" name="" descr="Kontrol listesi"/>
        </a:ext>
      </dgm:extLst>
    </dgm:pt>
    <dgm:pt modelId="{5E1983D9-E615-462F-824C-81A5FEAA10C0}" type="pres">
      <dgm:prSet presAssocID="{2D5000ED-19C1-4D4C-8515-F1F35831A57B}" presName="spaceRect" presStyleCnt="0"/>
      <dgm:spPr/>
    </dgm:pt>
    <dgm:pt modelId="{57F1FE52-6113-4F52-A128-71EE3C6B18B9}" type="pres">
      <dgm:prSet presAssocID="{2D5000ED-19C1-4D4C-8515-F1F35831A57B}" presName="textRect" presStyleLbl="revTx" presStyleIdx="4" presStyleCnt="5">
        <dgm:presLayoutVars>
          <dgm:chMax val="1"/>
          <dgm:chPref val="1"/>
        </dgm:presLayoutVars>
      </dgm:prSet>
      <dgm:spPr/>
    </dgm:pt>
  </dgm:ptLst>
  <dgm:cxnLst>
    <dgm:cxn modelId="{601AC109-C30F-4A30-9075-6A0D0B4F9971}" type="presOf" srcId="{E0B58B5F-BDD4-4B4F-95CB-C9B2F0AD5D15}" destId="{4F51F3E4-687C-4C01-84CA-B6D6F4DF9BB6}" srcOrd="0" destOrd="0" presId="urn:microsoft.com/office/officeart/2018/5/layout/IconCircleLabelList"/>
    <dgm:cxn modelId="{A3900D27-73D5-44CB-81EF-95FC3F4BC75D}" srcId="{23644FD6-638A-48F7-81F7-349A8E9C4AA7}" destId="{51EEAEC7-EBFA-48A3-97BA-34F6E1DFEEC5}" srcOrd="3" destOrd="0" parTransId="{A4389B28-1D15-47E5-9EEA-3046A741544A}" sibTransId="{A72DA4BD-AB26-4947-9BAB-27EDE6722812}"/>
    <dgm:cxn modelId="{8C8BA163-F6AF-48A5-B050-04EC2D270B09}" type="presOf" srcId="{23644FD6-638A-48F7-81F7-349A8E9C4AA7}" destId="{3E7D09DE-A047-473D-AA59-083754FB0CF1}" srcOrd="0" destOrd="0" presId="urn:microsoft.com/office/officeart/2018/5/layout/IconCircleLabelList"/>
    <dgm:cxn modelId="{C8F0B778-7D56-445A-AE81-F68F526D8F6E}" type="presOf" srcId="{51EEAEC7-EBFA-48A3-97BA-34F6E1DFEEC5}" destId="{F55F9804-F5C2-4614-B644-A342A0A459F0}" srcOrd="0" destOrd="0" presId="urn:microsoft.com/office/officeart/2018/5/layout/IconCircleLabelList"/>
    <dgm:cxn modelId="{CF3D0E86-9E1E-4737-BF5C-A66374BD0026}" srcId="{23644FD6-638A-48F7-81F7-349A8E9C4AA7}" destId="{2D5000ED-19C1-4D4C-8515-F1F35831A57B}" srcOrd="4" destOrd="0" parTransId="{B0B8DF48-BA92-46DC-AF04-D18490096605}" sibTransId="{80D7D072-A6AF-4506-9525-7F7D8BA19822}"/>
    <dgm:cxn modelId="{1B64518B-64DB-46BB-82F3-32DE49BC3F6A}" type="presOf" srcId="{A04ADA03-4B9F-40DA-8788-6CDBB73AB224}" destId="{1DE5B9E8-63C7-4EDF-9266-5776210C4D5C}" srcOrd="0" destOrd="0" presId="urn:microsoft.com/office/officeart/2018/5/layout/IconCircleLabelList"/>
    <dgm:cxn modelId="{83DB21B6-23BD-436D-9A81-C9AAA0E2B3A5}" srcId="{23644FD6-638A-48F7-81F7-349A8E9C4AA7}" destId="{3CA0633E-08FF-4177-8B05-B1FD2CFDC165}" srcOrd="1" destOrd="0" parTransId="{6E0EF177-0962-4D35-B99B-DDD3C02ADE63}" sibTransId="{68C35AD9-C781-45DC-A1C1-018D3926729F}"/>
    <dgm:cxn modelId="{63AF38BA-3CEE-4DBC-8691-031504F1F383}" type="presOf" srcId="{2D5000ED-19C1-4D4C-8515-F1F35831A57B}" destId="{57F1FE52-6113-4F52-A128-71EE3C6B18B9}" srcOrd="0" destOrd="0" presId="urn:microsoft.com/office/officeart/2018/5/layout/IconCircleLabelList"/>
    <dgm:cxn modelId="{18F88BC0-79F5-43C5-ACFD-68B972EDA04B}" type="presOf" srcId="{3CA0633E-08FF-4177-8B05-B1FD2CFDC165}" destId="{D7AD3A07-B07B-4BCB-97DE-78139D4B6667}" srcOrd="0" destOrd="0" presId="urn:microsoft.com/office/officeart/2018/5/layout/IconCircleLabelList"/>
    <dgm:cxn modelId="{8F873DC4-8C1B-4749-BF0F-DA8473E92907}" srcId="{23644FD6-638A-48F7-81F7-349A8E9C4AA7}" destId="{A04ADA03-4B9F-40DA-8788-6CDBB73AB224}" srcOrd="0" destOrd="0" parTransId="{8E048BE3-E925-400C-A9C2-E433D3FD9422}" sibTransId="{592B7C84-FB09-4209-867D-5C79967E7C97}"/>
    <dgm:cxn modelId="{827B91DC-9A1F-4A45-AD23-A97719C63A5B}" srcId="{23644FD6-638A-48F7-81F7-349A8E9C4AA7}" destId="{E0B58B5F-BDD4-4B4F-95CB-C9B2F0AD5D15}" srcOrd="2" destOrd="0" parTransId="{59DA2197-BFFF-4DA1-9ACD-9A7B13643D5B}" sibTransId="{BC0D5806-3BEE-4C1E-9A1F-B83647E6926D}"/>
    <dgm:cxn modelId="{0E84399B-8650-4082-8FC2-E826EA649339}" type="presParOf" srcId="{3E7D09DE-A047-473D-AA59-083754FB0CF1}" destId="{E476A54B-C3B4-4454-ACC3-01B739932A50}" srcOrd="0" destOrd="0" presId="urn:microsoft.com/office/officeart/2018/5/layout/IconCircleLabelList"/>
    <dgm:cxn modelId="{724A64E1-A381-4877-9AF1-BE92B76FC6AC}" type="presParOf" srcId="{E476A54B-C3B4-4454-ACC3-01B739932A50}" destId="{F683BEA6-DC78-4B9A-8A84-1E6DC5418DAE}" srcOrd="0" destOrd="0" presId="urn:microsoft.com/office/officeart/2018/5/layout/IconCircleLabelList"/>
    <dgm:cxn modelId="{F69B63EC-6040-4A19-9969-8D39BB268251}" type="presParOf" srcId="{E476A54B-C3B4-4454-ACC3-01B739932A50}" destId="{D20F48F2-4E44-4D1B-A476-D7409B77AFD6}" srcOrd="1" destOrd="0" presId="urn:microsoft.com/office/officeart/2018/5/layout/IconCircleLabelList"/>
    <dgm:cxn modelId="{1C46F0FE-CF19-420B-811E-D1D9D76E6678}" type="presParOf" srcId="{E476A54B-C3B4-4454-ACC3-01B739932A50}" destId="{FBA4152F-6A5C-4063-8D5C-1C8D9D4010F8}" srcOrd="2" destOrd="0" presId="urn:microsoft.com/office/officeart/2018/5/layout/IconCircleLabelList"/>
    <dgm:cxn modelId="{428FBFFE-A423-4348-BA61-846E0EF48E21}" type="presParOf" srcId="{E476A54B-C3B4-4454-ACC3-01B739932A50}" destId="{1DE5B9E8-63C7-4EDF-9266-5776210C4D5C}" srcOrd="3" destOrd="0" presId="urn:microsoft.com/office/officeart/2018/5/layout/IconCircleLabelList"/>
    <dgm:cxn modelId="{77AFC71E-D0B8-40B1-AFF4-37685602C86D}" type="presParOf" srcId="{3E7D09DE-A047-473D-AA59-083754FB0CF1}" destId="{309FA76D-0D0A-4939-8011-04ABAE1A459B}" srcOrd="1" destOrd="0" presId="urn:microsoft.com/office/officeart/2018/5/layout/IconCircleLabelList"/>
    <dgm:cxn modelId="{EB1C55DE-EA1E-4DF3-BDE7-9E7A80C7EEF6}" type="presParOf" srcId="{3E7D09DE-A047-473D-AA59-083754FB0CF1}" destId="{9E23FCF8-1914-4125-809B-E7AB877FA48B}" srcOrd="2" destOrd="0" presId="urn:microsoft.com/office/officeart/2018/5/layout/IconCircleLabelList"/>
    <dgm:cxn modelId="{9316DAFF-59CF-4B0E-90F2-03DE0613E773}" type="presParOf" srcId="{9E23FCF8-1914-4125-809B-E7AB877FA48B}" destId="{0D9E7092-AE6B-47B6-B581-D04027F250EE}" srcOrd="0" destOrd="0" presId="urn:microsoft.com/office/officeart/2018/5/layout/IconCircleLabelList"/>
    <dgm:cxn modelId="{0A25ED85-3603-41EE-8F78-14DB1F93F6A0}" type="presParOf" srcId="{9E23FCF8-1914-4125-809B-E7AB877FA48B}" destId="{830A2D52-A0DC-4000-897A-2408A5927193}" srcOrd="1" destOrd="0" presId="urn:microsoft.com/office/officeart/2018/5/layout/IconCircleLabelList"/>
    <dgm:cxn modelId="{24EE57E1-12E2-429A-8E49-F7BCB5829B40}" type="presParOf" srcId="{9E23FCF8-1914-4125-809B-E7AB877FA48B}" destId="{85F9A919-44EF-43AE-88FB-C948FEA23F61}" srcOrd="2" destOrd="0" presId="urn:microsoft.com/office/officeart/2018/5/layout/IconCircleLabelList"/>
    <dgm:cxn modelId="{AE53FD40-D61B-4087-8628-CA26321C8AFA}" type="presParOf" srcId="{9E23FCF8-1914-4125-809B-E7AB877FA48B}" destId="{D7AD3A07-B07B-4BCB-97DE-78139D4B6667}" srcOrd="3" destOrd="0" presId="urn:microsoft.com/office/officeart/2018/5/layout/IconCircleLabelList"/>
    <dgm:cxn modelId="{F689BD91-8C72-4964-90F0-10B4E7A14978}" type="presParOf" srcId="{3E7D09DE-A047-473D-AA59-083754FB0CF1}" destId="{53092359-ED9B-4277-AD15-A99B6A07BDAE}" srcOrd="3" destOrd="0" presId="urn:microsoft.com/office/officeart/2018/5/layout/IconCircleLabelList"/>
    <dgm:cxn modelId="{B23A3DE2-CEE4-4B8F-8300-E20B220824E5}" type="presParOf" srcId="{3E7D09DE-A047-473D-AA59-083754FB0CF1}" destId="{B48C0880-122A-4168-B135-E39BBB67A15B}" srcOrd="4" destOrd="0" presId="urn:microsoft.com/office/officeart/2018/5/layout/IconCircleLabelList"/>
    <dgm:cxn modelId="{19EDEAF5-49D5-4D9E-AAD2-212C4A8E2C8B}" type="presParOf" srcId="{B48C0880-122A-4168-B135-E39BBB67A15B}" destId="{81F071E7-AC1C-4953-88D2-70D95ECDB536}" srcOrd="0" destOrd="0" presId="urn:microsoft.com/office/officeart/2018/5/layout/IconCircleLabelList"/>
    <dgm:cxn modelId="{22A6475A-AC99-4A22-A384-0CBCE9F16AD6}" type="presParOf" srcId="{B48C0880-122A-4168-B135-E39BBB67A15B}" destId="{F65FFCC2-1D02-41F5-BDB3-181582944991}" srcOrd="1" destOrd="0" presId="urn:microsoft.com/office/officeart/2018/5/layout/IconCircleLabelList"/>
    <dgm:cxn modelId="{C8C25066-25E8-4472-B071-9DFD8B393040}" type="presParOf" srcId="{B48C0880-122A-4168-B135-E39BBB67A15B}" destId="{4CCA70C4-0D53-47FA-A152-813CF39FCE19}" srcOrd="2" destOrd="0" presId="urn:microsoft.com/office/officeart/2018/5/layout/IconCircleLabelList"/>
    <dgm:cxn modelId="{85390B8B-16F3-4A4E-8A9E-1A2D1BE4D3E0}" type="presParOf" srcId="{B48C0880-122A-4168-B135-E39BBB67A15B}" destId="{4F51F3E4-687C-4C01-84CA-B6D6F4DF9BB6}" srcOrd="3" destOrd="0" presId="urn:microsoft.com/office/officeart/2018/5/layout/IconCircleLabelList"/>
    <dgm:cxn modelId="{9034C626-CE3D-4021-967A-4C1908BE19DE}" type="presParOf" srcId="{3E7D09DE-A047-473D-AA59-083754FB0CF1}" destId="{00ED8990-CBE1-4F97-AA6D-64A53AFED56A}" srcOrd="5" destOrd="0" presId="urn:microsoft.com/office/officeart/2018/5/layout/IconCircleLabelList"/>
    <dgm:cxn modelId="{4B4B63EE-C3BE-4DA7-AEDB-543BBBA72EC4}" type="presParOf" srcId="{3E7D09DE-A047-473D-AA59-083754FB0CF1}" destId="{0DA53A9F-2CFB-4DB8-B3EA-C86EF91FB972}" srcOrd="6" destOrd="0" presId="urn:microsoft.com/office/officeart/2018/5/layout/IconCircleLabelList"/>
    <dgm:cxn modelId="{3B486399-75A3-4E43-8374-8E9E6B1CCC68}" type="presParOf" srcId="{0DA53A9F-2CFB-4DB8-B3EA-C86EF91FB972}" destId="{B523626F-DE33-41F4-A942-06EDFBA76DD8}" srcOrd="0" destOrd="0" presId="urn:microsoft.com/office/officeart/2018/5/layout/IconCircleLabelList"/>
    <dgm:cxn modelId="{0C8C1492-C77D-4580-A408-F5466F0E8C85}" type="presParOf" srcId="{0DA53A9F-2CFB-4DB8-B3EA-C86EF91FB972}" destId="{AF74B5FD-3C02-4574-9D5E-11A81F1A0BA4}" srcOrd="1" destOrd="0" presId="urn:microsoft.com/office/officeart/2018/5/layout/IconCircleLabelList"/>
    <dgm:cxn modelId="{8AEF8F27-32FA-4F15-81D4-734B63981B7D}" type="presParOf" srcId="{0DA53A9F-2CFB-4DB8-B3EA-C86EF91FB972}" destId="{9F446142-9D33-4C9A-A72B-5A756ECC50E0}" srcOrd="2" destOrd="0" presId="urn:microsoft.com/office/officeart/2018/5/layout/IconCircleLabelList"/>
    <dgm:cxn modelId="{9D7E970E-32EA-422F-91A2-0139E9CD9B44}" type="presParOf" srcId="{0DA53A9F-2CFB-4DB8-B3EA-C86EF91FB972}" destId="{F55F9804-F5C2-4614-B644-A342A0A459F0}" srcOrd="3" destOrd="0" presId="urn:microsoft.com/office/officeart/2018/5/layout/IconCircleLabelList"/>
    <dgm:cxn modelId="{BB0DC285-BFC7-4DF3-9883-B10F80CBC27D}" type="presParOf" srcId="{3E7D09DE-A047-473D-AA59-083754FB0CF1}" destId="{3A712B67-C959-471B-BAFB-C13DF8751F05}" srcOrd="7" destOrd="0" presId="urn:microsoft.com/office/officeart/2018/5/layout/IconCircleLabelList"/>
    <dgm:cxn modelId="{4A65208B-ED9C-47A3-9671-C84CCD52B449}" type="presParOf" srcId="{3E7D09DE-A047-473D-AA59-083754FB0CF1}" destId="{257D1BBE-97FF-4144-8EBD-5891F74B2D53}" srcOrd="8" destOrd="0" presId="urn:microsoft.com/office/officeart/2018/5/layout/IconCircleLabelList"/>
    <dgm:cxn modelId="{DE824A6C-6AFD-4069-A5ED-2C593308A16E}" type="presParOf" srcId="{257D1BBE-97FF-4144-8EBD-5891F74B2D53}" destId="{F3F5CB1A-2CDE-4BE1-96E9-AE4D7DC58FE1}" srcOrd="0" destOrd="0" presId="urn:microsoft.com/office/officeart/2018/5/layout/IconCircleLabelList"/>
    <dgm:cxn modelId="{A9BD52F8-7C9F-4D19-A777-2EC14EE0537E}" type="presParOf" srcId="{257D1BBE-97FF-4144-8EBD-5891F74B2D53}" destId="{D3A9C1BF-6DD4-4817-AF28-FE85067FF7DC}" srcOrd="1" destOrd="0" presId="urn:microsoft.com/office/officeart/2018/5/layout/IconCircleLabelList"/>
    <dgm:cxn modelId="{9AE0C920-0BB2-41EE-BEBB-926D30BCD341}" type="presParOf" srcId="{257D1BBE-97FF-4144-8EBD-5891F74B2D53}" destId="{5E1983D9-E615-462F-824C-81A5FEAA10C0}" srcOrd="2" destOrd="0" presId="urn:microsoft.com/office/officeart/2018/5/layout/IconCircleLabelList"/>
    <dgm:cxn modelId="{0A46C895-BA3B-4F47-AAA1-66358AA25A45}" type="presParOf" srcId="{257D1BBE-97FF-4144-8EBD-5891F74B2D53}" destId="{57F1FE52-6113-4F52-A128-71EE3C6B18B9}" srcOrd="3" destOrd="0" presId="urn:microsoft.com/office/officeart/2018/5/layout/IconCircleLabel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5DF6367E-006A-433C-A3EF-635CE0CF7B7C}" type="doc">
      <dgm:prSet loTypeId="urn:microsoft.com/office/officeart/2005/8/layout/vList2" loCatId="list" qsTypeId="urn:microsoft.com/office/officeart/2005/8/quickstyle/simple1" qsCatId="simple" csTypeId="urn:microsoft.com/office/officeart/2005/8/colors/colorful2" csCatId="colorful"/>
      <dgm:spPr/>
      <dgm:t>
        <a:bodyPr/>
        <a:lstStyle/>
        <a:p>
          <a:endParaRPr lang="en-US"/>
        </a:p>
      </dgm:t>
    </dgm:pt>
    <dgm:pt modelId="{E1F152EE-91C7-422C-950E-982750F0B440}">
      <dgm:prSet/>
      <dgm:spPr/>
      <dgm:t>
        <a:bodyPr/>
        <a:lstStyle/>
        <a:p>
          <a:r>
            <a:rPr lang="tr-TR" b="0" baseline="0"/>
            <a:t>Geleceğin değerlendirilmesi ve ona göre gerekli önlemlerin alınmasıdır. Her yönetim sürecinin çok önemli bir parçası olan planlamayı, örgütsel amaçlara ulaşılmak için gerekli politika ve yöntemlerin seçimi şeklinde tanımlamak mümkündür. </a:t>
          </a:r>
          <a:endParaRPr lang="en-US"/>
        </a:p>
      </dgm:t>
    </dgm:pt>
    <dgm:pt modelId="{A079899A-8AE8-4148-8B59-D6A065EF1FB9}" type="parTrans" cxnId="{A7BA584F-09A2-4FBB-B68B-B2F7777A8211}">
      <dgm:prSet/>
      <dgm:spPr/>
      <dgm:t>
        <a:bodyPr/>
        <a:lstStyle/>
        <a:p>
          <a:endParaRPr lang="en-US"/>
        </a:p>
      </dgm:t>
    </dgm:pt>
    <dgm:pt modelId="{53D70E75-88FE-4C0F-986B-9FAF261531CB}" type="sibTrans" cxnId="{A7BA584F-09A2-4FBB-B68B-B2F7777A8211}">
      <dgm:prSet/>
      <dgm:spPr/>
      <dgm:t>
        <a:bodyPr/>
        <a:lstStyle/>
        <a:p>
          <a:endParaRPr lang="en-US"/>
        </a:p>
      </dgm:t>
    </dgm:pt>
    <dgm:pt modelId="{64D85C82-C34A-4D80-955F-B0FD5AA28878}">
      <dgm:prSet/>
      <dgm:spPr/>
      <dgm:t>
        <a:bodyPr/>
        <a:lstStyle/>
        <a:p>
          <a:r>
            <a:rPr lang="tr-TR" b="0" baseline="0"/>
            <a:t>Planlama </a:t>
          </a:r>
          <a:r>
            <a:rPr lang="tr-TR" b="1" baseline="0"/>
            <a:t>« ne yapılacağının önceden kararlaştırılması» </a:t>
          </a:r>
          <a:r>
            <a:rPr lang="tr-TR" b="0" baseline="0"/>
            <a:t>veya </a:t>
          </a:r>
          <a:r>
            <a:rPr lang="tr-TR" b="1" baseline="0"/>
            <a:t>«neyin, ne zaman, nerede ve kim tarafından yapılacağının önceden kararlaştırılması süreci» </a:t>
          </a:r>
          <a:r>
            <a:rPr lang="tr-TR" b="0" baseline="0"/>
            <a:t>şeklinde ifade edilebilir. </a:t>
          </a:r>
          <a:endParaRPr lang="en-US"/>
        </a:p>
      </dgm:t>
    </dgm:pt>
    <dgm:pt modelId="{CE1BFBCE-84F5-45DA-AED5-E9F3D8AB8B5A}" type="parTrans" cxnId="{AC01A650-8F47-4220-A4CC-92FE50D2B7FB}">
      <dgm:prSet/>
      <dgm:spPr/>
      <dgm:t>
        <a:bodyPr/>
        <a:lstStyle/>
        <a:p>
          <a:endParaRPr lang="en-US"/>
        </a:p>
      </dgm:t>
    </dgm:pt>
    <dgm:pt modelId="{EEBCC63D-4CF6-4980-8AD5-95664C24BA3B}" type="sibTrans" cxnId="{AC01A650-8F47-4220-A4CC-92FE50D2B7FB}">
      <dgm:prSet/>
      <dgm:spPr/>
      <dgm:t>
        <a:bodyPr/>
        <a:lstStyle/>
        <a:p>
          <a:endParaRPr lang="en-US"/>
        </a:p>
      </dgm:t>
    </dgm:pt>
    <dgm:pt modelId="{19D9B32D-3DF7-7746-9AB8-15D1D0C4D494}" type="pres">
      <dgm:prSet presAssocID="{5DF6367E-006A-433C-A3EF-635CE0CF7B7C}" presName="linear" presStyleCnt="0">
        <dgm:presLayoutVars>
          <dgm:animLvl val="lvl"/>
          <dgm:resizeHandles val="exact"/>
        </dgm:presLayoutVars>
      </dgm:prSet>
      <dgm:spPr/>
    </dgm:pt>
    <dgm:pt modelId="{94FC0E4A-89BA-3643-AB5D-165BF6C7A4B9}" type="pres">
      <dgm:prSet presAssocID="{E1F152EE-91C7-422C-950E-982750F0B440}" presName="parentText" presStyleLbl="node1" presStyleIdx="0" presStyleCnt="2">
        <dgm:presLayoutVars>
          <dgm:chMax val="0"/>
          <dgm:bulletEnabled val="1"/>
        </dgm:presLayoutVars>
      </dgm:prSet>
      <dgm:spPr/>
    </dgm:pt>
    <dgm:pt modelId="{346C3393-7EE3-174B-B079-0B59FDD6A5AC}" type="pres">
      <dgm:prSet presAssocID="{53D70E75-88FE-4C0F-986B-9FAF261531CB}" presName="spacer" presStyleCnt="0"/>
      <dgm:spPr/>
    </dgm:pt>
    <dgm:pt modelId="{13E31FA5-E61B-EA4E-BC7E-F81670FAA193}" type="pres">
      <dgm:prSet presAssocID="{64D85C82-C34A-4D80-955F-B0FD5AA28878}" presName="parentText" presStyleLbl="node1" presStyleIdx="1" presStyleCnt="2">
        <dgm:presLayoutVars>
          <dgm:chMax val="0"/>
          <dgm:bulletEnabled val="1"/>
        </dgm:presLayoutVars>
      </dgm:prSet>
      <dgm:spPr/>
    </dgm:pt>
  </dgm:ptLst>
  <dgm:cxnLst>
    <dgm:cxn modelId="{A7BA584F-09A2-4FBB-B68B-B2F7777A8211}" srcId="{5DF6367E-006A-433C-A3EF-635CE0CF7B7C}" destId="{E1F152EE-91C7-422C-950E-982750F0B440}" srcOrd="0" destOrd="0" parTransId="{A079899A-8AE8-4148-8B59-D6A065EF1FB9}" sibTransId="{53D70E75-88FE-4C0F-986B-9FAF261531CB}"/>
    <dgm:cxn modelId="{AC01A650-8F47-4220-A4CC-92FE50D2B7FB}" srcId="{5DF6367E-006A-433C-A3EF-635CE0CF7B7C}" destId="{64D85C82-C34A-4D80-955F-B0FD5AA28878}" srcOrd="1" destOrd="0" parTransId="{CE1BFBCE-84F5-45DA-AED5-E9F3D8AB8B5A}" sibTransId="{EEBCC63D-4CF6-4980-8AD5-95664C24BA3B}"/>
    <dgm:cxn modelId="{DC5AA5AA-BFED-2C48-88CB-04944DCF1779}" type="presOf" srcId="{5DF6367E-006A-433C-A3EF-635CE0CF7B7C}" destId="{19D9B32D-3DF7-7746-9AB8-15D1D0C4D494}" srcOrd="0" destOrd="0" presId="urn:microsoft.com/office/officeart/2005/8/layout/vList2"/>
    <dgm:cxn modelId="{A7D0A3D0-8AB7-8149-BD77-4EA06014AC8D}" type="presOf" srcId="{64D85C82-C34A-4D80-955F-B0FD5AA28878}" destId="{13E31FA5-E61B-EA4E-BC7E-F81670FAA193}" srcOrd="0" destOrd="0" presId="urn:microsoft.com/office/officeart/2005/8/layout/vList2"/>
    <dgm:cxn modelId="{F80722D2-2772-4346-83BF-11C1AF53AE64}" type="presOf" srcId="{E1F152EE-91C7-422C-950E-982750F0B440}" destId="{94FC0E4A-89BA-3643-AB5D-165BF6C7A4B9}" srcOrd="0" destOrd="0" presId="urn:microsoft.com/office/officeart/2005/8/layout/vList2"/>
    <dgm:cxn modelId="{0AA90392-9270-D849-818F-F4668E446DE3}" type="presParOf" srcId="{19D9B32D-3DF7-7746-9AB8-15D1D0C4D494}" destId="{94FC0E4A-89BA-3643-AB5D-165BF6C7A4B9}" srcOrd="0" destOrd="0" presId="urn:microsoft.com/office/officeart/2005/8/layout/vList2"/>
    <dgm:cxn modelId="{B603498B-0021-7044-8B1B-18DB570C390C}" type="presParOf" srcId="{19D9B32D-3DF7-7746-9AB8-15D1D0C4D494}" destId="{346C3393-7EE3-174B-B079-0B59FDD6A5AC}" srcOrd="1" destOrd="0" presId="urn:microsoft.com/office/officeart/2005/8/layout/vList2"/>
    <dgm:cxn modelId="{4BC25BF5-3F48-264A-8732-074763288A61}" type="presParOf" srcId="{19D9B32D-3DF7-7746-9AB8-15D1D0C4D494}" destId="{13E31FA5-E61B-EA4E-BC7E-F81670FAA193}" srcOrd="2" destOrd="0" presId="urn:microsoft.com/office/officeart/2005/8/layout/vList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6E79337B-25B0-9640-B74E-E4C4DCD84AFD}" type="doc">
      <dgm:prSet loTypeId="urn:microsoft.com/office/officeart/2005/8/layout/orgChart1" loCatId="" qsTypeId="urn:microsoft.com/office/officeart/2005/8/quickstyle/simple4" qsCatId="simple" csTypeId="urn:microsoft.com/office/officeart/2005/8/colors/colorful5" csCatId="colorful" phldr="1"/>
      <dgm:spPr/>
      <dgm:t>
        <a:bodyPr/>
        <a:lstStyle/>
        <a:p>
          <a:endParaRPr lang="tr-TR"/>
        </a:p>
      </dgm:t>
    </dgm:pt>
    <dgm:pt modelId="{5B920722-D12B-8C44-BA5A-1C9A3EC95DE7}">
      <dgm:prSet phldrT="[Metin]"/>
      <dgm:spPr>
        <a:solidFill>
          <a:schemeClr val="accent4">
            <a:lumMod val="40000"/>
            <a:lumOff val="60000"/>
          </a:schemeClr>
        </a:solidFill>
      </dgm:spPr>
      <dgm:t>
        <a:bodyPr/>
        <a:lstStyle/>
        <a:p>
          <a:r>
            <a:rPr lang="tr-TR"/>
            <a:t>     </a:t>
          </a:r>
          <a:r>
            <a:rPr lang="tr-TR">
              <a:solidFill>
                <a:schemeClr val="tx1"/>
              </a:solidFill>
            </a:rPr>
            <a:t>Başkan</a:t>
          </a:r>
          <a:r>
            <a:rPr lang="tr-TR"/>
            <a:t>	</a:t>
          </a:r>
        </a:p>
      </dgm:t>
    </dgm:pt>
    <dgm:pt modelId="{8D1BFBE7-8136-1E46-AAE0-81B03AEBC33A}" type="parTrans" cxnId="{6021E031-BF9F-5343-B040-71FC1C45BA34}">
      <dgm:prSet/>
      <dgm:spPr/>
      <dgm:t>
        <a:bodyPr/>
        <a:lstStyle/>
        <a:p>
          <a:endParaRPr lang="tr-TR"/>
        </a:p>
      </dgm:t>
    </dgm:pt>
    <dgm:pt modelId="{CE145021-DB62-6445-A3FD-D25F214E48A3}" type="sibTrans" cxnId="{6021E031-BF9F-5343-B040-71FC1C45BA34}">
      <dgm:prSet/>
      <dgm:spPr/>
      <dgm:t>
        <a:bodyPr/>
        <a:lstStyle/>
        <a:p>
          <a:endParaRPr lang="tr-TR"/>
        </a:p>
      </dgm:t>
    </dgm:pt>
    <dgm:pt modelId="{BE73702E-041C-5644-9B27-81CC209389CF}">
      <dgm:prSet phldrT="[Metin]"/>
      <dgm:spPr>
        <a:solidFill>
          <a:srgbClr val="0070C0"/>
        </a:solidFill>
      </dgm:spPr>
      <dgm:t>
        <a:bodyPr/>
        <a:lstStyle/>
        <a:p>
          <a:r>
            <a:rPr lang="tr-TR" dirty="0"/>
            <a:t>Üretim</a:t>
          </a:r>
        </a:p>
      </dgm:t>
    </dgm:pt>
    <dgm:pt modelId="{CD4DC362-DEF7-BA43-A571-15345E233828}" type="parTrans" cxnId="{B81D4A5C-DD4A-894C-8CDC-8AAF70153A39}">
      <dgm:prSet>
        <dgm:style>
          <a:lnRef idx="1">
            <a:schemeClr val="dk1"/>
          </a:lnRef>
          <a:fillRef idx="0">
            <a:schemeClr val="dk1"/>
          </a:fillRef>
          <a:effectRef idx="0">
            <a:schemeClr val="dk1"/>
          </a:effectRef>
          <a:fontRef idx="minor">
            <a:schemeClr val="tx1"/>
          </a:fontRef>
        </dgm:style>
      </dgm:prSet>
      <dgm:spPr/>
      <dgm:t>
        <a:bodyPr/>
        <a:lstStyle/>
        <a:p>
          <a:endParaRPr lang="tr-TR"/>
        </a:p>
      </dgm:t>
    </dgm:pt>
    <dgm:pt modelId="{F9CE1210-FB69-2343-A43E-4CAE6673A832}" type="sibTrans" cxnId="{B81D4A5C-DD4A-894C-8CDC-8AAF70153A39}">
      <dgm:prSet/>
      <dgm:spPr/>
      <dgm:t>
        <a:bodyPr/>
        <a:lstStyle/>
        <a:p>
          <a:endParaRPr lang="tr-TR"/>
        </a:p>
      </dgm:t>
    </dgm:pt>
    <dgm:pt modelId="{C179B97B-333E-2442-80D0-48BE02F5FCD8}">
      <dgm:prSet phldrT="[Metin]"/>
      <dgm:spPr>
        <a:solidFill>
          <a:srgbClr val="0070C0"/>
        </a:solidFill>
      </dgm:spPr>
      <dgm:t>
        <a:bodyPr/>
        <a:lstStyle/>
        <a:p>
          <a:r>
            <a:rPr lang="tr-TR" dirty="0"/>
            <a:t>Pazarlama</a:t>
          </a:r>
        </a:p>
      </dgm:t>
    </dgm:pt>
    <dgm:pt modelId="{75E89E84-7CFB-E040-9AEB-A8C3A630BDB9}" type="parTrans" cxnId="{4C143498-529F-8D49-BA7C-395A0D617E88}">
      <dgm:prSet>
        <dgm:style>
          <a:lnRef idx="1">
            <a:schemeClr val="dk1"/>
          </a:lnRef>
          <a:fillRef idx="0">
            <a:schemeClr val="dk1"/>
          </a:fillRef>
          <a:effectRef idx="0">
            <a:schemeClr val="dk1"/>
          </a:effectRef>
          <a:fontRef idx="minor">
            <a:schemeClr val="tx1"/>
          </a:fontRef>
        </dgm:style>
      </dgm:prSet>
      <dgm:spPr/>
      <dgm:t>
        <a:bodyPr/>
        <a:lstStyle/>
        <a:p>
          <a:endParaRPr lang="tr-TR"/>
        </a:p>
      </dgm:t>
    </dgm:pt>
    <dgm:pt modelId="{C94A4AFE-CA98-7C41-BF9F-58D2EC950B41}" type="sibTrans" cxnId="{4C143498-529F-8D49-BA7C-395A0D617E88}">
      <dgm:prSet/>
      <dgm:spPr/>
      <dgm:t>
        <a:bodyPr/>
        <a:lstStyle/>
        <a:p>
          <a:endParaRPr lang="tr-TR"/>
        </a:p>
      </dgm:t>
    </dgm:pt>
    <dgm:pt modelId="{4D37AFF1-345A-E844-895F-1D4F1A4DBF1F}">
      <dgm:prSet phldrT="[Metin]"/>
      <dgm:spPr>
        <a:solidFill>
          <a:srgbClr val="0070C0"/>
        </a:solidFill>
      </dgm:spPr>
      <dgm:t>
        <a:bodyPr/>
        <a:lstStyle/>
        <a:p>
          <a:r>
            <a:rPr lang="tr-TR" dirty="0"/>
            <a:t>Finans</a:t>
          </a:r>
        </a:p>
      </dgm:t>
    </dgm:pt>
    <dgm:pt modelId="{8A3D601E-89C9-B944-ABAC-5280F1E3BA36}" type="parTrans" cxnId="{5F59F5B6-832C-AA4D-AA22-6C906A6F2888}">
      <dgm:prSet>
        <dgm:style>
          <a:lnRef idx="1">
            <a:schemeClr val="dk1"/>
          </a:lnRef>
          <a:fillRef idx="0">
            <a:schemeClr val="dk1"/>
          </a:fillRef>
          <a:effectRef idx="0">
            <a:schemeClr val="dk1"/>
          </a:effectRef>
          <a:fontRef idx="minor">
            <a:schemeClr val="tx1"/>
          </a:fontRef>
        </dgm:style>
      </dgm:prSet>
      <dgm:spPr/>
      <dgm:t>
        <a:bodyPr/>
        <a:lstStyle/>
        <a:p>
          <a:endParaRPr lang="tr-TR"/>
        </a:p>
      </dgm:t>
    </dgm:pt>
    <dgm:pt modelId="{AF1D6187-E181-8E4F-9E02-16BEE15DF4A9}" type="sibTrans" cxnId="{5F59F5B6-832C-AA4D-AA22-6C906A6F2888}">
      <dgm:prSet/>
      <dgm:spPr/>
      <dgm:t>
        <a:bodyPr/>
        <a:lstStyle/>
        <a:p>
          <a:endParaRPr lang="tr-TR"/>
        </a:p>
      </dgm:t>
    </dgm:pt>
    <dgm:pt modelId="{795ED248-3449-4A0C-ADFA-FA972BC9D2AE}" type="pres">
      <dgm:prSet presAssocID="{6E79337B-25B0-9640-B74E-E4C4DCD84AFD}" presName="hierChild1" presStyleCnt="0">
        <dgm:presLayoutVars>
          <dgm:orgChart val="1"/>
          <dgm:chPref val="1"/>
          <dgm:dir/>
          <dgm:animOne val="branch"/>
          <dgm:animLvl val="lvl"/>
          <dgm:resizeHandles/>
        </dgm:presLayoutVars>
      </dgm:prSet>
      <dgm:spPr/>
    </dgm:pt>
    <dgm:pt modelId="{184EBD91-02B0-4D40-97A9-2F5B9BD54B7C}" type="pres">
      <dgm:prSet presAssocID="{5B920722-D12B-8C44-BA5A-1C9A3EC95DE7}" presName="hierRoot1" presStyleCnt="0">
        <dgm:presLayoutVars>
          <dgm:hierBranch val="init"/>
        </dgm:presLayoutVars>
      </dgm:prSet>
      <dgm:spPr/>
    </dgm:pt>
    <dgm:pt modelId="{FD78FE84-EC9A-4231-A5F1-87ED0870BC9C}" type="pres">
      <dgm:prSet presAssocID="{5B920722-D12B-8C44-BA5A-1C9A3EC95DE7}" presName="rootComposite1" presStyleCnt="0"/>
      <dgm:spPr/>
    </dgm:pt>
    <dgm:pt modelId="{0A6C7AE7-38CC-483C-855F-7DFF2B7FB589}" type="pres">
      <dgm:prSet presAssocID="{5B920722-D12B-8C44-BA5A-1C9A3EC95DE7}" presName="rootText1" presStyleLbl="node0" presStyleIdx="0" presStyleCnt="1">
        <dgm:presLayoutVars>
          <dgm:chPref val="3"/>
        </dgm:presLayoutVars>
      </dgm:prSet>
      <dgm:spPr/>
    </dgm:pt>
    <dgm:pt modelId="{05A2AE1C-7EAE-4B5F-A004-7F2D5A815620}" type="pres">
      <dgm:prSet presAssocID="{5B920722-D12B-8C44-BA5A-1C9A3EC95DE7}" presName="rootConnector1" presStyleLbl="node1" presStyleIdx="0" presStyleCnt="0"/>
      <dgm:spPr/>
    </dgm:pt>
    <dgm:pt modelId="{C8E507EA-8688-4715-B1ED-658AB679C6DA}" type="pres">
      <dgm:prSet presAssocID="{5B920722-D12B-8C44-BA5A-1C9A3EC95DE7}" presName="hierChild2" presStyleCnt="0"/>
      <dgm:spPr/>
    </dgm:pt>
    <dgm:pt modelId="{B54F506D-A4CB-40D8-A805-962BB261F14A}" type="pres">
      <dgm:prSet presAssocID="{CD4DC362-DEF7-BA43-A571-15345E233828}" presName="Name37" presStyleLbl="parChTrans1D2" presStyleIdx="0" presStyleCnt="3"/>
      <dgm:spPr/>
    </dgm:pt>
    <dgm:pt modelId="{9B36E57D-BDE1-4969-96A2-58AB3F801DCC}" type="pres">
      <dgm:prSet presAssocID="{BE73702E-041C-5644-9B27-81CC209389CF}" presName="hierRoot2" presStyleCnt="0">
        <dgm:presLayoutVars>
          <dgm:hierBranch val="init"/>
        </dgm:presLayoutVars>
      </dgm:prSet>
      <dgm:spPr/>
    </dgm:pt>
    <dgm:pt modelId="{30D5C399-9ACE-4DC1-A898-EE3698F37345}" type="pres">
      <dgm:prSet presAssocID="{BE73702E-041C-5644-9B27-81CC209389CF}" presName="rootComposite" presStyleCnt="0"/>
      <dgm:spPr/>
    </dgm:pt>
    <dgm:pt modelId="{759C3E2E-CB04-498A-88E2-1F29653DFA9B}" type="pres">
      <dgm:prSet presAssocID="{BE73702E-041C-5644-9B27-81CC209389CF}" presName="rootText" presStyleLbl="node2" presStyleIdx="0" presStyleCnt="3">
        <dgm:presLayoutVars>
          <dgm:chPref val="3"/>
        </dgm:presLayoutVars>
      </dgm:prSet>
      <dgm:spPr/>
    </dgm:pt>
    <dgm:pt modelId="{8CDDA076-8AAF-4D3B-8BD4-D9E227A60E61}" type="pres">
      <dgm:prSet presAssocID="{BE73702E-041C-5644-9B27-81CC209389CF}" presName="rootConnector" presStyleLbl="node2" presStyleIdx="0" presStyleCnt="3"/>
      <dgm:spPr/>
    </dgm:pt>
    <dgm:pt modelId="{0DC86C74-6C96-4A8D-BAAB-C0A4A1BCD331}" type="pres">
      <dgm:prSet presAssocID="{BE73702E-041C-5644-9B27-81CC209389CF}" presName="hierChild4" presStyleCnt="0"/>
      <dgm:spPr/>
    </dgm:pt>
    <dgm:pt modelId="{8AD39C93-168A-48D6-AF7D-38E5763D9481}" type="pres">
      <dgm:prSet presAssocID="{BE73702E-041C-5644-9B27-81CC209389CF}" presName="hierChild5" presStyleCnt="0"/>
      <dgm:spPr/>
    </dgm:pt>
    <dgm:pt modelId="{C30E6A50-4D80-46B9-B1F9-42826B0DBF5F}" type="pres">
      <dgm:prSet presAssocID="{75E89E84-7CFB-E040-9AEB-A8C3A630BDB9}" presName="Name37" presStyleLbl="parChTrans1D2" presStyleIdx="1" presStyleCnt="3"/>
      <dgm:spPr/>
    </dgm:pt>
    <dgm:pt modelId="{9B71D7A4-5904-48A5-9D5C-6BB27A098A47}" type="pres">
      <dgm:prSet presAssocID="{C179B97B-333E-2442-80D0-48BE02F5FCD8}" presName="hierRoot2" presStyleCnt="0">
        <dgm:presLayoutVars>
          <dgm:hierBranch val="init"/>
        </dgm:presLayoutVars>
      </dgm:prSet>
      <dgm:spPr/>
    </dgm:pt>
    <dgm:pt modelId="{0B8B44E6-DBED-4FE2-8347-AF8E8992DFE4}" type="pres">
      <dgm:prSet presAssocID="{C179B97B-333E-2442-80D0-48BE02F5FCD8}" presName="rootComposite" presStyleCnt="0"/>
      <dgm:spPr/>
    </dgm:pt>
    <dgm:pt modelId="{2DF67C1E-390F-4251-9544-4AA5B72C161F}" type="pres">
      <dgm:prSet presAssocID="{C179B97B-333E-2442-80D0-48BE02F5FCD8}" presName="rootText" presStyleLbl="node2" presStyleIdx="1" presStyleCnt="3">
        <dgm:presLayoutVars>
          <dgm:chPref val="3"/>
        </dgm:presLayoutVars>
      </dgm:prSet>
      <dgm:spPr/>
    </dgm:pt>
    <dgm:pt modelId="{979FC124-8DFB-4C4F-BC1A-EAF4F3B57EAC}" type="pres">
      <dgm:prSet presAssocID="{C179B97B-333E-2442-80D0-48BE02F5FCD8}" presName="rootConnector" presStyleLbl="node2" presStyleIdx="1" presStyleCnt="3"/>
      <dgm:spPr/>
    </dgm:pt>
    <dgm:pt modelId="{2F4B6E14-78C6-4499-BBE9-AA39B7A1794F}" type="pres">
      <dgm:prSet presAssocID="{C179B97B-333E-2442-80D0-48BE02F5FCD8}" presName="hierChild4" presStyleCnt="0"/>
      <dgm:spPr/>
    </dgm:pt>
    <dgm:pt modelId="{ED0D53F3-2779-432C-8489-DA7BC06E4413}" type="pres">
      <dgm:prSet presAssocID="{C179B97B-333E-2442-80D0-48BE02F5FCD8}" presName="hierChild5" presStyleCnt="0"/>
      <dgm:spPr/>
    </dgm:pt>
    <dgm:pt modelId="{39750976-0FCE-494B-9238-FD1DB46542BF}" type="pres">
      <dgm:prSet presAssocID="{8A3D601E-89C9-B944-ABAC-5280F1E3BA36}" presName="Name37" presStyleLbl="parChTrans1D2" presStyleIdx="2" presStyleCnt="3"/>
      <dgm:spPr/>
    </dgm:pt>
    <dgm:pt modelId="{DBF274B2-34DB-4FC1-B2CA-840DA7676329}" type="pres">
      <dgm:prSet presAssocID="{4D37AFF1-345A-E844-895F-1D4F1A4DBF1F}" presName="hierRoot2" presStyleCnt="0">
        <dgm:presLayoutVars>
          <dgm:hierBranch val="init"/>
        </dgm:presLayoutVars>
      </dgm:prSet>
      <dgm:spPr/>
    </dgm:pt>
    <dgm:pt modelId="{B46541E8-45A0-4903-85B3-25CBFCD7E324}" type="pres">
      <dgm:prSet presAssocID="{4D37AFF1-345A-E844-895F-1D4F1A4DBF1F}" presName="rootComposite" presStyleCnt="0"/>
      <dgm:spPr/>
    </dgm:pt>
    <dgm:pt modelId="{37353176-BA28-4D93-8245-C04F9B7A3857}" type="pres">
      <dgm:prSet presAssocID="{4D37AFF1-345A-E844-895F-1D4F1A4DBF1F}" presName="rootText" presStyleLbl="node2" presStyleIdx="2" presStyleCnt="3">
        <dgm:presLayoutVars>
          <dgm:chPref val="3"/>
        </dgm:presLayoutVars>
      </dgm:prSet>
      <dgm:spPr/>
    </dgm:pt>
    <dgm:pt modelId="{563C4BE5-28F3-421E-A701-5837AC40F2D9}" type="pres">
      <dgm:prSet presAssocID="{4D37AFF1-345A-E844-895F-1D4F1A4DBF1F}" presName="rootConnector" presStyleLbl="node2" presStyleIdx="2" presStyleCnt="3"/>
      <dgm:spPr/>
    </dgm:pt>
    <dgm:pt modelId="{BFCAAE97-5985-4DE3-B9D9-10AD90CA0363}" type="pres">
      <dgm:prSet presAssocID="{4D37AFF1-345A-E844-895F-1D4F1A4DBF1F}" presName="hierChild4" presStyleCnt="0"/>
      <dgm:spPr/>
    </dgm:pt>
    <dgm:pt modelId="{3EB98E4B-B9CD-444D-9B14-D4DCA9EE33E8}" type="pres">
      <dgm:prSet presAssocID="{4D37AFF1-345A-E844-895F-1D4F1A4DBF1F}" presName="hierChild5" presStyleCnt="0"/>
      <dgm:spPr/>
    </dgm:pt>
    <dgm:pt modelId="{F0274BD5-3C0B-4165-AF26-2A0F6BD3AA95}" type="pres">
      <dgm:prSet presAssocID="{5B920722-D12B-8C44-BA5A-1C9A3EC95DE7}" presName="hierChild3" presStyleCnt="0"/>
      <dgm:spPr/>
    </dgm:pt>
  </dgm:ptLst>
  <dgm:cxnLst>
    <dgm:cxn modelId="{F5FD0311-BC28-42B6-914B-267700872F9B}" type="presOf" srcId="{5B920722-D12B-8C44-BA5A-1C9A3EC95DE7}" destId="{0A6C7AE7-38CC-483C-855F-7DFF2B7FB589}" srcOrd="0" destOrd="0" presId="urn:microsoft.com/office/officeart/2005/8/layout/orgChart1"/>
    <dgm:cxn modelId="{068FC911-8C21-42E8-9DDC-28A233AA830A}" type="presOf" srcId="{6E79337B-25B0-9640-B74E-E4C4DCD84AFD}" destId="{795ED248-3449-4A0C-ADFA-FA972BC9D2AE}" srcOrd="0" destOrd="0" presId="urn:microsoft.com/office/officeart/2005/8/layout/orgChart1"/>
    <dgm:cxn modelId="{59434A12-0DE0-4EC8-B9C8-B567BB116749}" type="presOf" srcId="{C179B97B-333E-2442-80D0-48BE02F5FCD8}" destId="{2DF67C1E-390F-4251-9544-4AA5B72C161F}" srcOrd="0" destOrd="0" presId="urn:microsoft.com/office/officeart/2005/8/layout/orgChart1"/>
    <dgm:cxn modelId="{0062D51F-567F-42FE-8B70-4AC9D9B753AC}" type="presOf" srcId="{C179B97B-333E-2442-80D0-48BE02F5FCD8}" destId="{979FC124-8DFB-4C4F-BC1A-EAF4F3B57EAC}" srcOrd="1" destOrd="0" presId="urn:microsoft.com/office/officeart/2005/8/layout/orgChart1"/>
    <dgm:cxn modelId="{CC04F125-EC7F-4750-91AA-C9BC837500DD}" type="presOf" srcId="{75E89E84-7CFB-E040-9AEB-A8C3A630BDB9}" destId="{C30E6A50-4D80-46B9-B1F9-42826B0DBF5F}" srcOrd="0" destOrd="0" presId="urn:microsoft.com/office/officeart/2005/8/layout/orgChart1"/>
    <dgm:cxn modelId="{6021E031-BF9F-5343-B040-71FC1C45BA34}" srcId="{6E79337B-25B0-9640-B74E-E4C4DCD84AFD}" destId="{5B920722-D12B-8C44-BA5A-1C9A3EC95DE7}" srcOrd="0" destOrd="0" parTransId="{8D1BFBE7-8136-1E46-AAE0-81B03AEBC33A}" sibTransId="{CE145021-DB62-6445-A3FD-D25F214E48A3}"/>
    <dgm:cxn modelId="{6259E436-6E48-4ECE-BDDA-319CDFD6F5C1}" type="presOf" srcId="{BE73702E-041C-5644-9B27-81CC209389CF}" destId="{759C3E2E-CB04-498A-88E2-1F29653DFA9B}" srcOrd="0" destOrd="0" presId="urn:microsoft.com/office/officeart/2005/8/layout/orgChart1"/>
    <dgm:cxn modelId="{36C9724E-6193-4FEC-B37D-4C8E19AC7348}" type="presOf" srcId="{CD4DC362-DEF7-BA43-A571-15345E233828}" destId="{B54F506D-A4CB-40D8-A805-962BB261F14A}" srcOrd="0" destOrd="0" presId="urn:microsoft.com/office/officeart/2005/8/layout/orgChart1"/>
    <dgm:cxn modelId="{CD2F9C59-71EF-45AB-A52C-D760FA36BC57}" type="presOf" srcId="{BE73702E-041C-5644-9B27-81CC209389CF}" destId="{8CDDA076-8AAF-4D3B-8BD4-D9E227A60E61}" srcOrd="1" destOrd="0" presId="urn:microsoft.com/office/officeart/2005/8/layout/orgChart1"/>
    <dgm:cxn modelId="{B81D4A5C-DD4A-894C-8CDC-8AAF70153A39}" srcId="{5B920722-D12B-8C44-BA5A-1C9A3EC95DE7}" destId="{BE73702E-041C-5644-9B27-81CC209389CF}" srcOrd="0" destOrd="0" parTransId="{CD4DC362-DEF7-BA43-A571-15345E233828}" sibTransId="{F9CE1210-FB69-2343-A43E-4CAE6673A832}"/>
    <dgm:cxn modelId="{9305E166-6C99-408C-973A-D89BD0171708}" type="presOf" srcId="{8A3D601E-89C9-B944-ABAC-5280F1E3BA36}" destId="{39750976-0FCE-494B-9238-FD1DB46542BF}" srcOrd="0" destOrd="0" presId="urn:microsoft.com/office/officeart/2005/8/layout/orgChart1"/>
    <dgm:cxn modelId="{1CEECB7F-D1EA-454F-AC00-04BDE7767065}" type="presOf" srcId="{4D37AFF1-345A-E844-895F-1D4F1A4DBF1F}" destId="{563C4BE5-28F3-421E-A701-5837AC40F2D9}" srcOrd="1" destOrd="0" presId="urn:microsoft.com/office/officeart/2005/8/layout/orgChart1"/>
    <dgm:cxn modelId="{4C143498-529F-8D49-BA7C-395A0D617E88}" srcId="{5B920722-D12B-8C44-BA5A-1C9A3EC95DE7}" destId="{C179B97B-333E-2442-80D0-48BE02F5FCD8}" srcOrd="1" destOrd="0" parTransId="{75E89E84-7CFB-E040-9AEB-A8C3A630BDB9}" sibTransId="{C94A4AFE-CA98-7C41-BF9F-58D2EC950B41}"/>
    <dgm:cxn modelId="{5F59F5B6-832C-AA4D-AA22-6C906A6F2888}" srcId="{5B920722-D12B-8C44-BA5A-1C9A3EC95DE7}" destId="{4D37AFF1-345A-E844-895F-1D4F1A4DBF1F}" srcOrd="2" destOrd="0" parTransId="{8A3D601E-89C9-B944-ABAC-5280F1E3BA36}" sibTransId="{AF1D6187-E181-8E4F-9E02-16BEE15DF4A9}"/>
    <dgm:cxn modelId="{440ADFD2-47A4-4612-B8DA-6A6BC3BFBD98}" type="presOf" srcId="{4D37AFF1-345A-E844-895F-1D4F1A4DBF1F}" destId="{37353176-BA28-4D93-8245-C04F9B7A3857}" srcOrd="0" destOrd="0" presId="urn:microsoft.com/office/officeart/2005/8/layout/orgChart1"/>
    <dgm:cxn modelId="{E9AED6ED-3EA0-4806-BD3E-BB2F7F2C3DAC}" type="presOf" srcId="{5B920722-D12B-8C44-BA5A-1C9A3EC95DE7}" destId="{05A2AE1C-7EAE-4B5F-A004-7F2D5A815620}" srcOrd="1" destOrd="0" presId="urn:microsoft.com/office/officeart/2005/8/layout/orgChart1"/>
    <dgm:cxn modelId="{F9E77543-D962-4FE9-83E1-F32189A8CAF7}" type="presParOf" srcId="{795ED248-3449-4A0C-ADFA-FA972BC9D2AE}" destId="{184EBD91-02B0-4D40-97A9-2F5B9BD54B7C}" srcOrd="0" destOrd="0" presId="urn:microsoft.com/office/officeart/2005/8/layout/orgChart1"/>
    <dgm:cxn modelId="{DDCF7DA7-4A67-4094-AB89-18940E7D5BF8}" type="presParOf" srcId="{184EBD91-02B0-4D40-97A9-2F5B9BD54B7C}" destId="{FD78FE84-EC9A-4231-A5F1-87ED0870BC9C}" srcOrd="0" destOrd="0" presId="urn:microsoft.com/office/officeart/2005/8/layout/orgChart1"/>
    <dgm:cxn modelId="{50DC51A8-3417-4B33-AD0D-CE825A44B3B2}" type="presParOf" srcId="{FD78FE84-EC9A-4231-A5F1-87ED0870BC9C}" destId="{0A6C7AE7-38CC-483C-855F-7DFF2B7FB589}" srcOrd="0" destOrd="0" presId="urn:microsoft.com/office/officeart/2005/8/layout/orgChart1"/>
    <dgm:cxn modelId="{4FEF0684-8F63-4E04-B689-07DEAA08C9BE}" type="presParOf" srcId="{FD78FE84-EC9A-4231-A5F1-87ED0870BC9C}" destId="{05A2AE1C-7EAE-4B5F-A004-7F2D5A815620}" srcOrd="1" destOrd="0" presId="urn:microsoft.com/office/officeart/2005/8/layout/orgChart1"/>
    <dgm:cxn modelId="{A97590D9-772E-4ACD-B964-2EAEADF26310}" type="presParOf" srcId="{184EBD91-02B0-4D40-97A9-2F5B9BD54B7C}" destId="{C8E507EA-8688-4715-B1ED-658AB679C6DA}" srcOrd="1" destOrd="0" presId="urn:microsoft.com/office/officeart/2005/8/layout/orgChart1"/>
    <dgm:cxn modelId="{8DA81011-2CBD-4FD2-946D-59FF701BB30E}" type="presParOf" srcId="{C8E507EA-8688-4715-B1ED-658AB679C6DA}" destId="{B54F506D-A4CB-40D8-A805-962BB261F14A}" srcOrd="0" destOrd="0" presId="urn:microsoft.com/office/officeart/2005/8/layout/orgChart1"/>
    <dgm:cxn modelId="{6CB21EB8-9D2B-4D9A-8856-E084BC91DAB1}" type="presParOf" srcId="{C8E507EA-8688-4715-B1ED-658AB679C6DA}" destId="{9B36E57D-BDE1-4969-96A2-58AB3F801DCC}" srcOrd="1" destOrd="0" presId="urn:microsoft.com/office/officeart/2005/8/layout/orgChart1"/>
    <dgm:cxn modelId="{DA0A2953-478A-4291-936D-2F4A37F310A6}" type="presParOf" srcId="{9B36E57D-BDE1-4969-96A2-58AB3F801DCC}" destId="{30D5C399-9ACE-4DC1-A898-EE3698F37345}" srcOrd="0" destOrd="0" presId="urn:microsoft.com/office/officeart/2005/8/layout/orgChart1"/>
    <dgm:cxn modelId="{8A1E24BC-4485-4F9D-B8D7-5265297FBE74}" type="presParOf" srcId="{30D5C399-9ACE-4DC1-A898-EE3698F37345}" destId="{759C3E2E-CB04-498A-88E2-1F29653DFA9B}" srcOrd="0" destOrd="0" presId="urn:microsoft.com/office/officeart/2005/8/layout/orgChart1"/>
    <dgm:cxn modelId="{797AE9F0-332E-40D3-88A9-22CF61EF3A7F}" type="presParOf" srcId="{30D5C399-9ACE-4DC1-A898-EE3698F37345}" destId="{8CDDA076-8AAF-4D3B-8BD4-D9E227A60E61}" srcOrd="1" destOrd="0" presId="urn:microsoft.com/office/officeart/2005/8/layout/orgChart1"/>
    <dgm:cxn modelId="{A0EC375E-C1EE-4E82-B129-33531DF0CFE1}" type="presParOf" srcId="{9B36E57D-BDE1-4969-96A2-58AB3F801DCC}" destId="{0DC86C74-6C96-4A8D-BAAB-C0A4A1BCD331}" srcOrd="1" destOrd="0" presId="urn:microsoft.com/office/officeart/2005/8/layout/orgChart1"/>
    <dgm:cxn modelId="{424FE384-F830-4865-93F3-E83D681CB9BC}" type="presParOf" srcId="{9B36E57D-BDE1-4969-96A2-58AB3F801DCC}" destId="{8AD39C93-168A-48D6-AF7D-38E5763D9481}" srcOrd="2" destOrd="0" presId="urn:microsoft.com/office/officeart/2005/8/layout/orgChart1"/>
    <dgm:cxn modelId="{3E5D2723-CE6A-4254-B76B-27E66AB28B9C}" type="presParOf" srcId="{C8E507EA-8688-4715-B1ED-658AB679C6DA}" destId="{C30E6A50-4D80-46B9-B1F9-42826B0DBF5F}" srcOrd="2" destOrd="0" presId="urn:microsoft.com/office/officeart/2005/8/layout/orgChart1"/>
    <dgm:cxn modelId="{C50CC26A-ED94-4EC5-8204-4583C069BEB5}" type="presParOf" srcId="{C8E507EA-8688-4715-B1ED-658AB679C6DA}" destId="{9B71D7A4-5904-48A5-9D5C-6BB27A098A47}" srcOrd="3" destOrd="0" presId="urn:microsoft.com/office/officeart/2005/8/layout/orgChart1"/>
    <dgm:cxn modelId="{EBB69100-E21B-4641-99EC-D6099C23A200}" type="presParOf" srcId="{9B71D7A4-5904-48A5-9D5C-6BB27A098A47}" destId="{0B8B44E6-DBED-4FE2-8347-AF8E8992DFE4}" srcOrd="0" destOrd="0" presId="urn:microsoft.com/office/officeart/2005/8/layout/orgChart1"/>
    <dgm:cxn modelId="{5620C5C4-3A9B-465A-A050-7DDD5FAE5214}" type="presParOf" srcId="{0B8B44E6-DBED-4FE2-8347-AF8E8992DFE4}" destId="{2DF67C1E-390F-4251-9544-4AA5B72C161F}" srcOrd="0" destOrd="0" presId="urn:microsoft.com/office/officeart/2005/8/layout/orgChart1"/>
    <dgm:cxn modelId="{0FB4E6F9-513E-4C99-A3D7-65CE389A1EC1}" type="presParOf" srcId="{0B8B44E6-DBED-4FE2-8347-AF8E8992DFE4}" destId="{979FC124-8DFB-4C4F-BC1A-EAF4F3B57EAC}" srcOrd="1" destOrd="0" presId="urn:microsoft.com/office/officeart/2005/8/layout/orgChart1"/>
    <dgm:cxn modelId="{9EA9418E-49D8-4CAF-BE32-4FBA2A408F78}" type="presParOf" srcId="{9B71D7A4-5904-48A5-9D5C-6BB27A098A47}" destId="{2F4B6E14-78C6-4499-BBE9-AA39B7A1794F}" srcOrd="1" destOrd="0" presId="urn:microsoft.com/office/officeart/2005/8/layout/orgChart1"/>
    <dgm:cxn modelId="{1967CB99-3660-4158-9771-B4E59A9E3142}" type="presParOf" srcId="{9B71D7A4-5904-48A5-9D5C-6BB27A098A47}" destId="{ED0D53F3-2779-432C-8489-DA7BC06E4413}" srcOrd="2" destOrd="0" presId="urn:microsoft.com/office/officeart/2005/8/layout/orgChart1"/>
    <dgm:cxn modelId="{B6D60CD1-11FF-4ABA-BE46-13A8CD286C7D}" type="presParOf" srcId="{C8E507EA-8688-4715-B1ED-658AB679C6DA}" destId="{39750976-0FCE-494B-9238-FD1DB46542BF}" srcOrd="4" destOrd="0" presId="urn:microsoft.com/office/officeart/2005/8/layout/orgChart1"/>
    <dgm:cxn modelId="{49092A2A-6C02-4A71-BD17-680A5F9C005A}" type="presParOf" srcId="{C8E507EA-8688-4715-B1ED-658AB679C6DA}" destId="{DBF274B2-34DB-4FC1-B2CA-840DA7676329}" srcOrd="5" destOrd="0" presId="urn:microsoft.com/office/officeart/2005/8/layout/orgChart1"/>
    <dgm:cxn modelId="{C6F68312-22CA-40BC-86B7-0046ED00BA58}" type="presParOf" srcId="{DBF274B2-34DB-4FC1-B2CA-840DA7676329}" destId="{B46541E8-45A0-4903-85B3-25CBFCD7E324}" srcOrd="0" destOrd="0" presId="urn:microsoft.com/office/officeart/2005/8/layout/orgChart1"/>
    <dgm:cxn modelId="{F1C38C85-68BE-41A7-8F85-F0DFD0568B6E}" type="presParOf" srcId="{B46541E8-45A0-4903-85B3-25CBFCD7E324}" destId="{37353176-BA28-4D93-8245-C04F9B7A3857}" srcOrd="0" destOrd="0" presId="urn:microsoft.com/office/officeart/2005/8/layout/orgChart1"/>
    <dgm:cxn modelId="{AC85AAFE-F6BE-4480-AD52-C63A417311A1}" type="presParOf" srcId="{B46541E8-45A0-4903-85B3-25CBFCD7E324}" destId="{563C4BE5-28F3-421E-A701-5837AC40F2D9}" srcOrd="1" destOrd="0" presId="urn:microsoft.com/office/officeart/2005/8/layout/orgChart1"/>
    <dgm:cxn modelId="{3605F302-EC46-4C6A-92E0-546597ABC1D6}" type="presParOf" srcId="{DBF274B2-34DB-4FC1-B2CA-840DA7676329}" destId="{BFCAAE97-5985-4DE3-B9D9-10AD90CA0363}" srcOrd="1" destOrd="0" presId="urn:microsoft.com/office/officeart/2005/8/layout/orgChart1"/>
    <dgm:cxn modelId="{1B1D5459-C407-4E6D-A3E4-2056614B2CB3}" type="presParOf" srcId="{DBF274B2-34DB-4FC1-B2CA-840DA7676329}" destId="{3EB98E4B-B9CD-444D-9B14-D4DCA9EE33E8}" srcOrd="2" destOrd="0" presId="urn:microsoft.com/office/officeart/2005/8/layout/orgChart1"/>
    <dgm:cxn modelId="{90C84232-D039-42B5-8F94-1E58533BE3F7}" type="presParOf" srcId="{184EBD91-02B0-4D40-97A9-2F5B9BD54B7C}" destId="{F0274BD5-3C0B-4165-AF26-2A0F6BD3AA95}" srcOrd="2" destOrd="0" presId="urn:microsoft.com/office/officeart/2005/8/layout/orgChart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6E79337B-25B0-9640-B74E-E4C4DCD84AFD}" type="doc">
      <dgm:prSet loTypeId="urn:microsoft.com/office/officeart/2005/8/layout/orgChart1" loCatId="" qsTypeId="urn:microsoft.com/office/officeart/2005/8/quickstyle/simple2" qsCatId="simple" csTypeId="urn:microsoft.com/office/officeart/2005/8/colors/accent2_2" csCatId="accent2" phldr="1"/>
      <dgm:spPr/>
      <dgm:t>
        <a:bodyPr/>
        <a:lstStyle/>
        <a:p>
          <a:endParaRPr lang="tr-TR"/>
        </a:p>
      </dgm:t>
    </dgm:pt>
    <dgm:pt modelId="{5B920722-D12B-8C44-BA5A-1C9A3EC95DE7}">
      <dgm:prSet phldrT="[Metin]" custT="1"/>
      <dgm:spPr/>
      <dgm:t>
        <a:bodyPr/>
        <a:lstStyle/>
        <a:p>
          <a:r>
            <a:rPr lang="tr-TR" sz="1000"/>
            <a:t>     </a:t>
          </a:r>
          <a:r>
            <a:rPr lang="tr-TR" sz="1800"/>
            <a:t>Başkan</a:t>
          </a:r>
          <a:r>
            <a:rPr lang="tr-TR" sz="1000"/>
            <a:t>	</a:t>
          </a:r>
        </a:p>
      </dgm:t>
    </dgm:pt>
    <dgm:pt modelId="{8D1BFBE7-8136-1E46-AAE0-81B03AEBC33A}" type="parTrans" cxnId="{6021E031-BF9F-5343-B040-71FC1C45BA34}">
      <dgm:prSet/>
      <dgm:spPr/>
      <dgm:t>
        <a:bodyPr/>
        <a:lstStyle/>
        <a:p>
          <a:endParaRPr lang="tr-TR"/>
        </a:p>
      </dgm:t>
    </dgm:pt>
    <dgm:pt modelId="{CE145021-DB62-6445-A3FD-D25F214E48A3}" type="sibTrans" cxnId="{6021E031-BF9F-5343-B040-71FC1C45BA34}">
      <dgm:prSet/>
      <dgm:spPr/>
      <dgm:t>
        <a:bodyPr/>
        <a:lstStyle/>
        <a:p>
          <a:endParaRPr lang="tr-TR"/>
        </a:p>
      </dgm:t>
    </dgm:pt>
    <dgm:pt modelId="{BE73702E-041C-5644-9B27-81CC209389CF}">
      <dgm:prSet phldrT="[Metin]" custT="1"/>
      <dgm:spPr/>
      <dgm:t>
        <a:bodyPr/>
        <a:lstStyle/>
        <a:p>
          <a:r>
            <a:rPr lang="tr-TR" sz="1050"/>
            <a:t>Batı Bölgesi</a:t>
          </a:r>
        </a:p>
        <a:p>
          <a:r>
            <a:rPr lang="tr-TR" sz="1050"/>
            <a:t>İstanbul </a:t>
          </a:r>
        </a:p>
        <a:p>
          <a:r>
            <a:rPr lang="tr-TR" sz="1050"/>
            <a:t>Kocaeli</a:t>
          </a:r>
        </a:p>
        <a:p>
          <a:r>
            <a:rPr lang="tr-TR" sz="1050"/>
            <a:t>Sakarya</a:t>
          </a:r>
        </a:p>
      </dgm:t>
    </dgm:pt>
    <dgm:pt modelId="{CD4DC362-DEF7-BA43-A571-15345E233828}" type="parTrans" cxnId="{B81D4A5C-DD4A-894C-8CDC-8AAF70153A39}">
      <dgm:prSet/>
      <dgm:spPr/>
      <dgm:t>
        <a:bodyPr/>
        <a:lstStyle/>
        <a:p>
          <a:endParaRPr lang="tr-TR"/>
        </a:p>
      </dgm:t>
    </dgm:pt>
    <dgm:pt modelId="{F9CE1210-FB69-2343-A43E-4CAE6673A832}" type="sibTrans" cxnId="{B81D4A5C-DD4A-894C-8CDC-8AAF70153A39}">
      <dgm:prSet/>
      <dgm:spPr/>
      <dgm:t>
        <a:bodyPr/>
        <a:lstStyle/>
        <a:p>
          <a:endParaRPr lang="tr-TR"/>
        </a:p>
      </dgm:t>
    </dgm:pt>
    <dgm:pt modelId="{C179B97B-333E-2442-80D0-48BE02F5FCD8}">
      <dgm:prSet phldrT="[Metin]" custT="1"/>
      <dgm:spPr/>
      <dgm:t>
        <a:bodyPr/>
        <a:lstStyle/>
        <a:p>
          <a:r>
            <a:rPr lang="tr-TR" sz="1050"/>
            <a:t>Orta Anadolu</a:t>
          </a:r>
        </a:p>
        <a:p>
          <a:r>
            <a:rPr lang="tr-TR" sz="1050"/>
            <a:t>Ankara</a:t>
          </a:r>
        </a:p>
        <a:p>
          <a:r>
            <a:rPr lang="tr-TR" sz="1050"/>
            <a:t>Konya</a:t>
          </a:r>
        </a:p>
        <a:p>
          <a:r>
            <a:rPr lang="tr-TR" sz="1050"/>
            <a:t>Kayse</a:t>
          </a:r>
          <a:r>
            <a:rPr lang="tr-TR" sz="1000"/>
            <a:t>ri</a:t>
          </a:r>
        </a:p>
      </dgm:t>
    </dgm:pt>
    <dgm:pt modelId="{75E89E84-7CFB-E040-9AEB-A8C3A630BDB9}" type="parTrans" cxnId="{4C143498-529F-8D49-BA7C-395A0D617E88}">
      <dgm:prSet/>
      <dgm:spPr/>
      <dgm:t>
        <a:bodyPr/>
        <a:lstStyle/>
        <a:p>
          <a:endParaRPr lang="tr-TR"/>
        </a:p>
      </dgm:t>
    </dgm:pt>
    <dgm:pt modelId="{C94A4AFE-CA98-7C41-BF9F-58D2EC950B41}" type="sibTrans" cxnId="{4C143498-529F-8D49-BA7C-395A0D617E88}">
      <dgm:prSet/>
      <dgm:spPr/>
      <dgm:t>
        <a:bodyPr/>
        <a:lstStyle/>
        <a:p>
          <a:endParaRPr lang="tr-TR"/>
        </a:p>
      </dgm:t>
    </dgm:pt>
    <dgm:pt modelId="{4D37AFF1-345A-E844-895F-1D4F1A4DBF1F}">
      <dgm:prSet phldrT="[Metin]" custT="1"/>
      <dgm:spPr/>
      <dgm:t>
        <a:bodyPr/>
        <a:lstStyle/>
        <a:p>
          <a:r>
            <a:rPr lang="tr-TR" sz="1050"/>
            <a:t>Doğu Bölgesi</a:t>
          </a:r>
        </a:p>
        <a:p>
          <a:r>
            <a:rPr lang="tr-TR" sz="1050"/>
            <a:t>Erzurum</a:t>
          </a:r>
        </a:p>
        <a:p>
          <a:r>
            <a:rPr lang="tr-TR" sz="1050"/>
            <a:t>Malatya</a:t>
          </a:r>
        </a:p>
        <a:p>
          <a:r>
            <a:rPr lang="tr-TR" sz="1050"/>
            <a:t>Kars</a:t>
          </a:r>
        </a:p>
      </dgm:t>
    </dgm:pt>
    <dgm:pt modelId="{8A3D601E-89C9-B944-ABAC-5280F1E3BA36}" type="parTrans" cxnId="{5F59F5B6-832C-AA4D-AA22-6C906A6F2888}">
      <dgm:prSet/>
      <dgm:spPr/>
      <dgm:t>
        <a:bodyPr/>
        <a:lstStyle/>
        <a:p>
          <a:endParaRPr lang="tr-TR"/>
        </a:p>
      </dgm:t>
    </dgm:pt>
    <dgm:pt modelId="{AF1D6187-E181-8E4F-9E02-16BEE15DF4A9}" type="sibTrans" cxnId="{5F59F5B6-832C-AA4D-AA22-6C906A6F2888}">
      <dgm:prSet/>
      <dgm:spPr/>
      <dgm:t>
        <a:bodyPr/>
        <a:lstStyle/>
        <a:p>
          <a:endParaRPr lang="tr-TR"/>
        </a:p>
      </dgm:t>
    </dgm:pt>
    <dgm:pt modelId="{67D6631E-CC4A-4301-8036-BDCAC76DB523}" type="pres">
      <dgm:prSet presAssocID="{6E79337B-25B0-9640-B74E-E4C4DCD84AFD}" presName="hierChild1" presStyleCnt="0">
        <dgm:presLayoutVars>
          <dgm:orgChart val="1"/>
          <dgm:chPref val="1"/>
          <dgm:dir/>
          <dgm:animOne val="branch"/>
          <dgm:animLvl val="lvl"/>
          <dgm:resizeHandles/>
        </dgm:presLayoutVars>
      </dgm:prSet>
      <dgm:spPr/>
    </dgm:pt>
    <dgm:pt modelId="{6E6299F1-C603-4CB1-88CD-30F05F5EC597}" type="pres">
      <dgm:prSet presAssocID="{5B920722-D12B-8C44-BA5A-1C9A3EC95DE7}" presName="hierRoot1" presStyleCnt="0">
        <dgm:presLayoutVars>
          <dgm:hierBranch val="init"/>
        </dgm:presLayoutVars>
      </dgm:prSet>
      <dgm:spPr/>
    </dgm:pt>
    <dgm:pt modelId="{D4ACBE19-8BF5-4AC2-8E82-3CA912BB6835}" type="pres">
      <dgm:prSet presAssocID="{5B920722-D12B-8C44-BA5A-1C9A3EC95DE7}" presName="rootComposite1" presStyleCnt="0"/>
      <dgm:spPr/>
    </dgm:pt>
    <dgm:pt modelId="{B60E93FE-BF41-41F4-81C3-9F044B8D0012}" type="pres">
      <dgm:prSet presAssocID="{5B920722-D12B-8C44-BA5A-1C9A3EC95DE7}" presName="rootText1" presStyleLbl="node0" presStyleIdx="0" presStyleCnt="1">
        <dgm:presLayoutVars>
          <dgm:chPref val="3"/>
        </dgm:presLayoutVars>
      </dgm:prSet>
      <dgm:spPr/>
    </dgm:pt>
    <dgm:pt modelId="{35B5B89E-21A6-4B8D-B7BC-1CF5CA415AE8}" type="pres">
      <dgm:prSet presAssocID="{5B920722-D12B-8C44-BA5A-1C9A3EC95DE7}" presName="rootConnector1" presStyleLbl="node1" presStyleIdx="0" presStyleCnt="0"/>
      <dgm:spPr/>
    </dgm:pt>
    <dgm:pt modelId="{9B964525-BE4A-42EE-BC69-31B397A93EBD}" type="pres">
      <dgm:prSet presAssocID="{5B920722-D12B-8C44-BA5A-1C9A3EC95DE7}" presName="hierChild2" presStyleCnt="0"/>
      <dgm:spPr/>
    </dgm:pt>
    <dgm:pt modelId="{58B3F403-6AFD-4AC9-9DDB-E9010645EFB1}" type="pres">
      <dgm:prSet presAssocID="{CD4DC362-DEF7-BA43-A571-15345E233828}" presName="Name37" presStyleLbl="parChTrans1D2" presStyleIdx="0" presStyleCnt="3"/>
      <dgm:spPr/>
    </dgm:pt>
    <dgm:pt modelId="{8F866A18-7D67-45B3-9640-BF5DD4AADDA8}" type="pres">
      <dgm:prSet presAssocID="{BE73702E-041C-5644-9B27-81CC209389CF}" presName="hierRoot2" presStyleCnt="0">
        <dgm:presLayoutVars>
          <dgm:hierBranch val="init"/>
        </dgm:presLayoutVars>
      </dgm:prSet>
      <dgm:spPr/>
    </dgm:pt>
    <dgm:pt modelId="{3D8B5194-66CF-45E4-8FBD-A4C48D97B9DD}" type="pres">
      <dgm:prSet presAssocID="{BE73702E-041C-5644-9B27-81CC209389CF}" presName="rootComposite" presStyleCnt="0"/>
      <dgm:spPr/>
    </dgm:pt>
    <dgm:pt modelId="{BF426A02-77AF-4F00-AA6D-4C7B87A4119C}" type="pres">
      <dgm:prSet presAssocID="{BE73702E-041C-5644-9B27-81CC209389CF}" presName="rootText" presStyleLbl="node2" presStyleIdx="0" presStyleCnt="3">
        <dgm:presLayoutVars>
          <dgm:chPref val="3"/>
        </dgm:presLayoutVars>
      </dgm:prSet>
      <dgm:spPr/>
    </dgm:pt>
    <dgm:pt modelId="{B727452D-56FB-4C0C-BB84-8ADE182F9467}" type="pres">
      <dgm:prSet presAssocID="{BE73702E-041C-5644-9B27-81CC209389CF}" presName="rootConnector" presStyleLbl="node2" presStyleIdx="0" presStyleCnt="3"/>
      <dgm:spPr/>
    </dgm:pt>
    <dgm:pt modelId="{90BB01EE-C202-4CD3-A6A2-B0C8B5CF2B8E}" type="pres">
      <dgm:prSet presAssocID="{BE73702E-041C-5644-9B27-81CC209389CF}" presName="hierChild4" presStyleCnt="0"/>
      <dgm:spPr/>
    </dgm:pt>
    <dgm:pt modelId="{00C65FCD-F973-4C2A-B6A5-1C5C837384C2}" type="pres">
      <dgm:prSet presAssocID="{BE73702E-041C-5644-9B27-81CC209389CF}" presName="hierChild5" presStyleCnt="0"/>
      <dgm:spPr/>
    </dgm:pt>
    <dgm:pt modelId="{ED3B9C70-C444-4CC5-B151-18B02953C3A6}" type="pres">
      <dgm:prSet presAssocID="{75E89E84-7CFB-E040-9AEB-A8C3A630BDB9}" presName="Name37" presStyleLbl="parChTrans1D2" presStyleIdx="1" presStyleCnt="3"/>
      <dgm:spPr/>
    </dgm:pt>
    <dgm:pt modelId="{C7E7686F-E06D-416B-A15F-12F6DB0B5300}" type="pres">
      <dgm:prSet presAssocID="{C179B97B-333E-2442-80D0-48BE02F5FCD8}" presName="hierRoot2" presStyleCnt="0">
        <dgm:presLayoutVars>
          <dgm:hierBranch val="init"/>
        </dgm:presLayoutVars>
      </dgm:prSet>
      <dgm:spPr/>
    </dgm:pt>
    <dgm:pt modelId="{2F2CF133-2589-44A1-886C-B820D25D847D}" type="pres">
      <dgm:prSet presAssocID="{C179B97B-333E-2442-80D0-48BE02F5FCD8}" presName="rootComposite" presStyleCnt="0"/>
      <dgm:spPr/>
    </dgm:pt>
    <dgm:pt modelId="{0623200B-58D2-443B-9335-580BA1CE9F01}" type="pres">
      <dgm:prSet presAssocID="{C179B97B-333E-2442-80D0-48BE02F5FCD8}" presName="rootText" presStyleLbl="node2" presStyleIdx="1" presStyleCnt="3">
        <dgm:presLayoutVars>
          <dgm:chPref val="3"/>
        </dgm:presLayoutVars>
      </dgm:prSet>
      <dgm:spPr/>
    </dgm:pt>
    <dgm:pt modelId="{B7A76E2B-7AC0-4390-8D29-3D7690437C29}" type="pres">
      <dgm:prSet presAssocID="{C179B97B-333E-2442-80D0-48BE02F5FCD8}" presName="rootConnector" presStyleLbl="node2" presStyleIdx="1" presStyleCnt="3"/>
      <dgm:spPr/>
    </dgm:pt>
    <dgm:pt modelId="{EFE706BC-EB50-4054-85BA-838A367AF747}" type="pres">
      <dgm:prSet presAssocID="{C179B97B-333E-2442-80D0-48BE02F5FCD8}" presName="hierChild4" presStyleCnt="0"/>
      <dgm:spPr/>
    </dgm:pt>
    <dgm:pt modelId="{26335F06-F155-4644-8DA5-C71276974C16}" type="pres">
      <dgm:prSet presAssocID="{C179B97B-333E-2442-80D0-48BE02F5FCD8}" presName="hierChild5" presStyleCnt="0"/>
      <dgm:spPr/>
    </dgm:pt>
    <dgm:pt modelId="{66302F4D-DDA1-48B1-8DEA-15AF58E0F09D}" type="pres">
      <dgm:prSet presAssocID="{8A3D601E-89C9-B944-ABAC-5280F1E3BA36}" presName="Name37" presStyleLbl="parChTrans1D2" presStyleIdx="2" presStyleCnt="3"/>
      <dgm:spPr/>
    </dgm:pt>
    <dgm:pt modelId="{BFA83B67-B275-4C89-8B18-4846D0BF561C}" type="pres">
      <dgm:prSet presAssocID="{4D37AFF1-345A-E844-895F-1D4F1A4DBF1F}" presName="hierRoot2" presStyleCnt="0">
        <dgm:presLayoutVars>
          <dgm:hierBranch val="init"/>
        </dgm:presLayoutVars>
      </dgm:prSet>
      <dgm:spPr/>
    </dgm:pt>
    <dgm:pt modelId="{9BF78283-5232-4996-BE2B-80BAA770A42C}" type="pres">
      <dgm:prSet presAssocID="{4D37AFF1-345A-E844-895F-1D4F1A4DBF1F}" presName="rootComposite" presStyleCnt="0"/>
      <dgm:spPr/>
    </dgm:pt>
    <dgm:pt modelId="{CC435DCF-E3DC-4158-8827-37EB25919A31}" type="pres">
      <dgm:prSet presAssocID="{4D37AFF1-345A-E844-895F-1D4F1A4DBF1F}" presName="rootText" presStyleLbl="node2" presStyleIdx="2" presStyleCnt="3">
        <dgm:presLayoutVars>
          <dgm:chPref val="3"/>
        </dgm:presLayoutVars>
      </dgm:prSet>
      <dgm:spPr/>
    </dgm:pt>
    <dgm:pt modelId="{83FB5B19-1DCE-401F-B633-6663D5BCEFA5}" type="pres">
      <dgm:prSet presAssocID="{4D37AFF1-345A-E844-895F-1D4F1A4DBF1F}" presName="rootConnector" presStyleLbl="node2" presStyleIdx="2" presStyleCnt="3"/>
      <dgm:spPr/>
    </dgm:pt>
    <dgm:pt modelId="{7F62D7A1-B703-46E2-9476-0D1C83A26F2F}" type="pres">
      <dgm:prSet presAssocID="{4D37AFF1-345A-E844-895F-1D4F1A4DBF1F}" presName="hierChild4" presStyleCnt="0"/>
      <dgm:spPr/>
    </dgm:pt>
    <dgm:pt modelId="{7E07CBE2-A7F9-4FEF-8D04-A61274082108}" type="pres">
      <dgm:prSet presAssocID="{4D37AFF1-345A-E844-895F-1D4F1A4DBF1F}" presName="hierChild5" presStyleCnt="0"/>
      <dgm:spPr/>
    </dgm:pt>
    <dgm:pt modelId="{8DEFB28D-13BC-440A-9EF9-97FEA1312C62}" type="pres">
      <dgm:prSet presAssocID="{5B920722-D12B-8C44-BA5A-1C9A3EC95DE7}" presName="hierChild3" presStyleCnt="0"/>
      <dgm:spPr/>
    </dgm:pt>
  </dgm:ptLst>
  <dgm:cxnLst>
    <dgm:cxn modelId="{0E6F0429-1665-40B3-9E7B-6AC5794A6F1F}" type="presOf" srcId="{4D37AFF1-345A-E844-895F-1D4F1A4DBF1F}" destId="{CC435DCF-E3DC-4158-8827-37EB25919A31}" srcOrd="0" destOrd="0" presId="urn:microsoft.com/office/officeart/2005/8/layout/orgChart1"/>
    <dgm:cxn modelId="{6021E031-BF9F-5343-B040-71FC1C45BA34}" srcId="{6E79337B-25B0-9640-B74E-E4C4DCD84AFD}" destId="{5B920722-D12B-8C44-BA5A-1C9A3EC95DE7}" srcOrd="0" destOrd="0" parTransId="{8D1BFBE7-8136-1E46-AAE0-81B03AEBC33A}" sibTransId="{CE145021-DB62-6445-A3FD-D25F214E48A3}"/>
    <dgm:cxn modelId="{7852F032-FEA4-40A6-A89A-11B4753B23EC}" type="presOf" srcId="{8A3D601E-89C9-B944-ABAC-5280F1E3BA36}" destId="{66302F4D-DDA1-48B1-8DEA-15AF58E0F09D}" srcOrd="0" destOrd="0" presId="urn:microsoft.com/office/officeart/2005/8/layout/orgChart1"/>
    <dgm:cxn modelId="{B81D4A5C-DD4A-894C-8CDC-8AAF70153A39}" srcId="{5B920722-D12B-8C44-BA5A-1C9A3EC95DE7}" destId="{BE73702E-041C-5644-9B27-81CC209389CF}" srcOrd="0" destOrd="0" parTransId="{CD4DC362-DEF7-BA43-A571-15345E233828}" sibTransId="{F9CE1210-FB69-2343-A43E-4CAE6673A832}"/>
    <dgm:cxn modelId="{4C143498-529F-8D49-BA7C-395A0D617E88}" srcId="{5B920722-D12B-8C44-BA5A-1C9A3EC95DE7}" destId="{C179B97B-333E-2442-80D0-48BE02F5FCD8}" srcOrd="1" destOrd="0" parTransId="{75E89E84-7CFB-E040-9AEB-A8C3A630BDB9}" sibTransId="{C94A4AFE-CA98-7C41-BF9F-58D2EC950B41}"/>
    <dgm:cxn modelId="{1EE2E098-41D1-4EAC-AA66-FF4FCCB00DF7}" type="presOf" srcId="{C179B97B-333E-2442-80D0-48BE02F5FCD8}" destId="{B7A76E2B-7AC0-4390-8D29-3D7690437C29}" srcOrd="1" destOrd="0" presId="urn:microsoft.com/office/officeart/2005/8/layout/orgChart1"/>
    <dgm:cxn modelId="{9EE2319A-A6AD-4F6C-B5D8-016BC94E88A6}" type="presOf" srcId="{CD4DC362-DEF7-BA43-A571-15345E233828}" destId="{58B3F403-6AFD-4AC9-9DDB-E9010645EFB1}" srcOrd="0" destOrd="0" presId="urn:microsoft.com/office/officeart/2005/8/layout/orgChart1"/>
    <dgm:cxn modelId="{368BDEAB-23DE-4B94-819A-9967F56FE061}" type="presOf" srcId="{5B920722-D12B-8C44-BA5A-1C9A3EC95DE7}" destId="{B60E93FE-BF41-41F4-81C3-9F044B8D0012}" srcOrd="0" destOrd="0" presId="urn:microsoft.com/office/officeart/2005/8/layout/orgChart1"/>
    <dgm:cxn modelId="{382C7DB6-D93A-46CF-9534-CFC691A8B518}" type="presOf" srcId="{6E79337B-25B0-9640-B74E-E4C4DCD84AFD}" destId="{67D6631E-CC4A-4301-8036-BDCAC76DB523}" srcOrd="0" destOrd="0" presId="urn:microsoft.com/office/officeart/2005/8/layout/orgChart1"/>
    <dgm:cxn modelId="{5F59F5B6-832C-AA4D-AA22-6C906A6F2888}" srcId="{5B920722-D12B-8C44-BA5A-1C9A3EC95DE7}" destId="{4D37AFF1-345A-E844-895F-1D4F1A4DBF1F}" srcOrd="2" destOrd="0" parTransId="{8A3D601E-89C9-B944-ABAC-5280F1E3BA36}" sibTransId="{AF1D6187-E181-8E4F-9E02-16BEE15DF4A9}"/>
    <dgm:cxn modelId="{DD16CAC2-7903-4393-87E2-0309032ACCC6}" type="presOf" srcId="{5B920722-D12B-8C44-BA5A-1C9A3EC95DE7}" destId="{35B5B89E-21A6-4B8D-B7BC-1CF5CA415AE8}" srcOrd="1" destOrd="0" presId="urn:microsoft.com/office/officeart/2005/8/layout/orgChart1"/>
    <dgm:cxn modelId="{0005C6C3-C43D-467B-9A9B-92C0EED41FE4}" type="presOf" srcId="{4D37AFF1-345A-E844-895F-1D4F1A4DBF1F}" destId="{83FB5B19-1DCE-401F-B633-6663D5BCEFA5}" srcOrd="1" destOrd="0" presId="urn:microsoft.com/office/officeart/2005/8/layout/orgChart1"/>
    <dgm:cxn modelId="{AB127BCD-6FD2-4991-96FA-C97CB8A94FEB}" type="presOf" srcId="{BE73702E-041C-5644-9B27-81CC209389CF}" destId="{B727452D-56FB-4C0C-BB84-8ADE182F9467}" srcOrd="1" destOrd="0" presId="urn:microsoft.com/office/officeart/2005/8/layout/orgChart1"/>
    <dgm:cxn modelId="{ED6D76D6-2D56-43D6-8D0C-A9C530BEBE58}" type="presOf" srcId="{C179B97B-333E-2442-80D0-48BE02F5FCD8}" destId="{0623200B-58D2-443B-9335-580BA1CE9F01}" srcOrd="0" destOrd="0" presId="urn:microsoft.com/office/officeart/2005/8/layout/orgChart1"/>
    <dgm:cxn modelId="{D2C482DF-BBEA-4190-9056-FEDCDF81B306}" type="presOf" srcId="{75E89E84-7CFB-E040-9AEB-A8C3A630BDB9}" destId="{ED3B9C70-C444-4CC5-B151-18B02953C3A6}" srcOrd="0" destOrd="0" presId="urn:microsoft.com/office/officeart/2005/8/layout/orgChart1"/>
    <dgm:cxn modelId="{A1121FFD-F9A1-4840-BAE0-0381076F9C5C}" type="presOf" srcId="{BE73702E-041C-5644-9B27-81CC209389CF}" destId="{BF426A02-77AF-4F00-AA6D-4C7B87A4119C}" srcOrd="0" destOrd="0" presId="urn:microsoft.com/office/officeart/2005/8/layout/orgChart1"/>
    <dgm:cxn modelId="{EB3E2FD0-11B3-47B4-AD6E-54F2E2B5BCB5}" type="presParOf" srcId="{67D6631E-CC4A-4301-8036-BDCAC76DB523}" destId="{6E6299F1-C603-4CB1-88CD-30F05F5EC597}" srcOrd="0" destOrd="0" presId="urn:microsoft.com/office/officeart/2005/8/layout/orgChart1"/>
    <dgm:cxn modelId="{B99ED54C-4C24-4380-901F-87BC7A80FD5E}" type="presParOf" srcId="{6E6299F1-C603-4CB1-88CD-30F05F5EC597}" destId="{D4ACBE19-8BF5-4AC2-8E82-3CA912BB6835}" srcOrd="0" destOrd="0" presId="urn:microsoft.com/office/officeart/2005/8/layout/orgChart1"/>
    <dgm:cxn modelId="{0BC6A275-F8B8-4A43-9A3F-AD4B65059631}" type="presParOf" srcId="{D4ACBE19-8BF5-4AC2-8E82-3CA912BB6835}" destId="{B60E93FE-BF41-41F4-81C3-9F044B8D0012}" srcOrd="0" destOrd="0" presId="urn:microsoft.com/office/officeart/2005/8/layout/orgChart1"/>
    <dgm:cxn modelId="{470D5534-1814-46C5-875A-4F594A27C953}" type="presParOf" srcId="{D4ACBE19-8BF5-4AC2-8E82-3CA912BB6835}" destId="{35B5B89E-21A6-4B8D-B7BC-1CF5CA415AE8}" srcOrd="1" destOrd="0" presId="urn:microsoft.com/office/officeart/2005/8/layout/orgChart1"/>
    <dgm:cxn modelId="{1EAC7AB0-13E2-4ED1-A116-298CD865B047}" type="presParOf" srcId="{6E6299F1-C603-4CB1-88CD-30F05F5EC597}" destId="{9B964525-BE4A-42EE-BC69-31B397A93EBD}" srcOrd="1" destOrd="0" presId="urn:microsoft.com/office/officeart/2005/8/layout/orgChart1"/>
    <dgm:cxn modelId="{C3A19355-3788-4D63-9083-25A42FA6E527}" type="presParOf" srcId="{9B964525-BE4A-42EE-BC69-31B397A93EBD}" destId="{58B3F403-6AFD-4AC9-9DDB-E9010645EFB1}" srcOrd="0" destOrd="0" presId="urn:microsoft.com/office/officeart/2005/8/layout/orgChart1"/>
    <dgm:cxn modelId="{BA1D6AD1-6F36-4B08-9B1C-79DF2867063A}" type="presParOf" srcId="{9B964525-BE4A-42EE-BC69-31B397A93EBD}" destId="{8F866A18-7D67-45B3-9640-BF5DD4AADDA8}" srcOrd="1" destOrd="0" presId="urn:microsoft.com/office/officeart/2005/8/layout/orgChart1"/>
    <dgm:cxn modelId="{53BB3642-215E-459C-8BC5-5DAD267A821B}" type="presParOf" srcId="{8F866A18-7D67-45B3-9640-BF5DD4AADDA8}" destId="{3D8B5194-66CF-45E4-8FBD-A4C48D97B9DD}" srcOrd="0" destOrd="0" presId="urn:microsoft.com/office/officeart/2005/8/layout/orgChart1"/>
    <dgm:cxn modelId="{88681188-8B36-4914-8E90-196858DF1B24}" type="presParOf" srcId="{3D8B5194-66CF-45E4-8FBD-A4C48D97B9DD}" destId="{BF426A02-77AF-4F00-AA6D-4C7B87A4119C}" srcOrd="0" destOrd="0" presId="urn:microsoft.com/office/officeart/2005/8/layout/orgChart1"/>
    <dgm:cxn modelId="{78DF4D96-D2D2-4B08-8039-ADCAC0F63B2C}" type="presParOf" srcId="{3D8B5194-66CF-45E4-8FBD-A4C48D97B9DD}" destId="{B727452D-56FB-4C0C-BB84-8ADE182F9467}" srcOrd="1" destOrd="0" presId="urn:microsoft.com/office/officeart/2005/8/layout/orgChart1"/>
    <dgm:cxn modelId="{0652330C-9998-42F1-8891-A3388B372CD9}" type="presParOf" srcId="{8F866A18-7D67-45B3-9640-BF5DD4AADDA8}" destId="{90BB01EE-C202-4CD3-A6A2-B0C8B5CF2B8E}" srcOrd="1" destOrd="0" presId="urn:microsoft.com/office/officeart/2005/8/layout/orgChart1"/>
    <dgm:cxn modelId="{C1E8B7B5-75EB-4273-A8F7-483E33CB4C42}" type="presParOf" srcId="{8F866A18-7D67-45B3-9640-BF5DD4AADDA8}" destId="{00C65FCD-F973-4C2A-B6A5-1C5C837384C2}" srcOrd="2" destOrd="0" presId="urn:microsoft.com/office/officeart/2005/8/layout/orgChart1"/>
    <dgm:cxn modelId="{26DD7805-2CC7-4212-AB57-19CED25140E0}" type="presParOf" srcId="{9B964525-BE4A-42EE-BC69-31B397A93EBD}" destId="{ED3B9C70-C444-4CC5-B151-18B02953C3A6}" srcOrd="2" destOrd="0" presId="urn:microsoft.com/office/officeart/2005/8/layout/orgChart1"/>
    <dgm:cxn modelId="{D93D9FD9-DEE5-4C9A-B801-C45D867D1EE5}" type="presParOf" srcId="{9B964525-BE4A-42EE-BC69-31B397A93EBD}" destId="{C7E7686F-E06D-416B-A15F-12F6DB0B5300}" srcOrd="3" destOrd="0" presId="urn:microsoft.com/office/officeart/2005/8/layout/orgChart1"/>
    <dgm:cxn modelId="{5848F990-1B88-4D1F-89E6-F904358A34F8}" type="presParOf" srcId="{C7E7686F-E06D-416B-A15F-12F6DB0B5300}" destId="{2F2CF133-2589-44A1-886C-B820D25D847D}" srcOrd="0" destOrd="0" presId="urn:microsoft.com/office/officeart/2005/8/layout/orgChart1"/>
    <dgm:cxn modelId="{21DD63F0-D00E-4551-997B-59F38898413A}" type="presParOf" srcId="{2F2CF133-2589-44A1-886C-B820D25D847D}" destId="{0623200B-58D2-443B-9335-580BA1CE9F01}" srcOrd="0" destOrd="0" presId="urn:microsoft.com/office/officeart/2005/8/layout/orgChart1"/>
    <dgm:cxn modelId="{44DC50E0-C7BF-43C5-B83D-1D555487F8FF}" type="presParOf" srcId="{2F2CF133-2589-44A1-886C-B820D25D847D}" destId="{B7A76E2B-7AC0-4390-8D29-3D7690437C29}" srcOrd="1" destOrd="0" presId="urn:microsoft.com/office/officeart/2005/8/layout/orgChart1"/>
    <dgm:cxn modelId="{A15A9420-C1A2-498E-B934-2A628F4A4206}" type="presParOf" srcId="{C7E7686F-E06D-416B-A15F-12F6DB0B5300}" destId="{EFE706BC-EB50-4054-85BA-838A367AF747}" srcOrd="1" destOrd="0" presId="urn:microsoft.com/office/officeart/2005/8/layout/orgChart1"/>
    <dgm:cxn modelId="{8575133D-3AC1-46E2-B8FF-6CBB2EC52877}" type="presParOf" srcId="{C7E7686F-E06D-416B-A15F-12F6DB0B5300}" destId="{26335F06-F155-4644-8DA5-C71276974C16}" srcOrd="2" destOrd="0" presId="urn:microsoft.com/office/officeart/2005/8/layout/orgChart1"/>
    <dgm:cxn modelId="{3452A458-30C1-4F94-99A1-7CBDF20CAC65}" type="presParOf" srcId="{9B964525-BE4A-42EE-BC69-31B397A93EBD}" destId="{66302F4D-DDA1-48B1-8DEA-15AF58E0F09D}" srcOrd="4" destOrd="0" presId="urn:microsoft.com/office/officeart/2005/8/layout/orgChart1"/>
    <dgm:cxn modelId="{CDD95EC4-1BF2-4E5A-BE38-AA924928C3E9}" type="presParOf" srcId="{9B964525-BE4A-42EE-BC69-31B397A93EBD}" destId="{BFA83B67-B275-4C89-8B18-4846D0BF561C}" srcOrd="5" destOrd="0" presId="urn:microsoft.com/office/officeart/2005/8/layout/orgChart1"/>
    <dgm:cxn modelId="{8B625F5A-809F-4178-9C35-E2A241DC8F52}" type="presParOf" srcId="{BFA83B67-B275-4C89-8B18-4846D0BF561C}" destId="{9BF78283-5232-4996-BE2B-80BAA770A42C}" srcOrd="0" destOrd="0" presId="urn:microsoft.com/office/officeart/2005/8/layout/orgChart1"/>
    <dgm:cxn modelId="{F4A42160-7FB3-4CDF-8DA9-E430BD900A9F}" type="presParOf" srcId="{9BF78283-5232-4996-BE2B-80BAA770A42C}" destId="{CC435DCF-E3DC-4158-8827-37EB25919A31}" srcOrd="0" destOrd="0" presId="urn:microsoft.com/office/officeart/2005/8/layout/orgChart1"/>
    <dgm:cxn modelId="{03B0006E-71F7-44BB-8CD8-B2C6AE97C14F}" type="presParOf" srcId="{9BF78283-5232-4996-BE2B-80BAA770A42C}" destId="{83FB5B19-1DCE-401F-B633-6663D5BCEFA5}" srcOrd="1" destOrd="0" presId="urn:microsoft.com/office/officeart/2005/8/layout/orgChart1"/>
    <dgm:cxn modelId="{7A0A65DE-0AC2-4C91-90DD-B24ED2D68DF7}" type="presParOf" srcId="{BFA83B67-B275-4C89-8B18-4846D0BF561C}" destId="{7F62D7A1-B703-46E2-9476-0D1C83A26F2F}" srcOrd="1" destOrd="0" presId="urn:microsoft.com/office/officeart/2005/8/layout/orgChart1"/>
    <dgm:cxn modelId="{8443BDB8-B06E-4559-BC61-9565CF5D4942}" type="presParOf" srcId="{BFA83B67-B275-4C89-8B18-4846D0BF561C}" destId="{7E07CBE2-A7F9-4FEF-8D04-A61274082108}" srcOrd="2" destOrd="0" presId="urn:microsoft.com/office/officeart/2005/8/layout/orgChart1"/>
    <dgm:cxn modelId="{9ADAC6A2-5DC0-4323-A06D-2240CD6F1560}" type="presParOf" srcId="{6E6299F1-C603-4CB1-88CD-30F05F5EC597}" destId="{8DEFB28D-13BC-440A-9EF9-97FEA1312C62}" srcOrd="2" destOrd="0" presId="urn:microsoft.com/office/officeart/2005/8/layout/orgChart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5.xml><?xml version="1.0" encoding="utf-8"?>
<dgm:dataModel xmlns:dgm="http://schemas.openxmlformats.org/drawingml/2006/diagram" xmlns:a="http://schemas.openxmlformats.org/drawingml/2006/main">
  <dgm:ptLst>
    <dgm:pt modelId="{6E79337B-25B0-9640-B74E-E4C4DCD84AFD}" type="doc">
      <dgm:prSet loTypeId="urn:microsoft.com/office/officeart/2005/8/layout/orgChart1" loCatId="" qsTypeId="urn:microsoft.com/office/officeart/2005/8/quickstyle/3d4" qsCatId="3D" csTypeId="urn:microsoft.com/office/officeart/2005/8/colors/accent1_2" csCatId="accent1" phldr="1"/>
      <dgm:spPr/>
      <dgm:t>
        <a:bodyPr/>
        <a:lstStyle/>
        <a:p>
          <a:endParaRPr lang="tr-TR"/>
        </a:p>
      </dgm:t>
    </dgm:pt>
    <dgm:pt modelId="{5B920722-D12B-8C44-BA5A-1C9A3EC95DE7}">
      <dgm:prSet phldrT="[Metin]"/>
      <dgm:spPr/>
      <dgm:t>
        <a:bodyPr/>
        <a:lstStyle/>
        <a:p>
          <a:pPr algn="ctr"/>
          <a:r>
            <a:rPr lang="tr-TR" dirty="0"/>
            <a:t>Genel Müdür</a:t>
          </a:r>
        </a:p>
      </dgm:t>
    </dgm:pt>
    <dgm:pt modelId="{8D1BFBE7-8136-1E46-AAE0-81B03AEBC33A}" type="parTrans" cxnId="{6021E031-BF9F-5343-B040-71FC1C45BA34}">
      <dgm:prSet/>
      <dgm:spPr/>
      <dgm:t>
        <a:bodyPr/>
        <a:lstStyle/>
        <a:p>
          <a:endParaRPr lang="tr-TR"/>
        </a:p>
      </dgm:t>
    </dgm:pt>
    <dgm:pt modelId="{CE145021-DB62-6445-A3FD-D25F214E48A3}" type="sibTrans" cxnId="{6021E031-BF9F-5343-B040-71FC1C45BA34}">
      <dgm:prSet/>
      <dgm:spPr/>
      <dgm:t>
        <a:bodyPr/>
        <a:lstStyle/>
        <a:p>
          <a:endParaRPr lang="tr-TR"/>
        </a:p>
      </dgm:t>
    </dgm:pt>
    <dgm:pt modelId="{BE73702E-041C-5644-9B27-81CC209389CF}">
      <dgm:prSet phldrT="[Metin]"/>
      <dgm:spPr/>
      <dgm:t>
        <a:bodyPr/>
        <a:lstStyle/>
        <a:p>
          <a:r>
            <a:rPr lang="tr-TR" dirty="0"/>
            <a:t>İplik Mamulleri Bölümü</a:t>
          </a:r>
        </a:p>
      </dgm:t>
    </dgm:pt>
    <dgm:pt modelId="{CD4DC362-DEF7-BA43-A571-15345E233828}" type="parTrans" cxnId="{B81D4A5C-DD4A-894C-8CDC-8AAF70153A39}">
      <dgm:prSet/>
      <dgm:spPr/>
      <dgm:t>
        <a:bodyPr/>
        <a:lstStyle/>
        <a:p>
          <a:endParaRPr lang="tr-TR"/>
        </a:p>
      </dgm:t>
    </dgm:pt>
    <dgm:pt modelId="{F9CE1210-FB69-2343-A43E-4CAE6673A832}" type="sibTrans" cxnId="{B81D4A5C-DD4A-894C-8CDC-8AAF70153A39}">
      <dgm:prSet/>
      <dgm:spPr/>
      <dgm:t>
        <a:bodyPr/>
        <a:lstStyle/>
        <a:p>
          <a:endParaRPr lang="tr-TR"/>
        </a:p>
      </dgm:t>
    </dgm:pt>
    <dgm:pt modelId="{4D37AFF1-345A-E844-895F-1D4F1A4DBF1F}">
      <dgm:prSet phldrT="[Metin]"/>
      <dgm:spPr/>
      <dgm:t>
        <a:bodyPr/>
        <a:lstStyle/>
        <a:p>
          <a:r>
            <a:rPr lang="tr-TR" dirty="0"/>
            <a:t>Kumaş Mamulleri Bölümü</a:t>
          </a:r>
        </a:p>
      </dgm:t>
    </dgm:pt>
    <dgm:pt modelId="{8A3D601E-89C9-B944-ABAC-5280F1E3BA36}" type="parTrans" cxnId="{5F59F5B6-832C-AA4D-AA22-6C906A6F2888}">
      <dgm:prSet/>
      <dgm:spPr/>
      <dgm:t>
        <a:bodyPr/>
        <a:lstStyle/>
        <a:p>
          <a:endParaRPr lang="tr-TR"/>
        </a:p>
      </dgm:t>
    </dgm:pt>
    <dgm:pt modelId="{AF1D6187-E181-8E4F-9E02-16BEE15DF4A9}" type="sibTrans" cxnId="{5F59F5B6-832C-AA4D-AA22-6C906A6F2888}">
      <dgm:prSet/>
      <dgm:spPr/>
      <dgm:t>
        <a:bodyPr/>
        <a:lstStyle/>
        <a:p>
          <a:endParaRPr lang="tr-TR"/>
        </a:p>
      </dgm:t>
    </dgm:pt>
    <dgm:pt modelId="{4C0C4F49-4F44-0444-A720-6921413CC939}" type="pres">
      <dgm:prSet presAssocID="{6E79337B-25B0-9640-B74E-E4C4DCD84AFD}" presName="hierChild1" presStyleCnt="0">
        <dgm:presLayoutVars>
          <dgm:orgChart val="1"/>
          <dgm:chPref val="1"/>
          <dgm:dir/>
          <dgm:animOne val="branch"/>
          <dgm:animLvl val="lvl"/>
          <dgm:resizeHandles/>
        </dgm:presLayoutVars>
      </dgm:prSet>
      <dgm:spPr/>
    </dgm:pt>
    <dgm:pt modelId="{E01BFFC7-56EE-624D-8DC0-A7F203B5CBFA}" type="pres">
      <dgm:prSet presAssocID="{5B920722-D12B-8C44-BA5A-1C9A3EC95DE7}" presName="hierRoot1" presStyleCnt="0">
        <dgm:presLayoutVars>
          <dgm:hierBranch val="init"/>
        </dgm:presLayoutVars>
      </dgm:prSet>
      <dgm:spPr/>
    </dgm:pt>
    <dgm:pt modelId="{F480CCE1-467E-2542-AF12-15B567729CE7}" type="pres">
      <dgm:prSet presAssocID="{5B920722-D12B-8C44-BA5A-1C9A3EC95DE7}" presName="rootComposite1" presStyleCnt="0"/>
      <dgm:spPr/>
    </dgm:pt>
    <dgm:pt modelId="{01A1FC84-FBA7-0749-9BD2-549DB760EEA7}" type="pres">
      <dgm:prSet presAssocID="{5B920722-D12B-8C44-BA5A-1C9A3EC95DE7}" presName="rootText1" presStyleLbl="node0" presStyleIdx="0" presStyleCnt="1">
        <dgm:presLayoutVars>
          <dgm:chPref val="3"/>
        </dgm:presLayoutVars>
      </dgm:prSet>
      <dgm:spPr/>
    </dgm:pt>
    <dgm:pt modelId="{DE32C373-73F9-EF4E-BF22-1892F408BFDD}" type="pres">
      <dgm:prSet presAssocID="{5B920722-D12B-8C44-BA5A-1C9A3EC95DE7}" presName="rootConnector1" presStyleLbl="node1" presStyleIdx="0" presStyleCnt="0"/>
      <dgm:spPr/>
    </dgm:pt>
    <dgm:pt modelId="{25C1A046-53C2-A444-95CF-C2057C9F0C0B}" type="pres">
      <dgm:prSet presAssocID="{5B920722-D12B-8C44-BA5A-1C9A3EC95DE7}" presName="hierChild2" presStyleCnt="0"/>
      <dgm:spPr/>
    </dgm:pt>
    <dgm:pt modelId="{680D3FD3-A065-C042-B6CC-5E7A01D54806}" type="pres">
      <dgm:prSet presAssocID="{CD4DC362-DEF7-BA43-A571-15345E233828}" presName="Name37" presStyleLbl="parChTrans1D2" presStyleIdx="0" presStyleCnt="2"/>
      <dgm:spPr/>
    </dgm:pt>
    <dgm:pt modelId="{8B36FFA5-11D3-AD42-A7C0-EFF6A2788250}" type="pres">
      <dgm:prSet presAssocID="{BE73702E-041C-5644-9B27-81CC209389CF}" presName="hierRoot2" presStyleCnt="0">
        <dgm:presLayoutVars>
          <dgm:hierBranch val="init"/>
        </dgm:presLayoutVars>
      </dgm:prSet>
      <dgm:spPr/>
    </dgm:pt>
    <dgm:pt modelId="{4170A018-3FBB-3947-BE38-E4F782F1CC41}" type="pres">
      <dgm:prSet presAssocID="{BE73702E-041C-5644-9B27-81CC209389CF}" presName="rootComposite" presStyleCnt="0"/>
      <dgm:spPr/>
    </dgm:pt>
    <dgm:pt modelId="{4A4786D2-98BC-764D-87E1-3AE31303895C}" type="pres">
      <dgm:prSet presAssocID="{BE73702E-041C-5644-9B27-81CC209389CF}" presName="rootText" presStyleLbl="node2" presStyleIdx="0" presStyleCnt="2">
        <dgm:presLayoutVars>
          <dgm:chPref val="3"/>
        </dgm:presLayoutVars>
      </dgm:prSet>
      <dgm:spPr/>
    </dgm:pt>
    <dgm:pt modelId="{D4993305-23CA-1645-A2C2-91C1BA02ED73}" type="pres">
      <dgm:prSet presAssocID="{BE73702E-041C-5644-9B27-81CC209389CF}" presName="rootConnector" presStyleLbl="node2" presStyleIdx="0" presStyleCnt="2"/>
      <dgm:spPr/>
    </dgm:pt>
    <dgm:pt modelId="{D515926C-3B3F-8C4C-9D62-F3A78894249E}" type="pres">
      <dgm:prSet presAssocID="{BE73702E-041C-5644-9B27-81CC209389CF}" presName="hierChild4" presStyleCnt="0"/>
      <dgm:spPr/>
    </dgm:pt>
    <dgm:pt modelId="{731FFC92-81E7-D045-83A0-89BDD22636CE}" type="pres">
      <dgm:prSet presAssocID="{BE73702E-041C-5644-9B27-81CC209389CF}" presName="hierChild5" presStyleCnt="0"/>
      <dgm:spPr/>
    </dgm:pt>
    <dgm:pt modelId="{34D730D0-55B5-684A-BEA6-06065368A86E}" type="pres">
      <dgm:prSet presAssocID="{8A3D601E-89C9-B944-ABAC-5280F1E3BA36}" presName="Name37" presStyleLbl="parChTrans1D2" presStyleIdx="1" presStyleCnt="2"/>
      <dgm:spPr/>
    </dgm:pt>
    <dgm:pt modelId="{62AB0B5D-6903-2444-BAD3-C6E356CD4BBF}" type="pres">
      <dgm:prSet presAssocID="{4D37AFF1-345A-E844-895F-1D4F1A4DBF1F}" presName="hierRoot2" presStyleCnt="0">
        <dgm:presLayoutVars>
          <dgm:hierBranch val="init"/>
        </dgm:presLayoutVars>
      </dgm:prSet>
      <dgm:spPr/>
    </dgm:pt>
    <dgm:pt modelId="{07EE861E-6DFC-A841-A391-F8650DBC8B37}" type="pres">
      <dgm:prSet presAssocID="{4D37AFF1-345A-E844-895F-1D4F1A4DBF1F}" presName="rootComposite" presStyleCnt="0"/>
      <dgm:spPr/>
    </dgm:pt>
    <dgm:pt modelId="{E2F4E70B-3CD3-1143-AF97-13267B19AA19}" type="pres">
      <dgm:prSet presAssocID="{4D37AFF1-345A-E844-895F-1D4F1A4DBF1F}" presName="rootText" presStyleLbl="node2" presStyleIdx="1" presStyleCnt="2">
        <dgm:presLayoutVars>
          <dgm:chPref val="3"/>
        </dgm:presLayoutVars>
      </dgm:prSet>
      <dgm:spPr/>
    </dgm:pt>
    <dgm:pt modelId="{E52BA38A-7055-3F42-B4C7-3029D88BB8E5}" type="pres">
      <dgm:prSet presAssocID="{4D37AFF1-345A-E844-895F-1D4F1A4DBF1F}" presName="rootConnector" presStyleLbl="node2" presStyleIdx="1" presStyleCnt="2"/>
      <dgm:spPr/>
    </dgm:pt>
    <dgm:pt modelId="{8EDA0A7A-13D3-034D-A1C6-A1102DB98888}" type="pres">
      <dgm:prSet presAssocID="{4D37AFF1-345A-E844-895F-1D4F1A4DBF1F}" presName="hierChild4" presStyleCnt="0"/>
      <dgm:spPr/>
    </dgm:pt>
    <dgm:pt modelId="{3918239A-3D3D-2B41-90B3-FA49B77AE8C8}" type="pres">
      <dgm:prSet presAssocID="{4D37AFF1-345A-E844-895F-1D4F1A4DBF1F}" presName="hierChild5" presStyleCnt="0"/>
      <dgm:spPr/>
    </dgm:pt>
    <dgm:pt modelId="{ED07EAFC-D951-244E-9DD6-CF15EA830745}" type="pres">
      <dgm:prSet presAssocID="{5B920722-D12B-8C44-BA5A-1C9A3EC95DE7}" presName="hierChild3" presStyleCnt="0"/>
      <dgm:spPr/>
    </dgm:pt>
  </dgm:ptLst>
  <dgm:cxnLst>
    <dgm:cxn modelId="{74702516-D5F5-8F4F-BBEC-1A344AECD507}" type="presOf" srcId="{6E79337B-25B0-9640-B74E-E4C4DCD84AFD}" destId="{4C0C4F49-4F44-0444-A720-6921413CC939}" srcOrd="0" destOrd="0" presId="urn:microsoft.com/office/officeart/2005/8/layout/orgChart1"/>
    <dgm:cxn modelId="{6021E031-BF9F-5343-B040-71FC1C45BA34}" srcId="{6E79337B-25B0-9640-B74E-E4C4DCD84AFD}" destId="{5B920722-D12B-8C44-BA5A-1C9A3EC95DE7}" srcOrd="0" destOrd="0" parTransId="{8D1BFBE7-8136-1E46-AAE0-81B03AEBC33A}" sibTransId="{CE145021-DB62-6445-A3FD-D25F214E48A3}"/>
    <dgm:cxn modelId="{70D2CA40-EF1D-5B47-A38F-0E44A414BE8D}" type="presOf" srcId="{5B920722-D12B-8C44-BA5A-1C9A3EC95DE7}" destId="{01A1FC84-FBA7-0749-9BD2-549DB760EEA7}" srcOrd="0" destOrd="0" presId="urn:microsoft.com/office/officeart/2005/8/layout/orgChart1"/>
    <dgm:cxn modelId="{3D145544-A83E-A844-B30E-3C009CBB19CF}" type="presOf" srcId="{4D37AFF1-345A-E844-895F-1D4F1A4DBF1F}" destId="{E2F4E70B-3CD3-1143-AF97-13267B19AA19}" srcOrd="0" destOrd="0" presId="urn:microsoft.com/office/officeart/2005/8/layout/orgChart1"/>
    <dgm:cxn modelId="{3133735A-A9E3-374C-B85E-DFFDFC8957FD}" type="presOf" srcId="{CD4DC362-DEF7-BA43-A571-15345E233828}" destId="{680D3FD3-A065-C042-B6CC-5E7A01D54806}" srcOrd="0" destOrd="0" presId="urn:microsoft.com/office/officeart/2005/8/layout/orgChart1"/>
    <dgm:cxn modelId="{B81D4A5C-DD4A-894C-8CDC-8AAF70153A39}" srcId="{5B920722-D12B-8C44-BA5A-1C9A3EC95DE7}" destId="{BE73702E-041C-5644-9B27-81CC209389CF}" srcOrd="0" destOrd="0" parTransId="{CD4DC362-DEF7-BA43-A571-15345E233828}" sibTransId="{F9CE1210-FB69-2343-A43E-4CAE6673A832}"/>
    <dgm:cxn modelId="{44874760-375D-8444-9625-C5CC2C0EFF00}" type="presOf" srcId="{BE73702E-041C-5644-9B27-81CC209389CF}" destId="{4A4786D2-98BC-764D-87E1-3AE31303895C}" srcOrd="0" destOrd="0" presId="urn:microsoft.com/office/officeart/2005/8/layout/orgChart1"/>
    <dgm:cxn modelId="{2A095460-819B-4549-967B-4876074E6AC9}" type="presOf" srcId="{4D37AFF1-345A-E844-895F-1D4F1A4DBF1F}" destId="{E52BA38A-7055-3F42-B4C7-3029D88BB8E5}" srcOrd="1" destOrd="0" presId="urn:microsoft.com/office/officeart/2005/8/layout/orgChart1"/>
    <dgm:cxn modelId="{D818AC63-EF1A-6F49-B8A8-DC193CFEABAC}" type="presOf" srcId="{5B920722-D12B-8C44-BA5A-1C9A3EC95DE7}" destId="{DE32C373-73F9-EF4E-BF22-1892F408BFDD}" srcOrd="1" destOrd="0" presId="urn:microsoft.com/office/officeart/2005/8/layout/orgChart1"/>
    <dgm:cxn modelId="{00568A70-AEDD-F643-8EC5-20ABECEE7A2F}" type="presOf" srcId="{8A3D601E-89C9-B944-ABAC-5280F1E3BA36}" destId="{34D730D0-55B5-684A-BEA6-06065368A86E}" srcOrd="0" destOrd="0" presId="urn:microsoft.com/office/officeart/2005/8/layout/orgChart1"/>
    <dgm:cxn modelId="{5F59F5B6-832C-AA4D-AA22-6C906A6F2888}" srcId="{5B920722-D12B-8C44-BA5A-1C9A3EC95DE7}" destId="{4D37AFF1-345A-E844-895F-1D4F1A4DBF1F}" srcOrd="1" destOrd="0" parTransId="{8A3D601E-89C9-B944-ABAC-5280F1E3BA36}" sibTransId="{AF1D6187-E181-8E4F-9E02-16BEE15DF4A9}"/>
    <dgm:cxn modelId="{23FC5AFA-E5EF-A44B-90DB-0D6AA196F2BD}" type="presOf" srcId="{BE73702E-041C-5644-9B27-81CC209389CF}" destId="{D4993305-23CA-1645-A2C2-91C1BA02ED73}" srcOrd="1" destOrd="0" presId="urn:microsoft.com/office/officeart/2005/8/layout/orgChart1"/>
    <dgm:cxn modelId="{65525D35-8B6F-AA41-8CA7-C38391912F88}" type="presParOf" srcId="{4C0C4F49-4F44-0444-A720-6921413CC939}" destId="{E01BFFC7-56EE-624D-8DC0-A7F203B5CBFA}" srcOrd="0" destOrd="0" presId="urn:microsoft.com/office/officeart/2005/8/layout/orgChart1"/>
    <dgm:cxn modelId="{8C0A9AB2-BC03-DB49-BB69-C9B9D19EF317}" type="presParOf" srcId="{E01BFFC7-56EE-624D-8DC0-A7F203B5CBFA}" destId="{F480CCE1-467E-2542-AF12-15B567729CE7}" srcOrd="0" destOrd="0" presId="urn:microsoft.com/office/officeart/2005/8/layout/orgChart1"/>
    <dgm:cxn modelId="{769183FD-A5C0-5C42-A527-858BDCD889FA}" type="presParOf" srcId="{F480CCE1-467E-2542-AF12-15B567729CE7}" destId="{01A1FC84-FBA7-0749-9BD2-549DB760EEA7}" srcOrd="0" destOrd="0" presId="urn:microsoft.com/office/officeart/2005/8/layout/orgChart1"/>
    <dgm:cxn modelId="{16E7FB5A-E9B5-F741-9E45-D6E8220BB553}" type="presParOf" srcId="{F480CCE1-467E-2542-AF12-15B567729CE7}" destId="{DE32C373-73F9-EF4E-BF22-1892F408BFDD}" srcOrd="1" destOrd="0" presId="urn:microsoft.com/office/officeart/2005/8/layout/orgChart1"/>
    <dgm:cxn modelId="{0907C032-2D17-9540-A7DB-F97A28AE8376}" type="presParOf" srcId="{E01BFFC7-56EE-624D-8DC0-A7F203B5CBFA}" destId="{25C1A046-53C2-A444-95CF-C2057C9F0C0B}" srcOrd="1" destOrd="0" presId="urn:microsoft.com/office/officeart/2005/8/layout/orgChart1"/>
    <dgm:cxn modelId="{F2FB7C76-4CD2-4D48-BDF4-5A563CEED8AF}" type="presParOf" srcId="{25C1A046-53C2-A444-95CF-C2057C9F0C0B}" destId="{680D3FD3-A065-C042-B6CC-5E7A01D54806}" srcOrd="0" destOrd="0" presId="urn:microsoft.com/office/officeart/2005/8/layout/orgChart1"/>
    <dgm:cxn modelId="{2F509CBD-B09A-6E4C-82B7-DE87DDDAB139}" type="presParOf" srcId="{25C1A046-53C2-A444-95CF-C2057C9F0C0B}" destId="{8B36FFA5-11D3-AD42-A7C0-EFF6A2788250}" srcOrd="1" destOrd="0" presId="urn:microsoft.com/office/officeart/2005/8/layout/orgChart1"/>
    <dgm:cxn modelId="{D82972BB-4A04-774D-8041-F5A516BB002B}" type="presParOf" srcId="{8B36FFA5-11D3-AD42-A7C0-EFF6A2788250}" destId="{4170A018-3FBB-3947-BE38-E4F782F1CC41}" srcOrd="0" destOrd="0" presId="urn:microsoft.com/office/officeart/2005/8/layout/orgChart1"/>
    <dgm:cxn modelId="{E2394FBA-607C-4C4B-B483-C38A75082B2B}" type="presParOf" srcId="{4170A018-3FBB-3947-BE38-E4F782F1CC41}" destId="{4A4786D2-98BC-764D-87E1-3AE31303895C}" srcOrd="0" destOrd="0" presId="urn:microsoft.com/office/officeart/2005/8/layout/orgChart1"/>
    <dgm:cxn modelId="{1AF9999A-10C6-2F44-AF88-46FFFF39DDDC}" type="presParOf" srcId="{4170A018-3FBB-3947-BE38-E4F782F1CC41}" destId="{D4993305-23CA-1645-A2C2-91C1BA02ED73}" srcOrd="1" destOrd="0" presId="urn:microsoft.com/office/officeart/2005/8/layout/orgChart1"/>
    <dgm:cxn modelId="{9326170A-62A1-7345-9C3C-526B9707C132}" type="presParOf" srcId="{8B36FFA5-11D3-AD42-A7C0-EFF6A2788250}" destId="{D515926C-3B3F-8C4C-9D62-F3A78894249E}" srcOrd="1" destOrd="0" presId="urn:microsoft.com/office/officeart/2005/8/layout/orgChart1"/>
    <dgm:cxn modelId="{13BC9D80-6D06-6C41-BEEB-2226883B0217}" type="presParOf" srcId="{8B36FFA5-11D3-AD42-A7C0-EFF6A2788250}" destId="{731FFC92-81E7-D045-83A0-89BDD22636CE}" srcOrd="2" destOrd="0" presId="urn:microsoft.com/office/officeart/2005/8/layout/orgChart1"/>
    <dgm:cxn modelId="{C2B19DC3-D9ED-A34E-9E6C-CEA26C6B7C6C}" type="presParOf" srcId="{25C1A046-53C2-A444-95CF-C2057C9F0C0B}" destId="{34D730D0-55B5-684A-BEA6-06065368A86E}" srcOrd="2" destOrd="0" presId="urn:microsoft.com/office/officeart/2005/8/layout/orgChart1"/>
    <dgm:cxn modelId="{1938B0FB-288B-3F4B-ABA9-B048DC37A529}" type="presParOf" srcId="{25C1A046-53C2-A444-95CF-C2057C9F0C0B}" destId="{62AB0B5D-6903-2444-BAD3-C6E356CD4BBF}" srcOrd="3" destOrd="0" presId="urn:microsoft.com/office/officeart/2005/8/layout/orgChart1"/>
    <dgm:cxn modelId="{BC82D6DD-05A6-9C49-9514-8435F6B1549F}" type="presParOf" srcId="{62AB0B5D-6903-2444-BAD3-C6E356CD4BBF}" destId="{07EE861E-6DFC-A841-A391-F8650DBC8B37}" srcOrd="0" destOrd="0" presId="urn:microsoft.com/office/officeart/2005/8/layout/orgChart1"/>
    <dgm:cxn modelId="{DDA945E7-AE09-B344-A285-7C356EEEC8DC}" type="presParOf" srcId="{07EE861E-6DFC-A841-A391-F8650DBC8B37}" destId="{E2F4E70B-3CD3-1143-AF97-13267B19AA19}" srcOrd="0" destOrd="0" presId="urn:microsoft.com/office/officeart/2005/8/layout/orgChart1"/>
    <dgm:cxn modelId="{392EF4E9-132E-044A-9435-867564071CB8}" type="presParOf" srcId="{07EE861E-6DFC-A841-A391-F8650DBC8B37}" destId="{E52BA38A-7055-3F42-B4C7-3029D88BB8E5}" srcOrd="1" destOrd="0" presId="urn:microsoft.com/office/officeart/2005/8/layout/orgChart1"/>
    <dgm:cxn modelId="{A4E36611-D0BC-D540-B39C-C2E15BD3FEFC}" type="presParOf" srcId="{62AB0B5D-6903-2444-BAD3-C6E356CD4BBF}" destId="{8EDA0A7A-13D3-034D-A1C6-A1102DB98888}" srcOrd="1" destOrd="0" presId="urn:microsoft.com/office/officeart/2005/8/layout/orgChart1"/>
    <dgm:cxn modelId="{F8AE864A-D728-9946-A66C-830F53BBB0AC}" type="presParOf" srcId="{62AB0B5D-6903-2444-BAD3-C6E356CD4BBF}" destId="{3918239A-3D3D-2B41-90B3-FA49B77AE8C8}" srcOrd="2" destOrd="0" presId="urn:microsoft.com/office/officeart/2005/8/layout/orgChart1"/>
    <dgm:cxn modelId="{12008F38-DE6E-3943-A957-FC6C083EB226}" type="presParOf" srcId="{E01BFFC7-56EE-624D-8DC0-A7F203B5CBFA}" destId="{ED07EAFC-D951-244E-9DD6-CF15EA830745}" srcOrd="2" destOrd="0" presId="urn:microsoft.com/office/officeart/2005/8/layout/orgChart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6.xml><?xml version="1.0" encoding="utf-8"?>
<dgm:dataModel xmlns:dgm="http://schemas.openxmlformats.org/drawingml/2006/diagram" xmlns:a="http://schemas.openxmlformats.org/drawingml/2006/main">
  <dgm:ptLst>
    <dgm:pt modelId="{6E79337B-25B0-9640-B74E-E4C4DCD84AFD}" type="doc">
      <dgm:prSet loTypeId="urn:microsoft.com/office/officeart/2005/8/layout/orgChart1" loCatId="" qsTypeId="urn:microsoft.com/office/officeart/2005/8/quickstyle/3d4" qsCatId="3D" csTypeId="urn:microsoft.com/office/officeart/2005/8/colors/accent1_2" csCatId="accent1" phldr="1"/>
      <dgm:spPr/>
      <dgm:t>
        <a:bodyPr/>
        <a:lstStyle/>
        <a:p>
          <a:endParaRPr lang="tr-TR"/>
        </a:p>
      </dgm:t>
    </dgm:pt>
    <dgm:pt modelId="{5B920722-D12B-8C44-BA5A-1C9A3EC95DE7}">
      <dgm:prSet phldrT="[Metin]"/>
      <dgm:spPr/>
      <dgm:t>
        <a:bodyPr/>
        <a:lstStyle/>
        <a:p>
          <a:pPr algn="ctr"/>
          <a:r>
            <a:rPr lang="tr-TR" dirty="0"/>
            <a:t>Genel Müdür</a:t>
          </a:r>
        </a:p>
      </dgm:t>
    </dgm:pt>
    <dgm:pt modelId="{8D1BFBE7-8136-1E46-AAE0-81B03AEBC33A}" type="parTrans" cxnId="{6021E031-BF9F-5343-B040-71FC1C45BA34}">
      <dgm:prSet/>
      <dgm:spPr/>
      <dgm:t>
        <a:bodyPr/>
        <a:lstStyle/>
        <a:p>
          <a:endParaRPr lang="tr-TR"/>
        </a:p>
      </dgm:t>
    </dgm:pt>
    <dgm:pt modelId="{CE145021-DB62-6445-A3FD-D25F214E48A3}" type="sibTrans" cxnId="{6021E031-BF9F-5343-B040-71FC1C45BA34}">
      <dgm:prSet/>
      <dgm:spPr/>
      <dgm:t>
        <a:bodyPr/>
        <a:lstStyle/>
        <a:p>
          <a:endParaRPr lang="tr-TR"/>
        </a:p>
      </dgm:t>
    </dgm:pt>
    <dgm:pt modelId="{BE73702E-041C-5644-9B27-81CC209389CF}">
      <dgm:prSet phldrT="[Metin]"/>
      <dgm:spPr/>
      <dgm:t>
        <a:bodyPr/>
        <a:lstStyle/>
        <a:p>
          <a:r>
            <a:rPr lang="tr-TR" dirty="0"/>
            <a:t>Bireysel Bankacılık</a:t>
          </a:r>
        </a:p>
      </dgm:t>
    </dgm:pt>
    <dgm:pt modelId="{CD4DC362-DEF7-BA43-A571-15345E233828}" type="parTrans" cxnId="{B81D4A5C-DD4A-894C-8CDC-8AAF70153A39}">
      <dgm:prSet/>
      <dgm:spPr/>
      <dgm:t>
        <a:bodyPr/>
        <a:lstStyle/>
        <a:p>
          <a:endParaRPr lang="tr-TR"/>
        </a:p>
      </dgm:t>
    </dgm:pt>
    <dgm:pt modelId="{F9CE1210-FB69-2343-A43E-4CAE6673A832}" type="sibTrans" cxnId="{B81D4A5C-DD4A-894C-8CDC-8AAF70153A39}">
      <dgm:prSet/>
      <dgm:spPr/>
      <dgm:t>
        <a:bodyPr/>
        <a:lstStyle/>
        <a:p>
          <a:endParaRPr lang="tr-TR"/>
        </a:p>
      </dgm:t>
    </dgm:pt>
    <dgm:pt modelId="{4D37AFF1-345A-E844-895F-1D4F1A4DBF1F}">
      <dgm:prSet phldrT="[Metin]"/>
      <dgm:spPr/>
      <dgm:t>
        <a:bodyPr/>
        <a:lstStyle/>
        <a:p>
          <a:r>
            <a:rPr lang="tr-TR" dirty="0"/>
            <a:t>Ticari Bankacılık</a:t>
          </a:r>
        </a:p>
      </dgm:t>
    </dgm:pt>
    <dgm:pt modelId="{8A3D601E-89C9-B944-ABAC-5280F1E3BA36}" type="parTrans" cxnId="{5F59F5B6-832C-AA4D-AA22-6C906A6F2888}">
      <dgm:prSet/>
      <dgm:spPr/>
      <dgm:t>
        <a:bodyPr/>
        <a:lstStyle/>
        <a:p>
          <a:endParaRPr lang="tr-TR"/>
        </a:p>
      </dgm:t>
    </dgm:pt>
    <dgm:pt modelId="{AF1D6187-E181-8E4F-9E02-16BEE15DF4A9}" type="sibTrans" cxnId="{5F59F5B6-832C-AA4D-AA22-6C906A6F2888}">
      <dgm:prSet/>
      <dgm:spPr/>
      <dgm:t>
        <a:bodyPr/>
        <a:lstStyle/>
        <a:p>
          <a:endParaRPr lang="tr-TR"/>
        </a:p>
      </dgm:t>
    </dgm:pt>
    <dgm:pt modelId="{ECA03857-FBC8-BB4C-8BDB-09E7CDCA0812}">
      <dgm:prSet/>
      <dgm:spPr/>
      <dgm:t>
        <a:bodyPr/>
        <a:lstStyle/>
        <a:p>
          <a:r>
            <a:rPr lang="tr-TR" dirty="0"/>
            <a:t>Yatırım Bankacılığı</a:t>
          </a:r>
        </a:p>
      </dgm:t>
    </dgm:pt>
    <dgm:pt modelId="{D6F96CCF-9C37-A849-8CDC-CA70C2241057}" type="parTrans" cxnId="{E568BA98-EA79-FD49-A87E-CF34DCA499AF}">
      <dgm:prSet/>
      <dgm:spPr/>
      <dgm:t>
        <a:bodyPr/>
        <a:lstStyle/>
        <a:p>
          <a:endParaRPr lang="tr-TR"/>
        </a:p>
      </dgm:t>
    </dgm:pt>
    <dgm:pt modelId="{A8089A2A-8E5D-064E-B481-FAED4452D334}" type="sibTrans" cxnId="{E568BA98-EA79-FD49-A87E-CF34DCA499AF}">
      <dgm:prSet/>
      <dgm:spPr/>
      <dgm:t>
        <a:bodyPr/>
        <a:lstStyle/>
        <a:p>
          <a:endParaRPr lang="tr-TR"/>
        </a:p>
      </dgm:t>
    </dgm:pt>
    <dgm:pt modelId="{B955347C-0B9A-6E44-8241-C87CD61CA160}">
      <dgm:prSet/>
      <dgm:spPr/>
      <dgm:t>
        <a:bodyPr/>
        <a:lstStyle/>
        <a:p>
          <a:r>
            <a:rPr lang="tr-TR" dirty="0"/>
            <a:t>Kobi Bankacılığı</a:t>
          </a:r>
        </a:p>
      </dgm:t>
    </dgm:pt>
    <dgm:pt modelId="{AEF24D61-FA3B-C049-9E1F-6CC2642E286B}" type="parTrans" cxnId="{7900277A-2941-604B-82C3-698EB1BB0394}">
      <dgm:prSet/>
      <dgm:spPr/>
      <dgm:t>
        <a:bodyPr/>
        <a:lstStyle/>
        <a:p>
          <a:endParaRPr lang="tr-TR"/>
        </a:p>
      </dgm:t>
    </dgm:pt>
    <dgm:pt modelId="{5D99334D-D3E3-D64F-9458-4F701B05DF27}" type="sibTrans" cxnId="{7900277A-2941-604B-82C3-698EB1BB0394}">
      <dgm:prSet/>
      <dgm:spPr/>
      <dgm:t>
        <a:bodyPr/>
        <a:lstStyle/>
        <a:p>
          <a:endParaRPr lang="tr-TR"/>
        </a:p>
      </dgm:t>
    </dgm:pt>
    <dgm:pt modelId="{4C0C4F49-4F44-0444-A720-6921413CC939}" type="pres">
      <dgm:prSet presAssocID="{6E79337B-25B0-9640-B74E-E4C4DCD84AFD}" presName="hierChild1" presStyleCnt="0">
        <dgm:presLayoutVars>
          <dgm:orgChart val="1"/>
          <dgm:chPref val="1"/>
          <dgm:dir/>
          <dgm:animOne val="branch"/>
          <dgm:animLvl val="lvl"/>
          <dgm:resizeHandles/>
        </dgm:presLayoutVars>
      </dgm:prSet>
      <dgm:spPr/>
    </dgm:pt>
    <dgm:pt modelId="{E01BFFC7-56EE-624D-8DC0-A7F203B5CBFA}" type="pres">
      <dgm:prSet presAssocID="{5B920722-D12B-8C44-BA5A-1C9A3EC95DE7}" presName="hierRoot1" presStyleCnt="0">
        <dgm:presLayoutVars>
          <dgm:hierBranch val="init"/>
        </dgm:presLayoutVars>
      </dgm:prSet>
      <dgm:spPr/>
    </dgm:pt>
    <dgm:pt modelId="{F480CCE1-467E-2542-AF12-15B567729CE7}" type="pres">
      <dgm:prSet presAssocID="{5B920722-D12B-8C44-BA5A-1C9A3EC95DE7}" presName="rootComposite1" presStyleCnt="0"/>
      <dgm:spPr/>
    </dgm:pt>
    <dgm:pt modelId="{01A1FC84-FBA7-0749-9BD2-549DB760EEA7}" type="pres">
      <dgm:prSet presAssocID="{5B920722-D12B-8C44-BA5A-1C9A3EC95DE7}" presName="rootText1" presStyleLbl="node0" presStyleIdx="0" presStyleCnt="1">
        <dgm:presLayoutVars>
          <dgm:chPref val="3"/>
        </dgm:presLayoutVars>
      </dgm:prSet>
      <dgm:spPr/>
    </dgm:pt>
    <dgm:pt modelId="{DE32C373-73F9-EF4E-BF22-1892F408BFDD}" type="pres">
      <dgm:prSet presAssocID="{5B920722-D12B-8C44-BA5A-1C9A3EC95DE7}" presName="rootConnector1" presStyleLbl="node1" presStyleIdx="0" presStyleCnt="0"/>
      <dgm:spPr/>
    </dgm:pt>
    <dgm:pt modelId="{25C1A046-53C2-A444-95CF-C2057C9F0C0B}" type="pres">
      <dgm:prSet presAssocID="{5B920722-D12B-8C44-BA5A-1C9A3EC95DE7}" presName="hierChild2" presStyleCnt="0"/>
      <dgm:spPr/>
    </dgm:pt>
    <dgm:pt modelId="{680D3FD3-A065-C042-B6CC-5E7A01D54806}" type="pres">
      <dgm:prSet presAssocID="{CD4DC362-DEF7-BA43-A571-15345E233828}" presName="Name37" presStyleLbl="parChTrans1D2" presStyleIdx="0" presStyleCnt="4"/>
      <dgm:spPr/>
    </dgm:pt>
    <dgm:pt modelId="{8B36FFA5-11D3-AD42-A7C0-EFF6A2788250}" type="pres">
      <dgm:prSet presAssocID="{BE73702E-041C-5644-9B27-81CC209389CF}" presName="hierRoot2" presStyleCnt="0">
        <dgm:presLayoutVars>
          <dgm:hierBranch val="init"/>
        </dgm:presLayoutVars>
      </dgm:prSet>
      <dgm:spPr/>
    </dgm:pt>
    <dgm:pt modelId="{4170A018-3FBB-3947-BE38-E4F782F1CC41}" type="pres">
      <dgm:prSet presAssocID="{BE73702E-041C-5644-9B27-81CC209389CF}" presName="rootComposite" presStyleCnt="0"/>
      <dgm:spPr/>
    </dgm:pt>
    <dgm:pt modelId="{4A4786D2-98BC-764D-87E1-3AE31303895C}" type="pres">
      <dgm:prSet presAssocID="{BE73702E-041C-5644-9B27-81CC209389CF}" presName="rootText" presStyleLbl="node2" presStyleIdx="0" presStyleCnt="4">
        <dgm:presLayoutVars>
          <dgm:chPref val="3"/>
        </dgm:presLayoutVars>
      </dgm:prSet>
      <dgm:spPr/>
    </dgm:pt>
    <dgm:pt modelId="{D4993305-23CA-1645-A2C2-91C1BA02ED73}" type="pres">
      <dgm:prSet presAssocID="{BE73702E-041C-5644-9B27-81CC209389CF}" presName="rootConnector" presStyleLbl="node2" presStyleIdx="0" presStyleCnt="4"/>
      <dgm:spPr/>
    </dgm:pt>
    <dgm:pt modelId="{D515926C-3B3F-8C4C-9D62-F3A78894249E}" type="pres">
      <dgm:prSet presAssocID="{BE73702E-041C-5644-9B27-81CC209389CF}" presName="hierChild4" presStyleCnt="0"/>
      <dgm:spPr/>
    </dgm:pt>
    <dgm:pt modelId="{731FFC92-81E7-D045-83A0-89BDD22636CE}" type="pres">
      <dgm:prSet presAssocID="{BE73702E-041C-5644-9B27-81CC209389CF}" presName="hierChild5" presStyleCnt="0"/>
      <dgm:spPr/>
    </dgm:pt>
    <dgm:pt modelId="{34D730D0-55B5-684A-BEA6-06065368A86E}" type="pres">
      <dgm:prSet presAssocID="{8A3D601E-89C9-B944-ABAC-5280F1E3BA36}" presName="Name37" presStyleLbl="parChTrans1D2" presStyleIdx="1" presStyleCnt="4"/>
      <dgm:spPr/>
    </dgm:pt>
    <dgm:pt modelId="{62AB0B5D-6903-2444-BAD3-C6E356CD4BBF}" type="pres">
      <dgm:prSet presAssocID="{4D37AFF1-345A-E844-895F-1D4F1A4DBF1F}" presName="hierRoot2" presStyleCnt="0">
        <dgm:presLayoutVars>
          <dgm:hierBranch val="init"/>
        </dgm:presLayoutVars>
      </dgm:prSet>
      <dgm:spPr/>
    </dgm:pt>
    <dgm:pt modelId="{07EE861E-6DFC-A841-A391-F8650DBC8B37}" type="pres">
      <dgm:prSet presAssocID="{4D37AFF1-345A-E844-895F-1D4F1A4DBF1F}" presName="rootComposite" presStyleCnt="0"/>
      <dgm:spPr/>
    </dgm:pt>
    <dgm:pt modelId="{E2F4E70B-3CD3-1143-AF97-13267B19AA19}" type="pres">
      <dgm:prSet presAssocID="{4D37AFF1-345A-E844-895F-1D4F1A4DBF1F}" presName="rootText" presStyleLbl="node2" presStyleIdx="1" presStyleCnt="4">
        <dgm:presLayoutVars>
          <dgm:chPref val="3"/>
        </dgm:presLayoutVars>
      </dgm:prSet>
      <dgm:spPr/>
    </dgm:pt>
    <dgm:pt modelId="{E52BA38A-7055-3F42-B4C7-3029D88BB8E5}" type="pres">
      <dgm:prSet presAssocID="{4D37AFF1-345A-E844-895F-1D4F1A4DBF1F}" presName="rootConnector" presStyleLbl="node2" presStyleIdx="1" presStyleCnt="4"/>
      <dgm:spPr/>
    </dgm:pt>
    <dgm:pt modelId="{8EDA0A7A-13D3-034D-A1C6-A1102DB98888}" type="pres">
      <dgm:prSet presAssocID="{4D37AFF1-345A-E844-895F-1D4F1A4DBF1F}" presName="hierChild4" presStyleCnt="0"/>
      <dgm:spPr/>
    </dgm:pt>
    <dgm:pt modelId="{3918239A-3D3D-2B41-90B3-FA49B77AE8C8}" type="pres">
      <dgm:prSet presAssocID="{4D37AFF1-345A-E844-895F-1D4F1A4DBF1F}" presName="hierChild5" presStyleCnt="0"/>
      <dgm:spPr/>
    </dgm:pt>
    <dgm:pt modelId="{86B4A6F1-CAB5-DA4B-A9C6-0204B3214A51}" type="pres">
      <dgm:prSet presAssocID="{D6F96CCF-9C37-A849-8CDC-CA70C2241057}" presName="Name37" presStyleLbl="parChTrans1D2" presStyleIdx="2" presStyleCnt="4"/>
      <dgm:spPr/>
    </dgm:pt>
    <dgm:pt modelId="{4B570BB6-5211-964F-BEC2-9D32785194C1}" type="pres">
      <dgm:prSet presAssocID="{ECA03857-FBC8-BB4C-8BDB-09E7CDCA0812}" presName="hierRoot2" presStyleCnt="0">
        <dgm:presLayoutVars>
          <dgm:hierBranch val="init"/>
        </dgm:presLayoutVars>
      </dgm:prSet>
      <dgm:spPr/>
    </dgm:pt>
    <dgm:pt modelId="{0BBEC25D-7E20-3D43-BDA8-2719DF6C7B3C}" type="pres">
      <dgm:prSet presAssocID="{ECA03857-FBC8-BB4C-8BDB-09E7CDCA0812}" presName="rootComposite" presStyleCnt="0"/>
      <dgm:spPr/>
    </dgm:pt>
    <dgm:pt modelId="{C4349BF6-B320-B344-89AA-73B590B34274}" type="pres">
      <dgm:prSet presAssocID="{ECA03857-FBC8-BB4C-8BDB-09E7CDCA0812}" presName="rootText" presStyleLbl="node2" presStyleIdx="2" presStyleCnt="4">
        <dgm:presLayoutVars>
          <dgm:chPref val="3"/>
        </dgm:presLayoutVars>
      </dgm:prSet>
      <dgm:spPr/>
    </dgm:pt>
    <dgm:pt modelId="{70C58754-142D-6648-84D6-774D50E13F91}" type="pres">
      <dgm:prSet presAssocID="{ECA03857-FBC8-BB4C-8BDB-09E7CDCA0812}" presName="rootConnector" presStyleLbl="node2" presStyleIdx="2" presStyleCnt="4"/>
      <dgm:spPr/>
    </dgm:pt>
    <dgm:pt modelId="{57B128EE-B13F-5D48-A105-823115DFB62B}" type="pres">
      <dgm:prSet presAssocID="{ECA03857-FBC8-BB4C-8BDB-09E7CDCA0812}" presName="hierChild4" presStyleCnt="0"/>
      <dgm:spPr/>
    </dgm:pt>
    <dgm:pt modelId="{2E91F541-4F59-AD4B-B564-1EB8778C97DA}" type="pres">
      <dgm:prSet presAssocID="{ECA03857-FBC8-BB4C-8BDB-09E7CDCA0812}" presName="hierChild5" presStyleCnt="0"/>
      <dgm:spPr/>
    </dgm:pt>
    <dgm:pt modelId="{57DB4618-A670-DC40-A3D4-51CB1176E68C}" type="pres">
      <dgm:prSet presAssocID="{AEF24D61-FA3B-C049-9E1F-6CC2642E286B}" presName="Name37" presStyleLbl="parChTrans1D2" presStyleIdx="3" presStyleCnt="4"/>
      <dgm:spPr/>
    </dgm:pt>
    <dgm:pt modelId="{819406EA-C639-914F-BF2F-0DCBDF88056D}" type="pres">
      <dgm:prSet presAssocID="{B955347C-0B9A-6E44-8241-C87CD61CA160}" presName="hierRoot2" presStyleCnt="0">
        <dgm:presLayoutVars>
          <dgm:hierBranch val="init"/>
        </dgm:presLayoutVars>
      </dgm:prSet>
      <dgm:spPr/>
    </dgm:pt>
    <dgm:pt modelId="{DCA00D0C-FADD-E148-9230-8F7625C6C045}" type="pres">
      <dgm:prSet presAssocID="{B955347C-0B9A-6E44-8241-C87CD61CA160}" presName="rootComposite" presStyleCnt="0"/>
      <dgm:spPr/>
    </dgm:pt>
    <dgm:pt modelId="{385DD209-D41C-8F44-8092-FBC66E6854F3}" type="pres">
      <dgm:prSet presAssocID="{B955347C-0B9A-6E44-8241-C87CD61CA160}" presName="rootText" presStyleLbl="node2" presStyleIdx="3" presStyleCnt="4">
        <dgm:presLayoutVars>
          <dgm:chPref val="3"/>
        </dgm:presLayoutVars>
      </dgm:prSet>
      <dgm:spPr/>
    </dgm:pt>
    <dgm:pt modelId="{AA19F95D-650A-E542-92A5-F9A949167463}" type="pres">
      <dgm:prSet presAssocID="{B955347C-0B9A-6E44-8241-C87CD61CA160}" presName="rootConnector" presStyleLbl="node2" presStyleIdx="3" presStyleCnt="4"/>
      <dgm:spPr/>
    </dgm:pt>
    <dgm:pt modelId="{51E1349D-B5F5-DA4A-B2DE-BCDB4B8DDD75}" type="pres">
      <dgm:prSet presAssocID="{B955347C-0B9A-6E44-8241-C87CD61CA160}" presName="hierChild4" presStyleCnt="0"/>
      <dgm:spPr/>
    </dgm:pt>
    <dgm:pt modelId="{2921A404-AC2C-5F4E-AFE4-3FE85F011104}" type="pres">
      <dgm:prSet presAssocID="{B955347C-0B9A-6E44-8241-C87CD61CA160}" presName="hierChild5" presStyleCnt="0"/>
      <dgm:spPr/>
    </dgm:pt>
    <dgm:pt modelId="{ED07EAFC-D951-244E-9DD6-CF15EA830745}" type="pres">
      <dgm:prSet presAssocID="{5B920722-D12B-8C44-BA5A-1C9A3EC95DE7}" presName="hierChild3" presStyleCnt="0"/>
      <dgm:spPr/>
    </dgm:pt>
  </dgm:ptLst>
  <dgm:cxnLst>
    <dgm:cxn modelId="{87AECF05-93A0-FF42-838D-44774E5A1DDD}" type="presOf" srcId="{B955347C-0B9A-6E44-8241-C87CD61CA160}" destId="{AA19F95D-650A-E542-92A5-F9A949167463}" srcOrd="1" destOrd="0" presId="urn:microsoft.com/office/officeart/2005/8/layout/orgChart1"/>
    <dgm:cxn modelId="{74702516-D5F5-8F4F-BBEC-1A344AECD507}" type="presOf" srcId="{6E79337B-25B0-9640-B74E-E4C4DCD84AFD}" destId="{4C0C4F49-4F44-0444-A720-6921413CC939}" srcOrd="0" destOrd="0" presId="urn:microsoft.com/office/officeart/2005/8/layout/orgChart1"/>
    <dgm:cxn modelId="{7A313C2C-DA4F-EE4B-9834-45D5B0E1F387}" type="presOf" srcId="{AEF24D61-FA3B-C049-9E1F-6CC2642E286B}" destId="{57DB4618-A670-DC40-A3D4-51CB1176E68C}" srcOrd="0" destOrd="0" presId="urn:microsoft.com/office/officeart/2005/8/layout/orgChart1"/>
    <dgm:cxn modelId="{6021E031-BF9F-5343-B040-71FC1C45BA34}" srcId="{6E79337B-25B0-9640-B74E-E4C4DCD84AFD}" destId="{5B920722-D12B-8C44-BA5A-1C9A3EC95DE7}" srcOrd="0" destOrd="0" parTransId="{8D1BFBE7-8136-1E46-AAE0-81B03AEBC33A}" sibTransId="{CE145021-DB62-6445-A3FD-D25F214E48A3}"/>
    <dgm:cxn modelId="{70D2CA40-EF1D-5B47-A38F-0E44A414BE8D}" type="presOf" srcId="{5B920722-D12B-8C44-BA5A-1C9A3EC95DE7}" destId="{01A1FC84-FBA7-0749-9BD2-549DB760EEA7}" srcOrd="0" destOrd="0" presId="urn:microsoft.com/office/officeart/2005/8/layout/orgChart1"/>
    <dgm:cxn modelId="{3D145544-A83E-A844-B30E-3C009CBB19CF}" type="presOf" srcId="{4D37AFF1-345A-E844-895F-1D4F1A4DBF1F}" destId="{E2F4E70B-3CD3-1143-AF97-13267B19AA19}" srcOrd="0" destOrd="0" presId="urn:microsoft.com/office/officeart/2005/8/layout/orgChart1"/>
    <dgm:cxn modelId="{230B1156-AC85-7E4A-AA54-7C46039AFB4A}" type="presOf" srcId="{B955347C-0B9A-6E44-8241-C87CD61CA160}" destId="{385DD209-D41C-8F44-8092-FBC66E6854F3}" srcOrd="0" destOrd="0" presId="urn:microsoft.com/office/officeart/2005/8/layout/orgChart1"/>
    <dgm:cxn modelId="{3133735A-A9E3-374C-B85E-DFFDFC8957FD}" type="presOf" srcId="{CD4DC362-DEF7-BA43-A571-15345E233828}" destId="{680D3FD3-A065-C042-B6CC-5E7A01D54806}" srcOrd="0" destOrd="0" presId="urn:microsoft.com/office/officeart/2005/8/layout/orgChart1"/>
    <dgm:cxn modelId="{B81D4A5C-DD4A-894C-8CDC-8AAF70153A39}" srcId="{5B920722-D12B-8C44-BA5A-1C9A3EC95DE7}" destId="{BE73702E-041C-5644-9B27-81CC209389CF}" srcOrd="0" destOrd="0" parTransId="{CD4DC362-DEF7-BA43-A571-15345E233828}" sibTransId="{F9CE1210-FB69-2343-A43E-4CAE6673A832}"/>
    <dgm:cxn modelId="{44874760-375D-8444-9625-C5CC2C0EFF00}" type="presOf" srcId="{BE73702E-041C-5644-9B27-81CC209389CF}" destId="{4A4786D2-98BC-764D-87E1-3AE31303895C}" srcOrd="0" destOrd="0" presId="urn:microsoft.com/office/officeart/2005/8/layout/orgChart1"/>
    <dgm:cxn modelId="{2A095460-819B-4549-967B-4876074E6AC9}" type="presOf" srcId="{4D37AFF1-345A-E844-895F-1D4F1A4DBF1F}" destId="{E52BA38A-7055-3F42-B4C7-3029D88BB8E5}" srcOrd="1" destOrd="0" presId="urn:microsoft.com/office/officeart/2005/8/layout/orgChart1"/>
    <dgm:cxn modelId="{D818AC63-EF1A-6F49-B8A8-DC193CFEABAC}" type="presOf" srcId="{5B920722-D12B-8C44-BA5A-1C9A3EC95DE7}" destId="{DE32C373-73F9-EF4E-BF22-1892F408BFDD}" srcOrd="1" destOrd="0" presId="urn:microsoft.com/office/officeart/2005/8/layout/orgChart1"/>
    <dgm:cxn modelId="{4780276D-16DB-D447-A6FE-BF000DE57579}" type="presOf" srcId="{D6F96CCF-9C37-A849-8CDC-CA70C2241057}" destId="{86B4A6F1-CAB5-DA4B-A9C6-0204B3214A51}" srcOrd="0" destOrd="0" presId="urn:microsoft.com/office/officeart/2005/8/layout/orgChart1"/>
    <dgm:cxn modelId="{00568A70-AEDD-F643-8EC5-20ABECEE7A2F}" type="presOf" srcId="{8A3D601E-89C9-B944-ABAC-5280F1E3BA36}" destId="{34D730D0-55B5-684A-BEA6-06065368A86E}" srcOrd="0" destOrd="0" presId="urn:microsoft.com/office/officeart/2005/8/layout/orgChart1"/>
    <dgm:cxn modelId="{7900277A-2941-604B-82C3-698EB1BB0394}" srcId="{5B920722-D12B-8C44-BA5A-1C9A3EC95DE7}" destId="{B955347C-0B9A-6E44-8241-C87CD61CA160}" srcOrd="3" destOrd="0" parTransId="{AEF24D61-FA3B-C049-9E1F-6CC2642E286B}" sibTransId="{5D99334D-D3E3-D64F-9458-4F701B05DF27}"/>
    <dgm:cxn modelId="{E568BA98-EA79-FD49-A87E-CF34DCA499AF}" srcId="{5B920722-D12B-8C44-BA5A-1C9A3EC95DE7}" destId="{ECA03857-FBC8-BB4C-8BDB-09E7CDCA0812}" srcOrd="2" destOrd="0" parTransId="{D6F96CCF-9C37-A849-8CDC-CA70C2241057}" sibTransId="{A8089A2A-8E5D-064E-B481-FAED4452D334}"/>
    <dgm:cxn modelId="{5C915AB2-EE12-5249-88D1-17B8005FC28B}" type="presOf" srcId="{ECA03857-FBC8-BB4C-8BDB-09E7CDCA0812}" destId="{70C58754-142D-6648-84D6-774D50E13F91}" srcOrd="1" destOrd="0" presId="urn:microsoft.com/office/officeart/2005/8/layout/orgChart1"/>
    <dgm:cxn modelId="{5F59F5B6-832C-AA4D-AA22-6C906A6F2888}" srcId="{5B920722-D12B-8C44-BA5A-1C9A3EC95DE7}" destId="{4D37AFF1-345A-E844-895F-1D4F1A4DBF1F}" srcOrd="1" destOrd="0" parTransId="{8A3D601E-89C9-B944-ABAC-5280F1E3BA36}" sibTransId="{AF1D6187-E181-8E4F-9E02-16BEE15DF4A9}"/>
    <dgm:cxn modelId="{D6D9E3F3-83E4-8E47-BEE6-C3EB1017AB3D}" type="presOf" srcId="{ECA03857-FBC8-BB4C-8BDB-09E7CDCA0812}" destId="{C4349BF6-B320-B344-89AA-73B590B34274}" srcOrd="0" destOrd="0" presId="urn:microsoft.com/office/officeart/2005/8/layout/orgChart1"/>
    <dgm:cxn modelId="{23FC5AFA-E5EF-A44B-90DB-0D6AA196F2BD}" type="presOf" srcId="{BE73702E-041C-5644-9B27-81CC209389CF}" destId="{D4993305-23CA-1645-A2C2-91C1BA02ED73}" srcOrd="1" destOrd="0" presId="urn:microsoft.com/office/officeart/2005/8/layout/orgChart1"/>
    <dgm:cxn modelId="{65525D35-8B6F-AA41-8CA7-C38391912F88}" type="presParOf" srcId="{4C0C4F49-4F44-0444-A720-6921413CC939}" destId="{E01BFFC7-56EE-624D-8DC0-A7F203B5CBFA}" srcOrd="0" destOrd="0" presId="urn:microsoft.com/office/officeart/2005/8/layout/orgChart1"/>
    <dgm:cxn modelId="{8C0A9AB2-BC03-DB49-BB69-C9B9D19EF317}" type="presParOf" srcId="{E01BFFC7-56EE-624D-8DC0-A7F203B5CBFA}" destId="{F480CCE1-467E-2542-AF12-15B567729CE7}" srcOrd="0" destOrd="0" presId="urn:microsoft.com/office/officeart/2005/8/layout/orgChart1"/>
    <dgm:cxn modelId="{769183FD-A5C0-5C42-A527-858BDCD889FA}" type="presParOf" srcId="{F480CCE1-467E-2542-AF12-15B567729CE7}" destId="{01A1FC84-FBA7-0749-9BD2-549DB760EEA7}" srcOrd="0" destOrd="0" presId="urn:microsoft.com/office/officeart/2005/8/layout/orgChart1"/>
    <dgm:cxn modelId="{16E7FB5A-E9B5-F741-9E45-D6E8220BB553}" type="presParOf" srcId="{F480CCE1-467E-2542-AF12-15B567729CE7}" destId="{DE32C373-73F9-EF4E-BF22-1892F408BFDD}" srcOrd="1" destOrd="0" presId="urn:microsoft.com/office/officeart/2005/8/layout/orgChart1"/>
    <dgm:cxn modelId="{0907C032-2D17-9540-A7DB-F97A28AE8376}" type="presParOf" srcId="{E01BFFC7-56EE-624D-8DC0-A7F203B5CBFA}" destId="{25C1A046-53C2-A444-95CF-C2057C9F0C0B}" srcOrd="1" destOrd="0" presId="urn:microsoft.com/office/officeart/2005/8/layout/orgChart1"/>
    <dgm:cxn modelId="{F2FB7C76-4CD2-4D48-BDF4-5A563CEED8AF}" type="presParOf" srcId="{25C1A046-53C2-A444-95CF-C2057C9F0C0B}" destId="{680D3FD3-A065-C042-B6CC-5E7A01D54806}" srcOrd="0" destOrd="0" presId="urn:microsoft.com/office/officeart/2005/8/layout/orgChart1"/>
    <dgm:cxn modelId="{2F509CBD-B09A-6E4C-82B7-DE87DDDAB139}" type="presParOf" srcId="{25C1A046-53C2-A444-95CF-C2057C9F0C0B}" destId="{8B36FFA5-11D3-AD42-A7C0-EFF6A2788250}" srcOrd="1" destOrd="0" presId="urn:microsoft.com/office/officeart/2005/8/layout/orgChart1"/>
    <dgm:cxn modelId="{D82972BB-4A04-774D-8041-F5A516BB002B}" type="presParOf" srcId="{8B36FFA5-11D3-AD42-A7C0-EFF6A2788250}" destId="{4170A018-3FBB-3947-BE38-E4F782F1CC41}" srcOrd="0" destOrd="0" presId="urn:microsoft.com/office/officeart/2005/8/layout/orgChart1"/>
    <dgm:cxn modelId="{E2394FBA-607C-4C4B-B483-C38A75082B2B}" type="presParOf" srcId="{4170A018-3FBB-3947-BE38-E4F782F1CC41}" destId="{4A4786D2-98BC-764D-87E1-3AE31303895C}" srcOrd="0" destOrd="0" presId="urn:microsoft.com/office/officeart/2005/8/layout/orgChart1"/>
    <dgm:cxn modelId="{1AF9999A-10C6-2F44-AF88-46FFFF39DDDC}" type="presParOf" srcId="{4170A018-3FBB-3947-BE38-E4F782F1CC41}" destId="{D4993305-23CA-1645-A2C2-91C1BA02ED73}" srcOrd="1" destOrd="0" presId="urn:microsoft.com/office/officeart/2005/8/layout/orgChart1"/>
    <dgm:cxn modelId="{9326170A-62A1-7345-9C3C-526B9707C132}" type="presParOf" srcId="{8B36FFA5-11D3-AD42-A7C0-EFF6A2788250}" destId="{D515926C-3B3F-8C4C-9D62-F3A78894249E}" srcOrd="1" destOrd="0" presId="urn:microsoft.com/office/officeart/2005/8/layout/orgChart1"/>
    <dgm:cxn modelId="{13BC9D80-6D06-6C41-BEEB-2226883B0217}" type="presParOf" srcId="{8B36FFA5-11D3-AD42-A7C0-EFF6A2788250}" destId="{731FFC92-81E7-D045-83A0-89BDD22636CE}" srcOrd="2" destOrd="0" presId="urn:microsoft.com/office/officeart/2005/8/layout/orgChart1"/>
    <dgm:cxn modelId="{C2B19DC3-D9ED-A34E-9E6C-CEA26C6B7C6C}" type="presParOf" srcId="{25C1A046-53C2-A444-95CF-C2057C9F0C0B}" destId="{34D730D0-55B5-684A-BEA6-06065368A86E}" srcOrd="2" destOrd="0" presId="urn:microsoft.com/office/officeart/2005/8/layout/orgChart1"/>
    <dgm:cxn modelId="{1938B0FB-288B-3F4B-ABA9-B048DC37A529}" type="presParOf" srcId="{25C1A046-53C2-A444-95CF-C2057C9F0C0B}" destId="{62AB0B5D-6903-2444-BAD3-C6E356CD4BBF}" srcOrd="3" destOrd="0" presId="urn:microsoft.com/office/officeart/2005/8/layout/orgChart1"/>
    <dgm:cxn modelId="{BC82D6DD-05A6-9C49-9514-8435F6B1549F}" type="presParOf" srcId="{62AB0B5D-6903-2444-BAD3-C6E356CD4BBF}" destId="{07EE861E-6DFC-A841-A391-F8650DBC8B37}" srcOrd="0" destOrd="0" presId="urn:microsoft.com/office/officeart/2005/8/layout/orgChart1"/>
    <dgm:cxn modelId="{DDA945E7-AE09-B344-A285-7C356EEEC8DC}" type="presParOf" srcId="{07EE861E-6DFC-A841-A391-F8650DBC8B37}" destId="{E2F4E70B-3CD3-1143-AF97-13267B19AA19}" srcOrd="0" destOrd="0" presId="urn:microsoft.com/office/officeart/2005/8/layout/orgChart1"/>
    <dgm:cxn modelId="{392EF4E9-132E-044A-9435-867564071CB8}" type="presParOf" srcId="{07EE861E-6DFC-A841-A391-F8650DBC8B37}" destId="{E52BA38A-7055-3F42-B4C7-3029D88BB8E5}" srcOrd="1" destOrd="0" presId="urn:microsoft.com/office/officeart/2005/8/layout/orgChart1"/>
    <dgm:cxn modelId="{A4E36611-D0BC-D540-B39C-C2E15BD3FEFC}" type="presParOf" srcId="{62AB0B5D-6903-2444-BAD3-C6E356CD4BBF}" destId="{8EDA0A7A-13D3-034D-A1C6-A1102DB98888}" srcOrd="1" destOrd="0" presId="urn:microsoft.com/office/officeart/2005/8/layout/orgChart1"/>
    <dgm:cxn modelId="{F8AE864A-D728-9946-A66C-830F53BBB0AC}" type="presParOf" srcId="{62AB0B5D-6903-2444-BAD3-C6E356CD4BBF}" destId="{3918239A-3D3D-2B41-90B3-FA49B77AE8C8}" srcOrd="2" destOrd="0" presId="urn:microsoft.com/office/officeart/2005/8/layout/orgChart1"/>
    <dgm:cxn modelId="{3BBA4D12-506B-2B4A-BFA4-87EF16EA4748}" type="presParOf" srcId="{25C1A046-53C2-A444-95CF-C2057C9F0C0B}" destId="{86B4A6F1-CAB5-DA4B-A9C6-0204B3214A51}" srcOrd="4" destOrd="0" presId="urn:microsoft.com/office/officeart/2005/8/layout/orgChart1"/>
    <dgm:cxn modelId="{D72B52F5-F0CD-C44C-9A0F-6F664729554C}" type="presParOf" srcId="{25C1A046-53C2-A444-95CF-C2057C9F0C0B}" destId="{4B570BB6-5211-964F-BEC2-9D32785194C1}" srcOrd="5" destOrd="0" presId="urn:microsoft.com/office/officeart/2005/8/layout/orgChart1"/>
    <dgm:cxn modelId="{84E39B24-CC98-FD4E-99EF-6CDC68F687E2}" type="presParOf" srcId="{4B570BB6-5211-964F-BEC2-9D32785194C1}" destId="{0BBEC25D-7E20-3D43-BDA8-2719DF6C7B3C}" srcOrd="0" destOrd="0" presId="urn:microsoft.com/office/officeart/2005/8/layout/orgChart1"/>
    <dgm:cxn modelId="{D1768393-CE70-3440-9421-E0102BC9ABDE}" type="presParOf" srcId="{0BBEC25D-7E20-3D43-BDA8-2719DF6C7B3C}" destId="{C4349BF6-B320-B344-89AA-73B590B34274}" srcOrd="0" destOrd="0" presId="urn:microsoft.com/office/officeart/2005/8/layout/orgChart1"/>
    <dgm:cxn modelId="{894FBC6A-0A2B-4B4E-80AA-E357EC2EBCCD}" type="presParOf" srcId="{0BBEC25D-7E20-3D43-BDA8-2719DF6C7B3C}" destId="{70C58754-142D-6648-84D6-774D50E13F91}" srcOrd="1" destOrd="0" presId="urn:microsoft.com/office/officeart/2005/8/layout/orgChart1"/>
    <dgm:cxn modelId="{45D2F134-9F31-D949-9667-7D63DCB78B12}" type="presParOf" srcId="{4B570BB6-5211-964F-BEC2-9D32785194C1}" destId="{57B128EE-B13F-5D48-A105-823115DFB62B}" srcOrd="1" destOrd="0" presId="urn:microsoft.com/office/officeart/2005/8/layout/orgChart1"/>
    <dgm:cxn modelId="{EA2E6E03-873B-7047-98DC-7172A8DE972F}" type="presParOf" srcId="{4B570BB6-5211-964F-BEC2-9D32785194C1}" destId="{2E91F541-4F59-AD4B-B564-1EB8778C97DA}" srcOrd="2" destOrd="0" presId="urn:microsoft.com/office/officeart/2005/8/layout/orgChart1"/>
    <dgm:cxn modelId="{E4E8B6CB-5A3F-004B-BA9F-B0A416DE5208}" type="presParOf" srcId="{25C1A046-53C2-A444-95CF-C2057C9F0C0B}" destId="{57DB4618-A670-DC40-A3D4-51CB1176E68C}" srcOrd="6" destOrd="0" presId="urn:microsoft.com/office/officeart/2005/8/layout/orgChart1"/>
    <dgm:cxn modelId="{2E33A423-EE85-074A-AA65-FD8AD468359E}" type="presParOf" srcId="{25C1A046-53C2-A444-95CF-C2057C9F0C0B}" destId="{819406EA-C639-914F-BF2F-0DCBDF88056D}" srcOrd="7" destOrd="0" presId="urn:microsoft.com/office/officeart/2005/8/layout/orgChart1"/>
    <dgm:cxn modelId="{A7DD696D-9259-214C-8E50-C72129DA284C}" type="presParOf" srcId="{819406EA-C639-914F-BF2F-0DCBDF88056D}" destId="{DCA00D0C-FADD-E148-9230-8F7625C6C045}" srcOrd="0" destOrd="0" presId="urn:microsoft.com/office/officeart/2005/8/layout/orgChart1"/>
    <dgm:cxn modelId="{1E7CD3C2-2FB1-B14B-8ACE-3F7212037CBB}" type="presParOf" srcId="{DCA00D0C-FADD-E148-9230-8F7625C6C045}" destId="{385DD209-D41C-8F44-8092-FBC66E6854F3}" srcOrd="0" destOrd="0" presId="urn:microsoft.com/office/officeart/2005/8/layout/orgChart1"/>
    <dgm:cxn modelId="{C46E17BB-6F20-414B-9DB0-0244EE30CF22}" type="presParOf" srcId="{DCA00D0C-FADD-E148-9230-8F7625C6C045}" destId="{AA19F95D-650A-E542-92A5-F9A949167463}" srcOrd="1" destOrd="0" presId="urn:microsoft.com/office/officeart/2005/8/layout/orgChart1"/>
    <dgm:cxn modelId="{8E0DD3A7-16CD-FD43-AA3A-E77631A5F1FF}" type="presParOf" srcId="{819406EA-C639-914F-BF2F-0DCBDF88056D}" destId="{51E1349D-B5F5-DA4A-B2DE-BCDB4B8DDD75}" srcOrd="1" destOrd="0" presId="urn:microsoft.com/office/officeart/2005/8/layout/orgChart1"/>
    <dgm:cxn modelId="{367964F8-5204-7B41-A554-BE423BEFBF03}" type="presParOf" srcId="{819406EA-C639-914F-BF2F-0DCBDF88056D}" destId="{2921A404-AC2C-5F4E-AFE4-3FE85F011104}" srcOrd="2" destOrd="0" presId="urn:microsoft.com/office/officeart/2005/8/layout/orgChart1"/>
    <dgm:cxn modelId="{12008F38-DE6E-3943-A957-FC6C083EB226}" type="presParOf" srcId="{E01BFFC7-56EE-624D-8DC0-A7F203B5CBFA}" destId="{ED07EAFC-D951-244E-9DD6-CF15EA830745}" srcOrd="2" destOrd="0" presId="urn:microsoft.com/office/officeart/2005/8/layout/orgChart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7.xml><?xml version="1.0" encoding="utf-8"?>
<dgm:dataModel xmlns:dgm="http://schemas.openxmlformats.org/drawingml/2006/diagram" xmlns:a="http://schemas.openxmlformats.org/drawingml/2006/main">
  <dgm:ptLst>
    <dgm:pt modelId="{8D3AC434-3D03-4245-8D90-E416F36F5135}" type="doc">
      <dgm:prSet loTypeId="urn:microsoft.com/office/officeart/2018/2/layout/IconCircleList" loCatId="icon" qsTypeId="urn:microsoft.com/office/officeart/2005/8/quickstyle/simple1" qsCatId="simple" csTypeId="urn:microsoft.com/office/officeart/2018/5/colors/Iconchunking_neutralicon_colorful1" csCatId="colorful" phldr="1"/>
      <dgm:spPr/>
      <dgm:t>
        <a:bodyPr/>
        <a:lstStyle/>
        <a:p>
          <a:endParaRPr lang="en-US"/>
        </a:p>
      </dgm:t>
    </dgm:pt>
    <dgm:pt modelId="{1E5A2136-8966-4D24-AB7C-F5C657968E32}">
      <dgm:prSet/>
      <dgm:spPr/>
      <dgm:t>
        <a:bodyPr/>
        <a:lstStyle/>
        <a:p>
          <a:pPr>
            <a:lnSpc>
              <a:spcPct val="100000"/>
            </a:lnSpc>
          </a:pPr>
          <a:r>
            <a:rPr lang="tr-TR"/>
            <a:t>1) Güç</a:t>
          </a:r>
          <a:endParaRPr lang="en-US"/>
        </a:p>
      </dgm:t>
    </dgm:pt>
    <dgm:pt modelId="{B22E853F-9077-411E-AB76-79B3D7BE02E2}" type="parTrans" cxnId="{E517477A-AC6A-41CE-8B17-5D5F0DC2B121}">
      <dgm:prSet/>
      <dgm:spPr/>
      <dgm:t>
        <a:bodyPr/>
        <a:lstStyle/>
        <a:p>
          <a:endParaRPr lang="en-US"/>
        </a:p>
      </dgm:t>
    </dgm:pt>
    <dgm:pt modelId="{2C4F6846-B16E-4B9A-B201-01B3B0D01E26}" type="sibTrans" cxnId="{E517477A-AC6A-41CE-8B17-5D5F0DC2B121}">
      <dgm:prSet/>
      <dgm:spPr/>
      <dgm:t>
        <a:bodyPr/>
        <a:lstStyle/>
        <a:p>
          <a:pPr>
            <a:lnSpc>
              <a:spcPct val="100000"/>
            </a:lnSpc>
          </a:pPr>
          <a:endParaRPr lang="en-US"/>
        </a:p>
      </dgm:t>
    </dgm:pt>
    <dgm:pt modelId="{37FCCF01-CE0F-4D4E-9930-A6CB0C9B4809}">
      <dgm:prSet/>
      <dgm:spPr/>
      <dgm:t>
        <a:bodyPr/>
        <a:lstStyle/>
        <a:p>
          <a:pPr>
            <a:lnSpc>
              <a:spcPct val="100000"/>
            </a:lnSpc>
          </a:pPr>
          <a:r>
            <a:rPr lang="tr-TR"/>
            <a:t>2) Liderlik</a:t>
          </a:r>
          <a:endParaRPr lang="en-US"/>
        </a:p>
      </dgm:t>
    </dgm:pt>
    <dgm:pt modelId="{A4528DC5-E19C-43D3-8262-D400E6050EF5}" type="parTrans" cxnId="{E818A12A-B5B9-422C-9398-EAB31453226C}">
      <dgm:prSet/>
      <dgm:spPr/>
      <dgm:t>
        <a:bodyPr/>
        <a:lstStyle/>
        <a:p>
          <a:endParaRPr lang="en-US"/>
        </a:p>
      </dgm:t>
    </dgm:pt>
    <dgm:pt modelId="{A852336F-F3AB-4577-BB1B-C8C3106F55C9}" type="sibTrans" cxnId="{E818A12A-B5B9-422C-9398-EAB31453226C}">
      <dgm:prSet/>
      <dgm:spPr/>
      <dgm:t>
        <a:bodyPr/>
        <a:lstStyle/>
        <a:p>
          <a:pPr>
            <a:lnSpc>
              <a:spcPct val="100000"/>
            </a:lnSpc>
          </a:pPr>
          <a:endParaRPr lang="en-US"/>
        </a:p>
      </dgm:t>
    </dgm:pt>
    <dgm:pt modelId="{45A13A61-C555-4B39-87F6-AFFAA5A0BA2E}">
      <dgm:prSet/>
      <dgm:spPr/>
      <dgm:t>
        <a:bodyPr/>
        <a:lstStyle/>
        <a:p>
          <a:pPr>
            <a:lnSpc>
              <a:spcPct val="100000"/>
            </a:lnSpc>
          </a:pPr>
          <a:r>
            <a:rPr lang="tr-TR"/>
            <a:t>3) İletişim</a:t>
          </a:r>
          <a:endParaRPr lang="en-US"/>
        </a:p>
      </dgm:t>
    </dgm:pt>
    <dgm:pt modelId="{62F84161-27F9-4A63-9D91-6FDE86427109}" type="parTrans" cxnId="{424B857A-8EE2-4CBD-9653-36947FAB239E}">
      <dgm:prSet/>
      <dgm:spPr/>
      <dgm:t>
        <a:bodyPr/>
        <a:lstStyle/>
        <a:p>
          <a:endParaRPr lang="en-US"/>
        </a:p>
      </dgm:t>
    </dgm:pt>
    <dgm:pt modelId="{B8C13B6B-56B9-4D9E-BD1D-59174D3E4435}" type="sibTrans" cxnId="{424B857A-8EE2-4CBD-9653-36947FAB239E}">
      <dgm:prSet/>
      <dgm:spPr/>
      <dgm:t>
        <a:bodyPr/>
        <a:lstStyle/>
        <a:p>
          <a:pPr>
            <a:lnSpc>
              <a:spcPct val="100000"/>
            </a:lnSpc>
          </a:pPr>
          <a:endParaRPr lang="en-US"/>
        </a:p>
      </dgm:t>
    </dgm:pt>
    <dgm:pt modelId="{7D6475B6-44BD-4AAF-9C30-E74F5FB8A773}">
      <dgm:prSet custT="1"/>
      <dgm:spPr/>
      <dgm:t>
        <a:bodyPr/>
        <a:lstStyle/>
        <a:p>
          <a:pPr>
            <a:lnSpc>
              <a:spcPct val="100000"/>
            </a:lnSpc>
          </a:pPr>
          <a:r>
            <a:rPr lang="tr-TR" sz="2200"/>
            <a:t>4) </a:t>
          </a:r>
          <a:r>
            <a:rPr lang="tr-TR" sz="1800"/>
            <a:t>Motivasyon</a:t>
          </a:r>
          <a:endParaRPr lang="en-US" sz="2200"/>
        </a:p>
      </dgm:t>
    </dgm:pt>
    <dgm:pt modelId="{B8FC55D9-D852-4246-8C0B-FEB80C9F805B}" type="parTrans" cxnId="{28E896EF-9FC5-4BEB-95CF-7E6613321363}">
      <dgm:prSet/>
      <dgm:spPr/>
      <dgm:t>
        <a:bodyPr/>
        <a:lstStyle/>
        <a:p>
          <a:endParaRPr lang="en-US"/>
        </a:p>
      </dgm:t>
    </dgm:pt>
    <dgm:pt modelId="{2025F782-B653-4DD5-AD96-3FC43C6CEC01}" type="sibTrans" cxnId="{28E896EF-9FC5-4BEB-95CF-7E6613321363}">
      <dgm:prSet/>
      <dgm:spPr/>
      <dgm:t>
        <a:bodyPr/>
        <a:lstStyle/>
        <a:p>
          <a:endParaRPr lang="en-US"/>
        </a:p>
      </dgm:t>
    </dgm:pt>
    <dgm:pt modelId="{BEBB6AC5-321D-4DD6-AE8B-16F6C6AC5EDF}" type="pres">
      <dgm:prSet presAssocID="{8D3AC434-3D03-4245-8D90-E416F36F5135}" presName="root" presStyleCnt="0">
        <dgm:presLayoutVars>
          <dgm:dir/>
          <dgm:resizeHandles val="exact"/>
        </dgm:presLayoutVars>
      </dgm:prSet>
      <dgm:spPr/>
    </dgm:pt>
    <dgm:pt modelId="{AB082ECB-FBD8-45C6-BF1F-60D8ED5C2AC6}" type="pres">
      <dgm:prSet presAssocID="{8D3AC434-3D03-4245-8D90-E416F36F5135}" presName="container" presStyleCnt="0">
        <dgm:presLayoutVars>
          <dgm:dir/>
          <dgm:resizeHandles val="exact"/>
        </dgm:presLayoutVars>
      </dgm:prSet>
      <dgm:spPr/>
    </dgm:pt>
    <dgm:pt modelId="{8AC95496-8CAE-4BE9-8790-0306B1BE209C}" type="pres">
      <dgm:prSet presAssocID="{1E5A2136-8966-4D24-AB7C-F5C657968E32}" presName="compNode" presStyleCnt="0"/>
      <dgm:spPr/>
    </dgm:pt>
    <dgm:pt modelId="{60D0FDCF-3415-4DF2-8C4D-55DF9679BB31}" type="pres">
      <dgm:prSet presAssocID="{1E5A2136-8966-4D24-AB7C-F5C657968E32}" presName="iconBgRect" presStyleLbl="bgShp" presStyleIdx="0" presStyleCnt="4"/>
      <dgm:spPr/>
    </dgm:pt>
    <dgm:pt modelId="{383A3D16-D7D8-47E3-925A-842CEF6399EF}" type="pres">
      <dgm:prSet presAssocID="{1E5A2136-8966-4D24-AB7C-F5C657968E32}" presName="iconRect" presStyleLbl="node1" presStyleIdx="0" presStyleCnt="4"/>
      <dgm:spPr>
        <a:blipFill>
          <a:blip xmlns:r="http://schemas.openxmlformats.org/officeDocument/2006/relationships" r:embed="rId1" cstate="screen">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High Voltage"/>
        </a:ext>
      </dgm:extLst>
    </dgm:pt>
    <dgm:pt modelId="{92236390-E074-4AA6-8824-FAF75531A40A}" type="pres">
      <dgm:prSet presAssocID="{1E5A2136-8966-4D24-AB7C-F5C657968E32}" presName="spaceRect" presStyleCnt="0"/>
      <dgm:spPr/>
    </dgm:pt>
    <dgm:pt modelId="{E51476DC-0150-490D-A426-23F0AD086E4D}" type="pres">
      <dgm:prSet presAssocID="{1E5A2136-8966-4D24-AB7C-F5C657968E32}" presName="textRect" presStyleLbl="revTx" presStyleIdx="0" presStyleCnt="4">
        <dgm:presLayoutVars>
          <dgm:chMax val="1"/>
          <dgm:chPref val="1"/>
        </dgm:presLayoutVars>
      </dgm:prSet>
      <dgm:spPr/>
    </dgm:pt>
    <dgm:pt modelId="{74F87645-4F78-478A-AA14-D34757D8EBBF}" type="pres">
      <dgm:prSet presAssocID="{2C4F6846-B16E-4B9A-B201-01B3B0D01E26}" presName="sibTrans" presStyleLbl="sibTrans2D1" presStyleIdx="0" presStyleCnt="0"/>
      <dgm:spPr/>
    </dgm:pt>
    <dgm:pt modelId="{D4F3BB1F-9FE0-4CC4-94C7-4CD0F09A8771}" type="pres">
      <dgm:prSet presAssocID="{37FCCF01-CE0F-4D4E-9930-A6CB0C9B4809}" presName="compNode" presStyleCnt="0"/>
      <dgm:spPr/>
    </dgm:pt>
    <dgm:pt modelId="{505F903F-583A-4BFB-8697-149E48F43815}" type="pres">
      <dgm:prSet presAssocID="{37FCCF01-CE0F-4D4E-9930-A6CB0C9B4809}" presName="iconBgRect" presStyleLbl="bgShp" presStyleIdx="1" presStyleCnt="4"/>
      <dgm:spPr/>
    </dgm:pt>
    <dgm:pt modelId="{80762624-A974-4FB2-8FC5-2FAC16E6E129}" type="pres">
      <dgm:prSet presAssocID="{37FCCF01-CE0F-4D4E-9930-A6CB0C9B4809}" presName="iconRect" presStyleLbl="node1" presStyleIdx="1" presStyleCnt="4"/>
      <dgm:spPr>
        <a:blipFill>
          <a:blip xmlns:r="http://schemas.openxmlformats.org/officeDocument/2006/relationships" r:embed="rId3" cstate="screen">
            <a:extLst>
              <a:ext uri="{28A0092B-C50C-407E-A947-70E740481C1C}">
                <a14:useLocalDpi xmlns:a14="http://schemas.microsoft.com/office/drawing/2010/main"/>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Öğretim üyesi"/>
        </a:ext>
      </dgm:extLst>
    </dgm:pt>
    <dgm:pt modelId="{D85BD357-4EC0-48D5-9C43-A1DEE8C7EEE3}" type="pres">
      <dgm:prSet presAssocID="{37FCCF01-CE0F-4D4E-9930-A6CB0C9B4809}" presName="spaceRect" presStyleCnt="0"/>
      <dgm:spPr/>
    </dgm:pt>
    <dgm:pt modelId="{6DA7DE54-E804-4BDB-9FF8-AB873BFE7C65}" type="pres">
      <dgm:prSet presAssocID="{37FCCF01-CE0F-4D4E-9930-A6CB0C9B4809}" presName="textRect" presStyleLbl="revTx" presStyleIdx="1" presStyleCnt="4">
        <dgm:presLayoutVars>
          <dgm:chMax val="1"/>
          <dgm:chPref val="1"/>
        </dgm:presLayoutVars>
      </dgm:prSet>
      <dgm:spPr/>
    </dgm:pt>
    <dgm:pt modelId="{739DDF96-AB24-44F6-9310-1632000882A3}" type="pres">
      <dgm:prSet presAssocID="{A852336F-F3AB-4577-BB1B-C8C3106F55C9}" presName="sibTrans" presStyleLbl="sibTrans2D1" presStyleIdx="0" presStyleCnt="0"/>
      <dgm:spPr/>
    </dgm:pt>
    <dgm:pt modelId="{C0DECC5E-135A-4ABD-B0CF-AE60F7C1CFB9}" type="pres">
      <dgm:prSet presAssocID="{45A13A61-C555-4B39-87F6-AFFAA5A0BA2E}" presName="compNode" presStyleCnt="0"/>
      <dgm:spPr/>
    </dgm:pt>
    <dgm:pt modelId="{40854C53-F2E2-4C1D-AF72-C216A340F3F3}" type="pres">
      <dgm:prSet presAssocID="{45A13A61-C555-4B39-87F6-AFFAA5A0BA2E}" presName="iconBgRect" presStyleLbl="bgShp" presStyleIdx="2" presStyleCnt="4"/>
      <dgm:spPr/>
    </dgm:pt>
    <dgm:pt modelId="{D9A605DC-CF79-4014-8B39-0E016BFB918A}" type="pres">
      <dgm:prSet presAssocID="{45A13A61-C555-4B39-87F6-AFFAA5A0BA2E}" presName="iconRect" presStyleLbl="node1" presStyleIdx="2" presStyleCnt="4"/>
      <dgm:spPr>
        <a:blipFill>
          <a:blip xmlns:r="http://schemas.openxmlformats.org/officeDocument/2006/relationships" r:embed="rId5" cstate="screen">
            <a:extLst>
              <a:ext uri="{28A0092B-C50C-407E-A947-70E740481C1C}">
                <a14:useLocalDpi xmlns:a14="http://schemas.microsoft.com/office/drawing/2010/main"/>
              </a:ext>
              <a:ext uri="{96DAC541-7B7A-43D3-8B79-37D633B846F1}">
                <asvg:svgBlip xmlns:asvg="http://schemas.microsoft.com/office/drawing/2016/SVG/main" r:embed="rId6"/>
              </a:ext>
            </a:extLst>
          </a:blip>
          <a:stretch>
            <a:fillRect/>
          </a:stretch>
        </a:blipFill>
        <a:ln>
          <a:noFill/>
        </a:ln>
      </dgm:spPr>
      <dgm:extLst>
        <a:ext uri="{E40237B7-FDA0-4F09-8148-C483321AD2D9}">
          <dgm14:cNvPr xmlns:dgm14="http://schemas.microsoft.com/office/drawing/2010/diagram" id="0" name="" descr="Sohbet"/>
        </a:ext>
      </dgm:extLst>
    </dgm:pt>
    <dgm:pt modelId="{7367FAF9-D4F3-4EFB-917F-277DCE4A9B8C}" type="pres">
      <dgm:prSet presAssocID="{45A13A61-C555-4B39-87F6-AFFAA5A0BA2E}" presName="spaceRect" presStyleCnt="0"/>
      <dgm:spPr/>
    </dgm:pt>
    <dgm:pt modelId="{36416ABC-1FDD-432B-AEF2-65E774009138}" type="pres">
      <dgm:prSet presAssocID="{45A13A61-C555-4B39-87F6-AFFAA5A0BA2E}" presName="textRect" presStyleLbl="revTx" presStyleIdx="2" presStyleCnt="4">
        <dgm:presLayoutVars>
          <dgm:chMax val="1"/>
          <dgm:chPref val="1"/>
        </dgm:presLayoutVars>
      </dgm:prSet>
      <dgm:spPr/>
    </dgm:pt>
    <dgm:pt modelId="{7E704C5F-E93A-42C1-87FD-5F94E6A47C65}" type="pres">
      <dgm:prSet presAssocID="{B8C13B6B-56B9-4D9E-BD1D-59174D3E4435}" presName="sibTrans" presStyleLbl="sibTrans2D1" presStyleIdx="0" presStyleCnt="0"/>
      <dgm:spPr/>
    </dgm:pt>
    <dgm:pt modelId="{3E73ED94-E9BC-4CF5-B3AA-C53791A1A8DA}" type="pres">
      <dgm:prSet presAssocID="{7D6475B6-44BD-4AAF-9C30-E74F5FB8A773}" presName="compNode" presStyleCnt="0"/>
      <dgm:spPr/>
    </dgm:pt>
    <dgm:pt modelId="{EA80DC25-97A4-45A8-83D7-B7D88BB787EF}" type="pres">
      <dgm:prSet presAssocID="{7D6475B6-44BD-4AAF-9C30-E74F5FB8A773}" presName="iconBgRect" presStyleLbl="bgShp" presStyleIdx="3" presStyleCnt="4"/>
      <dgm:spPr/>
    </dgm:pt>
    <dgm:pt modelId="{A9C74628-A7DD-4B1F-B850-848AC3803B7B}" type="pres">
      <dgm:prSet presAssocID="{7D6475B6-44BD-4AAF-9C30-E74F5FB8A773}" presName="iconRect" presStyleLbl="node1" presStyleIdx="3" presStyleCnt="4"/>
      <dgm:spPr>
        <a:blipFill>
          <a:blip xmlns:r="http://schemas.openxmlformats.org/officeDocument/2006/relationships" r:embed="rId7" cstate="screen">
            <a:extLst>
              <a:ext uri="{28A0092B-C50C-407E-A947-70E740481C1C}">
                <a14:useLocalDpi xmlns:a14="http://schemas.microsoft.com/office/drawing/2010/main"/>
              </a:ext>
              <a:ext uri="{96DAC541-7B7A-43D3-8B79-37D633B846F1}">
                <asvg:svgBlip xmlns:asvg="http://schemas.microsoft.com/office/drawing/2016/SVG/main" r:embed="rId8"/>
              </a:ext>
            </a:extLst>
          </a:blip>
          <a:stretch>
            <a:fillRect/>
          </a:stretch>
        </a:blipFill>
        <a:ln>
          <a:noFill/>
        </a:ln>
      </dgm:spPr>
      <dgm:extLst>
        <a:ext uri="{E40237B7-FDA0-4F09-8148-C483321AD2D9}">
          <dgm14:cNvPr xmlns:dgm14="http://schemas.microsoft.com/office/drawing/2010/diagram" id="0" name="" descr="Ampul"/>
        </a:ext>
      </dgm:extLst>
    </dgm:pt>
    <dgm:pt modelId="{291C5403-89A3-4994-B090-519259C16BAD}" type="pres">
      <dgm:prSet presAssocID="{7D6475B6-44BD-4AAF-9C30-E74F5FB8A773}" presName="spaceRect" presStyleCnt="0"/>
      <dgm:spPr/>
    </dgm:pt>
    <dgm:pt modelId="{A78CCD01-3468-4D53-8259-3E7E41A9CB6B}" type="pres">
      <dgm:prSet presAssocID="{7D6475B6-44BD-4AAF-9C30-E74F5FB8A773}" presName="textRect" presStyleLbl="revTx" presStyleIdx="3" presStyleCnt="4">
        <dgm:presLayoutVars>
          <dgm:chMax val="1"/>
          <dgm:chPref val="1"/>
        </dgm:presLayoutVars>
      </dgm:prSet>
      <dgm:spPr/>
    </dgm:pt>
  </dgm:ptLst>
  <dgm:cxnLst>
    <dgm:cxn modelId="{BC215904-07A4-4D90-A6CC-8303C4357695}" type="presOf" srcId="{1E5A2136-8966-4D24-AB7C-F5C657968E32}" destId="{E51476DC-0150-490D-A426-23F0AD086E4D}" srcOrd="0" destOrd="0" presId="urn:microsoft.com/office/officeart/2018/2/layout/IconCircleList"/>
    <dgm:cxn modelId="{E818A12A-B5B9-422C-9398-EAB31453226C}" srcId="{8D3AC434-3D03-4245-8D90-E416F36F5135}" destId="{37FCCF01-CE0F-4D4E-9930-A6CB0C9B4809}" srcOrd="1" destOrd="0" parTransId="{A4528DC5-E19C-43D3-8262-D400E6050EF5}" sibTransId="{A852336F-F3AB-4577-BB1B-C8C3106F55C9}"/>
    <dgm:cxn modelId="{EF48F32D-9ECE-484A-9057-C015793B07D2}" type="presOf" srcId="{45A13A61-C555-4B39-87F6-AFFAA5A0BA2E}" destId="{36416ABC-1FDD-432B-AEF2-65E774009138}" srcOrd="0" destOrd="0" presId="urn:microsoft.com/office/officeart/2018/2/layout/IconCircleList"/>
    <dgm:cxn modelId="{8398B44F-2920-4781-8112-05356854182B}" type="presOf" srcId="{A852336F-F3AB-4577-BB1B-C8C3106F55C9}" destId="{739DDF96-AB24-44F6-9310-1632000882A3}" srcOrd="0" destOrd="0" presId="urn:microsoft.com/office/officeart/2018/2/layout/IconCircleList"/>
    <dgm:cxn modelId="{E517477A-AC6A-41CE-8B17-5D5F0DC2B121}" srcId="{8D3AC434-3D03-4245-8D90-E416F36F5135}" destId="{1E5A2136-8966-4D24-AB7C-F5C657968E32}" srcOrd="0" destOrd="0" parTransId="{B22E853F-9077-411E-AB76-79B3D7BE02E2}" sibTransId="{2C4F6846-B16E-4B9A-B201-01B3B0D01E26}"/>
    <dgm:cxn modelId="{424B857A-8EE2-4CBD-9653-36947FAB239E}" srcId="{8D3AC434-3D03-4245-8D90-E416F36F5135}" destId="{45A13A61-C555-4B39-87F6-AFFAA5A0BA2E}" srcOrd="2" destOrd="0" parTransId="{62F84161-27F9-4A63-9D91-6FDE86427109}" sibTransId="{B8C13B6B-56B9-4D9E-BD1D-59174D3E4435}"/>
    <dgm:cxn modelId="{01ED4585-0875-4FE4-BE05-8FD4B3E2BC8E}" type="presOf" srcId="{37FCCF01-CE0F-4D4E-9930-A6CB0C9B4809}" destId="{6DA7DE54-E804-4BDB-9FF8-AB873BFE7C65}" srcOrd="0" destOrd="0" presId="urn:microsoft.com/office/officeart/2018/2/layout/IconCircleList"/>
    <dgm:cxn modelId="{6289B9B4-27DD-4E88-8768-33B6A6330DB3}" type="presOf" srcId="{B8C13B6B-56B9-4D9E-BD1D-59174D3E4435}" destId="{7E704C5F-E93A-42C1-87FD-5F94E6A47C65}" srcOrd="0" destOrd="0" presId="urn:microsoft.com/office/officeart/2018/2/layout/IconCircleList"/>
    <dgm:cxn modelId="{CA8D19C5-F9CD-49E5-A8CC-F76F42326B0F}" type="presOf" srcId="{7D6475B6-44BD-4AAF-9C30-E74F5FB8A773}" destId="{A78CCD01-3468-4D53-8259-3E7E41A9CB6B}" srcOrd="0" destOrd="0" presId="urn:microsoft.com/office/officeart/2018/2/layout/IconCircleList"/>
    <dgm:cxn modelId="{1FF3B4CE-C076-460F-9625-256A4EF9979F}" type="presOf" srcId="{8D3AC434-3D03-4245-8D90-E416F36F5135}" destId="{BEBB6AC5-321D-4DD6-AE8B-16F6C6AC5EDF}" srcOrd="0" destOrd="0" presId="urn:microsoft.com/office/officeart/2018/2/layout/IconCircleList"/>
    <dgm:cxn modelId="{EA8E4CD8-06DF-424F-90F5-2A4851866709}" type="presOf" srcId="{2C4F6846-B16E-4B9A-B201-01B3B0D01E26}" destId="{74F87645-4F78-478A-AA14-D34757D8EBBF}" srcOrd="0" destOrd="0" presId="urn:microsoft.com/office/officeart/2018/2/layout/IconCircleList"/>
    <dgm:cxn modelId="{28E896EF-9FC5-4BEB-95CF-7E6613321363}" srcId="{8D3AC434-3D03-4245-8D90-E416F36F5135}" destId="{7D6475B6-44BD-4AAF-9C30-E74F5FB8A773}" srcOrd="3" destOrd="0" parTransId="{B8FC55D9-D852-4246-8C0B-FEB80C9F805B}" sibTransId="{2025F782-B653-4DD5-AD96-3FC43C6CEC01}"/>
    <dgm:cxn modelId="{44E06AA1-49AB-4799-98CB-CCEE25331FAB}" type="presParOf" srcId="{BEBB6AC5-321D-4DD6-AE8B-16F6C6AC5EDF}" destId="{AB082ECB-FBD8-45C6-BF1F-60D8ED5C2AC6}" srcOrd="0" destOrd="0" presId="urn:microsoft.com/office/officeart/2018/2/layout/IconCircleList"/>
    <dgm:cxn modelId="{54CB6FD4-C078-4962-83A0-CEEA8D1AFC58}" type="presParOf" srcId="{AB082ECB-FBD8-45C6-BF1F-60D8ED5C2AC6}" destId="{8AC95496-8CAE-4BE9-8790-0306B1BE209C}" srcOrd="0" destOrd="0" presId="urn:microsoft.com/office/officeart/2018/2/layout/IconCircleList"/>
    <dgm:cxn modelId="{076EFB95-F615-42D5-95EE-1AD4EE6C351E}" type="presParOf" srcId="{8AC95496-8CAE-4BE9-8790-0306B1BE209C}" destId="{60D0FDCF-3415-4DF2-8C4D-55DF9679BB31}" srcOrd="0" destOrd="0" presId="urn:microsoft.com/office/officeart/2018/2/layout/IconCircleList"/>
    <dgm:cxn modelId="{46FB84F7-F5FA-4D30-B8A2-C03210A65939}" type="presParOf" srcId="{8AC95496-8CAE-4BE9-8790-0306B1BE209C}" destId="{383A3D16-D7D8-47E3-925A-842CEF6399EF}" srcOrd="1" destOrd="0" presId="urn:microsoft.com/office/officeart/2018/2/layout/IconCircleList"/>
    <dgm:cxn modelId="{BAAB0DDC-8E42-44B1-84F7-952C3743C65F}" type="presParOf" srcId="{8AC95496-8CAE-4BE9-8790-0306B1BE209C}" destId="{92236390-E074-4AA6-8824-FAF75531A40A}" srcOrd="2" destOrd="0" presId="urn:microsoft.com/office/officeart/2018/2/layout/IconCircleList"/>
    <dgm:cxn modelId="{5CA40A5B-0CE8-488D-9A87-351367E76F12}" type="presParOf" srcId="{8AC95496-8CAE-4BE9-8790-0306B1BE209C}" destId="{E51476DC-0150-490D-A426-23F0AD086E4D}" srcOrd="3" destOrd="0" presId="urn:microsoft.com/office/officeart/2018/2/layout/IconCircleList"/>
    <dgm:cxn modelId="{A2195301-8DD0-46A4-876E-85E4BC4C8E45}" type="presParOf" srcId="{AB082ECB-FBD8-45C6-BF1F-60D8ED5C2AC6}" destId="{74F87645-4F78-478A-AA14-D34757D8EBBF}" srcOrd="1" destOrd="0" presId="urn:microsoft.com/office/officeart/2018/2/layout/IconCircleList"/>
    <dgm:cxn modelId="{AF49C99D-7E65-4C8F-8D3C-C3EB27A59D99}" type="presParOf" srcId="{AB082ECB-FBD8-45C6-BF1F-60D8ED5C2AC6}" destId="{D4F3BB1F-9FE0-4CC4-94C7-4CD0F09A8771}" srcOrd="2" destOrd="0" presId="urn:microsoft.com/office/officeart/2018/2/layout/IconCircleList"/>
    <dgm:cxn modelId="{02884A27-84C5-4027-BF93-30E67FB594E7}" type="presParOf" srcId="{D4F3BB1F-9FE0-4CC4-94C7-4CD0F09A8771}" destId="{505F903F-583A-4BFB-8697-149E48F43815}" srcOrd="0" destOrd="0" presId="urn:microsoft.com/office/officeart/2018/2/layout/IconCircleList"/>
    <dgm:cxn modelId="{909C5D4F-A6C3-4A2F-B4D0-02D2A80D68E3}" type="presParOf" srcId="{D4F3BB1F-9FE0-4CC4-94C7-4CD0F09A8771}" destId="{80762624-A974-4FB2-8FC5-2FAC16E6E129}" srcOrd="1" destOrd="0" presId="urn:microsoft.com/office/officeart/2018/2/layout/IconCircleList"/>
    <dgm:cxn modelId="{414595CC-D39E-4971-8A6E-DEFEF9B70165}" type="presParOf" srcId="{D4F3BB1F-9FE0-4CC4-94C7-4CD0F09A8771}" destId="{D85BD357-4EC0-48D5-9C43-A1DEE8C7EEE3}" srcOrd="2" destOrd="0" presId="urn:microsoft.com/office/officeart/2018/2/layout/IconCircleList"/>
    <dgm:cxn modelId="{292F686D-35BC-4F2F-92BD-31E1F09774BA}" type="presParOf" srcId="{D4F3BB1F-9FE0-4CC4-94C7-4CD0F09A8771}" destId="{6DA7DE54-E804-4BDB-9FF8-AB873BFE7C65}" srcOrd="3" destOrd="0" presId="urn:microsoft.com/office/officeart/2018/2/layout/IconCircleList"/>
    <dgm:cxn modelId="{6F411AB3-8B7A-46B2-8BF4-79A1C0A64C70}" type="presParOf" srcId="{AB082ECB-FBD8-45C6-BF1F-60D8ED5C2AC6}" destId="{739DDF96-AB24-44F6-9310-1632000882A3}" srcOrd="3" destOrd="0" presId="urn:microsoft.com/office/officeart/2018/2/layout/IconCircleList"/>
    <dgm:cxn modelId="{C9E9DB93-2298-4BAF-9221-EF29C9743C8A}" type="presParOf" srcId="{AB082ECB-FBD8-45C6-BF1F-60D8ED5C2AC6}" destId="{C0DECC5E-135A-4ABD-B0CF-AE60F7C1CFB9}" srcOrd="4" destOrd="0" presId="urn:microsoft.com/office/officeart/2018/2/layout/IconCircleList"/>
    <dgm:cxn modelId="{51C6690E-7425-47C8-BA1B-AD0A5057C972}" type="presParOf" srcId="{C0DECC5E-135A-4ABD-B0CF-AE60F7C1CFB9}" destId="{40854C53-F2E2-4C1D-AF72-C216A340F3F3}" srcOrd="0" destOrd="0" presId="urn:microsoft.com/office/officeart/2018/2/layout/IconCircleList"/>
    <dgm:cxn modelId="{EE8718C4-C3A4-48F4-B0F9-EE5C5D56AF0B}" type="presParOf" srcId="{C0DECC5E-135A-4ABD-B0CF-AE60F7C1CFB9}" destId="{D9A605DC-CF79-4014-8B39-0E016BFB918A}" srcOrd="1" destOrd="0" presId="urn:microsoft.com/office/officeart/2018/2/layout/IconCircleList"/>
    <dgm:cxn modelId="{44C5CA48-5101-495B-BC4F-0BBDD152E5D6}" type="presParOf" srcId="{C0DECC5E-135A-4ABD-B0CF-AE60F7C1CFB9}" destId="{7367FAF9-D4F3-4EFB-917F-277DCE4A9B8C}" srcOrd="2" destOrd="0" presId="urn:microsoft.com/office/officeart/2018/2/layout/IconCircleList"/>
    <dgm:cxn modelId="{05A26FC5-2418-42BD-A075-C562FC9E6AB1}" type="presParOf" srcId="{C0DECC5E-135A-4ABD-B0CF-AE60F7C1CFB9}" destId="{36416ABC-1FDD-432B-AEF2-65E774009138}" srcOrd="3" destOrd="0" presId="urn:microsoft.com/office/officeart/2018/2/layout/IconCircleList"/>
    <dgm:cxn modelId="{96152FE1-A6D2-49D3-8A61-3AB88088AD0B}" type="presParOf" srcId="{AB082ECB-FBD8-45C6-BF1F-60D8ED5C2AC6}" destId="{7E704C5F-E93A-42C1-87FD-5F94E6A47C65}" srcOrd="5" destOrd="0" presId="urn:microsoft.com/office/officeart/2018/2/layout/IconCircleList"/>
    <dgm:cxn modelId="{116C83A3-A1BE-4C79-8EFD-63A2DF890683}" type="presParOf" srcId="{AB082ECB-FBD8-45C6-BF1F-60D8ED5C2AC6}" destId="{3E73ED94-E9BC-4CF5-B3AA-C53791A1A8DA}" srcOrd="6" destOrd="0" presId="urn:microsoft.com/office/officeart/2018/2/layout/IconCircleList"/>
    <dgm:cxn modelId="{8FDC65CA-D628-45AA-85A1-2106D33B765C}" type="presParOf" srcId="{3E73ED94-E9BC-4CF5-B3AA-C53791A1A8DA}" destId="{EA80DC25-97A4-45A8-83D7-B7D88BB787EF}" srcOrd="0" destOrd="0" presId="urn:microsoft.com/office/officeart/2018/2/layout/IconCircleList"/>
    <dgm:cxn modelId="{CA02FEE6-B030-4BAD-A59B-A8486D9D26F2}" type="presParOf" srcId="{3E73ED94-E9BC-4CF5-B3AA-C53791A1A8DA}" destId="{A9C74628-A7DD-4B1F-B850-848AC3803B7B}" srcOrd="1" destOrd="0" presId="urn:microsoft.com/office/officeart/2018/2/layout/IconCircleList"/>
    <dgm:cxn modelId="{4704C009-1AB8-4F4D-AD4F-3E3D90FDAB75}" type="presParOf" srcId="{3E73ED94-E9BC-4CF5-B3AA-C53791A1A8DA}" destId="{291C5403-89A3-4994-B090-519259C16BAD}" srcOrd="2" destOrd="0" presId="urn:microsoft.com/office/officeart/2018/2/layout/IconCircleList"/>
    <dgm:cxn modelId="{92316A33-DCCE-4143-AA03-942E3A010DC7}" type="presParOf" srcId="{3E73ED94-E9BC-4CF5-B3AA-C53791A1A8DA}" destId="{A78CCD01-3468-4D53-8259-3E7E41A9CB6B}" srcOrd="3" destOrd="0" presId="urn:microsoft.com/office/officeart/2018/2/layout/IconCircleList"/>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ata8.xml><?xml version="1.0" encoding="utf-8"?>
<dgm:dataModel xmlns:dgm="http://schemas.openxmlformats.org/drawingml/2006/diagram" xmlns:a="http://schemas.openxmlformats.org/drawingml/2006/main">
  <dgm:ptLst>
    <dgm:pt modelId="{8D3AC434-3D03-4245-8D90-E416F36F5135}" type="doc">
      <dgm:prSet loTypeId="urn:microsoft.com/office/officeart/2005/8/layout/vList2" loCatId="list" qsTypeId="urn:microsoft.com/office/officeart/2005/8/quickstyle/simple2" qsCatId="simple" csTypeId="urn:microsoft.com/office/officeart/2005/8/colors/accent5_2" csCatId="accent5" phldr="1"/>
      <dgm:spPr/>
      <dgm:t>
        <a:bodyPr/>
        <a:lstStyle/>
        <a:p>
          <a:endParaRPr lang="en-US"/>
        </a:p>
      </dgm:t>
    </dgm:pt>
    <dgm:pt modelId="{1E5A2136-8966-4D24-AB7C-F5C657968E32}">
      <dgm:prSet/>
      <dgm:spPr/>
      <dgm:t>
        <a:bodyPr/>
        <a:lstStyle/>
        <a:p>
          <a:r>
            <a:rPr lang="tr-TR" dirty="0"/>
            <a:t>1)GÜÇ VE GÜÇ KAYNAKLARI</a:t>
          </a:r>
          <a:endParaRPr lang="en-US" dirty="0"/>
        </a:p>
      </dgm:t>
    </dgm:pt>
    <dgm:pt modelId="{B22E853F-9077-411E-AB76-79B3D7BE02E2}" type="parTrans" cxnId="{E517477A-AC6A-41CE-8B17-5D5F0DC2B121}">
      <dgm:prSet/>
      <dgm:spPr/>
      <dgm:t>
        <a:bodyPr/>
        <a:lstStyle/>
        <a:p>
          <a:endParaRPr lang="en-US"/>
        </a:p>
      </dgm:t>
    </dgm:pt>
    <dgm:pt modelId="{2C4F6846-B16E-4B9A-B201-01B3B0D01E26}" type="sibTrans" cxnId="{E517477A-AC6A-41CE-8B17-5D5F0DC2B121}">
      <dgm:prSet/>
      <dgm:spPr/>
      <dgm:t>
        <a:bodyPr/>
        <a:lstStyle/>
        <a:p>
          <a:endParaRPr lang="en-US"/>
        </a:p>
      </dgm:t>
    </dgm:pt>
    <dgm:pt modelId="{37FCCF01-CE0F-4D4E-9930-A6CB0C9B4809}">
      <dgm:prSet/>
      <dgm:spPr/>
      <dgm:t>
        <a:bodyPr/>
        <a:lstStyle/>
        <a:p>
          <a:r>
            <a:rPr lang="tr-TR"/>
            <a:t>	A</a:t>
          </a:r>
          <a:r>
            <a:rPr lang="tr-TR" dirty="0"/>
            <a:t>) OTORİTE VE OTORİTE TİPLERİ</a:t>
          </a:r>
          <a:endParaRPr lang="en-US" dirty="0"/>
        </a:p>
      </dgm:t>
    </dgm:pt>
    <dgm:pt modelId="{A4528DC5-E19C-43D3-8262-D400E6050EF5}" type="parTrans" cxnId="{E818A12A-B5B9-422C-9398-EAB31453226C}">
      <dgm:prSet/>
      <dgm:spPr/>
      <dgm:t>
        <a:bodyPr/>
        <a:lstStyle/>
        <a:p>
          <a:endParaRPr lang="en-US"/>
        </a:p>
      </dgm:t>
    </dgm:pt>
    <dgm:pt modelId="{A852336F-F3AB-4577-BB1B-C8C3106F55C9}" type="sibTrans" cxnId="{E818A12A-B5B9-422C-9398-EAB31453226C}">
      <dgm:prSet/>
      <dgm:spPr/>
      <dgm:t>
        <a:bodyPr/>
        <a:lstStyle/>
        <a:p>
          <a:endParaRPr lang="en-US"/>
        </a:p>
      </dgm:t>
    </dgm:pt>
    <dgm:pt modelId="{45A13A61-C555-4B39-87F6-AFFAA5A0BA2E}">
      <dgm:prSet/>
      <dgm:spPr/>
      <dgm:t>
        <a:bodyPr/>
        <a:lstStyle/>
        <a:p>
          <a:r>
            <a:rPr lang="tr-TR"/>
            <a:t>	B</a:t>
          </a:r>
          <a:r>
            <a:rPr lang="tr-TR" dirty="0"/>
            <a:t>) YETKİ VE YETKİ TÜRLERİ</a:t>
          </a:r>
          <a:endParaRPr lang="en-US" dirty="0"/>
        </a:p>
      </dgm:t>
    </dgm:pt>
    <dgm:pt modelId="{62F84161-27F9-4A63-9D91-6FDE86427109}" type="parTrans" cxnId="{424B857A-8EE2-4CBD-9653-36947FAB239E}">
      <dgm:prSet/>
      <dgm:spPr/>
      <dgm:t>
        <a:bodyPr/>
        <a:lstStyle/>
        <a:p>
          <a:endParaRPr lang="en-US"/>
        </a:p>
      </dgm:t>
    </dgm:pt>
    <dgm:pt modelId="{B8C13B6B-56B9-4D9E-BD1D-59174D3E4435}" type="sibTrans" cxnId="{424B857A-8EE2-4CBD-9653-36947FAB239E}">
      <dgm:prSet/>
      <dgm:spPr/>
      <dgm:t>
        <a:bodyPr/>
        <a:lstStyle/>
        <a:p>
          <a:endParaRPr lang="en-US"/>
        </a:p>
      </dgm:t>
    </dgm:pt>
    <dgm:pt modelId="{7D6475B6-44BD-4AAF-9C30-E74F5FB8A773}">
      <dgm:prSet/>
      <dgm:spPr/>
      <dgm:t>
        <a:bodyPr/>
        <a:lstStyle/>
        <a:p>
          <a:r>
            <a:rPr lang="tr-TR"/>
            <a:t>	C</a:t>
          </a:r>
          <a:r>
            <a:rPr lang="tr-TR" dirty="0"/>
            <a:t>) EMİR, EMİR TÜRLERİ VE ÖZELLİKLERİ</a:t>
          </a:r>
          <a:endParaRPr lang="en-US" dirty="0"/>
        </a:p>
      </dgm:t>
    </dgm:pt>
    <dgm:pt modelId="{B8FC55D9-D852-4246-8C0B-FEB80C9F805B}" type="parTrans" cxnId="{28E896EF-9FC5-4BEB-95CF-7E6613321363}">
      <dgm:prSet/>
      <dgm:spPr/>
      <dgm:t>
        <a:bodyPr/>
        <a:lstStyle/>
        <a:p>
          <a:endParaRPr lang="en-US"/>
        </a:p>
      </dgm:t>
    </dgm:pt>
    <dgm:pt modelId="{2025F782-B653-4DD5-AD96-3FC43C6CEC01}" type="sibTrans" cxnId="{28E896EF-9FC5-4BEB-95CF-7E6613321363}">
      <dgm:prSet/>
      <dgm:spPr/>
      <dgm:t>
        <a:bodyPr/>
        <a:lstStyle/>
        <a:p>
          <a:endParaRPr lang="en-US"/>
        </a:p>
      </dgm:t>
    </dgm:pt>
    <dgm:pt modelId="{BDDC7394-C29D-48C5-93B2-268243839292}">
      <dgm:prSet/>
      <dgm:spPr/>
      <dgm:t>
        <a:bodyPr/>
        <a:lstStyle/>
        <a:p>
          <a:r>
            <a:rPr lang="tr-TR"/>
            <a:t>	D</a:t>
          </a:r>
          <a:r>
            <a:rPr lang="tr-TR" dirty="0"/>
            <a:t>) ETKİLEME</a:t>
          </a:r>
          <a:endParaRPr lang="en-US" dirty="0"/>
        </a:p>
      </dgm:t>
    </dgm:pt>
    <dgm:pt modelId="{964E9D3D-7ABF-46A7-A65F-5F9D8B5EF77C}" type="parTrans" cxnId="{93CD7514-E256-446E-B27B-997B5A3C0E64}">
      <dgm:prSet/>
      <dgm:spPr/>
      <dgm:t>
        <a:bodyPr/>
        <a:lstStyle/>
        <a:p>
          <a:endParaRPr lang="en-US"/>
        </a:p>
      </dgm:t>
    </dgm:pt>
    <dgm:pt modelId="{2C5E5ABC-5F4B-43ED-8F06-76C3EC9455BF}" type="sibTrans" cxnId="{93CD7514-E256-446E-B27B-997B5A3C0E64}">
      <dgm:prSet/>
      <dgm:spPr/>
      <dgm:t>
        <a:bodyPr/>
        <a:lstStyle/>
        <a:p>
          <a:endParaRPr lang="en-US"/>
        </a:p>
      </dgm:t>
    </dgm:pt>
    <dgm:pt modelId="{D3A25C18-6BAA-4875-8984-3F2E25765CE2}" type="pres">
      <dgm:prSet presAssocID="{8D3AC434-3D03-4245-8D90-E416F36F5135}" presName="linear" presStyleCnt="0">
        <dgm:presLayoutVars>
          <dgm:animLvl val="lvl"/>
          <dgm:resizeHandles val="exact"/>
        </dgm:presLayoutVars>
      </dgm:prSet>
      <dgm:spPr/>
    </dgm:pt>
    <dgm:pt modelId="{1031034E-73E4-44BE-A9D6-084DEE8369B7}" type="pres">
      <dgm:prSet presAssocID="{1E5A2136-8966-4D24-AB7C-F5C657968E32}" presName="parentText" presStyleLbl="node1" presStyleIdx="0" presStyleCnt="5">
        <dgm:presLayoutVars>
          <dgm:chMax val="0"/>
          <dgm:bulletEnabled val="1"/>
        </dgm:presLayoutVars>
      </dgm:prSet>
      <dgm:spPr/>
    </dgm:pt>
    <dgm:pt modelId="{3429E7DD-B2CF-4E95-BB5F-D015F4AD5EE7}" type="pres">
      <dgm:prSet presAssocID="{2C4F6846-B16E-4B9A-B201-01B3B0D01E26}" presName="spacer" presStyleCnt="0"/>
      <dgm:spPr/>
    </dgm:pt>
    <dgm:pt modelId="{96FEF63A-E6FA-4521-8611-6E221CFAAE5E}" type="pres">
      <dgm:prSet presAssocID="{37FCCF01-CE0F-4D4E-9930-A6CB0C9B4809}" presName="parentText" presStyleLbl="node1" presStyleIdx="1" presStyleCnt="5">
        <dgm:presLayoutVars>
          <dgm:chMax val="0"/>
          <dgm:bulletEnabled val="1"/>
        </dgm:presLayoutVars>
      </dgm:prSet>
      <dgm:spPr/>
    </dgm:pt>
    <dgm:pt modelId="{EA830B88-85B8-4C40-B039-22FBB729B5B9}" type="pres">
      <dgm:prSet presAssocID="{A852336F-F3AB-4577-BB1B-C8C3106F55C9}" presName="spacer" presStyleCnt="0"/>
      <dgm:spPr/>
    </dgm:pt>
    <dgm:pt modelId="{BE8A8766-B4BD-446E-A002-2CE4965BCC8A}" type="pres">
      <dgm:prSet presAssocID="{45A13A61-C555-4B39-87F6-AFFAA5A0BA2E}" presName="parentText" presStyleLbl="node1" presStyleIdx="2" presStyleCnt="5">
        <dgm:presLayoutVars>
          <dgm:chMax val="0"/>
          <dgm:bulletEnabled val="1"/>
        </dgm:presLayoutVars>
      </dgm:prSet>
      <dgm:spPr/>
    </dgm:pt>
    <dgm:pt modelId="{31EC704D-2B2F-4081-A227-B2F58AAD6D58}" type="pres">
      <dgm:prSet presAssocID="{B8C13B6B-56B9-4D9E-BD1D-59174D3E4435}" presName="spacer" presStyleCnt="0"/>
      <dgm:spPr/>
    </dgm:pt>
    <dgm:pt modelId="{6E06D6EF-F5EF-466F-B54B-B66724FAD506}" type="pres">
      <dgm:prSet presAssocID="{7D6475B6-44BD-4AAF-9C30-E74F5FB8A773}" presName="parentText" presStyleLbl="node1" presStyleIdx="3" presStyleCnt="5">
        <dgm:presLayoutVars>
          <dgm:chMax val="0"/>
          <dgm:bulletEnabled val="1"/>
        </dgm:presLayoutVars>
      </dgm:prSet>
      <dgm:spPr/>
    </dgm:pt>
    <dgm:pt modelId="{8D58D12A-9EFE-4642-B3D2-7133108F1D5E}" type="pres">
      <dgm:prSet presAssocID="{2025F782-B653-4DD5-AD96-3FC43C6CEC01}" presName="spacer" presStyleCnt="0"/>
      <dgm:spPr/>
    </dgm:pt>
    <dgm:pt modelId="{638AEC4F-6380-44F1-9047-92FFB45E8E13}" type="pres">
      <dgm:prSet presAssocID="{BDDC7394-C29D-48C5-93B2-268243839292}" presName="parentText" presStyleLbl="node1" presStyleIdx="4" presStyleCnt="5">
        <dgm:presLayoutVars>
          <dgm:chMax val="0"/>
          <dgm:bulletEnabled val="1"/>
        </dgm:presLayoutVars>
      </dgm:prSet>
      <dgm:spPr/>
    </dgm:pt>
  </dgm:ptLst>
  <dgm:cxnLst>
    <dgm:cxn modelId="{93CD7514-E256-446E-B27B-997B5A3C0E64}" srcId="{8D3AC434-3D03-4245-8D90-E416F36F5135}" destId="{BDDC7394-C29D-48C5-93B2-268243839292}" srcOrd="4" destOrd="0" parTransId="{964E9D3D-7ABF-46A7-A65F-5F9D8B5EF77C}" sibTransId="{2C5E5ABC-5F4B-43ED-8F06-76C3EC9455BF}"/>
    <dgm:cxn modelId="{9C627B1E-AC19-4389-8A8A-E8F0B23B331C}" type="presOf" srcId="{7D6475B6-44BD-4AAF-9C30-E74F5FB8A773}" destId="{6E06D6EF-F5EF-466F-B54B-B66724FAD506}" srcOrd="0" destOrd="0" presId="urn:microsoft.com/office/officeart/2005/8/layout/vList2"/>
    <dgm:cxn modelId="{E818A12A-B5B9-422C-9398-EAB31453226C}" srcId="{8D3AC434-3D03-4245-8D90-E416F36F5135}" destId="{37FCCF01-CE0F-4D4E-9930-A6CB0C9B4809}" srcOrd="1" destOrd="0" parTransId="{A4528DC5-E19C-43D3-8262-D400E6050EF5}" sibTransId="{A852336F-F3AB-4577-BB1B-C8C3106F55C9}"/>
    <dgm:cxn modelId="{46947B3B-D83F-43AE-9E09-9B9FBD1596C6}" type="presOf" srcId="{37FCCF01-CE0F-4D4E-9930-A6CB0C9B4809}" destId="{96FEF63A-E6FA-4521-8611-6E221CFAAE5E}" srcOrd="0" destOrd="0" presId="urn:microsoft.com/office/officeart/2005/8/layout/vList2"/>
    <dgm:cxn modelId="{BDE2D346-77F8-4D7F-9D6F-E7739CB7C198}" type="presOf" srcId="{45A13A61-C555-4B39-87F6-AFFAA5A0BA2E}" destId="{BE8A8766-B4BD-446E-A002-2CE4965BCC8A}" srcOrd="0" destOrd="0" presId="urn:microsoft.com/office/officeart/2005/8/layout/vList2"/>
    <dgm:cxn modelId="{28316961-52AF-4A5E-A24F-4AD7BD2E0C83}" type="presOf" srcId="{1E5A2136-8966-4D24-AB7C-F5C657968E32}" destId="{1031034E-73E4-44BE-A9D6-084DEE8369B7}" srcOrd="0" destOrd="0" presId="urn:microsoft.com/office/officeart/2005/8/layout/vList2"/>
    <dgm:cxn modelId="{E517477A-AC6A-41CE-8B17-5D5F0DC2B121}" srcId="{8D3AC434-3D03-4245-8D90-E416F36F5135}" destId="{1E5A2136-8966-4D24-AB7C-F5C657968E32}" srcOrd="0" destOrd="0" parTransId="{B22E853F-9077-411E-AB76-79B3D7BE02E2}" sibTransId="{2C4F6846-B16E-4B9A-B201-01B3B0D01E26}"/>
    <dgm:cxn modelId="{424B857A-8EE2-4CBD-9653-36947FAB239E}" srcId="{8D3AC434-3D03-4245-8D90-E416F36F5135}" destId="{45A13A61-C555-4B39-87F6-AFFAA5A0BA2E}" srcOrd="2" destOrd="0" parTransId="{62F84161-27F9-4A63-9D91-6FDE86427109}" sibTransId="{B8C13B6B-56B9-4D9E-BD1D-59174D3E4435}"/>
    <dgm:cxn modelId="{487CA4AD-48FE-45B5-8018-FF34D5DF95D5}" type="presOf" srcId="{8D3AC434-3D03-4245-8D90-E416F36F5135}" destId="{D3A25C18-6BAA-4875-8984-3F2E25765CE2}" srcOrd="0" destOrd="0" presId="urn:microsoft.com/office/officeart/2005/8/layout/vList2"/>
    <dgm:cxn modelId="{AEBC33C0-024C-4846-965C-32669116A0BE}" type="presOf" srcId="{BDDC7394-C29D-48C5-93B2-268243839292}" destId="{638AEC4F-6380-44F1-9047-92FFB45E8E13}" srcOrd="0" destOrd="0" presId="urn:microsoft.com/office/officeart/2005/8/layout/vList2"/>
    <dgm:cxn modelId="{28E896EF-9FC5-4BEB-95CF-7E6613321363}" srcId="{8D3AC434-3D03-4245-8D90-E416F36F5135}" destId="{7D6475B6-44BD-4AAF-9C30-E74F5FB8A773}" srcOrd="3" destOrd="0" parTransId="{B8FC55D9-D852-4246-8C0B-FEB80C9F805B}" sibTransId="{2025F782-B653-4DD5-AD96-3FC43C6CEC01}"/>
    <dgm:cxn modelId="{BA327BE0-B0DD-43B8-A58C-E1A116860D2C}" type="presParOf" srcId="{D3A25C18-6BAA-4875-8984-3F2E25765CE2}" destId="{1031034E-73E4-44BE-A9D6-084DEE8369B7}" srcOrd="0" destOrd="0" presId="urn:microsoft.com/office/officeart/2005/8/layout/vList2"/>
    <dgm:cxn modelId="{AC1D2DA2-F994-4E54-B8CC-92326699999B}" type="presParOf" srcId="{D3A25C18-6BAA-4875-8984-3F2E25765CE2}" destId="{3429E7DD-B2CF-4E95-BB5F-D015F4AD5EE7}" srcOrd="1" destOrd="0" presId="urn:microsoft.com/office/officeart/2005/8/layout/vList2"/>
    <dgm:cxn modelId="{ACE18598-C978-47FC-88CC-AE18FFD8D85B}" type="presParOf" srcId="{D3A25C18-6BAA-4875-8984-3F2E25765CE2}" destId="{96FEF63A-E6FA-4521-8611-6E221CFAAE5E}" srcOrd="2" destOrd="0" presId="urn:microsoft.com/office/officeart/2005/8/layout/vList2"/>
    <dgm:cxn modelId="{A154A9E0-7D9A-4726-A2AC-8CE74A387FD3}" type="presParOf" srcId="{D3A25C18-6BAA-4875-8984-3F2E25765CE2}" destId="{EA830B88-85B8-4C40-B039-22FBB729B5B9}" srcOrd="3" destOrd="0" presId="urn:microsoft.com/office/officeart/2005/8/layout/vList2"/>
    <dgm:cxn modelId="{9584BAA3-9D9B-4F4D-8A0C-5B73A6776EC3}" type="presParOf" srcId="{D3A25C18-6BAA-4875-8984-3F2E25765CE2}" destId="{BE8A8766-B4BD-446E-A002-2CE4965BCC8A}" srcOrd="4" destOrd="0" presId="urn:microsoft.com/office/officeart/2005/8/layout/vList2"/>
    <dgm:cxn modelId="{509D7F47-2BCD-4B8A-BD98-9DCA6A4740C4}" type="presParOf" srcId="{D3A25C18-6BAA-4875-8984-3F2E25765CE2}" destId="{31EC704D-2B2F-4081-A227-B2F58AAD6D58}" srcOrd="5" destOrd="0" presId="urn:microsoft.com/office/officeart/2005/8/layout/vList2"/>
    <dgm:cxn modelId="{1EA4C0D4-C1CD-4BAB-9AD9-73727E5DFB65}" type="presParOf" srcId="{D3A25C18-6BAA-4875-8984-3F2E25765CE2}" destId="{6E06D6EF-F5EF-466F-B54B-B66724FAD506}" srcOrd="6" destOrd="0" presId="urn:microsoft.com/office/officeart/2005/8/layout/vList2"/>
    <dgm:cxn modelId="{B9347B3D-238E-463C-B268-AA5BA80BABED}" type="presParOf" srcId="{D3A25C18-6BAA-4875-8984-3F2E25765CE2}" destId="{8D58D12A-9EFE-4642-B3D2-7133108F1D5E}" srcOrd="7" destOrd="0" presId="urn:microsoft.com/office/officeart/2005/8/layout/vList2"/>
    <dgm:cxn modelId="{92E51239-37E3-44CE-A713-B040F5DE0132}" type="presParOf" srcId="{D3A25C18-6BAA-4875-8984-3F2E25765CE2}" destId="{638AEC4F-6380-44F1-9047-92FFB45E8E13}" srcOrd="8" destOrd="0" presId="urn:microsoft.com/office/officeart/2005/8/layout/vList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9.xml><?xml version="1.0" encoding="utf-8"?>
<dgm:dataModel xmlns:dgm="http://schemas.openxmlformats.org/drawingml/2006/diagram" xmlns:a="http://schemas.openxmlformats.org/drawingml/2006/main">
  <dgm:ptLst>
    <dgm:pt modelId="{99ED9928-B547-4EFC-99E8-C2D926C5DFF0}" type="doc">
      <dgm:prSet loTypeId="urn:microsoft.com/office/officeart/2005/8/layout/vList2" loCatId="list" qsTypeId="urn:microsoft.com/office/officeart/2005/8/quickstyle/simple1" qsCatId="simple" csTypeId="urn:microsoft.com/office/officeart/2005/8/colors/colorful5" csCatId="colorful" phldr="1"/>
      <dgm:spPr/>
      <dgm:t>
        <a:bodyPr/>
        <a:lstStyle/>
        <a:p>
          <a:endParaRPr lang="en-US"/>
        </a:p>
      </dgm:t>
    </dgm:pt>
    <dgm:pt modelId="{C5183018-6949-4464-86E9-C9C4D6AA7796}">
      <dgm:prSet custT="1"/>
      <dgm:spPr/>
      <dgm:t>
        <a:bodyPr/>
        <a:lstStyle/>
        <a:p>
          <a:pPr algn="ctr"/>
          <a:r>
            <a:rPr lang="tr-TR" sz="2800" dirty="0">
              <a:solidFill>
                <a:schemeClr val="tx1"/>
              </a:solidFill>
            </a:rPr>
            <a:t>Güç ve Güç Kaynakları</a:t>
          </a:r>
          <a:endParaRPr lang="en-US" sz="2800" dirty="0">
            <a:solidFill>
              <a:schemeClr val="tx1"/>
            </a:solidFill>
          </a:endParaRPr>
        </a:p>
      </dgm:t>
    </dgm:pt>
    <dgm:pt modelId="{6CC51696-0E3A-4D98-B62A-EF0CF61215D9}" type="parTrans" cxnId="{CE1A9EC1-99B3-4691-98B5-C51CCFDD4D2D}">
      <dgm:prSet/>
      <dgm:spPr/>
      <dgm:t>
        <a:bodyPr/>
        <a:lstStyle/>
        <a:p>
          <a:endParaRPr lang="en-US"/>
        </a:p>
      </dgm:t>
    </dgm:pt>
    <dgm:pt modelId="{70E2E034-EFF0-446A-8998-2EBE0D794DD2}" type="sibTrans" cxnId="{CE1A9EC1-99B3-4691-98B5-C51CCFDD4D2D}">
      <dgm:prSet/>
      <dgm:spPr/>
      <dgm:t>
        <a:bodyPr/>
        <a:lstStyle/>
        <a:p>
          <a:endParaRPr lang="en-US"/>
        </a:p>
      </dgm:t>
    </dgm:pt>
    <dgm:pt modelId="{9E043096-4FBD-4B06-B812-D1232C5FC598}">
      <dgm:prSet/>
      <dgm:spPr/>
      <dgm:t>
        <a:bodyPr/>
        <a:lstStyle/>
        <a:p>
          <a:r>
            <a:rPr lang="tr-TR" b="1" i="1"/>
            <a:t>Zorlayıcı güç̧: </a:t>
          </a:r>
          <a:r>
            <a:rPr lang="tr-TR"/>
            <a:t>korkuya dayalıdır. Örneğin ceza zorlayıcı bir güçtür. </a:t>
          </a:r>
          <a:endParaRPr lang="en-US"/>
        </a:p>
      </dgm:t>
    </dgm:pt>
    <dgm:pt modelId="{9AEBF115-229C-4EDA-BA90-A62680EC9AB4}" type="parTrans" cxnId="{9711437B-BC47-4941-BFED-189FFA6C358A}">
      <dgm:prSet/>
      <dgm:spPr/>
      <dgm:t>
        <a:bodyPr/>
        <a:lstStyle/>
        <a:p>
          <a:endParaRPr lang="en-US"/>
        </a:p>
      </dgm:t>
    </dgm:pt>
    <dgm:pt modelId="{E902CF09-3A68-4F86-9636-5F20F6D77B09}" type="sibTrans" cxnId="{9711437B-BC47-4941-BFED-189FFA6C358A}">
      <dgm:prSet/>
      <dgm:spPr/>
      <dgm:t>
        <a:bodyPr/>
        <a:lstStyle/>
        <a:p>
          <a:endParaRPr lang="en-US"/>
        </a:p>
      </dgm:t>
    </dgm:pt>
    <dgm:pt modelId="{3AE97423-3652-40F5-AEE7-20A5CD88865F}">
      <dgm:prSet/>
      <dgm:spPr/>
      <dgm:t>
        <a:bodyPr/>
        <a:lstStyle/>
        <a:p>
          <a:r>
            <a:rPr lang="tr-TR" b="1"/>
            <a:t>Yasal güç̧: </a:t>
          </a:r>
          <a:r>
            <a:rPr lang="tr-TR"/>
            <a:t>astların üst kademelerden gelen isteklere uymaları gerektiğini düşünmelerini sağlayan güçtür. Örgüt yapısı içerisindeki konuma bağlı olarak elde edilen güçtür. </a:t>
          </a:r>
          <a:endParaRPr lang="en-US"/>
        </a:p>
      </dgm:t>
    </dgm:pt>
    <dgm:pt modelId="{356822A4-49A5-4359-AA3D-96D8EEA80C71}" type="parTrans" cxnId="{9A328C5F-7F64-49B9-97D5-0E17FD824667}">
      <dgm:prSet/>
      <dgm:spPr/>
      <dgm:t>
        <a:bodyPr/>
        <a:lstStyle/>
        <a:p>
          <a:endParaRPr lang="en-US"/>
        </a:p>
      </dgm:t>
    </dgm:pt>
    <dgm:pt modelId="{9E17507B-26B4-496D-A394-2C865B29DFD7}" type="sibTrans" cxnId="{9A328C5F-7F64-49B9-97D5-0E17FD824667}">
      <dgm:prSet/>
      <dgm:spPr/>
      <dgm:t>
        <a:bodyPr/>
        <a:lstStyle/>
        <a:p>
          <a:endParaRPr lang="en-US"/>
        </a:p>
      </dgm:t>
    </dgm:pt>
    <dgm:pt modelId="{8AEE7FCF-FA25-4560-995B-F577F801833B}">
      <dgm:prSet/>
      <dgm:spPr/>
      <dgm:t>
        <a:bodyPr/>
        <a:lstStyle/>
        <a:p>
          <a:r>
            <a:rPr lang="tr-TR" b="1" dirty="0"/>
            <a:t>Ödüllendirme gücü̈: </a:t>
          </a:r>
          <a:r>
            <a:rPr lang="tr-TR" dirty="0"/>
            <a:t>bir insan </a:t>
          </a:r>
          <a:r>
            <a:rPr lang="tr-TR" dirty="0" err="1"/>
            <a:t>başkalarını</a:t>
          </a:r>
          <a:r>
            <a:rPr lang="tr-TR" dirty="0"/>
            <a:t> </a:t>
          </a:r>
          <a:r>
            <a:rPr lang="tr-TR" dirty="0" err="1"/>
            <a:t>ödüllendirebiliyorsa</a:t>
          </a:r>
          <a:r>
            <a:rPr lang="tr-TR" dirty="0"/>
            <a:t> </a:t>
          </a:r>
          <a:r>
            <a:rPr lang="tr-TR" dirty="0" err="1"/>
            <a:t>ödüllendirme</a:t>
          </a:r>
          <a:r>
            <a:rPr lang="tr-TR" dirty="0"/>
            <a:t> </a:t>
          </a:r>
          <a:r>
            <a:rPr lang="tr-TR" dirty="0" err="1"/>
            <a:t>gücüne</a:t>
          </a:r>
          <a:r>
            <a:rPr lang="tr-TR" dirty="0"/>
            <a:t> sahiptir. Bir annenin </a:t>
          </a:r>
          <a:r>
            <a:rPr lang="tr-TR" dirty="0" err="1"/>
            <a:t>çocuğunu</a:t>
          </a:r>
          <a:r>
            <a:rPr lang="tr-TR" dirty="0"/>
            <a:t> </a:t>
          </a:r>
          <a:r>
            <a:rPr lang="tr-TR" dirty="0" err="1"/>
            <a:t>ödüllendirmesi</a:t>
          </a:r>
          <a:r>
            <a:rPr lang="tr-TR" dirty="0"/>
            <a:t>, bir </a:t>
          </a:r>
          <a:r>
            <a:rPr lang="tr-TR" dirty="0" err="1"/>
            <a:t>üstün</a:t>
          </a:r>
          <a:r>
            <a:rPr lang="tr-TR" dirty="0"/>
            <a:t> astını </a:t>
          </a:r>
          <a:r>
            <a:rPr lang="tr-TR" dirty="0" err="1"/>
            <a:t>ödüllendirmesi</a:t>
          </a:r>
          <a:r>
            <a:rPr lang="tr-TR" dirty="0"/>
            <a:t> </a:t>
          </a:r>
          <a:r>
            <a:rPr lang="tr-TR" dirty="0" err="1"/>
            <a:t>örnek</a:t>
          </a:r>
          <a:r>
            <a:rPr lang="tr-TR" dirty="0"/>
            <a:t> olarak verilebilir. </a:t>
          </a:r>
          <a:endParaRPr lang="en-US" dirty="0"/>
        </a:p>
      </dgm:t>
    </dgm:pt>
    <dgm:pt modelId="{AF155546-BC65-4269-BDA2-3941C522108B}" type="parTrans" cxnId="{F77B9216-69B3-4E65-974C-CED3482CEA75}">
      <dgm:prSet/>
      <dgm:spPr/>
      <dgm:t>
        <a:bodyPr/>
        <a:lstStyle/>
        <a:p>
          <a:endParaRPr lang="en-US"/>
        </a:p>
      </dgm:t>
    </dgm:pt>
    <dgm:pt modelId="{6D4D2B0E-67DC-4997-9575-1E3E3FF0CEC0}" type="sibTrans" cxnId="{F77B9216-69B3-4E65-974C-CED3482CEA75}">
      <dgm:prSet/>
      <dgm:spPr/>
      <dgm:t>
        <a:bodyPr/>
        <a:lstStyle/>
        <a:p>
          <a:endParaRPr lang="en-US"/>
        </a:p>
      </dgm:t>
    </dgm:pt>
    <dgm:pt modelId="{FF3DFA6F-1FC4-43A3-9589-2A4AB1515F42}">
      <dgm:prSet/>
      <dgm:spPr/>
      <dgm:t>
        <a:bodyPr/>
        <a:lstStyle/>
        <a:p>
          <a:r>
            <a:rPr lang="tr-TR" b="1"/>
            <a:t>Uzmanlık gücü: </a:t>
          </a:r>
          <a:r>
            <a:rPr lang="tr-TR"/>
            <a:t>bir kişinin sahip olduğu bilgi ve tecrübeden kaynaklanan güçtür. Burada kişi gücünü bilgi ve tecrübesinden elde etmektedir. </a:t>
          </a:r>
          <a:endParaRPr lang="en-US"/>
        </a:p>
      </dgm:t>
    </dgm:pt>
    <dgm:pt modelId="{BF878CCF-6050-4DEA-AB21-334E425DEEC2}" type="parTrans" cxnId="{18A71CFB-7898-4311-94B7-145C435DF293}">
      <dgm:prSet/>
      <dgm:spPr/>
      <dgm:t>
        <a:bodyPr/>
        <a:lstStyle/>
        <a:p>
          <a:endParaRPr lang="en-US"/>
        </a:p>
      </dgm:t>
    </dgm:pt>
    <dgm:pt modelId="{D845A525-5333-40C9-8BFF-5678BF5E875A}" type="sibTrans" cxnId="{18A71CFB-7898-4311-94B7-145C435DF293}">
      <dgm:prSet/>
      <dgm:spPr/>
      <dgm:t>
        <a:bodyPr/>
        <a:lstStyle/>
        <a:p>
          <a:endParaRPr lang="en-US"/>
        </a:p>
      </dgm:t>
    </dgm:pt>
    <dgm:pt modelId="{BE2736F1-7311-4426-8EEA-8BE245445789}">
      <dgm:prSet/>
      <dgm:spPr/>
      <dgm:t>
        <a:bodyPr/>
        <a:lstStyle/>
        <a:p>
          <a:r>
            <a:rPr lang="tr-TR" b="1" dirty="0"/>
            <a:t>Benzeşim </a:t>
          </a:r>
          <a:r>
            <a:rPr lang="tr-TR" b="1" dirty="0" err="1"/>
            <a:t>gücu</a:t>
          </a:r>
          <a:r>
            <a:rPr lang="tr-TR" b="1" dirty="0"/>
            <a:t>̈ ve karizmatik </a:t>
          </a:r>
          <a:r>
            <a:rPr lang="tr-TR" b="1" dirty="0" err="1"/>
            <a:t>güc</a:t>
          </a:r>
          <a:r>
            <a:rPr lang="tr-TR" b="1" dirty="0"/>
            <a:t>̧: </a:t>
          </a:r>
          <a:r>
            <a:rPr lang="tr-TR" dirty="0"/>
            <a:t>bu </a:t>
          </a:r>
          <a:r>
            <a:rPr lang="tr-TR" dirty="0" err="1"/>
            <a:t>güc</a:t>
          </a:r>
          <a:r>
            <a:rPr lang="tr-TR" dirty="0"/>
            <a:t>̧ </a:t>
          </a:r>
          <a:r>
            <a:rPr lang="tr-TR" dirty="0" err="1"/>
            <a:t>kişilikle</a:t>
          </a:r>
          <a:r>
            <a:rPr lang="tr-TR" dirty="0"/>
            <a:t> ilgilidir. Birey ne kadar karizmatik ve etkileyiciyse o kadar </a:t>
          </a:r>
          <a:r>
            <a:rPr lang="tr-TR" dirty="0" err="1"/>
            <a:t>güçlüdür</a:t>
          </a:r>
          <a:r>
            <a:rPr lang="tr-TR" dirty="0"/>
            <a:t>. </a:t>
          </a:r>
          <a:endParaRPr lang="en-US" dirty="0"/>
        </a:p>
      </dgm:t>
    </dgm:pt>
    <dgm:pt modelId="{12CE7FAA-55C2-441C-906B-58AF36FD4FC9}" type="parTrans" cxnId="{77415B28-2E17-4CC8-89EC-5B068CD18A42}">
      <dgm:prSet/>
      <dgm:spPr/>
      <dgm:t>
        <a:bodyPr/>
        <a:lstStyle/>
        <a:p>
          <a:endParaRPr lang="en-US"/>
        </a:p>
      </dgm:t>
    </dgm:pt>
    <dgm:pt modelId="{0C36DFE3-158B-4B17-9224-7556379F7BE1}" type="sibTrans" cxnId="{77415B28-2E17-4CC8-89EC-5B068CD18A42}">
      <dgm:prSet/>
      <dgm:spPr/>
      <dgm:t>
        <a:bodyPr/>
        <a:lstStyle/>
        <a:p>
          <a:endParaRPr lang="en-US"/>
        </a:p>
      </dgm:t>
    </dgm:pt>
    <dgm:pt modelId="{DE8125AE-4300-334B-918E-A13347173C07}" type="pres">
      <dgm:prSet presAssocID="{99ED9928-B547-4EFC-99E8-C2D926C5DFF0}" presName="linear" presStyleCnt="0">
        <dgm:presLayoutVars>
          <dgm:animLvl val="lvl"/>
          <dgm:resizeHandles val="exact"/>
        </dgm:presLayoutVars>
      </dgm:prSet>
      <dgm:spPr/>
    </dgm:pt>
    <dgm:pt modelId="{AC6664BB-0BB5-3443-AB04-5ACE5570F52C}" type="pres">
      <dgm:prSet presAssocID="{C5183018-6949-4464-86E9-C9C4D6AA7796}" presName="parentText" presStyleLbl="node1" presStyleIdx="0" presStyleCnt="6" custLinFactNeighborX="-2161" custLinFactNeighborY="66964">
        <dgm:presLayoutVars>
          <dgm:chMax val="0"/>
          <dgm:bulletEnabled val="1"/>
        </dgm:presLayoutVars>
      </dgm:prSet>
      <dgm:spPr/>
    </dgm:pt>
    <dgm:pt modelId="{0FAB22A2-E12D-1A44-852E-C9380D19EF61}" type="pres">
      <dgm:prSet presAssocID="{70E2E034-EFF0-446A-8998-2EBE0D794DD2}" presName="spacer" presStyleCnt="0"/>
      <dgm:spPr/>
    </dgm:pt>
    <dgm:pt modelId="{B3B182A4-2268-C549-9894-A312A8CFB4D1}" type="pres">
      <dgm:prSet presAssocID="{9E043096-4FBD-4B06-B812-D1232C5FC598}" presName="parentText" presStyleLbl="node1" presStyleIdx="1" presStyleCnt="6">
        <dgm:presLayoutVars>
          <dgm:chMax val="0"/>
          <dgm:bulletEnabled val="1"/>
        </dgm:presLayoutVars>
      </dgm:prSet>
      <dgm:spPr/>
    </dgm:pt>
    <dgm:pt modelId="{DFCDB13F-4AD1-0449-8AC8-4C6E376BCCD3}" type="pres">
      <dgm:prSet presAssocID="{E902CF09-3A68-4F86-9636-5F20F6D77B09}" presName="spacer" presStyleCnt="0"/>
      <dgm:spPr/>
    </dgm:pt>
    <dgm:pt modelId="{0818BEAE-9452-1C40-BAF6-2892C40B4F9E}" type="pres">
      <dgm:prSet presAssocID="{3AE97423-3652-40F5-AEE7-20A5CD88865F}" presName="parentText" presStyleLbl="node1" presStyleIdx="2" presStyleCnt="6">
        <dgm:presLayoutVars>
          <dgm:chMax val="0"/>
          <dgm:bulletEnabled val="1"/>
        </dgm:presLayoutVars>
      </dgm:prSet>
      <dgm:spPr/>
    </dgm:pt>
    <dgm:pt modelId="{9A2D0171-5723-994C-AA80-B4EFF97038CF}" type="pres">
      <dgm:prSet presAssocID="{9E17507B-26B4-496D-A394-2C865B29DFD7}" presName="spacer" presStyleCnt="0"/>
      <dgm:spPr/>
    </dgm:pt>
    <dgm:pt modelId="{324806F2-D781-A541-8021-2A2693E2C8BC}" type="pres">
      <dgm:prSet presAssocID="{8AEE7FCF-FA25-4560-995B-F577F801833B}" presName="parentText" presStyleLbl="node1" presStyleIdx="3" presStyleCnt="6">
        <dgm:presLayoutVars>
          <dgm:chMax val="0"/>
          <dgm:bulletEnabled val="1"/>
        </dgm:presLayoutVars>
      </dgm:prSet>
      <dgm:spPr/>
    </dgm:pt>
    <dgm:pt modelId="{AF333B7F-554A-E647-A930-D07D2D597DA5}" type="pres">
      <dgm:prSet presAssocID="{6D4D2B0E-67DC-4997-9575-1E3E3FF0CEC0}" presName="spacer" presStyleCnt="0"/>
      <dgm:spPr/>
    </dgm:pt>
    <dgm:pt modelId="{BD1E67DD-892F-1D44-8AB0-EF10A1D71FC7}" type="pres">
      <dgm:prSet presAssocID="{FF3DFA6F-1FC4-43A3-9589-2A4AB1515F42}" presName="parentText" presStyleLbl="node1" presStyleIdx="4" presStyleCnt="6">
        <dgm:presLayoutVars>
          <dgm:chMax val="0"/>
          <dgm:bulletEnabled val="1"/>
        </dgm:presLayoutVars>
      </dgm:prSet>
      <dgm:spPr/>
    </dgm:pt>
    <dgm:pt modelId="{F504209F-D387-7E48-91A3-C97B5E222822}" type="pres">
      <dgm:prSet presAssocID="{D845A525-5333-40C9-8BFF-5678BF5E875A}" presName="spacer" presStyleCnt="0"/>
      <dgm:spPr/>
    </dgm:pt>
    <dgm:pt modelId="{6D5A452E-4307-2440-AC72-697A8289AB54}" type="pres">
      <dgm:prSet presAssocID="{BE2736F1-7311-4426-8EEA-8BE245445789}" presName="parentText" presStyleLbl="node1" presStyleIdx="5" presStyleCnt="6">
        <dgm:presLayoutVars>
          <dgm:chMax val="0"/>
          <dgm:bulletEnabled val="1"/>
        </dgm:presLayoutVars>
      </dgm:prSet>
      <dgm:spPr/>
    </dgm:pt>
  </dgm:ptLst>
  <dgm:cxnLst>
    <dgm:cxn modelId="{314B5E08-E634-724B-B95E-1E2EC712A898}" type="presOf" srcId="{3AE97423-3652-40F5-AEE7-20A5CD88865F}" destId="{0818BEAE-9452-1C40-BAF6-2892C40B4F9E}" srcOrd="0" destOrd="0" presId="urn:microsoft.com/office/officeart/2005/8/layout/vList2"/>
    <dgm:cxn modelId="{AE6D9315-70B8-1A47-A021-49C8C140091C}" type="presOf" srcId="{FF3DFA6F-1FC4-43A3-9589-2A4AB1515F42}" destId="{BD1E67DD-892F-1D44-8AB0-EF10A1D71FC7}" srcOrd="0" destOrd="0" presId="urn:microsoft.com/office/officeart/2005/8/layout/vList2"/>
    <dgm:cxn modelId="{F77B9216-69B3-4E65-974C-CED3482CEA75}" srcId="{99ED9928-B547-4EFC-99E8-C2D926C5DFF0}" destId="{8AEE7FCF-FA25-4560-995B-F577F801833B}" srcOrd="3" destOrd="0" parTransId="{AF155546-BC65-4269-BDA2-3941C522108B}" sibTransId="{6D4D2B0E-67DC-4997-9575-1E3E3FF0CEC0}"/>
    <dgm:cxn modelId="{77415B28-2E17-4CC8-89EC-5B068CD18A42}" srcId="{99ED9928-B547-4EFC-99E8-C2D926C5DFF0}" destId="{BE2736F1-7311-4426-8EEA-8BE245445789}" srcOrd="5" destOrd="0" parTransId="{12CE7FAA-55C2-441C-906B-58AF36FD4FC9}" sibTransId="{0C36DFE3-158B-4B17-9224-7556379F7BE1}"/>
    <dgm:cxn modelId="{9A328C5F-7F64-49B9-97D5-0E17FD824667}" srcId="{99ED9928-B547-4EFC-99E8-C2D926C5DFF0}" destId="{3AE97423-3652-40F5-AEE7-20A5CD88865F}" srcOrd="2" destOrd="0" parTransId="{356822A4-49A5-4359-AA3D-96D8EEA80C71}" sibTransId="{9E17507B-26B4-496D-A394-2C865B29DFD7}"/>
    <dgm:cxn modelId="{9711437B-BC47-4941-BFED-189FFA6C358A}" srcId="{99ED9928-B547-4EFC-99E8-C2D926C5DFF0}" destId="{9E043096-4FBD-4B06-B812-D1232C5FC598}" srcOrd="1" destOrd="0" parTransId="{9AEBF115-229C-4EDA-BA90-A62680EC9AB4}" sibTransId="{E902CF09-3A68-4F86-9636-5F20F6D77B09}"/>
    <dgm:cxn modelId="{11A01480-9D76-2246-9AFC-B60057B8AA97}" type="presOf" srcId="{BE2736F1-7311-4426-8EEA-8BE245445789}" destId="{6D5A452E-4307-2440-AC72-697A8289AB54}" srcOrd="0" destOrd="0" presId="urn:microsoft.com/office/officeart/2005/8/layout/vList2"/>
    <dgm:cxn modelId="{CE1A9EC1-99B3-4691-98B5-C51CCFDD4D2D}" srcId="{99ED9928-B547-4EFC-99E8-C2D926C5DFF0}" destId="{C5183018-6949-4464-86E9-C9C4D6AA7796}" srcOrd="0" destOrd="0" parTransId="{6CC51696-0E3A-4D98-B62A-EF0CF61215D9}" sibTransId="{70E2E034-EFF0-446A-8998-2EBE0D794DD2}"/>
    <dgm:cxn modelId="{90FCAEC5-8043-F146-9EA5-CB228F7FC490}" type="presOf" srcId="{9E043096-4FBD-4B06-B812-D1232C5FC598}" destId="{B3B182A4-2268-C549-9894-A312A8CFB4D1}" srcOrd="0" destOrd="0" presId="urn:microsoft.com/office/officeart/2005/8/layout/vList2"/>
    <dgm:cxn modelId="{B96F72C6-7DEE-224D-99C3-C620628F3A6D}" type="presOf" srcId="{8AEE7FCF-FA25-4560-995B-F577F801833B}" destId="{324806F2-D781-A541-8021-2A2693E2C8BC}" srcOrd="0" destOrd="0" presId="urn:microsoft.com/office/officeart/2005/8/layout/vList2"/>
    <dgm:cxn modelId="{E46286E5-784E-4949-B43C-D03D48A188B2}" type="presOf" srcId="{C5183018-6949-4464-86E9-C9C4D6AA7796}" destId="{AC6664BB-0BB5-3443-AB04-5ACE5570F52C}" srcOrd="0" destOrd="0" presId="urn:microsoft.com/office/officeart/2005/8/layout/vList2"/>
    <dgm:cxn modelId="{944DEEF2-0CD5-3D45-BED4-9437390D01F8}" type="presOf" srcId="{99ED9928-B547-4EFC-99E8-C2D926C5DFF0}" destId="{DE8125AE-4300-334B-918E-A13347173C07}" srcOrd="0" destOrd="0" presId="urn:microsoft.com/office/officeart/2005/8/layout/vList2"/>
    <dgm:cxn modelId="{18A71CFB-7898-4311-94B7-145C435DF293}" srcId="{99ED9928-B547-4EFC-99E8-C2D926C5DFF0}" destId="{FF3DFA6F-1FC4-43A3-9589-2A4AB1515F42}" srcOrd="4" destOrd="0" parTransId="{BF878CCF-6050-4DEA-AB21-334E425DEEC2}" sibTransId="{D845A525-5333-40C9-8BFF-5678BF5E875A}"/>
    <dgm:cxn modelId="{3E80E274-0B4C-8E43-A911-B3A878B15F5B}" type="presParOf" srcId="{DE8125AE-4300-334B-918E-A13347173C07}" destId="{AC6664BB-0BB5-3443-AB04-5ACE5570F52C}" srcOrd="0" destOrd="0" presId="urn:microsoft.com/office/officeart/2005/8/layout/vList2"/>
    <dgm:cxn modelId="{9C508CA3-16F7-A447-A75F-3CF723783068}" type="presParOf" srcId="{DE8125AE-4300-334B-918E-A13347173C07}" destId="{0FAB22A2-E12D-1A44-852E-C9380D19EF61}" srcOrd="1" destOrd="0" presId="urn:microsoft.com/office/officeart/2005/8/layout/vList2"/>
    <dgm:cxn modelId="{CCF2BB44-EBCD-6D4D-BF29-C0FC52541875}" type="presParOf" srcId="{DE8125AE-4300-334B-918E-A13347173C07}" destId="{B3B182A4-2268-C549-9894-A312A8CFB4D1}" srcOrd="2" destOrd="0" presId="urn:microsoft.com/office/officeart/2005/8/layout/vList2"/>
    <dgm:cxn modelId="{5F3F39B4-C3A8-5441-90DE-CBFEF2CE34AA}" type="presParOf" srcId="{DE8125AE-4300-334B-918E-A13347173C07}" destId="{DFCDB13F-4AD1-0449-8AC8-4C6E376BCCD3}" srcOrd="3" destOrd="0" presId="urn:microsoft.com/office/officeart/2005/8/layout/vList2"/>
    <dgm:cxn modelId="{0AB01B7D-6477-B94A-913F-27DF73BCA04A}" type="presParOf" srcId="{DE8125AE-4300-334B-918E-A13347173C07}" destId="{0818BEAE-9452-1C40-BAF6-2892C40B4F9E}" srcOrd="4" destOrd="0" presId="urn:microsoft.com/office/officeart/2005/8/layout/vList2"/>
    <dgm:cxn modelId="{3819EE08-AD8E-6E4F-9400-BF97F37D92DB}" type="presParOf" srcId="{DE8125AE-4300-334B-918E-A13347173C07}" destId="{9A2D0171-5723-994C-AA80-B4EFF97038CF}" srcOrd="5" destOrd="0" presId="urn:microsoft.com/office/officeart/2005/8/layout/vList2"/>
    <dgm:cxn modelId="{541DAE43-48D8-CC41-96F4-F17D44CC58B1}" type="presParOf" srcId="{DE8125AE-4300-334B-918E-A13347173C07}" destId="{324806F2-D781-A541-8021-2A2693E2C8BC}" srcOrd="6" destOrd="0" presId="urn:microsoft.com/office/officeart/2005/8/layout/vList2"/>
    <dgm:cxn modelId="{8C35611E-2F30-FC44-8B08-1C26B3EBCDC6}" type="presParOf" srcId="{DE8125AE-4300-334B-918E-A13347173C07}" destId="{AF333B7F-554A-E647-A930-D07D2D597DA5}" srcOrd="7" destOrd="0" presId="urn:microsoft.com/office/officeart/2005/8/layout/vList2"/>
    <dgm:cxn modelId="{232C844C-59E9-DA45-875B-445B3AA25022}" type="presParOf" srcId="{DE8125AE-4300-334B-918E-A13347173C07}" destId="{BD1E67DD-892F-1D44-8AB0-EF10A1D71FC7}" srcOrd="8" destOrd="0" presId="urn:microsoft.com/office/officeart/2005/8/layout/vList2"/>
    <dgm:cxn modelId="{50EAE6EE-2993-B842-B038-31AFE389CBA8}" type="presParOf" srcId="{DE8125AE-4300-334B-918E-A13347173C07}" destId="{F504209F-D387-7E48-91A3-C97B5E222822}" srcOrd="9" destOrd="0" presId="urn:microsoft.com/office/officeart/2005/8/layout/vList2"/>
    <dgm:cxn modelId="{A21FA181-AEA8-CB4E-8E9D-5A1E22E72EE6}" type="presParOf" srcId="{DE8125AE-4300-334B-918E-A13347173C07}" destId="{6D5A452E-4307-2440-AC72-697A8289AB54}" srcOrd="10" destOrd="0" presId="urn:microsoft.com/office/officeart/2005/8/layout/vList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10.xml><?xml version="1.0" encoding="utf-8"?>
<dgm:dataModel xmlns:dgm="http://schemas.openxmlformats.org/drawingml/2006/diagram" xmlns:a="http://schemas.openxmlformats.org/drawingml/2006/main">
  <dgm:ptLst>
    <dgm:pt modelId="{442206D9-F50C-4FE7-8A87-317550AB8639}" type="doc">
      <dgm:prSet loTypeId="urn:microsoft.com/office/officeart/2018/2/layout/IconVerticalSolidList" loCatId="icon" qsTypeId="urn:microsoft.com/office/officeart/2005/8/quickstyle/simple1" qsCatId="simple" csTypeId="urn:microsoft.com/office/officeart/2018/5/colors/Iconchunking_neutralbg_colorful5" csCatId="colorful" phldr="1"/>
      <dgm:spPr/>
      <dgm:t>
        <a:bodyPr/>
        <a:lstStyle/>
        <a:p>
          <a:endParaRPr lang="en-US"/>
        </a:p>
      </dgm:t>
    </dgm:pt>
    <dgm:pt modelId="{1B9FEE82-9CC6-4014-9000-572A8B66B6DF}">
      <dgm:prSet/>
      <dgm:spPr/>
      <dgm:t>
        <a:bodyPr/>
        <a:lstStyle/>
        <a:p>
          <a:pPr>
            <a:lnSpc>
              <a:spcPct val="100000"/>
            </a:lnSpc>
          </a:pPr>
          <a:r>
            <a:rPr lang="tr-TR"/>
            <a:t>Bu tanıma göre bir fonksiyon olarak liderlik aşağıdaki gibi gösterilebilir":</a:t>
          </a:r>
          <a:endParaRPr lang="en-US"/>
        </a:p>
      </dgm:t>
    </dgm:pt>
    <dgm:pt modelId="{9D8431A3-C981-49A5-98DB-8B15C97823E1}" type="parTrans" cxnId="{6EBBFE36-332C-4602-811E-C09C529D1210}">
      <dgm:prSet/>
      <dgm:spPr/>
      <dgm:t>
        <a:bodyPr/>
        <a:lstStyle/>
        <a:p>
          <a:endParaRPr lang="en-US"/>
        </a:p>
      </dgm:t>
    </dgm:pt>
    <dgm:pt modelId="{57301CA0-E556-4058-90C4-976F940D0CCB}" type="sibTrans" cxnId="{6EBBFE36-332C-4602-811E-C09C529D1210}">
      <dgm:prSet/>
      <dgm:spPr/>
      <dgm:t>
        <a:bodyPr/>
        <a:lstStyle/>
        <a:p>
          <a:endParaRPr lang="en-US"/>
        </a:p>
      </dgm:t>
    </dgm:pt>
    <dgm:pt modelId="{6E7E46B1-C6F8-4E76-8014-F8EB95BD5302}">
      <dgm:prSet/>
      <dgm:spPr/>
      <dgm:t>
        <a:bodyPr/>
        <a:lstStyle/>
        <a:p>
          <a:pPr>
            <a:lnSpc>
              <a:spcPct val="100000"/>
            </a:lnSpc>
          </a:pPr>
          <a:r>
            <a:rPr lang="tr-TR" b="1" dirty="0"/>
            <a:t>Liderlik=f (Liderin Kendisi, İzleyicileri, Amaçlar, Ortam veya Koşullar)</a:t>
          </a:r>
          <a:endParaRPr lang="en-US" dirty="0"/>
        </a:p>
      </dgm:t>
    </dgm:pt>
    <dgm:pt modelId="{8D57EA8D-62F4-4BE0-8ED6-C0E8712182FA}" type="parTrans" cxnId="{2087AF2C-2C85-4E1B-B39F-55D3342A84BE}">
      <dgm:prSet/>
      <dgm:spPr/>
      <dgm:t>
        <a:bodyPr/>
        <a:lstStyle/>
        <a:p>
          <a:endParaRPr lang="en-US"/>
        </a:p>
      </dgm:t>
    </dgm:pt>
    <dgm:pt modelId="{6072B83A-35A3-43EC-963C-22FFBF262302}" type="sibTrans" cxnId="{2087AF2C-2C85-4E1B-B39F-55D3342A84BE}">
      <dgm:prSet/>
      <dgm:spPr/>
      <dgm:t>
        <a:bodyPr/>
        <a:lstStyle/>
        <a:p>
          <a:endParaRPr lang="en-US"/>
        </a:p>
      </dgm:t>
    </dgm:pt>
    <dgm:pt modelId="{D1B1C926-17E5-4310-87D8-526805B76B8E}">
      <dgm:prSet/>
      <dgm:spPr/>
      <dgm:t>
        <a:bodyPr/>
        <a:lstStyle/>
        <a:p>
          <a:pPr>
            <a:lnSpc>
              <a:spcPct val="100000"/>
            </a:lnSpc>
          </a:pPr>
          <a:endParaRPr lang="tr-TR"/>
        </a:p>
      </dgm:t>
    </dgm:pt>
    <dgm:pt modelId="{694443C9-4B23-45AA-890A-4DF69B3B88C3}" type="parTrans" cxnId="{BA95DA86-1453-4045-B902-BDD2EA900959}">
      <dgm:prSet/>
      <dgm:spPr/>
      <dgm:t>
        <a:bodyPr/>
        <a:lstStyle/>
        <a:p>
          <a:endParaRPr lang="en-US"/>
        </a:p>
      </dgm:t>
    </dgm:pt>
    <dgm:pt modelId="{44788EFC-8DB7-4124-B93C-3934A87B44DB}" type="sibTrans" cxnId="{BA95DA86-1453-4045-B902-BDD2EA900959}">
      <dgm:prSet/>
      <dgm:spPr/>
      <dgm:t>
        <a:bodyPr/>
        <a:lstStyle/>
        <a:p>
          <a:endParaRPr lang="en-US"/>
        </a:p>
      </dgm:t>
    </dgm:pt>
    <dgm:pt modelId="{871B4907-B432-4F6E-84DE-B70786C89025}" type="pres">
      <dgm:prSet presAssocID="{442206D9-F50C-4FE7-8A87-317550AB8639}" presName="root" presStyleCnt="0">
        <dgm:presLayoutVars>
          <dgm:dir/>
          <dgm:resizeHandles val="exact"/>
        </dgm:presLayoutVars>
      </dgm:prSet>
      <dgm:spPr/>
    </dgm:pt>
    <dgm:pt modelId="{9B989B3E-5882-492B-9580-B67535E49C8C}" type="pres">
      <dgm:prSet presAssocID="{1B9FEE82-9CC6-4014-9000-572A8B66B6DF}" presName="compNode" presStyleCnt="0"/>
      <dgm:spPr/>
    </dgm:pt>
    <dgm:pt modelId="{9B27F474-C034-4029-8699-2E04A4C7B814}" type="pres">
      <dgm:prSet presAssocID="{1B9FEE82-9CC6-4014-9000-572A8B66B6DF}" presName="bgRect" presStyleLbl="bgShp" presStyleIdx="0" presStyleCnt="2"/>
      <dgm:spPr/>
    </dgm:pt>
    <dgm:pt modelId="{FFA87D33-BCEF-4E8C-9AA3-F11979CA6511}" type="pres">
      <dgm:prSet presAssocID="{1B9FEE82-9CC6-4014-9000-572A8B66B6DF}" presName="iconRect" presStyleLbl="node1" presStyleIdx="0" presStyleCnt="2"/>
      <dgm:spPr>
        <a:blipFill>
          <a:blip xmlns:r="http://schemas.openxmlformats.org/officeDocument/2006/relationships" r:embed="rId1">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a:blipFill>
      </dgm:spPr>
      <dgm:extLst>
        <a:ext uri="{E40237B7-FDA0-4F09-8148-C483321AD2D9}">
          <dgm14:cNvPr xmlns:dgm14="http://schemas.microsoft.com/office/drawing/2010/diagram" id="0" name="" descr="Öğretim üyesi"/>
        </a:ext>
      </dgm:extLst>
    </dgm:pt>
    <dgm:pt modelId="{0796622C-2247-4BD2-B770-F77A89E1F0B1}" type="pres">
      <dgm:prSet presAssocID="{1B9FEE82-9CC6-4014-9000-572A8B66B6DF}" presName="spaceRect" presStyleCnt="0"/>
      <dgm:spPr/>
    </dgm:pt>
    <dgm:pt modelId="{A0C3CD4D-1E2B-4DC1-949F-95178969F735}" type="pres">
      <dgm:prSet presAssocID="{1B9FEE82-9CC6-4014-9000-572A8B66B6DF}" presName="parTx" presStyleLbl="revTx" presStyleIdx="0" presStyleCnt="3">
        <dgm:presLayoutVars>
          <dgm:chMax val="0"/>
          <dgm:chPref val="0"/>
        </dgm:presLayoutVars>
      </dgm:prSet>
      <dgm:spPr/>
    </dgm:pt>
    <dgm:pt modelId="{24076EEC-6756-4694-8287-2C54487E5D34}" type="pres">
      <dgm:prSet presAssocID="{57301CA0-E556-4058-90C4-976F940D0CCB}" presName="sibTrans" presStyleCnt="0"/>
      <dgm:spPr/>
    </dgm:pt>
    <dgm:pt modelId="{F0D069D7-1638-45D9-B358-12798A1BDA70}" type="pres">
      <dgm:prSet presAssocID="{6E7E46B1-C6F8-4E76-8014-F8EB95BD5302}" presName="compNode" presStyleCnt="0"/>
      <dgm:spPr/>
    </dgm:pt>
    <dgm:pt modelId="{973AF5DF-8C91-4D5A-84DD-3C0B342745DC}" type="pres">
      <dgm:prSet presAssocID="{6E7E46B1-C6F8-4E76-8014-F8EB95BD5302}" presName="bgRect" presStyleLbl="bgShp" presStyleIdx="1" presStyleCnt="2" custScaleX="75176" custLinFactNeighborX="12052"/>
      <dgm:spPr/>
    </dgm:pt>
    <dgm:pt modelId="{59D1A783-F870-43F0-8E77-E542C95311F2}" type="pres">
      <dgm:prSet presAssocID="{6E7E46B1-C6F8-4E76-8014-F8EB95BD5302}" presName="iconRect" presStyleLbl="node1" presStyleIdx="1" presStyleCnt="2" custLinFactX="-26229" custLinFactNeighborX="-100000" custLinFactNeighborY="-4334"/>
      <dgm:spPr>
        <a:blipFill>
          <a:blip xmlns:r="http://schemas.openxmlformats.org/officeDocument/2006/relationships" r:embed="rId3">
            <a:extLst>
              <a:ext uri="{28A0092B-C50C-407E-A947-70E740481C1C}">
                <a14:useLocalDpi xmlns:a14="http://schemas.microsoft.com/office/drawing/2010/main"/>
              </a:ext>
              <a:ext uri="{96DAC541-7B7A-43D3-8B79-37D633B846F1}">
                <asvg:svgBlip xmlns:asvg="http://schemas.microsoft.com/office/drawing/2016/SVG/main" r:embed="rId4"/>
              </a:ext>
            </a:extLst>
          </a:blip>
          <a:stretch>
            <a:fillRect/>
          </a:stretch>
        </a:blipFill>
      </dgm:spPr>
      <dgm:extLst>
        <a:ext uri="{E40237B7-FDA0-4F09-8148-C483321AD2D9}">
          <dgm14:cNvPr xmlns:dgm14="http://schemas.microsoft.com/office/drawing/2010/diagram" id="0" name="" descr="Hedef merkezi"/>
        </a:ext>
      </dgm:extLst>
    </dgm:pt>
    <dgm:pt modelId="{0B27D0DE-BF97-4289-96A1-2F77D74A148E}" type="pres">
      <dgm:prSet presAssocID="{6E7E46B1-C6F8-4E76-8014-F8EB95BD5302}" presName="spaceRect" presStyleCnt="0"/>
      <dgm:spPr/>
    </dgm:pt>
    <dgm:pt modelId="{9A933046-7737-459A-ACDF-0395688275DE}" type="pres">
      <dgm:prSet presAssocID="{6E7E46B1-C6F8-4E76-8014-F8EB95BD5302}" presName="parTx" presStyleLbl="revTx" presStyleIdx="1" presStyleCnt="3" custScaleX="206413" custLinFactNeighborX="45525" custLinFactNeighborY="1187">
        <dgm:presLayoutVars>
          <dgm:chMax val="0"/>
          <dgm:chPref val="0"/>
        </dgm:presLayoutVars>
      </dgm:prSet>
      <dgm:spPr/>
    </dgm:pt>
    <dgm:pt modelId="{7837690E-5FEF-403B-9DDE-AC106D6A3DAD}" type="pres">
      <dgm:prSet presAssocID="{6E7E46B1-C6F8-4E76-8014-F8EB95BD5302}" presName="desTx" presStyleLbl="revTx" presStyleIdx="2" presStyleCnt="3">
        <dgm:presLayoutVars/>
      </dgm:prSet>
      <dgm:spPr/>
    </dgm:pt>
  </dgm:ptLst>
  <dgm:cxnLst>
    <dgm:cxn modelId="{2087AF2C-2C85-4E1B-B39F-55D3342A84BE}" srcId="{442206D9-F50C-4FE7-8A87-317550AB8639}" destId="{6E7E46B1-C6F8-4E76-8014-F8EB95BD5302}" srcOrd="1" destOrd="0" parTransId="{8D57EA8D-62F4-4BE0-8ED6-C0E8712182FA}" sibTransId="{6072B83A-35A3-43EC-963C-22FFBF262302}"/>
    <dgm:cxn modelId="{C6B0C22F-6FF9-4843-AA8E-C5F7F1C8C91B}" type="presOf" srcId="{442206D9-F50C-4FE7-8A87-317550AB8639}" destId="{871B4907-B432-4F6E-84DE-B70786C89025}" srcOrd="0" destOrd="0" presId="urn:microsoft.com/office/officeart/2018/2/layout/IconVerticalSolidList"/>
    <dgm:cxn modelId="{6EBBFE36-332C-4602-811E-C09C529D1210}" srcId="{442206D9-F50C-4FE7-8A87-317550AB8639}" destId="{1B9FEE82-9CC6-4014-9000-572A8B66B6DF}" srcOrd="0" destOrd="0" parTransId="{9D8431A3-C981-49A5-98DB-8B15C97823E1}" sibTransId="{57301CA0-E556-4058-90C4-976F940D0CCB}"/>
    <dgm:cxn modelId="{FD8BD045-CAD6-414F-8B24-4C4EC53C23C9}" type="presOf" srcId="{1B9FEE82-9CC6-4014-9000-572A8B66B6DF}" destId="{A0C3CD4D-1E2B-4DC1-949F-95178969F735}" srcOrd="0" destOrd="0" presId="urn:microsoft.com/office/officeart/2018/2/layout/IconVerticalSolidList"/>
    <dgm:cxn modelId="{BA95DA86-1453-4045-B902-BDD2EA900959}" srcId="{6E7E46B1-C6F8-4E76-8014-F8EB95BD5302}" destId="{D1B1C926-17E5-4310-87D8-526805B76B8E}" srcOrd="0" destOrd="0" parTransId="{694443C9-4B23-45AA-890A-4DF69B3B88C3}" sibTransId="{44788EFC-8DB7-4124-B93C-3934A87B44DB}"/>
    <dgm:cxn modelId="{31559F93-760C-AF42-8811-9A6BE52CA50E}" type="presOf" srcId="{6E7E46B1-C6F8-4E76-8014-F8EB95BD5302}" destId="{9A933046-7737-459A-ACDF-0395688275DE}" srcOrd="0" destOrd="0" presId="urn:microsoft.com/office/officeart/2018/2/layout/IconVerticalSolidList"/>
    <dgm:cxn modelId="{C3DCFDE1-0FBC-2A48-9932-7FA6374807B8}" type="presOf" srcId="{D1B1C926-17E5-4310-87D8-526805B76B8E}" destId="{7837690E-5FEF-403B-9DDE-AC106D6A3DAD}" srcOrd="0" destOrd="0" presId="urn:microsoft.com/office/officeart/2018/2/layout/IconVerticalSolidList"/>
    <dgm:cxn modelId="{9FA32684-A340-DA4D-A597-03D825DB13AB}" type="presParOf" srcId="{871B4907-B432-4F6E-84DE-B70786C89025}" destId="{9B989B3E-5882-492B-9580-B67535E49C8C}" srcOrd="0" destOrd="0" presId="urn:microsoft.com/office/officeart/2018/2/layout/IconVerticalSolidList"/>
    <dgm:cxn modelId="{C11AAB2D-AC92-EB46-A75C-A965987C1D1A}" type="presParOf" srcId="{9B989B3E-5882-492B-9580-B67535E49C8C}" destId="{9B27F474-C034-4029-8699-2E04A4C7B814}" srcOrd="0" destOrd="0" presId="urn:microsoft.com/office/officeart/2018/2/layout/IconVerticalSolidList"/>
    <dgm:cxn modelId="{D73C953B-7A15-B246-815F-6208FF04B9DF}" type="presParOf" srcId="{9B989B3E-5882-492B-9580-B67535E49C8C}" destId="{FFA87D33-BCEF-4E8C-9AA3-F11979CA6511}" srcOrd="1" destOrd="0" presId="urn:microsoft.com/office/officeart/2018/2/layout/IconVerticalSolidList"/>
    <dgm:cxn modelId="{F17BB963-A726-7B4F-8762-17B608D25C4A}" type="presParOf" srcId="{9B989B3E-5882-492B-9580-B67535E49C8C}" destId="{0796622C-2247-4BD2-B770-F77A89E1F0B1}" srcOrd="2" destOrd="0" presId="urn:microsoft.com/office/officeart/2018/2/layout/IconVerticalSolidList"/>
    <dgm:cxn modelId="{A9B5DBB4-ACC8-674D-A22F-E78173AFDE7D}" type="presParOf" srcId="{9B989B3E-5882-492B-9580-B67535E49C8C}" destId="{A0C3CD4D-1E2B-4DC1-949F-95178969F735}" srcOrd="3" destOrd="0" presId="urn:microsoft.com/office/officeart/2018/2/layout/IconVerticalSolidList"/>
    <dgm:cxn modelId="{A6314221-8D7D-FD45-AF60-673460E082D5}" type="presParOf" srcId="{871B4907-B432-4F6E-84DE-B70786C89025}" destId="{24076EEC-6756-4694-8287-2C54487E5D34}" srcOrd="1" destOrd="0" presId="urn:microsoft.com/office/officeart/2018/2/layout/IconVerticalSolidList"/>
    <dgm:cxn modelId="{B736AC95-598F-1746-BCBA-222850AEBBAF}" type="presParOf" srcId="{871B4907-B432-4F6E-84DE-B70786C89025}" destId="{F0D069D7-1638-45D9-B358-12798A1BDA70}" srcOrd="2" destOrd="0" presId="urn:microsoft.com/office/officeart/2018/2/layout/IconVerticalSolidList"/>
    <dgm:cxn modelId="{68976531-3A47-B84B-853C-BC1CB053461B}" type="presParOf" srcId="{F0D069D7-1638-45D9-B358-12798A1BDA70}" destId="{973AF5DF-8C91-4D5A-84DD-3C0B342745DC}" srcOrd="0" destOrd="0" presId="urn:microsoft.com/office/officeart/2018/2/layout/IconVerticalSolidList"/>
    <dgm:cxn modelId="{30540935-A8F2-7E47-89EC-0A4FEB219085}" type="presParOf" srcId="{F0D069D7-1638-45D9-B358-12798A1BDA70}" destId="{59D1A783-F870-43F0-8E77-E542C95311F2}" srcOrd="1" destOrd="0" presId="urn:microsoft.com/office/officeart/2018/2/layout/IconVerticalSolidList"/>
    <dgm:cxn modelId="{2BF31349-3A62-7B48-A4FF-9D20DC2DF1CD}" type="presParOf" srcId="{F0D069D7-1638-45D9-B358-12798A1BDA70}" destId="{0B27D0DE-BF97-4289-96A1-2F77D74A148E}" srcOrd="2" destOrd="0" presId="urn:microsoft.com/office/officeart/2018/2/layout/IconVerticalSolidList"/>
    <dgm:cxn modelId="{3DA1C3D5-0895-B148-93E3-4929927FE144}" type="presParOf" srcId="{F0D069D7-1638-45D9-B358-12798A1BDA70}" destId="{9A933046-7737-459A-ACDF-0395688275DE}" srcOrd="3" destOrd="0" presId="urn:microsoft.com/office/officeart/2018/2/layout/IconVerticalSolidList"/>
    <dgm:cxn modelId="{AF8A02DB-CC54-5E4B-A54D-0AF7D6BA73EF}" type="presParOf" srcId="{F0D069D7-1638-45D9-B358-12798A1BDA70}" destId="{7837690E-5FEF-403B-9DDE-AC106D6A3DAD}" srcOrd="4" destOrd="0" presId="urn:microsoft.com/office/officeart/2018/2/layout/IconVerticalSolid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11.xml><?xml version="1.0" encoding="utf-8"?>
<dgm:dataModel xmlns:dgm="http://schemas.openxmlformats.org/drawingml/2006/diagram" xmlns:a="http://schemas.openxmlformats.org/drawingml/2006/main">
  <dgm:ptLst>
    <dgm:pt modelId="{B1D329E6-1CE8-014A-B42A-B00C3746B859}" type="doc">
      <dgm:prSet loTypeId="urn:microsoft.com/office/officeart/2005/8/layout/process1" loCatId="" qsTypeId="urn:microsoft.com/office/officeart/2005/8/quickstyle/simple1" qsCatId="simple" csTypeId="urn:microsoft.com/office/officeart/2005/8/colors/accent1_2" csCatId="accent1" phldr="1"/>
      <dgm:spPr/>
      <dgm:t>
        <a:bodyPr/>
        <a:lstStyle/>
        <a:p>
          <a:endParaRPr lang="tr-TR"/>
        </a:p>
      </dgm:t>
    </dgm:pt>
    <dgm:pt modelId="{549AF607-0965-4B45-A645-AA7DA5B18A71}">
      <dgm:prSet phldrT="[Metin]"/>
      <dgm:spPr/>
      <dgm:t>
        <a:bodyPr/>
        <a:lstStyle/>
        <a:p>
          <a:r>
            <a:rPr lang="tr-TR" dirty="0"/>
            <a:t>GÖNDERİCİ</a:t>
          </a:r>
        </a:p>
        <a:p>
          <a:r>
            <a:rPr lang="tr-TR" dirty="0"/>
            <a:t>(KAYNAK)</a:t>
          </a:r>
        </a:p>
      </dgm:t>
    </dgm:pt>
    <dgm:pt modelId="{987357DF-F49F-4D44-9744-EFAF90FC3701}" type="parTrans" cxnId="{A8260180-E28B-CE47-B3C3-F979930D5D58}">
      <dgm:prSet/>
      <dgm:spPr/>
      <dgm:t>
        <a:bodyPr/>
        <a:lstStyle/>
        <a:p>
          <a:endParaRPr lang="tr-TR"/>
        </a:p>
      </dgm:t>
    </dgm:pt>
    <dgm:pt modelId="{F5F09B66-FFA8-7444-A317-5A5DFC0DB304}" type="sibTrans" cxnId="{A8260180-E28B-CE47-B3C3-F979930D5D58}">
      <dgm:prSet/>
      <dgm:spPr/>
      <dgm:t>
        <a:bodyPr/>
        <a:lstStyle/>
        <a:p>
          <a:endParaRPr lang="tr-TR"/>
        </a:p>
      </dgm:t>
    </dgm:pt>
    <dgm:pt modelId="{FE22A117-0B9B-A643-96DB-44FFB0DA4AF2}">
      <dgm:prSet phldrT="[Metin]"/>
      <dgm:spPr/>
      <dgm:t>
        <a:bodyPr/>
        <a:lstStyle/>
        <a:p>
          <a:r>
            <a:rPr lang="tr-TR" dirty="0"/>
            <a:t>KOD</a:t>
          </a:r>
        </a:p>
      </dgm:t>
    </dgm:pt>
    <dgm:pt modelId="{CC2B6A49-4DD1-6849-BF0F-B1674F591304}" type="parTrans" cxnId="{AB45E74D-75BF-E84D-BBF1-CEB5F2EE4DAA}">
      <dgm:prSet/>
      <dgm:spPr/>
      <dgm:t>
        <a:bodyPr/>
        <a:lstStyle/>
        <a:p>
          <a:endParaRPr lang="tr-TR"/>
        </a:p>
      </dgm:t>
    </dgm:pt>
    <dgm:pt modelId="{E7DAD2F2-10B0-A941-B8CE-543B658FCD39}" type="sibTrans" cxnId="{AB45E74D-75BF-E84D-BBF1-CEB5F2EE4DAA}">
      <dgm:prSet/>
      <dgm:spPr/>
      <dgm:t>
        <a:bodyPr/>
        <a:lstStyle/>
        <a:p>
          <a:endParaRPr lang="tr-TR"/>
        </a:p>
      </dgm:t>
    </dgm:pt>
    <dgm:pt modelId="{33DF5C6F-648A-BF4B-AE0B-293FE92CB93C}">
      <dgm:prSet phldrT="[Metin]"/>
      <dgm:spPr/>
      <dgm:t>
        <a:bodyPr/>
        <a:lstStyle/>
        <a:p>
          <a:r>
            <a:rPr lang="tr-TR" dirty="0"/>
            <a:t>İLETİ</a:t>
          </a:r>
        </a:p>
      </dgm:t>
    </dgm:pt>
    <dgm:pt modelId="{19C18BD8-65E7-6249-A1C4-B3C4BFE1617D}" type="parTrans" cxnId="{F06FB348-15F4-094E-9BC7-A203022F6B58}">
      <dgm:prSet/>
      <dgm:spPr/>
      <dgm:t>
        <a:bodyPr/>
        <a:lstStyle/>
        <a:p>
          <a:endParaRPr lang="tr-TR"/>
        </a:p>
      </dgm:t>
    </dgm:pt>
    <dgm:pt modelId="{6EF2E570-F24F-B74D-AC1F-FE9CA4222033}" type="sibTrans" cxnId="{F06FB348-15F4-094E-9BC7-A203022F6B58}">
      <dgm:prSet/>
      <dgm:spPr/>
      <dgm:t>
        <a:bodyPr/>
        <a:lstStyle/>
        <a:p>
          <a:endParaRPr lang="tr-TR"/>
        </a:p>
      </dgm:t>
    </dgm:pt>
    <dgm:pt modelId="{BACC3920-0155-C045-88BD-7FD116625A69}">
      <dgm:prSet/>
      <dgm:spPr/>
      <dgm:t>
        <a:bodyPr/>
        <a:lstStyle/>
        <a:p>
          <a:r>
            <a:rPr lang="tr-TR" dirty="0"/>
            <a:t>İLETİŞİM KANALI</a:t>
          </a:r>
        </a:p>
      </dgm:t>
    </dgm:pt>
    <dgm:pt modelId="{2F25AC02-2F6A-1542-ACF2-166BA9920094}" type="parTrans" cxnId="{E40CA64C-4765-1641-8426-19CBA5A8027A}">
      <dgm:prSet/>
      <dgm:spPr/>
      <dgm:t>
        <a:bodyPr/>
        <a:lstStyle/>
        <a:p>
          <a:endParaRPr lang="tr-TR"/>
        </a:p>
      </dgm:t>
    </dgm:pt>
    <dgm:pt modelId="{8C57D074-7100-E744-98AC-F4DF10E5CBCA}" type="sibTrans" cxnId="{E40CA64C-4765-1641-8426-19CBA5A8027A}">
      <dgm:prSet/>
      <dgm:spPr/>
      <dgm:t>
        <a:bodyPr/>
        <a:lstStyle/>
        <a:p>
          <a:endParaRPr lang="tr-TR"/>
        </a:p>
      </dgm:t>
    </dgm:pt>
    <dgm:pt modelId="{9789F2CE-12A9-5A45-B9C8-6D420652BDDB}">
      <dgm:prSet/>
      <dgm:spPr/>
      <dgm:t>
        <a:bodyPr/>
        <a:lstStyle/>
        <a:p>
          <a:r>
            <a:rPr lang="tr-TR" dirty="0"/>
            <a:t>ALICI</a:t>
          </a:r>
        </a:p>
        <a:p>
          <a:r>
            <a:rPr lang="tr-TR" dirty="0"/>
            <a:t>(HEDEF)</a:t>
          </a:r>
        </a:p>
      </dgm:t>
    </dgm:pt>
    <dgm:pt modelId="{BB3DBF14-71FA-B14C-9FD4-913D49CA2CD2}" type="parTrans" cxnId="{F51C6DE5-E074-474D-839B-04B6DBF8D8CA}">
      <dgm:prSet/>
      <dgm:spPr/>
      <dgm:t>
        <a:bodyPr/>
        <a:lstStyle/>
        <a:p>
          <a:endParaRPr lang="tr-TR"/>
        </a:p>
      </dgm:t>
    </dgm:pt>
    <dgm:pt modelId="{C5AAE3DE-57F3-0A4A-880F-32E5CD864596}" type="sibTrans" cxnId="{F51C6DE5-E074-474D-839B-04B6DBF8D8CA}">
      <dgm:prSet/>
      <dgm:spPr/>
      <dgm:t>
        <a:bodyPr/>
        <a:lstStyle/>
        <a:p>
          <a:endParaRPr lang="tr-TR"/>
        </a:p>
      </dgm:t>
    </dgm:pt>
    <dgm:pt modelId="{FC4EF276-CD44-9E40-8E33-454192F1C609}" type="pres">
      <dgm:prSet presAssocID="{B1D329E6-1CE8-014A-B42A-B00C3746B859}" presName="Name0" presStyleCnt="0">
        <dgm:presLayoutVars>
          <dgm:dir/>
          <dgm:resizeHandles val="exact"/>
        </dgm:presLayoutVars>
      </dgm:prSet>
      <dgm:spPr/>
    </dgm:pt>
    <dgm:pt modelId="{F0DDD14B-DCE7-6842-A7AF-3C9E28830F2B}" type="pres">
      <dgm:prSet presAssocID="{549AF607-0965-4B45-A645-AA7DA5B18A71}" presName="node" presStyleLbl="node1" presStyleIdx="0" presStyleCnt="5">
        <dgm:presLayoutVars>
          <dgm:bulletEnabled val="1"/>
        </dgm:presLayoutVars>
      </dgm:prSet>
      <dgm:spPr/>
    </dgm:pt>
    <dgm:pt modelId="{0F7232CB-D08B-A44C-835F-F002309BB78A}" type="pres">
      <dgm:prSet presAssocID="{F5F09B66-FFA8-7444-A317-5A5DFC0DB304}" presName="sibTrans" presStyleLbl="sibTrans2D1" presStyleIdx="0" presStyleCnt="4"/>
      <dgm:spPr/>
    </dgm:pt>
    <dgm:pt modelId="{0A916E38-464A-894D-9409-EAFD681B60D6}" type="pres">
      <dgm:prSet presAssocID="{F5F09B66-FFA8-7444-A317-5A5DFC0DB304}" presName="connectorText" presStyleLbl="sibTrans2D1" presStyleIdx="0" presStyleCnt="4"/>
      <dgm:spPr/>
    </dgm:pt>
    <dgm:pt modelId="{0DA51B21-5604-3A47-ACFD-8C8E24E54535}" type="pres">
      <dgm:prSet presAssocID="{FE22A117-0B9B-A643-96DB-44FFB0DA4AF2}" presName="node" presStyleLbl="node1" presStyleIdx="1" presStyleCnt="5">
        <dgm:presLayoutVars>
          <dgm:bulletEnabled val="1"/>
        </dgm:presLayoutVars>
      </dgm:prSet>
      <dgm:spPr/>
    </dgm:pt>
    <dgm:pt modelId="{8C3D95ED-3A21-6542-831F-EC0F782A6069}" type="pres">
      <dgm:prSet presAssocID="{E7DAD2F2-10B0-A941-B8CE-543B658FCD39}" presName="sibTrans" presStyleLbl="sibTrans2D1" presStyleIdx="1" presStyleCnt="4"/>
      <dgm:spPr/>
    </dgm:pt>
    <dgm:pt modelId="{FA190698-60B5-0344-B961-057B661C74F3}" type="pres">
      <dgm:prSet presAssocID="{E7DAD2F2-10B0-A941-B8CE-543B658FCD39}" presName="connectorText" presStyleLbl="sibTrans2D1" presStyleIdx="1" presStyleCnt="4"/>
      <dgm:spPr/>
    </dgm:pt>
    <dgm:pt modelId="{0F0E2766-2174-FD48-B646-9FD4A8635857}" type="pres">
      <dgm:prSet presAssocID="{33DF5C6F-648A-BF4B-AE0B-293FE92CB93C}" presName="node" presStyleLbl="node1" presStyleIdx="2" presStyleCnt="5">
        <dgm:presLayoutVars>
          <dgm:bulletEnabled val="1"/>
        </dgm:presLayoutVars>
      </dgm:prSet>
      <dgm:spPr/>
    </dgm:pt>
    <dgm:pt modelId="{0D9AC919-EBE7-F944-A9AE-9FFF340F7AC8}" type="pres">
      <dgm:prSet presAssocID="{6EF2E570-F24F-B74D-AC1F-FE9CA4222033}" presName="sibTrans" presStyleLbl="sibTrans2D1" presStyleIdx="2" presStyleCnt="4"/>
      <dgm:spPr/>
    </dgm:pt>
    <dgm:pt modelId="{89787F1C-332B-744E-9157-D005DAEC9525}" type="pres">
      <dgm:prSet presAssocID="{6EF2E570-F24F-B74D-AC1F-FE9CA4222033}" presName="connectorText" presStyleLbl="sibTrans2D1" presStyleIdx="2" presStyleCnt="4"/>
      <dgm:spPr/>
    </dgm:pt>
    <dgm:pt modelId="{2A9B1309-BEFD-8E44-A6BC-67E0E71146EF}" type="pres">
      <dgm:prSet presAssocID="{BACC3920-0155-C045-88BD-7FD116625A69}" presName="node" presStyleLbl="node1" presStyleIdx="3" presStyleCnt="5">
        <dgm:presLayoutVars>
          <dgm:bulletEnabled val="1"/>
        </dgm:presLayoutVars>
      </dgm:prSet>
      <dgm:spPr/>
    </dgm:pt>
    <dgm:pt modelId="{6BC79737-34D4-884B-A83C-75D8258FADEB}" type="pres">
      <dgm:prSet presAssocID="{8C57D074-7100-E744-98AC-F4DF10E5CBCA}" presName="sibTrans" presStyleLbl="sibTrans2D1" presStyleIdx="3" presStyleCnt="4"/>
      <dgm:spPr/>
    </dgm:pt>
    <dgm:pt modelId="{0DEBE2DF-DF2A-CF40-939D-BB444A739DC1}" type="pres">
      <dgm:prSet presAssocID="{8C57D074-7100-E744-98AC-F4DF10E5CBCA}" presName="connectorText" presStyleLbl="sibTrans2D1" presStyleIdx="3" presStyleCnt="4"/>
      <dgm:spPr/>
    </dgm:pt>
    <dgm:pt modelId="{4AD2416F-8D52-8B42-920E-DDC89787D62E}" type="pres">
      <dgm:prSet presAssocID="{9789F2CE-12A9-5A45-B9C8-6D420652BDDB}" presName="node" presStyleLbl="node1" presStyleIdx="4" presStyleCnt="5">
        <dgm:presLayoutVars>
          <dgm:bulletEnabled val="1"/>
        </dgm:presLayoutVars>
      </dgm:prSet>
      <dgm:spPr/>
    </dgm:pt>
  </dgm:ptLst>
  <dgm:cxnLst>
    <dgm:cxn modelId="{EDCEB412-61E9-F44E-BCFF-52404800B466}" type="presOf" srcId="{E7DAD2F2-10B0-A941-B8CE-543B658FCD39}" destId="{8C3D95ED-3A21-6542-831F-EC0F782A6069}" srcOrd="0" destOrd="0" presId="urn:microsoft.com/office/officeart/2005/8/layout/process1"/>
    <dgm:cxn modelId="{1806B820-A597-B24D-A79E-BFFA13AC8DCC}" type="presOf" srcId="{B1D329E6-1CE8-014A-B42A-B00C3746B859}" destId="{FC4EF276-CD44-9E40-8E33-454192F1C609}" srcOrd="0" destOrd="0" presId="urn:microsoft.com/office/officeart/2005/8/layout/process1"/>
    <dgm:cxn modelId="{15160235-4C65-E945-BE67-5A31AE4B12D3}" type="presOf" srcId="{F5F09B66-FFA8-7444-A317-5A5DFC0DB304}" destId="{0F7232CB-D08B-A44C-835F-F002309BB78A}" srcOrd="0" destOrd="0" presId="urn:microsoft.com/office/officeart/2005/8/layout/process1"/>
    <dgm:cxn modelId="{4BC32836-6EC5-C940-8919-4E7B66BE8EB3}" type="presOf" srcId="{549AF607-0965-4B45-A645-AA7DA5B18A71}" destId="{F0DDD14B-DCE7-6842-A7AF-3C9E28830F2B}" srcOrd="0" destOrd="0" presId="urn:microsoft.com/office/officeart/2005/8/layout/process1"/>
    <dgm:cxn modelId="{B98F383C-8AC1-4242-8733-AC5874DDC7E6}" type="presOf" srcId="{E7DAD2F2-10B0-A941-B8CE-543B658FCD39}" destId="{FA190698-60B5-0344-B961-057B661C74F3}" srcOrd="1" destOrd="0" presId="urn:microsoft.com/office/officeart/2005/8/layout/process1"/>
    <dgm:cxn modelId="{F06FB348-15F4-094E-9BC7-A203022F6B58}" srcId="{B1D329E6-1CE8-014A-B42A-B00C3746B859}" destId="{33DF5C6F-648A-BF4B-AE0B-293FE92CB93C}" srcOrd="2" destOrd="0" parTransId="{19C18BD8-65E7-6249-A1C4-B3C4BFE1617D}" sibTransId="{6EF2E570-F24F-B74D-AC1F-FE9CA4222033}"/>
    <dgm:cxn modelId="{E40CA64C-4765-1641-8426-19CBA5A8027A}" srcId="{B1D329E6-1CE8-014A-B42A-B00C3746B859}" destId="{BACC3920-0155-C045-88BD-7FD116625A69}" srcOrd="3" destOrd="0" parTransId="{2F25AC02-2F6A-1542-ACF2-166BA9920094}" sibTransId="{8C57D074-7100-E744-98AC-F4DF10E5CBCA}"/>
    <dgm:cxn modelId="{AB45E74D-75BF-E84D-BBF1-CEB5F2EE4DAA}" srcId="{B1D329E6-1CE8-014A-B42A-B00C3746B859}" destId="{FE22A117-0B9B-A643-96DB-44FFB0DA4AF2}" srcOrd="1" destOrd="0" parTransId="{CC2B6A49-4DD1-6849-BF0F-B1674F591304}" sibTransId="{E7DAD2F2-10B0-A941-B8CE-543B658FCD39}"/>
    <dgm:cxn modelId="{6E684979-56A9-7B4D-9153-7CF7A61B7681}" type="presOf" srcId="{6EF2E570-F24F-B74D-AC1F-FE9CA4222033}" destId="{0D9AC919-EBE7-F944-A9AE-9FFF340F7AC8}" srcOrd="0" destOrd="0" presId="urn:microsoft.com/office/officeart/2005/8/layout/process1"/>
    <dgm:cxn modelId="{37A2D87F-E299-4C4A-AD5C-C629216A8A2C}" type="presOf" srcId="{33DF5C6F-648A-BF4B-AE0B-293FE92CB93C}" destId="{0F0E2766-2174-FD48-B646-9FD4A8635857}" srcOrd="0" destOrd="0" presId="urn:microsoft.com/office/officeart/2005/8/layout/process1"/>
    <dgm:cxn modelId="{A8260180-E28B-CE47-B3C3-F979930D5D58}" srcId="{B1D329E6-1CE8-014A-B42A-B00C3746B859}" destId="{549AF607-0965-4B45-A645-AA7DA5B18A71}" srcOrd="0" destOrd="0" parTransId="{987357DF-F49F-4D44-9744-EFAF90FC3701}" sibTransId="{F5F09B66-FFA8-7444-A317-5A5DFC0DB304}"/>
    <dgm:cxn modelId="{B71BC199-0E5B-824E-8CCD-BF51BA060252}" type="presOf" srcId="{8C57D074-7100-E744-98AC-F4DF10E5CBCA}" destId="{6BC79737-34D4-884B-A83C-75D8258FADEB}" srcOrd="0" destOrd="0" presId="urn:microsoft.com/office/officeart/2005/8/layout/process1"/>
    <dgm:cxn modelId="{4FBFADA5-C413-5447-B45D-5F52B5D3682A}" type="presOf" srcId="{F5F09B66-FFA8-7444-A317-5A5DFC0DB304}" destId="{0A916E38-464A-894D-9409-EAFD681B60D6}" srcOrd="1" destOrd="0" presId="urn:microsoft.com/office/officeart/2005/8/layout/process1"/>
    <dgm:cxn modelId="{6555ECAF-4255-8248-9D35-5E327F0985B1}" type="presOf" srcId="{6EF2E570-F24F-B74D-AC1F-FE9CA4222033}" destId="{89787F1C-332B-744E-9157-D005DAEC9525}" srcOrd="1" destOrd="0" presId="urn:microsoft.com/office/officeart/2005/8/layout/process1"/>
    <dgm:cxn modelId="{7E9941B8-2B3D-4443-B158-889321106C32}" type="presOf" srcId="{8C57D074-7100-E744-98AC-F4DF10E5CBCA}" destId="{0DEBE2DF-DF2A-CF40-939D-BB444A739DC1}" srcOrd="1" destOrd="0" presId="urn:microsoft.com/office/officeart/2005/8/layout/process1"/>
    <dgm:cxn modelId="{A2978ECC-7BB0-E04E-9482-475CC2250AA4}" type="presOf" srcId="{9789F2CE-12A9-5A45-B9C8-6D420652BDDB}" destId="{4AD2416F-8D52-8B42-920E-DDC89787D62E}" srcOrd="0" destOrd="0" presId="urn:microsoft.com/office/officeart/2005/8/layout/process1"/>
    <dgm:cxn modelId="{D6661DD9-1FF7-1541-8635-E55ADB5E31F3}" type="presOf" srcId="{FE22A117-0B9B-A643-96DB-44FFB0DA4AF2}" destId="{0DA51B21-5604-3A47-ACFD-8C8E24E54535}" srcOrd="0" destOrd="0" presId="urn:microsoft.com/office/officeart/2005/8/layout/process1"/>
    <dgm:cxn modelId="{F51C6DE5-E074-474D-839B-04B6DBF8D8CA}" srcId="{B1D329E6-1CE8-014A-B42A-B00C3746B859}" destId="{9789F2CE-12A9-5A45-B9C8-6D420652BDDB}" srcOrd="4" destOrd="0" parTransId="{BB3DBF14-71FA-B14C-9FD4-913D49CA2CD2}" sibTransId="{C5AAE3DE-57F3-0A4A-880F-32E5CD864596}"/>
    <dgm:cxn modelId="{4309B3F7-2824-7841-9B1F-F5DBFE52BA92}" type="presOf" srcId="{BACC3920-0155-C045-88BD-7FD116625A69}" destId="{2A9B1309-BEFD-8E44-A6BC-67E0E71146EF}" srcOrd="0" destOrd="0" presId="urn:microsoft.com/office/officeart/2005/8/layout/process1"/>
    <dgm:cxn modelId="{AE1583B6-76BE-F144-B8AC-CF3ECBE88BB6}" type="presParOf" srcId="{FC4EF276-CD44-9E40-8E33-454192F1C609}" destId="{F0DDD14B-DCE7-6842-A7AF-3C9E28830F2B}" srcOrd="0" destOrd="0" presId="urn:microsoft.com/office/officeart/2005/8/layout/process1"/>
    <dgm:cxn modelId="{FEAA3EBD-62EC-EE47-BBB8-A4954F36B18B}" type="presParOf" srcId="{FC4EF276-CD44-9E40-8E33-454192F1C609}" destId="{0F7232CB-D08B-A44C-835F-F002309BB78A}" srcOrd="1" destOrd="0" presId="urn:microsoft.com/office/officeart/2005/8/layout/process1"/>
    <dgm:cxn modelId="{29434F90-F2BF-F048-89CA-DBF0778FF4AB}" type="presParOf" srcId="{0F7232CB-D08B-A44C-835F-F002309BB78A}" destId="{0A916E38-464A-894D-9409-EAFD681B60D6}" srcOrd="0" destOrd="0" presId="urn:microsoft.com/office/officeart/2005/8/layout/process1"/>
    <dgm:cxn modelId="{416747AF-4E96-BF45-969B-B5DA8407E886}" type="presParOf" srcId="{FC4EF276-CD44-9E40-8E33-454192F1C609}" destId="{0DA51B21-5604-3A47-ACFD-8C8E24E54535}" srcOrd="2" destOrd="0" presId="urn:microsoft.com/office/officeart/2005/8/layout/process1"/>
    <dgm:cxn modelId="{6C015CA2-0568-024A-AC53-5A56380B4408}" type="presParOf" srcId="{FC4EF276-CD44-9E40-8E33-454192F1C609}" destId="{8C3D95ED-3A21-6542-831F-EC0F782A6069}" srcOrd="3" destOrd="0" presId="urn:microsoft.com/office/officeart/2005/8/layout/process1"/>
    <dgm:cxn modelId="{491441F1-C6CB-5E49-8CF9-D990B3B872CC}" type="presParOf" srcId="{8C3D95ED-3A21-6542-831F-EC0F782A6069}" destId="{FA190698-60B5-0344-B961-057B661C74F3}" srcOrd="0" destOrd="0" presId="urn:microsoft.com/office/officeart/2005/8/layout/process1"/>
    <dgm:cxn modelId="{0BC3E7F6-816D-1544-9D90-CD041EDC6F97}" type="presParOf" srcId="{FC4EF276-CD44-9E40-8E33-454192F1C609}" destId="{0F0E2766-2174-FD48-B646-9FD4A8635857}" srcOrd="4" destOrd="0" presId="urn:microsoft.com/office/officeart/2005/8/layout/process1"/>
    <dgm:cxn modelId="{DED26A3D-4196-B64A-AF8B-34E02FDB3C30}" type="presParOf" srcId="{FC4EF276-CD44-9E40-8E33-454192F1C609}" destId="{0D9AC919-EBE7-F944-A9AE-9FFF340F7AC8}" srcOrd="5" destOrd="0" presId="urn:microsoft.com/office/officeart/2005/8/layout/process1"/>
    <dgm:cxn modelId="{3266DBB9-EC87-CB43-B9DC-F699C369E939}" type="presParOf" srcId="{0D9AC919-EBE7-F944-A9AE-9FFF340F7AC8}" destId="{89787F1C-332B-744E-9157-D005DAEC9525}" srcOrd="0" destOrd="0" presId="urn:microsoft.com/office/officeart/2005/8/layout/process1"/>
    <dgm:cxn modelId="{AA16049C-27BE-CB46-9786-8AA0E370D1D6}" type="presParOf" srcId="{FC4EF276-CD44-9E40-8E33-454192F1C609}" destId="{2A9B1309-BEFD-8E44-A6BC-67E0E71146EF}" srcOrd="6" destOrd="0" presId="urn:microsoft.com/office/officeart/2005/8/layout/process1"/>
    <dgm:cxn modelId="{587D7457-48B8-0847-91C8-653ADFB0E5B2}" type="presParOf" srcId="{FC4EF276-CD44-9E40-8E33-454192F1C609}" destId="{6BC79737-34D4-884B-A83C-75D8258FADEB}" srcOrd="7" destOrd="0" presId="urn:microsoft.com/office/officeart/2005/8/layout/process1"/>
    <dgm:cxn modelId="{9DBC7AA2-B411-5C42-90C2-37B64FAC3319}" type="presParOf" srcId="{6BC79737-34D4-884B-A83C-75D8258FADEB}" destId="{0DEBE2DF-DF2A-CF40-939D-BB444A739DC1}" srcOrd="0" destOrd="0" presId="urn:microsoft.com/office/officeart/2005/8/layout/process1"/>
    <dgm:cxn modelId="{C8F7A452-0A85-2744-B183-9D6C7BAD6441}" type="presParOf" srcId="{FC4EF276-CD44-9E40-8E33-454192F1C609}" destId="{4AD2416F-8D52-8B42-920E-DDC89787D62E}" srcOrd="8" destOrd="0" presId="urn:microsoft.com/office/officeart/2005/8/layout/process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12.xml><?xml version="1.0" encoding="utf-8"?>
<dgm:dataModel xmlns:dgm="http://schemas.openxmlformats.org/drawingml/2006/diagram" xmlns:a="http://schemas.openxmlformats.org/drawingml/2006/main">
  <dgm:ptLst>
    <dgm:pt modelId="{7611D963-0ADA-4939-9A11-95D7163560B5}" type="doc">
      <dgm:prSet loTypeId="urn:microsoft.com/office/officeart/2018/2/layout/IconVerticalSolidList" loCatId="icon" qsTypeId="urn:microsoft.com/office/officeart/2005/8/quickstyle/simple1" qsCatId="simple" csTypeId="urn:microsoft.com/office/officeart/2018/5/colors/Iconchunking_neutralbg_colorful1" csCatId="colorful" phldr="1"/>
      <dgm:spPr/>
      <dgm:t>
        <a:bodyPr/>
        <a:lstStyle/>
        <a:p>
          <a:endParaRPr lang="en-US"/>
        </a:p>
      </dgm:t>
    </dgm:pt>
    <dgm:pt modelId="{6C4E5B82-E148-4E61-84A4-AAD42A022B94}">
      <dgm:prSet/>
      <dgm:spPr/>
      <dgm:t>
        <a:bodyPr/>
        <a:lstStyle/>
        <a:p>
          <a:r>
            <a:rPr lang="tr-TR"/>
            <a:t>1) KİŞİSEL FAKTÖRLER</a:t>
          </a:r>
          <a:endParaRPr lang="en-US"/>
        </a:p>
      </dgm:t>
    </dgm:pt>
    <dgm:pt modelId="{AC8DACC3-69F6-40C5-8737-935165FD7A33}" type="parTrans" cxnId="{896159B8-E9AD-4A6F-B6F9-354EA2076DE1}">
      <dgm:prSet/>
      <dgm:spPr/>
      <dgm:t>
        <a:bodyPr/>
        <a:lstStyle/>
        <a:p>
          <a:endParaRPr lang="en-US"/>
        </a:p>
      </dgm:t>
    </dgm:pt>
    <dgm:pt modelId="{52F8B853-9F33-4498-8277-7474B0625361}" type="sibTrans" cxnId="{896159B8-E9AD-4A6F-B6F9-354EA2076DE1}">
      <dgm:prSet/>
      <dgm:spPr/>
      <dgm:t>
        <a:bodyPr/>
        <a:lstStyle/>
        <a:p>
          <a:endParaRPr lang="en-US"/>
        </a:p>
      </dgm:t>
    </dgm:pt>
    <dgm:pt modelId="{E272B5B5-69A3-44FB-AB36-E0D02EF4F70F}">
      <dgm:prSet/>
      <dgm:spPr/>
      <dgm:t>
        <a:bodyPr/>
        <a:lstStyle/>
        <a:p>
          <a:r>
            <a:rPr lang="tr-TR"/>
            <a:t>2) FİZİKSEL FAKTÖRLER</a:t>
          </a:r>
          <a:endParaRPr lang="en-US"/>
        </a:p>
      </dgm:t>
    </dgm:pt>
    <dgm:pt modelId="{02B74433-76BD-44D0-8E71-4DAA1CC18BCA}" type="parTrans" cxnId="{5470B7AB-4D74-449B-910C-9E9E7E22C255}">
      <dgm:prSet/>
      <dgm:spPr/>
      <dgm:t>
        <a:bodyPr/>
        <a:lstStyle/>
        <a:p>
          <a:endParaRPr lang="en-US"/>
        </a:p>
      </dgm:t>
    </dgm:pt>
    <dgm:pt modelId="{6236FDFC-2937-4317-B326-48BA2676C55E}" type="sibTrans" cxnId="{5470B7AB-4D74-449B-910C-9E9E7E22C255}">
      <dgm:prSet/>
      <dgm:spPr/>
      <dgm:t>
        <a:bodyPr/>
        <a:lstStyle/>
        <a:p>
          <a:endParaRPr lang="en-US"/>
        </a:p>
      </dgm:t>
    </dgm:pt>
    <dgm:pt modelId="{266B064A-5EEE-4D61-ABC6-CB2D66A750D3}">
      <dgm:prSet/>
      <dgm:spPr/>
      <dgm:t>
        <a:bodyPr/>
        <a:lstStyle/>
        <a:p>
          <a:r>
            <a:rPr lang="tr-TR"/>
            <a:t>3) MESAJIN OLUŞTURULMASINDA KULLANILAN SEMBOLLER</a:t>
          </a:r>
          <a:endParaRPr lang="en-US"/>
        </a:p>
      </dgm:t>
    </dgm:pt>
    <dgm:pt modelId="{9E1D3D0D-D505-42DE-9983-940D00030400}" type="parTrans" cxnId="{29CF8486-FB4B-497E-BA15-307F7FE644F1}">
      <dgm:prSet/>
      <dgm:spPr/>
      <dgm:t>
        <a:bodyPr/>
        <a:lstStyle/>
        <a:p>
          <a:endParaRPr lang="en-US"/>
        </a:p>
      </dgm:t>
    </dgm:pt>
    <dgm:pt modelId="{A723A1B4-389D-4C09-A02F-17287E77C3F5}" type="sibTrans" cxnId="{29CF8486-FB4B-497E-BA15-307F7FE644F1}">
      <dgm:prSet/>
      <dgm:spPr/>
      <dgm:t>
        <a:bodyPr/>
        <a:lstStyle/>
        <a:p>
          <a:endParaRPr lang="en-US"/>
        </a:p>
      </dgm:t>
    </dgm:pt>
    <dgm:pt modelId="{0E58031F-13BE-430C-8003-E861E662D223}">
      <dgm:prSet/>
      <dgm:spPr/>
      <dgm:t>
        <a:bodyPr/>
        <a:lstStyle/>
        <a:p>
          <a:r>
            <a:rPr lang="tr-TR"/>
            <a:t>4) ZAMAN DARLIĞI VE BASKISI</a:t>
          </a:r>
          <a:endParaRPr lang="en-US"/>
        </a:p>
      </dgm:t>
    </dgm:pt>
    <dgm:pt modelId="{C7D8AF79-0D5D-43A1-844E-2F472DC9F145}" type="parTrans" cxnId="{03AA8812-82AA-4C97-9395-5CE4139976FB}">
      <dgm:prSet/>
      <dgm:spPr/>
      <dgm:t>
        <a:bodyPr/>
        <a:lstStyle/>
        <a:p>
          <a:endParaRPr lang="en-US"/>
        </a:p>
      </dgm:t>
    </dgm:pt>
    <dgm:pt modelId="{8F17DD54-D0D8-4F9A-AD9A-DB0434421B32}" type="sibTrans" cxnId="{03AA8812-82AA-4C97-9395-5CE4139976FB}">
      <dgm:prSet/>
      <dgm:spPr/>
      <dgm:t>
        <a:bodyPr/>
        <a:lstStyle/>
        <a:p>
          <a:endParaRPr lang="en-US"/>
        </a:p>
      </dgm:t>
    </dgm:pt>
    <dgm:pt modelId="{3400F31C-8FE7-425D-B486-647AE1BD321E}">
      <dgm:prSet/>
      <dgm:spPr/>
      <dgm:t>
        <a:bodyPr/>
        <a:lstStyle/>
        <a:p>
          <a:r>
            <a:rPr lang="tr-TR"/>
            <a:t>5) PEŞİN DEĞER YARGILARI VE ALGIDA SEÇİCİLİK</a:t>
          </a:r>
          <a:endParaRPr lang="en-US"/>
        </a:p>
      </dgm:t>
    </dgm:pt>
    <dgm:pt modelId="{7B4E403B-171A-4795-9C9D-4AF241738A20}" type="parTrans" cxnId="{572C7BA8-F207-49A7-AE5B-080AD7F012E5}">
      <dgm:prSet/>
      <dgm:spPr/>
      <dgm:t>
        <a:bodyPr/>
        <a:lstStyle/>
        <a:p>
          <a:endParaRPr lang="en-US"/>
        </a:p>
      </dgm:t>
    </dgm:pt>
    <dgm:pt modelId="{727F7C55-2371-40F4-9421-015639C0EB3D}" type="sibTrans" cxnId="{572C7BA8-F207-49A7-AE5B-080AD7F012E5}">
      <dgm:prSet/>
      <dgm:spPr/>
      <dgm:t>
        <a:bodyPr/>
        <a:lstStyle/>
        <a:p>
          <a:endParaRPr lang="en-US"/>
        </a:p>
      </dgm:t>
    </dgm:pt>
    <dgm:pt modelId="{A369F8D1-8CB0-4AA9-8F6F-98F8D3455EC3}" type="pres">
      <dgm:prSet presAssocID="{7611D963-0ADA-4939-9A11-95D7163560B5}" presName="root" presStyleCnt="0">
        <dgm:presLayoutVars>
          <dgm:dir/>
          <dgm:resizeHandles val="exact"/>
        </dgm:presLayoutVars>
      </dgm:prSet>
      <dgm:spPr/>
    </dgm:pt>
    <dgm:pt modelId="{EF76C06F-0570-4AE6-AA61-8A9BDBF2D1AB}" type="pres">
      <dgm:prSet presAssocID="{6C4E5B82-E148-4E61-84A4-AAD42A022B94}" presName="compNode" presStyleCnt="0"/>
      <dgm:spPr/>
    </dgm:pt>
    <dgm:pt modelId="{FD5EBF16-6B19-425C-B5D6-AE793EDA961F}" type="pres">
      <dgm:prSet presAssocID="{6C4E5B82-E148-4E61-84A4-AAD42A022B94}" presName="bgRect" presStyleLbl="bgShp" presStyleIdx="0" presStyleCnt="5"/>
      <dgm:spPr/>
    </dgm:pt>
    <dgm:pt modelId="{06CD36ED-6BD3-4927-8B6B-607D6E1D88CF}" type="pres">
      <dgm:prSet presAssocID="{6C4E5B82-E148-4E61-84A4-AAD42A022B94}" presName="iconRect" presStyleLbl="node1" presStyleIdx="0" presStyleCnt="5"/>
      <dgm:spPr>
        <a:blipFill>
          <a:blip xmlns:r="http://schemas.openxmlformats.org/officeDocument/2006/relationships" r:embed="rId1" cstate="screen">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Kullanıcı"/>
        </a:ext>
      </dgm:extLst>
    </dgm:pt>
    <dgm:pt modelId="{3BC0284F-3C9E-45DB-AC4B-0C02C7D8E410}" type="pres">
      <dgm:prSet presAssocID="{6C4E5B82-E148-4E61-84A4-AAD42A022B94}" presName="spaceRect" presStyleCnt="0"/>
      <dgm:spPr/>
    </dgm:pt>
    <dgm:pt modelId="{B9AA82EE-8DCF-4D8C-81D4-A623D078C98B}" type="pres">
      <dgm:prSet presAssocID="{6C4E5B82-E148-4E61-84A4-AAD42A022B94}" presName="parTx" presStyleLbl="revTx" presStyleIdx="0" presStyleCnt="5">
        <dgm:presLayoutVars>
          <dgm:chMax val="0"/>
          <dgm:chPref val="0"/>
        </dgm:presLayoutVars>
      </dgm:prSet>
      <dgm:spPr/>
    </dgm:pt>
    <dgm:pt modelId="{B51A43A0-8062-4E88-9FC4-5BBD6B0A54E8}" type="pres">
      <dgm:prSet presAssocID="{52F8B853-9F33-4498-8277-7474B0625361}" presName="sibTrans" presStyleCnt="0"/>
      <dgm:spPr/>
    </dgm:pt>
    <dgm:pt modelId="{A6B279A0-ACBC-40FF-AFC7-35276CE6837E}" type="pres">
      <dgm:prSet presAssocID="{E272B5B5-69A3-44FB-AB36-E0D02EF4F70F}" presName="compNode" presStyleCnt="0"/>
      <dgm:spPr/>
    </dgm:pt>
    <dgm:pt modelId="{19F13356-F524-4CB0-A847-990F81A1E7DC}" type="pres">
      <dgm:prSet presAssocID="{E272B5B5-69A3-44FB-AB36-E0D02EF4F70F}" presName="bgRect" presStyleLbl="bgShp" presStyleIdx="1" presStyleCnt="5"/>
      <dgm:spPr/>
    </dgm:pt>
    <dgm:pt modelId="{B4FC7B66-2362-45A2-98E5-D9E65332D482}" type="pres">
      <dgm:prSet presAssocID="{E272B5B5-69A3-44FB-AB36-E0D02EF4F70F}" presName="iconRect" presStyleLbl="node1" presStyleIdx="1" presStyleCnt="5"/>
      <dgm:spPr>
        <a:blipFill>
          <a:blip xmlns:r="http://schemas.openxmlformats.org/officeDocument/2006/relationships" r:embed="rId3" cstate="screen">
            <a:extLst>
              <a:ext uri="{28A0092B-C50C-407E-A947-70E740481C1C}">
                <a14:useLocalDpi xmlns:a14="http://schemas.microsoft.com/office/drawing/2010/main"/>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Çalıştır"/>
        </a:ext>
      </dgm:extLst>
    </dgm:pt>
    <dgm:pt modelId="{BAC2C8D3-9F89-4F79-A5F4-E2A3E701FB02}" type="pres">
      <dgm:prSet presAssocID="{E272B5B5-69A3-44FB-AB36-E0D02EF4F70F}" presName="spaceRect" presStyleCnt="0"/>
      <dgm:spPr/>
    </dgm:pt>
    <dgm:pt modelId="{BD23B730-C165-4E8E-B0B1-E8C8CDFB9731}" type="pres">
      <dgm:prSet presAssocID="{E272B5B5-69A3-44FB-AB36-E0D02EF4F70F}" presName="parTx" presStyleLbl="revTx" presStyleIdx="1" presStyleCnt="5">
        <dgm:presLayoutVars>
          <dgm:chMax val="0"/>
          <dgm:chPref val="0"/>
        </dgm:presLayoutVars>
      </dgm:prSet>
      <dgm:spPr/>
    </dgm:pt>
    <dgm:pt modelId="{057D6721-3AB0-4767-99F3-C0C05BF13A73}" type="pres">
      <dgm:prSet presAssocID="{6236FDFC-2937-4317-B326-48BA2676C55E}" presName="sibTrans" presStyleCnt="0"/>
      <dgm:spPr/>
    </dgm:pt>
    <dgm:pt modelId="{F9749925-C7B7-4A97-AEF1-7E791092A8CA}" type="pres">
      <dgm:prSet presAssocID="{266B064A-5EEE-4D61-ABC6-CB2D66A750D3}" presName="compNode" presStyleCnt="0"/>
      <dgm:spPr/>
    </dgm:pt>
    <dgm:pt modelId="{97CB256F-A765-446E-88CB-0E2D228AC204}" type="pres">
      <dgm:prSet presAssocID="{266B064A-5EEE-4D61-ABC6-CB2D66A750D3}" presName="bgRect" presStyleLbl="bgShp" presStyleIdx="2" presStyleCnt="5"/>
      <dgm:spPr/>
    </dgm:pt>
    <dgm:pt modelId="{CED65A75-A13B-4F68-9F87-219356CED25E}" type="pres">
      <dgm:prSet presAssocID="{266B064A-5EEE-4D61-ABC6-CB2D66A750D3}" presName="iconRect" presStyleLbl="node1" presStyleIdx="2" presStyleCnt="5"/>
      <dgm:spPr>
        <a:blipFill>
          <a:blip xmlns:r="http://schemas.openxmlformats.org/officeDocument/2006/relationships" r:embed="rId5" cstate="screen">
            <a:extLst>
              <a:ext uri="{28A0092B-C50C-407E-A947-70E740481C1C}">
                <a14:useLocalDpi xmlns:a14="http://schemas.microsoft.com/office/drawing/2010/main"/>
              </a:ext>
              <a:ext uri="{96DAC541-7B7A-43D3-8B79-37D633B846F1}">
                <asvg:svgBlip xmlns:asvg="http://schemas.microsoft.com/office/drawing/2016/SVG/main" r:embed="rId6"/>
              </a:ext>
            </a:extLst>
          </a:blip>
          <a:stretch>
            <a:fillRect/>
          </a:stretch>
        </a:blipFill>
        <a:ln>
          <a:noFill/>
        </a:ln>
      </dgm:spPr>
      <dgm:extLst>
        <a:ext uri="{E40237B7-FDA0-4F09-8148-C483321AD2D9}">
          <dgm14:cNvPr xmlns:dgm14="http://schemas.microsoft.com/office/drawing/2010/diagram" id="0" name="" descr="Onay işareti"/>
        </a:ext>
      </dgm:extLst>
    </dgm:pt>
    <dgm:pt modelId="{DD88B463-ECFD-43CA-A987-4E834C093B17}" type="pres">
      <dgm:prSet presAssocID="{266B064A-5EEE-4D61-ABC6-CB2D66A750D3}" presName="spaceRect" presStyleCnt="0"/>
      <dgm:spPr/>
    </dgm:pt>
    <dgm:pt modelId="{3660114D-C586-4D57-B8BD-B180B17A4595}" type="pres">
      <dgm:prSet presAssocID="{266B064A-5EEE-4D61-ABC6-CB2D66A750D3}" presName="parTx" presStyleLbl="revTx" presStyleIdx="2" presStyleCnt="5">
        <dgm:presLayoutVars>
          <dgm:chMax val="0"/>
          <dgm:chPref val="0"/>
        </dgm:presLayoutVars>
      </dgm:prSet>
      <dgm:spPr/>
    </dgm:pt>
    <dgm:pt modelId="{F4870DB3-208A-4029-BBDB-7B7971299E03}" type="pres">
      <dgm:prSet presAssocID="{A723A1B4-389D-4C09-A02F-17287E77C3F5}" presName="sibTrans" presStyleCnt="0"/>
      <dgm:spPr/>
    </dgm:pt>
    <dgm:pt modelId="{94B8881B-6A8D-454D-83BC-FD6009DB7BEA}" type="pres">
      <dgm:prSet presAssocID="{0E58031F-13BE-430C-8003-E861E662D223}" presName="compNode" presStyleCnt="0"/>
      <dgm:spPr/>
    </dgm:pt>
    <dgm:pt modelId="{0E43EDCB-1C0E-45D7-9A30-E8D9D920F07B}" type="pres">
      <dgm:prSet presAssocID="{0E58031F-13BE-430C-8003-E861E662D223}" presName="bgRect" presStyleLbl="bgShp" presStyleIdx="3" presStyleCnt="5"/>
      <dgm:spPr/>
    </dgm:pt>
    <dgm:pt modelId="{7F031AB9-9F89-4015-A2AD-8CE19E40429A}" type="pres">
      <dgm:prSet presAssocID="{0E58031F-13BE-430C-8003-E861E662D223}" presName="iconRect" presStyleLbl="node1" presStyleIdx="3" presStyleCnt="5"/>
      <dgm:spPr>
        <a:blipFill>
          <a:blip xmlns:r="http://schemas.openxmlformats.org/officeDocument/2006/relationships" r:embed="rId7" cstate="screen">
            <a:extLst>
              <a:ext uri="{28A0092B-C50C-407E-A947-70E740481C1C}">
                <a14:useLocalDpi xmlns:a14="http://schemas.microsoft.com/office/drawing/2010/main"/>
              </a:ext>
              <a:ext uri="{96DAC541-7B7A-43D3-8B79-37D633B846F1}">
                <asvg:svgBlip xmlns:asvg="http://schemas.microsoft.com/office/drawing/2016/SVG/main" r:embed="rId8"/>
              </a:ext>
            </a:extLst>
          </a:blip>
          <a:stretch>
            <a:fillRect/>
          </a:stretch>
        </a:blipFill>
        <a:ln>
          <a:noFill/>
        </a:ln>
      </dgm:spPr>
      <dgm:extLst>
        <a:ext uri="{E40237B7-FDA0-4F09-8148-C483321AD2D9}">
          <dgm14:cNvPr xmlns:dgm14="http://schemas.microsoft.com/office/drawing/2010/diagram" id="0" name="" descr="Kronometre"/>
        </a:ext>
      </dgm:extLst>
    </dgm:pt>
    <dgm:pt modelId="{1EB525D6-F94D-4519-AEBA-BA5DC32A597B}" type="pres">
      <dgm:prSet presAssocID="{0E58031F-13BE-430C-8003-E861E662D223}" presName="spaceRect" presStyleCnt="0"/>
      <dgm:spPr/>
    </dgm:pt>
    <dgm:pt modelId="{EB26B5A6-E34E-4DD6-9ED4-E17E23FD2190}" type="pres">
      <dgm:prSet presAssocID="{0E58031F-13BE-430C-8003-E861E662D223}" presName="parTx" presStyleLbl="revTx" presStyleIdx="3" presStyleCnt="5">
        <dgm:presLayoutVars>
          <dgm:chMax val="0"/>
          <dgm:chPref val="0"/>
        </dgm:presLayoutVars>
      </dgm:prSet>
      <dgm:spPr/>
    </dgm:pt>
    <dgm:pt modelId="{B96A3745-180F-4823-948E-6F2A57827838}" type="pres">
      <dgm:prSet presAssocID="{8F17DD54-D0D8-4F9A-AD9A-DB0434421B32}" presName="sibTrans" presStyleCnt="0"/>
      <dgm:spPr/>
    </dgm:pt>
    <dgm:pt modelId="{BCACA400-0A76-4FBF-BB52-72EDE84E157D}" type="pres">
      <dgm:prSet presAssocID="{3400F31C-8FE7-425D-B486-647AE1BD321E}" presName="compNode" presStyleCnt="0"/>
      <dgm:spPr/>
    </dgm:pt>
    <dgm:pt modelId="{3F8624E3-EE44-415B-8FA1-2B759D519A95}" type="pres">
      <dgm:prSet presAssocID="{3400F31C-8FE7-425D-B486-647AE1BD321E}" presName="bgRect" presStyleLbl="bgShp" presStyleIdx="4" presStyleCnt="5"/>
      <dgm:spPr/>
    </dgm:pt>
    <dgm:pt modelId="{F7A375F9-53AC-44E7-86B2-30F907596593}" type="pres">
      <dgm:prSet presAssocID="{3400F31C-8FE7-425D-B486-647AE1BD321E}" presName="iconRect" presStyleLbl="node1" presStyleIdx="4" presStyleCnt="5"/>
      <dgm:spPr>
        <a:blipFill>
          <a:blip xmlns:r="http://schemas.openxmlformats.org/officeDocument/2006/relationships" r:embed="rId9" cstate="screen">
            <a:extLst>
              <a:ext uri="{28A0092B-C50C-407E-A947-70E740481C1C}">
                <a14:useLocalDpi xmlns:a14="http://schemas.microsoft.com/office/drawing/2010/main"/>
              </a:ext>
              <a:ext uri="{96DAC541-7B7A-43D3-8B79-37D633B846F1}">
                <asvg:svgBlip xmlns:asvg="http://schemas.microsoft.com/office/drawing/2016/SVG/main" r:embed="rId10"/>
              </a:ext>
            </a:extLst>
          </a:blip>
          <a:stretch>
            <a:fillRect/>
          </a:stretch>
        </a:blipFill>
        <a:ln>
          <a:noFill/>
        </a:ln>
      </dgm:spPr>
      <dgm:extLst>
        <a:ext uri="{E40237B7-FDA0-4F09-8148-C483321AD2D9}">
          <dgm14:cNvPr xmlns:dgm14="http://schemas.microsoft.com/office/drawing/2010/diagram" id="0" name="" descr="Elmas"/>
        </a:ext>
      </dgm:extLst>
    </dgm:pt>
    <dgm:pt modelId="{21A96651-CD0E-4B5A-B084-B33487B5AED8}" type="pres">
      <dgm:prSet presAssocID="{3400F31C-8FE7-425D-B486-647AE1BD321E}" presName="spaceRect" presStyleCnt="0"/>
      <dgm:spPr/>
    </dgm:pt>
    <dgm:pt modelId="{A22AEE1F-A643-4279-9DDE-FF68E42D1D95}" type="pres">
      <dgm:prSet presAssocID="{3400F31C-8FE7-425D-B486-647AE1BD321E}" presName="parTx" presStyleLbl="revTx" presStyleIdx="4" presStyleCnt="5">
        <dgm:presLayoutVars>
          <dgm:chMax val="0"/>
          <dgm:chPref val="0"/>
        </dgm:presLayoutVars>
      </dgm:prSet>
      <dgm:spPr/>
    </dgm:pt>
  </dgm:ptLst>
  <dgm:cxnLst>
    <dgm:cxn modelId="{03AA8812-82AA-4C97-9395-5CE4139976FB}" srcId="{7611D963-0ADA-4939-9A11-95D7163560B5}" destId="{0E58031F-13BE-430C-8003-E861E662D223}" srcOrd="3" destOrd="0" parTransId="{C7D8AF79-0D5D-43A1-844E-2F472DC9F145}" sibTransId="{8F17DD54-D0D8-4F9A-AD9A-DB0434421B32}"/>
    <dgm:cxn modelId="{4DF0BB1E-3CEA-4FD0-A665-788EA95B6436}" type="presOf" srcId="{7611D963-0ADA-4939-9A11-95D7163560B5}" destId="{A369F8D1-8CB0-4AA9-8F6F-98F8D3455EC3}" srcOrd="0" destOrd="0" presId="urn:microsoft.com/office/officeart/2018/2/layout/IconVerticalSolidList"/>
    <dgm:cxn modelId="{D7E42A58-4319-4581-8785-83759D215D6C}" type="presOf" srcId="{266B064A-5EEE-4D61-ABC6-CB2D66A750D3}" destId="{3660114D-C586-4D57-B8BD-B180B17A4595}" srcOrd="0" destOrd="0" presId="urn:microsoft.com/office/officeart/2018/2/layout/IconVerticalSolidList"/>
    <dgm:cxn modelId="{308F4073-0F50-47C5-8494-040DA3350282}" type="presOf" srcId="{0E58031F-13BE-430C-8003-E861E662D223}" destId="{EB26B5A6-E34E-4DD6-9ED4-E17E23FD2190}" srcOrd="0" destOrd="0" presId="urn:microsoft.com/office/officeart/2018/2/layout/IconVerticalSolidList"/>
    <dgm:cxn modelId="{30DF4F86-4E4F-48C5-B3FA-45065D88B131}" type="presOf" srcId="{E272B5B5-69A3-44FB-AB36-E0D02EF4F70F}" destId="{BD23B730-C165-4E8E-B0B1-E8C8CDFB9731}" srcOrd="0" destOrd="0" presId="urn:microsoft.com/office/officeart/2018/2/layout/IconVerticalSolidList"/>
    <dgm:cxn modelId="{29CF8486-FB4B-497E-BA15-307F7FE644F1}" srcId="{7611D963-0ADA-4939-9A11-95D7163560B5}" destId="{266B064A-5EEE-4D61-ABC6-CB2D66A750D3}" srcOrd="2" destOrd="0" parTransId="{9E1D3D0D-D505-42DE-9983-940D00030400}" sibTransId="{A723A1B4-389D-4C09-A02F-17287E77C3F5}"/>
    <dgm:cxn modelId="{572C7BA8-F207-49A7-AE5B-080AD7F012E5}" srcId="{7611D963-0ADA-4939-9A11-95D7163560B5}" destId="{3400F31C-8FE7-425D-B486-647AE1BD321E}" srcOrd="4" destOrd="0" parTransId="{7B4E403B-171A-4795-9C9D-4AF241738A20}" sibTransId="{727F7C55-2371-40F4-9421-015639C0EB3D}"/>
    <dgm:cxn modelId="{5470B7AB-4D74-449B-910C-9E9E7E22C255}" srcId="{7611D963-0ADA-4939-9A11-95D7163560B5}" destId="{E272B5B5-69A3-44FB-AB36-E0D02EF4F70F}" srcOrd="1" destOrd="0" parTransId="{02B74433-76BD-44D0-8E71-4DAA1CC18BCA}" sibTransId="{6236FDFC-2937-4317-B326-48BA2676C55E}"/>
    <dgm:cxn modelId="{C4E9D0AE-6828-4BA0-A4CE-6508AD31CBE6}" type="presOf" srcId="{6C4E5B82-E148-4E61-84A4-AAD42A022B94}" destId="{B9AA82EE-8DCF-4D8C-81D4-A623D078C98B}" srcOrd="0" destOrd="0" presId="urn:microsoft.com/office/officeart/2018/2/layout/IconVerticalSolidList"/>
    <dgm:cxn modelId="{896159B8-E9AD-4A6F-B6F9-354EA2076DE1}" srcId="{7611D963-0ADA-4939-9A11-95D7163560B5}" destId="{6C4E5B82-E148-4E61-84A4-AAD42A022B94}" srcOrd="0" destOrd="0" parTransId="{AC8DACC3-69F6-40C5-8737-935165FD7A33}" sibTransId="{52F8B853-9F33-4498-8277-7474B0625361}"/>
    <dgm:cxn modelId="{84F190BA-E377-436A-A26C-AAA4FF29957F}" type="presOf" srcId="{3400F31C-8FE7-425D-B486-647AE1BD321E}" destId="{A22AEE1F-A643-4279-9DDE-FF68E42D1D95}" srcOrd="0" destOrd="0" presId="urn:microsoft.com/office/officeart/2018/2/layout/IconVerticalSolidList"/>
    <dgm:cxn modelId="{15358260-F945-4FF9-99B4-E4DF7C43FD1B}" type="presParOf" srcId="{A369F8D1-8CB0-4AA9-8F6F-98F8D3455EC3}" destId="{EF76C06F-0570-4AE6-AA61-8A9BDBF2D1AB}" srcOrd="0" destOrd="0" presId="urn:microsoft.com/office/officeart/2018/2/layout/IconVerticalSolidList"/>
    <dgm:cxn modelId="{75790EC1-E881-41B5-9E39-A7098399181E}" type="presParOf" srcId="{EF76C06F-0570-4AE6-AA61-8A9BDBF2D1AB}" destId="{FD5EBF16-6B19-425C-B5D6-AE793EDA961F}" srcOrd="0" destOrd="0" presId="urn:microsoft.com/office/officeart/2018/2/layout/IconVerticalSolidList"/>
    <dgm:cxn modelId="{6175DCDB-A591-45E3-85A1-31E2ADE68D3A}" type="presParOf" srcId="{EF76C06F-0570-4AE6-AA61-8A9BDBF2D1AB}" destId="{06CD36ED-6BD3-4927-8B6B-607D6E1D88CF}" srcOrd="1" destOrd="0" presId="urn:microsoft.com/office/officeart/2018/2/layout/IconVerticalSolidList"/>
    <dgm:cxn modelId="{1FCCDAB1-7E7D-4BF9-9AF5-A7F379E4B994}" type="presParOf" srcId="{EF76C06F-0570-4AE6-AA61-8A9BDBF2D1AB}" destId="{3BC0284F-3C9E-45DB-AC4B-0C02C7D8E410}" srcOrd="2" destOrd="0" presId="urn:microsoft.com/office/officeart/2018/2/layout/IconVerticalSolidList"/>
    <dgm:cxn modelId="{0491B620-5C3E-48F6-B7AD-3075B3DAD69C}" type="presParOf" srcId="{EF76C06F-0570-4AE6-AA61-8A9BDBF2D1AB}" destId="{B9AA82EE-8DCF-4D8C-81D4-A623D078C98B}" srcOrd="3" destOrd="0" presId="urn:microsoft.com/office/officeart/2018/2/layout/IconVerticalSolidList"/>
    <dgm:cxn modelId="{472C76EB-FD81-4C85-9E08-6B99CD11E1EB}" type="presParOf" srcId="{A369F8D1-8CB0-4AA9-8F6F-98F8D3455EC3}" destId="{B51A43A0-8062-4E88-9FC4-5BBD6B0A54E8}" srcOrd="1" destOrd="0" presId="urn:microsoft.com/office/officeart/2018/2/layout/IconVerticalSolidList"/>
    <dgm:cxn modelId="{82EA2FF8-F52B-4AE8-A804-7246A2C8F9C9}" type="presParOf" srcId="{A369F8D1-8CB0-4AA9-8F6F-98F8D3455EC3}" destId="{A6B279A0-ACBC-40FF-AFC7-35276CE6837E}" srcOrd="2" destOrd="0" presId="urn:microsoft.com/office/officeart/2018/2/layout/IconVerticalSolidList"/>
    <dgm:cxn modelId="{91C6190C-F249-424E-B04B-B04C79C20C0E}" type="presParOf" srcId="{A6B279A0-ACBC-40FF-AFC7-35276CE6837E}" destId="{19F13356-F524-4CB0-A847-990F81A1E7DC}" srcOrd="0" destOrd="0" presId="urn:microsoft.com/office/officeart/2018/2/layout/IconVerticalSolidList"/>
    <dgm:cxn modelId="{3210DF46-379B-4124-8907-CE69F0E638C7}" type="presParOf" srcId="{A6B279A0-ACBC-40FF-AFC7-35276CE6837E}" destId="{B4FC7B66-2362-45A2-98E5-D9E65332D482}" srcOrd="1" destOrd="0" presId="urn:microsoft.com/office/officeart/2018/2/layout/IconVerticalSolidList"/>
    <dgm:cxn modelId="{1362ACE6-3296-4C7A-ADB3-3C060775B8DC}" type="presParOf" srcId="{A6B279A0-ACBC-40FF-AFC7-35276CE6837E}" destId="{BAC2C8D3-9F89-4F79-A5F4-E2A3E701FB02}" srcOrd="2" destOrd="0" presId="urn:microsoft.com/office/officeart/2018/2/layout/IconVerticalSolidList"/>
    <dgm:cxn modelId="{0B6E0AD6-F7B1-49C1-9B76-917D7EE7E601}" type="presParOf" srcId="{A6B279A0-ACBC-40FF-AFC7-35276CE6837E}" destId="{BD23B730-C165-4E8E-B0B1-E8C8CDFB9731}" srcOrd="3" destOrd="0" presId="urn:microsoft.com/office/officeart/2018/2/layout/IconVerticalSolidList"/>
    <dgm:cxn modelId="{BD5B7D92-5083-46A7-AE5B-5CFB19110B2C}" type="presParOf" srcId="{A369F8D1-8CB0-4AA9-8F6F-98F8D3455EC3}" destId="{057D6721-3AB0-4767-99F3-C0C05BF13A73}" srcOrd="3" destOrd="0" presId="urn:microsoft.com/office/officeart/2018/2/layout/IconVerticalSolidList"/>
    <dgm:cxn modelId="{11A94105-E48C-47D6-8064-B18962092FCC}" type="presParOf" srcId="{A369F8D1-8CB0-4AA9-8F6F-98F8D3455EC3}" destId="{F9749925-C7B7-4A97-AEF1-7E791092A8CA}" srcOrd="4" destOrd="0" presId="urn:microsoft.com/office/officeart/2018/2/layout/IconVerticalSolidList"/>
    <dgm:cxn modelId="{4DC9ECB7-D6AD-411A-904F-286F99673B2F}" type="presParOf" srcId="{F9749925-C7B7-4A97-AEF1-7E791092A8CA}" destId="{97CB256F-A765-446E-88CB-0E2D228AC204}" srcOrd="0" destOrd="0" presId="urn:microsoft.com/office/officeart/2018/2/layout/IconVerticalSolidList"/>
    <dgm:cxn modelId="{D0D984C7-236C-43F8-AFB1-5F7FFC749F5A}" type="presParOf" srcId="{F9749925-C7B7-4A97-AEF1-7E791092A8CA}" destId="{CED65A75-A13B-4F68-9F87-219356CED25E}" srcOrd="1" destOrd="0" presId="urn:microsoft.com/office/officeart/2018/2/layout/IconVerticalSolidList"/>
    <dgm:cxn modelId="{29A1F0E2-F26B-4E5F-86F0-33602FD94D96}" type="presParOf" srcId="{F9749925-C7B7-4A97-AEF1-7E791092A8CA}" destId="{DD88B463-ECFD-43CA-A987-4E834C093B17}" srcOrd="2" destOrd="0" presId="urn:microsoft.com/office/officeart/2018/2/layout/IconVerticalSolidList"/>
    <dgm:cxn modelId="{BDD0531C-9504-483F-AC8E-C580F5A2C15B}" type="presParOf" srcId="{F9749925-C7B7-4A97-AEF1-7E791092A8CA}" destId="{3660114D-C586-4D57-B8BD-B180B17A4595}" srcOrd="3" destOrd="0" presId="urn:microsoft.com/office/officeart/2018/2/layout/IconVerticalSolidList"/>
    <dgm:cxn modelId="{847614E7-B4D5-47EB-9D0C-EFDAC6A536FE}" type="presParOf" srcId="{A369F8D1-8CB0-4AA9-8F6F-98F8D3455EC3}" destId="{F4870DB3-208A-4029-BBDB-7B7971299E03}" srcOrd="5" destOrd="0" presId="urn:microsoft.com/office/officeart/2018/2/layout/IconVerticalSolidList"/>
    <dgm:cxn modelId="{68B52D1A-B691-44F8-AC78-C70DE4896557}" type="presParOf" srcId="{A369F8D1-8CB0-4AA9-8F6F-98F8D3455EC3}" destId="{94B8881B-6A8D-454D-83BC-FD6009DB7BEA}" srcOrd="6" destOrd="0" presId="urn:microsoft.com/office/officeart/2018/2/layout/IconVerticalSolidList"/>
    <dgm:cxn modelId="{AD3753AE-3CE0-464A-964A-EBAE27B6D635}" type="presParOf" srcId="{94B8881B-6A8D-454D-83BC-FD6009DB7BEA}" destId="{0E43EDCB-1C0E-45D7-9A30-E8D9D920F07B}" srcOrd="0" destOrd="0" presId="urn:microsoft.com/office/officeart/2018/2/layout/IconVerticalSolidList"/>
    <dgm:cxn modelId="{12B6E0F3-08CE-43D7-BCB5-2174CB5F96F8}" type="presParOf" srcId="{94B8881B-6A8D-454D-83BC-FD6009DB7BEA}" destId="{7F031AB9-9F89-4015-A2AD-8CE19E40429A}" srcOrd="1" destOrd="0" presId="urn:microsoft.com/office/officeart/2018/2/layout/IconVerticalSolidList"/>
    <dgm:cxn modelId="{5947674D-A72B-4592-88A0-72B26E85B7F4}" type="presParOf" srcId="{94B8881B-6A8D-454D-83BC-FD6009DB7BEA}" destId="{1EB525D6-F94D-4519-AEBA-BA5DC32A597B}" srcOrd="2" destOrd="0" presId="urn:microsoft.com/office/officeart/2018/2/layout/IconVerticalSolidList"/>
    <dgm:cxn modelId="{9084E5F8-F686-48CA-8737-DB1DD3502F61}" type="presParOf" srcId="{94B8881B-6A8D-454D-83BC-FD6009DB7BEA}" destId="{EB26B5A6-E34E-4DD6-9ED4-E17E23FD2190}" srcOrd="3" destOrd="0" presId="urn:microsoft.com/office/officeart/2018/2/layout/IconVerticalSolidList"/>
    <dgm:cxn modelId="{538BD16C-DC8C-4D5A-B726-64B014AF1509}" type="presParOf" srcId="{A369F8D1-8CB0-4AA9-8F6F-98F8D3455EC3}" destId="{B96A3745-180F-4823-948E-6F2A57827838}" srcOrd="7" destOrd="0" presId="urn:microsoft.com/office/officeart/2018/2/layout/IconVerticalSolidList"/>
    <dgm:cxn modelId="{BD95621E-AFF8-4F0C-B028-EE1F8DA21300}" type="presParOf" srcId="{A369F8D1-8CB0-4AA9-8F6F-98F8D3455EC3}" destId="{BCACA400-0A76-4FBF-BB52-72EDE84E157D}" srcOrd="8" destOrd="0" presId="urn:microsoft.com/office/officeart/2018/2/layout/IconVerticalSolidList"/>
    <dgm:cxn modelId="{B4EDA21F-A88B-49F8-B268-059D94F76338}" type="presParOf" srcId="{BCACA400-0A76-4FBF-BB52-72EDE84E157D}" destId="{3F8624E3-EE44-415B-8FA1-2B759D519A95}" srcOrd="0" destOrd="0" presId="urn:microsoft.com/office/officeart/2018/2/layout/IconVerticalSolidList"/>
    <dgm:cxn modelId="{4210510B-F908-4303-B15E-B37411E8FFDC}" type="presParOf" srcId="{BCACA400-0A76-4FBF-BB52-72EDE84E157D}" destId="{F7A375F9-53AC-44E7-86B2-30F907596593}" srcOrd="1" destOrd="0" presId="urn:microsoft.com/office/officeart/2018/2/layout/IconVerticalSolidList"/>
    <dgm:cxn modelId="{37E697A5-4350-4099-A333-F505AC24220A}" type="presParOf" srcId="{BCACA400-0A76-4FBF-BB52-72EDE84E157D}" destId="{21A96651-CD0E-4B5A-B084-B33487B5AED8}" srcOrd="2" destOrd="0" presId="urn:microsoft.com/office/officeart/2018/2/layout/IconVerticalSolidList"/>
    <dgm:cxn modelId="{276C5DDE-8F6D-4834-84C0-369A5FC3E0D4}" type="presParOf" srcId="{BCACA400-0A76-4FBF-BB52-72EDE84E157D}" destId="{A22AEE1F-A643-4279-9DDE-FF68E42D1D95}" srcOrd="3" destOrd="0" presId="urn:microsoft.com/office/officeart/2018/2/layout/IconVerticalSoli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3.xml><?xml version="1.0" encoding="utf-8"?>
<dgm:dataModel xmlns:dgm="http://schemas.openxmlformats.org/drawingml/2006/diagram" xmlns:a="http://schemas.openxmlformats.org/drawingml/2006/main">
  <dgm:ptLst>
    <dgm:pt modelId="{FFDC96BA-1B01-4417-930E-C73A5566C1F2}" type="doc">
      <dgm:prSet loTypeId="urn:microsoft.com/office/officeart/2018/2/layout/IconVerticalSolidList" loCatId="icon" qsTypeId="urn:microsoft.com/office/officeart/2005/8/quickstyle/simple1" qsCatId="simple" csTypeId="urn:microsoft.com/office/officeart/2005/8/colors/accent1_2" csCatId="accent1" phldr="1"/>
      <dgm:spPr/>
      <dgm:t>
        <a:bodyPr/>
        <a:lstStyle/>
        <a:p>
          <a:endParaRPr lang="en-US"/>
        </a:p>
      </dgm:t>
    </dgm:pt>
    <dgm:pt modelId="{2BF7BA2C-43E0-450A-AF8C-99A8D00DDB8B}">
      <dgm:prSet/>
      <dgm:spPr/>
      <dgm:t>
        <a:bodyPr/>
        <a:lstStyle/>
        <a:p>
          <a:pPr>
            <a:lnSpc>
              <a:spcPct val="100000"/>
            </a:lnSpc>
          </a:pPr>
          <a:r>
            <a:rPr lang="tr-TR"/>
            <a:t>Etkin bir denetim sisteminin özellikleri aşağıdaki gibi sıralamak mümkündür (Özalp, 2010: 299); </a:t>
          </a:r>
          <a:endParaRPr lang="en-US"/>
        </a:p>
      </dgm:t>
    </dgm:pt>
    <dgm:pt modelId="{676F87AA-387B-4414-AECB-4F2E45594C92}" type="parTrans" cxnId="{9920D4DC-DFAF-4192-9A62-9E009227FF91}">
      <dgm:prSet/>
      <dgm:spPr/>
      <dgm:t>
        <a:bodyPr/>
        <a:lstStyle/>
        <a:p>
          <a:endParaRPr lang="en-US"/>
        </a:p>
      </dgm:t>
    </dgm:pt>
    <dgm:pt modelId="{387B63ED-3243-4E8B-86F8-484BA96A0C2E}" type="sibTrans" cxnId="{9920D4DC-DFAF-4192-9A62-9E009227FF91}">
      <dgm:prSet/>
      <dgm:spPr/>
      <dgm:t>
        <a:bodyPr/>
        <a:lstStyle/>
        <a:p>
          <a:endParaRPr lang="en-US"/>
        </a:p>
      </dgm:t>
    </dgm:pt>
    <dgm:pt modelId="{C472B667-0ACB-4490-910A-F54EB1DDA076}">
      <dgm:prSet/>
      <dgm:spPr/>
      <dgm:t>
        <a:bodyPr/>
        <a:lstStyle/>
        <a:p>
          <a:pPr>
            <a:lnSpc>
              <a:spcPct val="100000"/>
            </a:lnSpc>
          </a:pPr>
          <a:r>
            <a:rPr lang="tr-TR" b="1"/>
            <a:t>Denetimin genel amacı işletmenin amaçlarına ulaşmasını kolaylaştırmaktır. </a:t>
          </a:r>
          <a:r>
            <a:rPr lang="tr-TR"/>
            <a:t>Ancak denetimin yerine getirebilmesi için stratejiler, politikalar ve planlar açık bir şekilde belirlenmeli ve arzulanan hedefler ortaya konmalıdır. Bu amaçlar, politikalar, stratejiler, yöntemler ve bütçeler uygulama standardı sağladığından faaliyet sonuçları bu standartlara göre ölçülmelidir. Bunun sonucu olarak denetim uygulamayı standartlaştırarak verimliliği artırır ve giderleri değiştirir. </a:t>
          </a:r>
          <a:endParaRPr lang="en-US"/>
        </a:p>
      </dgm:t>
    </dgm:pt>
    <dgm:pt modelId="{9FCBECB9-514C-4864-9E5C-F9A97003584B}" type="parTrans" cxnId="{82557A73-AA6D-4023-A018-1AFD23FDF223}">
      <dgm:prSet/>
      <dgm:spPr/>
      <dgm:t>
        <a:bodyPr/>
        <a:lstStyle/>
        <a:p>
          <a:endParaRPr lang="en-US"/>
        </a:p>
      </dgm:t>
    </dgm:pt>
    <dgm:pt modelId="{7D8974FF-4D8E-4A29-9081-2BA9C369EE38}" type="sibTrans" cxnId="{82557A73-AA6D-4023-A018-1AFD23FDF223}">
      <dgm:prSet/>
      <dgm:spPr/>
      <dgm:t>
        <a:bodyPr/>
        <a:lstStyle/>
        <a:p>
          <a:endParaRPr lang="en-US"/>
        </a:p>
      </dgm:t>
    </dgm:pt>
    <dgm:pt modelId="{8DCE66F3-8E8E-4E5E-BECB-A3B87A83A4CA}">
      <dgm:prSet/>
      <dgm:spPr/>
      <dgm:t>
        <a:bodyPr/>
        <a:lstStyle/>
        <a:p>
          <a:pPr>
            <a:lnSpc>
              <a:spcPct val="100000"/>
            </a:lnSpc>
          </a:pPr>
          <a:r>
            <a:rPr lang="tr-TR" b="1"/>
            <a:t>Denetim ilgili faaliyetin gerek ve ihtiyaçlarını aksettirmelidir. </a:t>
          </a:r>
          <a:r>
            <a:rPr lang="tr-TR"/>
            <a:t>Denetim sistemleri yapılan işe uygun olmalıdır. Satış bölümünün denetim sistemi özellik itibari ile finans bölümünün denetim sisteminden farklıdır. Zira, satın alma bölümünün denetimi oldukça farklı durumdadır. Küçük işletmelerdeki denetim sistemi, büyük işletmelere kıyasla çok farklıdır. Bütçeler, başa baş noktaları, standart süreler veya maliyetler ve finansman rasyoları gibi belirli teknikler birçok işletmede uygulanabilir. </a:t>
          </a:r>
          <a:endParaRPr lang="en-US"/>
        </a:p>
      </dgm:t>
    </dgm:pt>
    <dgm:pt modelId="{D981408B-9366-4281-9232-1200AD5ED58D}" type="parTrans" cxnId="{A7FDB949-B3B9-4EC9-A46B-8022ECDE324D}">
      <dgm:prSet/>
      <dgm:spPr/>
      <dgm:t>
        <a:bodyPr/>
        <a:lstStyle/>
        <a:p>
          <a:endParaRPr lang="en-US"/>
        </a:p>
      </dgm:t>
    </dgm:pt>
    <dgm:pt modelId="{74C1AAE2-4219-480E-AAF5-C775C5DA5F1E}" type="sibTrans" cxnId="{A7FDB949-B3B9-4EC9-A46B-8022ECDE324D}">
      <dgm:prSet/>
      <dgm:spPr/>
      <dgm:t>
        <a:bodyPr/>
        <a:lstStyle/>
        <a:p>
          <a:endParaRPr lang="en-US"/>
        </a:p>
      </dgm:t>
    </dgm:pt>
    <dgm:pt modelId="{09DFAE79-3087-4248-AAAD-1DD6243541B6}" type="pres">
      <dgm:prSet presAssocID="{FFDC96BA-1B01-4417-930E-C73A5566C1F2}" presName="root" presStyleCnt="0">
        <dgm:presLayoutVars>
          <dgm:dir/>
          <dgm:resizeHandles val="exact"/>
        </dgm:presLayoutVars>
      </dgm:prSet>
      <dgm:spPr/>
    </dgm:pt>
    <dgm:pt modelId="{0708FC36-D2ED-4DE9-941D-B7CC992E737B}" type="pres">
      <dgm:prSet presAssocID="{2BF7BA2C-43E0-450A-AF8C-99A8D00DDB8B}" presName="compNode" presStyleCnt="0"/>
      <dgm:spPr/>
    </dgm:pt>
    <dgm:pt modelId="{97A2ED01-3423-4097-AC06-E63DBD0A7351}" type="pres">
      <dgm:prSet presAssocID="{2BF7BA2C-43E0-450A-AF8C-99A8D00DDB8B}" presName="bgRect" presStyleLbl="bgShp" presStyleIdx="0" presStyleCnt="3"/>
      <dgm:spPr/>
    </dgm:pt>
    <dgm:pt modelId="{214BFFE1-8F8E-4CFD-843F-EDB770594E64}" type="pres">
      <dgm:prSet presAssocID="{2BF7BA2C-43E0-450A-AF8C-99A8D00DDB8B}" presName="iconRect" presStyleLbl="node1" presStyleIdx="0" presStyleCnt="3"/>
      <dgm:spPr>
        <a:blipFill>
          <a:blip xmlns:r="http://schemas.openxmlformats.org/officeDocument/2006/relationships" r:embed="rId1">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a:blipFill>
      </dgm:spPr>
      <dgm:extLst>
        <a:ext uri="{E40237B7-FDA0-4F09-8148-C483321AD2D9}">
          <dgm14:cNvPr xmlns:dgm14="http://schemas.microsoft.com/office/drawing/2010/diagram" id="0" name="" descr="Hakim"/>
        </a:ext>
      </dgm:extLst>
    </dgm:pt>
    <dgm:pt modelId="{7FC5D915-C482-456B-BFBB-0D5E82A02D4F}" type="pres">
      <dgm:prSet presAssocID="{2BF7BA2C-43E0-450A-AF8C-99A8D00DDB8B}" presName="spaceRect" presStyleCnt="0"/>
      <dgm:spPr/>
    </dgm:pt>
    <dgm:pt modelId="{6D7FCD32-3295-4DA9-AF19-6B2509B9B992}" type="pres">
      <dgm:prSet presAssocID="{2BF7BA2C-43E0-450A-AF8C-99A8D00DDB8B}" presName="parTx" presStyleLbl="revTx" presStyleIdx="0" presStyleCnt="3">
        <dgm:presLayoutVars>
          <dgm:chMax val="0"/>
          <dgm:chPref val="0"/>
        </dgm:presLayoutVars>
      </dgm:prSet>
      <dgm:spPr/>
    </dgm:pt>
    <dgm:pt modelId="{79206EEC-811A-4889-902E-0B6EFAF394DA}" type="pres">
      <dgm:prSet presAssocID="{387B63ED-3243-4E8B-86F8-484BA96A0C2E}" presName="sibTrans" presStyleCnt="0"/>
      <dgm:spPr/>
    </dgm:pt>
    <dgm:pt modelId="{F5D98E07-04E4-4B5D-80B2-C782AEEFD00F}" type="pres">
      <dgm:prSet presAssocID="{C472B667-0ACB-4490-910A-F54EB1DDA076}" presName="compNode" presStyleCnt="0"/>
      <dgm:spPr/>
    </dgm:pt>
    <dgm:pt modelId="{CCB973CA-8FE1-468D-AB12-7A2A045ADB30}" type="pres">
      <dgm:prSet presAssocID="{C472B667-0ACB-4490-910A-F54EB1DDA076}" presName="bgRect" presStyleLbl="bgShp" presStyleIdx="1" presStyleCnt="3"/>
      <dgm:spPr/>
    </dgm:pt>
    <dgm:pt modelId="{22283A27-1F82-44EB-BF95-4AC10EF24456}" type="pres">
      <dgm:prSet presAssocID="{C472B667-0ACB-4490-910A-F54EB1DDA076}" presName="iconRect" presStyleLbl="node1" presStyleIdx="1" presStyleCnt="3"/>
      <dgm:spPr>
        <a:blipFill>
          <a:blip xmlns:r="http://schemas.openxmlformats.org/officeDocument/2006/relationships" r:embed="rId3">
            <a:extLst>
              <a:ext uri="{28A0092B-C50C-407E-A947-70E740481C1C}">
                <a14:useLocalDpi xmlns:a14="http://schemas.microsoft.com/office/drawing/2010/main"/>
              </a:ext>
              <a:ext uri="{96DAC541-7B7A-43D3-8B79-37D633B846F1}">
                <asvg:svgBlip xmlns:asvg="http://schemas.microsoft.com/office/drawing/2016/SVG/main" r:embed="rId4"/>
              </a:ext>
            </a:extLst>
          </a:blip>
          <a:stretch>
            <a:fillRect/>
          </a:stretch>
        </a:blipFill>
      </dgm:spPr>
      <dgm:extLst>
        <a:ext uri="{E40237B7-FDA0-4F09-8148-C483321AD2D9}">
          <dgm14:cNvPr xmlns:dgm14="http://schemas.microsoft.com/office/drawing/2010/diagram" id="0" name="" descr="Akış Çizelgesi"/>
        </a:ext>
      </dgm:extLst>
    </dgm:pt>
    <dgm:pt modelId="{66F8969F-E6FB-42CB-9F29-B1EE35492945}" type="pres">
      <dgm:prSet presAssocID="{C472B667-0ACB-4490-910A-F54EB1DDA076}" presName="spaceRect" presStyleCnt="0"/>
      <dgm:spPr/>
    </dgm:pt>
    <dgm:pt modelId="{698C26A3-B5BF-4617-8411-C25A886BD832}" type="pres">
      <dgm:prSet presAssocID="{C472B667-0ACB-4490-910A-F54EB1DDA076}" presName="parTx" presStyleLbl="revTx" presStyleIdx="1" presStyleCnt="3">
        <dgm:presLayoutVars>
          <dgm:chMax val="0"/>
          <dgm:chPref val="0"/>
        </dgm:presLayoutVars>
      </dgm:prSet>
      <dgm:spPr/>
    </dgm:pt>
    <dgm:pt modelId="{3A48F75F-7333-483B-B611-AA09A496305F}" type="pres">
      <dgm:prSet presAssocID="{7D8974FF-4D8E-4A29-9081-2BA9C369EE38}" presName="sibTrans" presStyleCnt="0"/>
      <dgm:spPr/>
    </dgm:pt>
    <dgm:pt modelId="{5606041D-5097-4B8C-8371-235D5E85564E}" type="pres">
      <dgm:prSet presAssocID="{8DCE66F3-8E8E-4E5E-BECB-A3B87A83A4CA}" presName="compNode" presStyleCnt="0"/>
      <dgm:spPr/>
    </dgm:pt>
    <dgm:pt modelId="{695E37EF-DE74-463B-8E27-7E87713672C8}" type="pres">
      <dgm:prSet presAssocID="{8DCE66F3-8E8E-4E5E-BECB-A3B87A83A4CA}" presName="bgRect" presStyleLbl="bgShp" presStyleIdx="2" presStyleCnt="3"/>
      <dgm:spPr/>
    </dgm:pt>
    <dgm:pt modelId="{E31014CC-7B03-4843-A968-1B9AC8A85020}" type="pres">
      <dgm:prSet presAssocID="{8DCE66F3-8E8E-4E5E-BECB-A3B87A83A4CA}" presName="iconRect" presStyleLbl="node1" presStyleIdx="2" presStyleCnt="3"/>
      <dgm:spPr>
        <a:blipFill>
          <a:blip xmlns:r="http://schemas.openxmlformats.org/officeDocument/2006/relationships" r:embed="rId5">
            <a:extLst>
              <a:ext uri="{28A0092B-C50C-407E-A947-70E740481C1C}">
                <a14:useLocalDpi xmlns:a14="http://schemas.microsoft.com/office/drawing/2010/main"/>
              </a:ext>
              <a:ext uri="{96DAC541-7B7A-43D3-8B79-37D633B846F1}">
                <asvg:svgBlip xmlns:asvg="http://schemas.microsoft.com/office/drawing/2016/SVG/main" r:embed="rId6"/>
              </a:ext>
            </a:extLst>
          </a:blip>
          <a:stretch>
            <a:fillRect/>
          </a:stretch>
        </a:blipFill>
      </dgm:spPr>
      <dgm:extLst>
        <a:ext uri="{E40237B7-FDA0-4F09-8148-C483321AD2D9}">
          <dgm14:cNvPr xmlns:dgm14="http://schemas.microsoft.com/office/drawing/2010/diagram" id="0" name="" descr="Magnifying glass"/>
        </a:ext>
      </dgm:extLst>
    </dgm:pt>
    <dgm:pt modelId="{C9E80B6C-6DCC-4441-9A4A-0D7E5EE9BC3E}" type="pres">
      <dgm:prSet presAssocID="{8DCE66F3-8E8E-4E5E-BECB-A3B87A83A4CA}" presName="spaceRect" presStyleCnt="0"/>
      <dgm:spPr/>
    </dgm:pt>
    <dgm:pt modelId="{53D40AB1-C9FB-4085-A2DA-212A382B93F2}" type="pres">
      <dgm:prSet presAssocID="{8DCE66F3-8E8E-4E5E-BECB-A3B87A83A4CA}" presName="parTx" presStyleLbl="revTx" presStyleIdx="2" presStyleCnt="3">
        <dgm:presLayoutVars>
          <dgm:chMax val="0"/>
          <dgm:chPref val="0"/>
        </dgm:presLayoutVars>
      </dgm:prSet>
      <dgm:spPr/>
    </dgm:pt>
  </dgm:ptLst>
  <dgm:cxnLst>
    <dgm:cxn modelId="{2A95C31A-B53F-4FF6-B8AB-C9C0FEDE6BFF}" type="presOf" srcId="{FFDC96BA-1B01-4417-930E-C73A5566C1F2}" destId="{09DFAE79-3087-4248-AAAD-1DD6243541B6}" srcOrd="0" destOrd="0" presId="urn:microsoft.com/office/officeart/2018/2/layout/IconVerticalSolidList"/>
    <dgm:cxn modelId="{AB519D22-FE71-4FE8-AB2E-4A6173965601}" type="presOf" srcId="{C472B667-0ACB-4490-910A-F54EB1DDA076}" destId="{698C26A3-B5BF-4617-8411-C25A886BD832}" srcOrd="0" destOrd="0" presId="urn:microsoft.com/office/officeart/2018/2/layout/IconVerticalSolidList"/>
    <dgm:cxn modelId="{49B7F424-1848-41D3-B295-7375D2CED2DE}" type="presOf" srcId="{8DCE66F3-8E8E-4E5E-BECB-A3B87A83A4CA}" destId="{53D40AB1-C9FB-4085-A2DA-212A382B93F2}" srcOrd="0" destOrd="0" presId="urn:microsoft.com/office/officeart/2018/2/layout/IconVerticalSolidList"/>
    <dgm:cxn modelId="{A7FDB949-B3B9-4EC9-A46B-8022ECDE324D}" srcId="{FFDC96BA-1B01-4417-930E-C73A5566C1F2}" destId="{8DCE66F3-8E8E-4E5E-BECB-A3B87A83A4CA}" srcOrd="2" destOrd="0" parTransId="{D981408B-9366-4281-9232-1200AD5ED58D}" sibTransId="{74C1AAE2-4219-480E-AAF5-C775C5DA5F1E}"/>
    <dgm:cxn modelId="{82557A73-AA6D-4023-A018-1AFD23FDF223}" srcId="{FFDC96BA-1B01-4417-930E-C73A5566C1F2}" destId="{C472B667-0ACB-4490-910A-F54EB1DDA076}" srcOrd="1" destOrd="0" parTransId="{9FCBECB9-514C-4864-9E5C-F9A97003584B}" sibTransId="{7D8974FF-4D8E-4A29-9081-2BA9C369EE38}"/>
    <dgm:cxn modelId="{6C983FD7-918F-47E3-BF2D-418A2939B914}" type="presOf" srcId="{2BF7BA2C-43E0-450A-AF8C-99A8D00DDB8B}" destId="{6D7FCD32-3295-4DA9-AF19-6B2509B9B992}" srcOrd="0" destOrd="0" presId="urn:microsoft.com/office/officeart/2018/2/layout/IconVerticalSolidList"/>
    <dgm:cxn modelId="{9920D4DC-DFAF-4192-9A62-9E009227FF91}" srcId="{FFDC96BA-1B01-4417-930E-C73A5566C1F2}" destId="{2BF7BA2C-43E0-450A-AF8C-99A8D00DDB8B}" srcOrd="0" destOrd="0" parTransId="{676F87AA-387B-4414-AECB-4F2E45594C92}" sibTransId="{387B63ED-3243-4E8B-86F8-484BA96A0C2E}"/>
    <dgm:cxn modelId="{979795C3-1DF7-4C2F-AF48-D722C56D809F}" type="presParOf" srcId="{09DFAE79-3087-4248-AAAD-1DD6243541B6}" destId="{0708FC36-D2ED-4DE9-941D-B7CC992E737B}" srcOrd="0" destOrd="0" presId="urn:microsoft.com/office/officeart/2018/2/layout/IconVerticalSolidList"/>
    <dgm:cxn modelId="{AAEE5D75-3960-496E-BD79-14F1E7B212F4}" type="presParOf" srcId="{0708FC36-D2ED-4DE9-941D-B7CC992E737B}" destId="{97A2ED01-3423-4097-AC06-E63DBD0A7351}" srcOrd="0" destOrd="0" presId="urn:microsoft.com/office/officeart/2018/2/layout/IconVerticalSolidList"/>
    <dgm:cxn modelId="{71750F47-435F-41EC-B85B-8A52829547C6}" type="presParOf" srcId="{0708FC36-D2ED-4DE9-941D-B7CC992E737B}" destId="{214BFFE1-8F8E-4CFD-843F-EDB770594E64}" srcOrd="1" destOrd="0" presId="urn:microsoft.com/office/officeart/2018/2/layout/IconVerticalSolidList"/>
    <dgm:cxn modelId="{6BAADF39-0272-4C6F-B1C6-8823C9F756B5}" type="presParOf" srcId="{0708FC36-D2ED-4DE9-941D-B7CC992E737B}" destId="{7FC5D915-C482-456B-BFBB-0D5E82A02D4F}" srcOrd="2" destOrd="0" presId="urn:microsoft.com/office/officeart/2018/2/layout/IconVerticalSolidList"/>
    <dgm:cxn modelId="{8F0349D6-F147-4D4E-A3D4-9FA56BE64BDF}" type="presParOf" srcId="{0708FC36-D2ED-4DE9-941D-B7CC992E737B}" destId="{6D7FCD32-3295-4DA9-AF19-6B2509B9B992}" srcOrd="3" destOrd="0" presId="urn:microsoft.com/office/officeart/2018/2/layout/IconVerticalSolidList"/>
    <dgm:cxn modelId="{963B3620-3230-4FCC-B745-0A9BFC3A0087}" type="presParOf" srcId="{09DFAE79-3087-4248-AAAD-1DD6243541B6}" destId="{79206EEC-811A-4889-902E-0B6EFAF394DA}" srcOrd="1" destOrd="0" presId="urn:microsoft.com/office/officeart/2018/2/layout/IconVerticalSolidList"/>
    <dgm:cxn modelId="{9CAFF021-C30D-4FD5-979C-63B4C3E61374}" type="presParOf" srcId="{09DFAE79-3087-4248-AAAD-1DD6243541B6}" destId="{F5D98E07-04E4-4B5D-80B2-C782AEEFD00F}" srcOrd="2" destOrd="0" presId="urn:microsoft.com/office/officeart/2018/2/layout/IconVerticalSolidList"/>
    <dgm:cxn modelId="{9A192573-B855-468B-AAD3-63385745B76B}" type="presParOf" srcId="{F5D98E07-04E4-4B5D-80B2-C782AEEFD00F}" destId="{CCB973CA-8FE1-468D-AB12-7A2A045ADB30}" srcOrd="0" destOrd="0" presId="urn:microsoft.com/office/officeart/2018/2/layout/IconVerticalSolidList"/>
    <dgm:cxn modelId="{FFD6AF5D-4270-49B3-A3B7-5A0E67F0B9E9}" type="presParOf" srcId="{F5D98E07-04E4-4B5D-80B2-C782AEEFD00F}" destId="{22283A27-1F82-44EB-BF95-4AC10EF24456}" srcOrd="1" destOrd="0" presId="urn:microsoft.com/office/officeart/2018/2/layout/IconVerticalSolidList"/>
    <dgm:cxn modelId="{9FAC39C7-E15E-492A-B9E9-484222FE39CA}" type="presParOf" srcId="{F5D98E07-04E4-4B5D-80B2-C782AEEFD00F}" destId="{66F8969F-E6FB-42CB-9F29-B1EE35492945}" srcOrd="2" destOrd="0" presId="urn:microsoft.com/office/officeart/2018/2/layout/IconVerticalSolidList"/>
    <dgm:cxn modelId="{53820939-DAD6-4F63-8CA3-1E3F7A50A479}" type="presParOf" srcId="{F5D98E07-04E4-4B5D-80B2-C782AEEFD00F}" destId="{698C26A3-B5BF-4617-8411-C25A886BD832}" srcOrd="3" destOrd="0" presId="urn:microsoft.com/office/officeart/2018/2/layout/IconVerticalSolidList"/>
    <dgm:cxn modelId="{FFCFEDFC-6DA6-42ED-8C29-61EF28C10510}" type="presParOf" srcId="{09DFAE79-3087-4248-AAAD-1DD6243541B6}" destId="{3A48F75F-7333-483B-B611-AA09A496305F}" srcOrd="3" destOrd="0" presId="urn:microsoft.com/office/officeart/2018/2/layout/IconVerticalSolidList"/>
    <dgm:cxn modelId="{5BEC3662-BF84-4DEF-9FA5-C577DA4F41E8}" type="presParOf" srcId="{09DFAE79-3087-4248-AAAD-1DD6243541B6}" destId="{5606041D-5097-4B8C-8371-235D5E85564E}" srcOrd="4" destOrd="0" presId="urn:microsoft.com/office/officeart/2018/2/layout/IconVerticalSolidList"/>
    <dgm:cxn modelId="{19581F3C-D7B3-4CB9-8727-0DD2855F1C7F}" type="presParOf" srcId="{5606041D-5097-4B8C-8371-235D5E85564E}" destId="{695E37EF-DE74-463B-8E27-7E87713672C8}" srcOrd="0" destOrd="0" presId="urn:microsoft.com/office/officeart/2018/2/layout/IconVerticalSolidList"/>
    <dgm:cxn modelId="{B04B4452-82E2-4E02-BB80-F4EDAAFD529A}" type="presParOf" srcId="{5606041D-5097-4B8C-8371-235D5E85564E}" destId="{E31014CC-7B03-4843-A968-1B9AC8A85020}" srcOrd="1" destOrd="0" presId="urn:microsoft.com/office/officeart/2018/2/layout/IconVerticalSolidList"/>
    <dgm:cxn modelId="{B498B942-0B55-4195-8197-21DCE7211056}" type="presParOf" srcId="{5606041D-5097-4B8C-8371-235D5E85564E}" destId="{C9E80B6C-6DCC-4441-9A4A-0D7E5EE9BC3E}" srcOrd="2" destOrd="0" presId="urn:microsoft.com/office/officeart/2018/2/layout/IconVerticalSolidList"/>
    <dgm:cxn modelId="{4A292654-5F84-4F12-98F5-1835AD49C8CF}" type="presParOf" srcId="{5606041D-5097-4B8C-8371-235D5E85564E}" destId="{53D40AB1-C9FB-4085-A2DA-212A382B93F2}" srcOrd="3" destOrd="0" presId="urn:microsoft.com/office/officeart/2018/2/layout/IconVerticalSoli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4.xml><?xml version="1.0" encoding="utf-8"?>
<dgm:dataModel xmlns:dgm="http://schemas.openxmlformats.org/drawingml/2006/diagram" xmlns:a="http://schemas.openxmlformats.org/drawingml/2006/main">
  <dgm:ptLst>
    <dgm:pt modelId="{AE09EF11-7520-4680-A281-06C91C00F9C9}" type="doc">
      <dgm:prSet loTypeId="urn:microsoft.com/office/officeart/2008/layout/LinedList" loCatId="list" qsTypeId="urn:microsoft.com/office/officeart/2005/8/quickstyle/simple1" qsCatId="simple" csTypeId="urn:microsoft.com/office/officeart/2005/8/colors/accent0_3" csCatId="mainScheme" phldr="1"/>
      <dgm:spPr/>
      <dgm:t>
        <a:bodyPr/>
        <a:lstStyle/>
        <a:p>
          <a:endParaRPr lang="en-US"/>
        </a:p>
      </dgm:t>
    </dgm:pt>
    <dgm:pt modelId="{D18E01FB-9BE2-494B-87F7-83545CF0A187}">
      <dgm:prSet/>
      <dgm:spPr/>
      <dgm:t>
        <a:bodyPr/>
        <a:lstStyle/>
        <a:p>
          <a:r>
            <a:rPr lang="tr-TR" b="1"/>
            <a:t>Denetim kapsayıcı olmalıdır. </a:t>
          </a:r>
          <a:r>
            <a:rPr lang="tr-TR"/>
            <a:t>Denetim faaliyeti bütün örgütü kapsamalıdır. Özellikle üst yönetimin denetimi iyi bir biçimde başarması için bütün örgüt noktalarını kapsaması zorunludur. Her bölümün yaptığı iş birbirinden farklı olmasına rağmen birbiriyle yakın ilişkilidir. </a:t>
          </a:r>
          <a:endParaRPr lang="en-US"/>
        </a:p>
      </dgm:t>
    </dgm:pt>
    <dgm:pt modelId="{DEB22CAA-C437-4BBD-A038-214914EF6769}" type="parTrans" cxnId="{5BFC8D16-853E-43C5-B79C-914F4749404D}">
      <dgm:prSet/>
      <dgm:spPr/>
      <dgm:t>
        <a:bodyPr/>
        <a:lstStyle/>
        <a:p>
          <a:endParaRPr lang="en-US"/>
        </a:p>
      </dgm:t>
    </dgm:pt>
    <dgm:pt modelId="{86EAC56E-ADB1-4468-8A9E-F8DAA60F85F0}" type="sibTrans" cxnId="{5BFC8D16-853E-43C5-B79C-914F4749404D}">
      <dgm:prSet/>
      <dgm:spPr/>
      <dgm:t>
        <a:bodyPr/>
        <a:lstStyle/>
        <a:p>
          <a:endParaRPr lang="en-US"/>
        </a:p>
      </dgm:t>
    </dgm:pt>
    <dgm:pt modelId="{92D6D41C-F85E-4BA6-AA04-AA5EE0DD6012}">
      <dgm:prSet/>
      <dgm:spPr/>
      <dgm:t>
        <a:bodyPr/>
        <a:lstStyle/>
        <a:p>
          <a:r>
            <a:rPr lang="tr-TR" b="1"/>
            <a:t>Denetim sık sık gözden geçirilmelidir. </a:t>
          </a:r>
          <a:r>
            <a:rPr lang="tr-TR"/>
            <a:t>Denetimin işletmeye yarar sağlaması için sık sık gözden geçirilmeli ve ekonomik, tarafsız ve esneklik özelliği kazandırılmalıdır. </a:t>
          </a:r>
          <a:endParaRPr lang="en-US"/>
        </a:p>
      </dgm:t>
    </dgm:pt>
    <dgm:pt modelId="{D3CF6249-6D7E-48B8-909B-435D0F451E77}" type="parTrans" cxnId="{AC708313-1173-4227-AF00-7DD62C77A116}">
      <dgm:prSet/>
      <dgm:spPr/>
      <dgm:t>
        <a:bodyPr/>
        <a:lstStyle/>
        <a:p>
          <a:endParaRPr lang="en-US"/>
        </a:p>
      </dgm:t>
    </dgm:pt>
    <dgm:pt modelId="{899D626C-79C0-48EE-B49B-AA1E79B3826E}" type="sibTrans" cxnId="{AC708313-1173-4227-AF00-7DD62C77A116}">
      <dgm:prSet/>
      <dgm:spPr/>
      <dgm:t>
        <a:bodyPr/>
        <a:lstStyle/>
        <a:p>
          <a:endParaRPr lang="en-US"/>
        </a:p>
      </dgm:t>
    </dgm:pt>
    <dgm:pt modelId="{560511D8-B198-4532-BD93-C57DCD44EB34}">
      <dgm:prSet/>
      <dgm:spPr/>
      <dgm:t>
        <a:bodyPr/>
        <a:lstStyle/>
        <a:p>
          <a:r>
            <a:rPr lang="tr-TR" b="1"/>
            <a:t>Denetim anlaşılabilir olmalıdır. </a:t>
          </a:r>
          <a:r>
            <a:rPr lang="tr-TR"/>
            <a:t>Denetimin etkili olabilmesi anlaşılabilir olmasına bağlıdır. Çeşitli organizasyon basamaklarında çalışan yöneticiler denetimin nasıl çalışacağını bilmelidirler. Çalışanlar denetimi ve standartlarını anlamazlar ise uygulamalarını standartlara göre gerçekleştiremezler. </a:t>
          </a:r>
          <a:endParaRPr lang="en-US"/>
        </a:p>
      </dgm:t>
    </dgm:pt>
    <dgm:pt modelId="{E5EC6770-9799-4DA4-B0B0-85C0D27BF811}" type="parTrans" cxnId="{22B9D073-5109-4586-8F7D-6C603B39733E}">
      <dgm:prSet/>
      <dgm:spPr/>
      <dgm:t>
        <a:bodyPr/>
        <a:lstStyle/>
        <a:p>
          <a:endParaRPr lang="en-US"/>
        </a:p>
      </dgm:t>
    </dgm:pt>
    <dgm:pt modelId="{F89F45E5-B5F8-4B5D-B122-D91FDC5CC1A7}" type="sibTrans" cxnId="{22B9D073-5109-4586-8F7D-6C603B39733E}">
      <dgm:prSet/>
      <dgm:spPr/>
      <dgm:t>
        <a:bodyPr/>
        <a:lstStyle/>
        <a:p>
          <a:endParaRPr lang="en-US"/>
        </a:p>
      </dgm:t>
    </dgm:pt>
    <dgm:pt modelId="{853E426D-AF3D-8746-A9FC-E1009DF105CE}" type="pres">
      <dgm:prSet presAssocID="{AE09EF11-7520-4680-A281-06C91C00F9C9}" presName="vert0" presStyleCnt="0">
        <dgm:presLayoutVars>
          <dgm:dir/>
          <dgm:animOne val="branch"/>
          <dgm:animLvl val="lvl"/>
        </dgm:presLayoutVars>
      </dgm:prSet>
      <dgm:spPr/>
    </dgm:pt>
    <dgm:pt modelId="{41E21656-8573-7440-B2B2-40FD9909583A}" type="pres">
      <dgm:prSet presAssocID="{D18E01FB-9BE2-494B-87F7-83545CF0A187}" presName="thickLine" presStyleLbl="alignNode1" presStyleIdx="0" presStyleCnt="3"/>
      <dgm:spPr/>
    </dgm:pt>
    <dgm:pt modelId="{C6E80390-3C20-1845-AE6D-5B26C35A383F}" type="pres">
      <dgm:prSet presAssocID="{D18E01FB-9BE2-494B-87F7-83545CF0A187}" presName="horz1" presStyleCnt="0"/>
      <dgm:spPr/>
    </dgm:pt>
    <dgm:pt modelId="{8A397FEE-2CB3-EF46-8EEA-D458B69E262D}" type="pres">
      <dgm:prSet presAssocID="{D18E01FB-9BE2-494B-87F7-83545CF0A187}" presName="tx1" presStyleLbl="revTx" presStyleIdx="0" presStyleCnt="3"/>
      <dgm:spPr/>
    </dgm:pt>
    <dgm:pt modelId="{90EF2B2A-9B90-BB43-9C09-9734558FA44E}" type="pres">
      <dgm:prSet presAssocID="{D18E01FB-9BE2-494B-87F7-83545CF0A187}" presName="vert1" presStyleCnt="0"/>
      <dgm:spPr/>
    </dgm:pt>
    <dgm:pt modelId="{DD277A10-059B-BD4E-AE28-1D784AD39D79}" type="pres">
      <dgm:prSet presAssocID="{92D6D41C-F85E-4BA6-AA04-AA5EE0DD6012}" presName="thickLine" presStyleLbl="alignNode1" presStyleIdx="1" presStyleCnt="3"/>
      <dgm:spPr/>
    </dgm:pt>
    <dgm:pt modelId="{2564D742-A032-594D-95DF-4634E61613C9}" type="pres">
      <dgm:prSet presAssocID="{92D6D41C-F85E-4BA6-AA04-AA5EE0DD6012}" presName="horz1" presStyleCnt="0"/>
      <dgm:spPr/>
    </dgm:pt>
    <dgm:pt modelId="{DF683653-9CEE-EC4C-8255-37AE8EC0779C}" type="pres">
      <dgm:prSet presAssocID="{92D6D41C-F85E-4BA6-AA04-AA5EE0DD6012}" presName="tx1" presStyleLbl="revTx" presStyleIdx="1" presStyleCnt="3"/>
      <dgm:spPr/>
    </dgm:pt>
    <dgm:pt modelId="{3E9B9CE1-DFC4-A145-B78E-905ADF44F191}" type="pres">
      <dgm:prSet presAssocID="{92D6D41C-F85E-4BA6-AA04-AA5EE0DD6012}" presName="vert1" presStyleCnt="0"/>
      <dgm:spPr/>
    </dgm:pt>
    <dgm:pt modelId="{696D937B-EF97-3242-AA0A-99921D9B624E}" type="pres">
      <dgm:prSet presAssocID="{560511D8-B198-4532-BD93-C57DCD44EB34}" presName="thickLine" presStyleLbl="alignNode1" presStyleIdx="2" presStyleCnt="3"/>
      <dgm:spPr/>
    </dgm:pt>
    <dgm:pt modelId="{BB046882-98B3-4D44-B82B-9DC94A09A9A4}" type="pres">
      <dgm:prSet presAssocID="{560511D8-B198-4532-BD93-C57DCD44EB34}" presName="horz1" presStyleCnt="0"/>
      <dgm:spPr/>
    </dgm:pt>
    <dgm:pt modelId="{F9CA8652-9156-1A4F-8F49-8B1B3851B478}" type="pres">
      <dgm:prSet presAssocID="{560511D8-B198-4532-BD93-C57DCD44EB34}" presName="tx1" presStyleLbl="revTx" presStyleIdx="2" presStyleCnt="3"/>
      <dgm:spPr/>
    </dgm:pt>
    <dgm:pt modelId="{A6B32FDB-622D-7D42-A856-ADF96D0970C7}" type="pres">
      <dgm:prSet presAssocID="{560511D8-B198-4532-BD93-C57DCD44EB34}" presName="vert1" presStyleCnt="0"/>
      <dgm:spPr/>
    </dgm:pt>
  </dgm:ptLst>
  <dgm:cxnLst>
    <dgm:cxn modelId="{AC708313-1173-4227-AF00-7DD62C77A116}" srcId="{AE09EF11-7520-4680-A281-06C91C00F9C9}" destId="{92D6D41C-F85E-4BA6-AA04-AA5EE0DD6012}" srcOrd="1" destOrd="0" parTransId="{D3CF6249-6D7E-48B8-909B-435D0F451E77}" sibTransId="{899D626C-79C0-48EE-B49B-AA1E79B3826E}"/>
    <dgm:cxn modelId="{5BFC8D16-853E-43C5-B79C-914F4749404D}" srcId="{AE09EF11-7520-4680-A281-06C91C00F9C9}" destId="{D18E01FB-9BE2-494B-87F7-83545CF0A187}" srcOrd="0" destOrd="0" parTransId="{DEB22CAA-C437-4BBD-A038-214914EF6769}" sibTransId="{86EAC56E-ADB1-4468-8A9E-F8DAA60F85F0}"/>
    <dgm:cxn modelId="{23FD2157-130B-7244-A3E7-7AA8E9003C7C}" type="presOf" srcId="{560511D8-B198-4532-BD93-C57DCD44EB34}" destId="{F9CA8652-9156-1A4F-8F49-8B1B3851B478}" srcOrd="0" destOrd="0" presId="urn:microsoft.com/office/officeart/2008/layout/LinedList"/>
    <dgm:cxn modelId="{FD9D0C6C-B84A-A64C-8C75-BA3E6ACA6761}" type="presOf" srcId="{AE09EF11-7520-4680-A281-06C91C00F9C9}" destId="{853E426D-AF3D-8746-A9FC-E1009DF105CE}" srcOrd="0" destOrd="0" presId="urn:microsoft.com/office/officeart/2008/layout/LinedList"/>
    <dgm:cxn modelId="{22B9D073-5109-4586-8F7D-6C603B39733E}" srcId="{AE09EF11-7520-4680-A281-06C91C00F9C9}" destId="{560511D8-B198-4532-BD93-C57DCD44EB34}" srcOrd="2" destOrd="0" parTransId="{E5EC6770-9799-4DA4-B0B0-85C0D27BF811}" sibTransId="{F89F45E5-B5F8-4B5D-B122-D91FDC5CC1A7}"/>
    <dgm:cxn modelId="{FDE7257D-690A-1F44-9176-3200AA2967ED}" type="presOf" srcId="{D18E01FB-9BE2-494B-87F7-83545CF0A187}" destId="{8A397FEE-2CB3-EF46-8EEA-D458B69E262D}" srcOrd="0" destOrd="0" presId="urn:microsoft.com/office/officeart/2008/layout/LinedList"/>
    <dgm:cxn modelId="{36D9D3D4-2EEC-564C-BEA6-81B3C749A110}" type="presOf" srcId="{92D6D41C-F85E-4BA6-AA04-AA5EE0DD6012}" destId="{DF683653-9CEE-EC4C-8255-37AE8EC0779C}" srcOrd="0" destOrd="0" presId="urn:microsoft.com/office/officeart/2008/layout/LinedList"/>
    <dgm:cxn modelId="{33181892-1924-204C-A3E3-7BD88E70D97B}" type="presParOf" srcId="{853E426D-AF3D-8746-A9FC-E1009DF105CE}" destId="{41E21656-8573-7440-B2B2-40FD9909583A}" srcOrd="0" destOrd="0" presId="urn:microsoft.com/office/officeart/2008/layout/LinedList"/>
    <dgm:cxn modelId="{D3ABC3D1-37E2-FA46-8443-D00333861B7D}" type="presParOf" srcId="{853E426D-AF3D-8746-A9FC-E1009DF105CE}" destId="{C6E80390-3C20-1845-AE6D-5B26C35A383F}" srcOrd="1" destOrd="0" presId="urn:microsoft.com/office/officeart/2008/layout/LinedList"/>
    <dgm:cxn modelId="{F0074B71-326E-494F-814C-2471813FB231}" type="presParOf" srcId="{C6E80390-3C20-1845-AE6D-5B26C35A383F}" destId="{8A397FEE-2CB3-EF46-8EEA-D458B69E262D}" srcOrd="0" destOrd="0" presId="urn:microsoft.com/office/officeart/2008/layout/LinedList"/>
    <dgm:cxn modelId="{6D06337A-4214-9547-81C0-D2CCBCEFC0E8}" type="presParOf" srcId="{C6E80390-3C20-1845-AE6D-5B26C35A383F}" destId="{90EF2B2A-9B90-BB43-9C09-9734558FA44E}" srcOrd="1" destOrd="0" presId="urn:microsoft.com/office/officeart/2008/layout/LinedList"/>
    <dgm:cxn modelId="{8828524C-F6E9-D44C-B517-AEFE5BFE3FD8}" type="presParOf" srcId="{853E426D-AF3D-8746-A9FC-E1009DF105CE}" destId="{DD277A10-059B-BD4E-AE28-1D784AD39D79}" srcOrd="2" destOrd="0" presId="urn:microsoft.com/office/officeart/2008/layout/LinedList"/>
    <dgm:cxn modelId="{90824E26-F62E-AE44-AA23-B93AA95F41C7}" type="presParOf" srcId="{853E426D-AF3D-8746-A9FC-E1009DF105CE}" destId="{2564D742-A032-594D-95DF-4634E61613C9}" srcOrd="3" destOrd="0" presId="urn:microsoft.com/office/officeart/2008/layout/LinedList"/>
    <dgm:cxn modelId="{53DBD26B-08EB-B24F-9E1E-976E3368AA3D}" type="presParOf" srcId="{2564D742-A032-594D-95DF-4634E61613C9}" destId="{DF683653-9CEE-EC4C-8255-37AE8EC0779C}" srcOrd="0" destOrd="0" presId="urn:microsoft.com/office/officeart/2008/layout/LinedList"/>
    <dgm:cxn modelId="{7BBD988F-0E50-4E41-836D-7DFA8DF444BA}" type="presParOf" srcId="{2564D742-A032-594D-95DF-4634E61613C9}" destId="{3E9B9CE1-DFC4-A145-B78E-905ADF44F191}" srcOrd="1" destOrd="0" presId="urn:microsoft.com/office/officeart/2008/layout/LinedList"/>
    <dgm:cxn modelId="{CB9F8100-3E04-674C-9890-B1A1B1CD6D3C}" type="presParOf" srcId="{853E426D-AF3D-8746-A9FC-E1009DF105CE}" destId="{696D937B-EF97-3242-AA0A-99921D9B624E}" srcOrd="4" destOrd="0" presId="urn:microsoft.com/office/officeart/2008/layout/LinedList"/>
    <dgm:cxn modelId="{6685FDB6-186B-B040-8926-A63953D48460}" type="presParOf" srcId="{853E426D-AF3D-8746-A9FC-E1009DF105CE}" destId="{BB046882-98B3-4D44-B82B-9DC94A09A9A4}" srcOrd="5" destOrd="0" presId="urn:microsoft.com/office/officeart/2008/layout/LinedList"/>
    <dgm:cxn modelId="{3A471AC0-807E-D24A-9DFB-02471ADF6EC8}" type="presParOf" srcId="{BB046882-98B3-4D44-B82B-9DC94A09A9A4}" destId="{F9CA8652-9156-1A4F-8F49-8B1B3851B478}" srcOrd="0" destOrd="0" presId="urn:microsoft.com/office/officeart/2008/layout/LinedList"/>
    <dgm:cxn modelId="{40E6564F-A389-9046-BB5E-E01F8C5269AD}" type="presParOf" srcId="{BB046882-98B3-4D44-B82B-9DC94A09A9A4}" destId="{A6B32FDB-622D-7D42-A856-ADF96D0970C7}" srcOrd="1" destOrd="0" presId="urn:microsoft.com/office/officeart/2008/layout/Lined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683BEA6-DC78-4B9A-8A84-1E6DC5418DAE}">
      <dsp:nvSpPr>
        <dsp:cNvPr id="0" name=""/>
        <dsp:cNvSpPr/>
      </dsp:nvSpPr>
      <dsp:spPr>
        <a:xfrm>
          <a:off x="301056" y="721958"/>
          <a:ext cx="938232" cy="938232"/>
        </a:xfrm>
        <a:prstGeom prst="ellipse">
          <a:avLst/>
        </a:prstGeom>
        <a:solidFill>
          <a:schemeClr val="accent2">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D20F48F2-4E44-4D1B-A476-D7409B77AFD6}">
      <dsp:nvSpPr>
        <dsp:cNvPr id="0" name=""/>
        <dsp:cNvSpPr/>
      </dsp:nvSpPr>
      <dsp:spPr>
        <a:xfrm>
          <a:off x="501008" y="921910"/>
          <a:ext cx="538330" cy="538330"/>
        </a:xfrm>
        <a:prstGeom prst="rect">
          <a:avLst/>
        </a:prstGeom>
        <a:blipFill>
          <a:blip xmlns:r="http://schemas.openxmlformats.org/officeDocument/2006/relationships" r:embed="rId1" cstate="screen">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a:blipFill>
        <a:ln w="127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1DE5B9E8-63C7-4EDF-9266-5776210C4D5C}">
      <dsp:nvSpPr>
        <dsp:cNvPr id="0" name=""/>
        <dsp:cNvSpPr/>
      </dsp:nvSpPr>
      <dsp:spPr>
        <a:xfrm>
          <a:off x="1130" y="1952427"/>
          <a:ext cx="1538085" cy="615234"/>
        </a:xfrm>
        <a:prstGeom prst="rect">
          <a:avLst/>
        </a:prstGeom>
        <a:solidFill>
          <a:schemeClr val="accent1">
            <a:lumMod val="60000"/>
            <a:lumOff val="40000"/>
          </a:schemeClr>
        </a:solid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488950">
            <a:lnSpc>
              <a:spcPct val="90000"/>
            </a:lnSpc>
            <a:spcBef>
              <a:spcPct val="0"/>
            </a:spcBef>
            <a:spcAft>
              <a:spcPct val="35000"/>
            </a:spcAft>
            <a:buNone/>
            <a:defRPr cap="all"/>
          </a:pPr>
          <a:r>
            <a:rPr lang="tr-TR" sz="1100" b="1" kern="1200" dirty="0"/>
            <a:t>1.PLANLAMA</a:t>
          </a:r>
          <a:endParaRPr lang="en-US" sz="1100" kern="1200" dirty="0"/>
        </a:p>
      </dsp:txBody>
      <dsp:txXfrm>
        <a:off x="1130" y="1952427"/>
        <a:ext cx="1538085" cy="615234"/>
      </dsp:txXfrm>
    </dsp:sp>
    <dsp:sp modelId="{0D9E7092-AE6B-47B6-B581-D04027F250EE}">
      <dsp:nvSpPr>
        <dsp:cNvPr id="0" name=""/>
        <dsp:cNvSpPr/>
      </dsp:nvSpPr>
      <dsp:spPr>
        <a:xfrm>
          <a:off x="2108307" y="721958"/>
          <a:ext cx="938232" cy="938232"/>
        </a:xfrm>
        <a:prstGeom prst="ellipse">
          <a:avLst/>
        </a:prstGeom>
        <a:solidFill>
          <a:schemeClr val="accent3">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830A2D52-A0DC-4000-897A-2408A5927193}">
      <dsp:nvSpPr>
        <dsp:cNvPr id="0" name=""/>
        <dsp:cNvSpPr/>
      </dsp:nvSpPr>
      <dsp:spPr>
        <a:xfrm>
          <a:off x="2308258" y="921910"/>
          <a:ext cx="538330" cy="538330"/>
        </a:xfrm>
        <a:prstGeom prst="rect">
          <a:avLst/>
        </a:prstGeom>
        <a:blipFill>
          <a:blip xmlns:r="http://schemas.openxmlformats.org/officeDocument/2006/relationships" r:embed="rId3" cstate="screen">
            <a:extLst>
              <a:ext uri="{28A0092B-C50C-407E-A947-70E740481C1C}">
                <a14:useLocalDpi xmlns:a14="http://schemas.microsoft.com/office/drawing/2010/main"/>
              </a:ext>
              <a:ext uri="{96DAC541-7B7A-43D3-8B79-37D633B846F1}">
                <asvg:svgBlip xmlns:asvg="http://schemas.microsoft.com/office/drawing/2016/SVG/main" r:embed="rId4"/>
              </a:ext>
            </a:extLst>
          </a:blip>
          <a:stretch>
            <a:fillRect/>
          </a:stretch>
        </a:blipFill>
        <a:ln w="127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D7AD3A07-B07B-4BCB-97DE-78139D4B6667}">
      <dsp:nvSpPr>
        <dsp:cNvPr id="0" name=""/>
        <dsp:cNvSpPr/>
      </dsp:nvSpPr>
      <dsp:spPr>
        <a:xfrm>
          <a:off x="1808381" y="1952427"/>
          <a:ext cx="1538085" cy="615234"/>
        </a:xfrm>
        <a:prstGeom prst="rect">
          <a:avLst/>
        </a:prstGeom>
        <a:solidFill>
          <a:schemeClr val="accent1">
            <a:lumMod val="60000"/>
            <a:lumOff val="40000"/>
          </a:schemeClr>
        </a:solid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488950">
            <a:lnSpc>
              <a:spcPct val="90000"/>
            </a:lnSpc>
            <a:spcBef>
              <a:spcPct val="0"/>
            </a:spcBef>
            <a:spcAft>
              <a:spcPct val="35000"/>
            </a:spcAft>
            <a:buNone/>
            <a:defRPr cap="all"/>
          </a:pPr>
          <a:r>
            <a:rPr lang="tr-TR" sz="1100" b="1" kern="1200" dirty="0"/>
            <a:t>2.ÖRGÜTLEME (ORGANİZASYON)</a:t>
          </a:r>
          <a:endParaRPr lang="en-US" sz="1100" kern="1200" dirty="0"/>
        </a:p>
      </dsp:txBody>
      <dsp:txXfrm>
        <a:off x="1808381" y="1952427"/>
        <a:ext cx="1538085" cy="615234"/>
      </dsp:txXfrm>
    </dsp:sp>
    <dsp:sp modelId="{81F071E7-AC1C-4953-88D2-70D95ECDB536}">
      <dsp:nvSpPr>
        <dsp:cNvPr id="0" name=""/>
        <dsp:cNvSpPr/>
      </dsp:nvSpPr>
      <dsp:spPr>
        <a:xfrm>
          <a:off x="3915558" y="721958"/>
          <a:ext cx="938232" cy="938232"/>
        </a:xfrm>
        <a:prstGeom prst="ellipse">
          <a:avLst/>
        </a:prstGeom>
        <a:solidFill>
          <a:schemeClr val="accent4">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F65FFCC2-1D02-41F5-BDB3-181582944991}">
      <dsp:nvSpPr>
        <dsp:cNvPr id="0" name=""/>
        <dsp:cNvSpPr/>
      </dsp:nvSpPr>
      <dsp:spPr>
        <a:xfrm>
          <a:off x="4115509" y="921910"/>
          <a:ext cx="538330" cy="538330"/>
        </a:xfrm>
        <a:prstGeom prst="rect">
          <a:avLst/>
        </a:prstGeom>
        <a:blipFill>
          <a:blip xmlns:r="http://schemas.openxmlformats.org/officeDocument/2006/relationships" r:embed="rId5" cstate="screen">
            <a:extLst>
              <a:ext uri="{28A0092B-C50C-407E-A947-70E740481C1C}">
                <a14:useLocalDpi xmlns:a14="http://schemas.microsoft.com/office/drawing/2010/main"/>
              </a:ext>
              <a:ext uri="{96DAC541-7B7A-43D3-8B79-37D633B846F1}">
                <asvg:svgBlip xmlns:asvg="http://schemas.microsoft.com/office/drawing/2016/SVG/main" r:embed="rId6"/>
              </a:ext>
            </a:extLst>
          </a:blip>
          <a:stretch>
            <a:fillRect/>
          </a:stretch>
        </a:blipFill>
        <a:ln w="127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4F51F3E4-687C-4C01-84CA-B6D6F4DF9BB6}">
      <dsp:nvSpPr>
        <dsp:cNvPr id="0" name=""/>
        <dsp:cNvSpPr/>
      </dsp:nvSpPr>
      <dsp:spPr>
        <a:xfrm>
          <a:off x="3615632" y="1952427"/>
          <a:ext cx="1538085" cy="615234"/>
        </a:xfrm>
        <a:prstGeom prst="rect">
          <a:avLst/>
        </a:prstGeom>
        <a:solidFill>
          <a:schemeClr val="accent1">
            <a:lumMod val="60000"/>
            <a:lumOff val="40000"/>
          </a:schemeClr>
        </a:solid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488950">
            <a:lnSpc>
              <a:spcPct val="90000"/>
            </a:lnSpc>
            <a:spcBef>
              <a:spcPct val="0"/>
            </a:spcBef>
            <a:spcAft>
              <a:spcPct val="35000"/>
            </a:spcAft>
            <a:buNone/>
            <a:defRPr cap="all"/>
          </a:pPr>
          <a:r>
            <a:rPr lang="tr-TR" sz="1100" b="1" kern="1200"/>
            <a:t>3.YÖNELTME (YÖNVERME-YÜRÜTME)</a:t>
          </a:r>
          <a:endParaRPr lang="en-US" sz="1100" kern="1200"/>
        </a:p>
      </dsp:txBody>
      <dsp:txXfrm>
        <a:off x="3615632" y="1952427"/>
        <a:ext cx="1538085" cy="615234"/>
      </dsp:txXfrm>
    </dsp:sp>
    <dsp:sp modelId="{B523626F-DE33-41F4-A942-06EDFBA76DD8}">
      <dsp:nvSpPr>
        <dsp:cNvPr id="0" name=""/>
        <dsp:cNvSpPr/>
      </dsp:nvSpPr>
      <dsp:spPr>
        <a:xfrm>
          <a:off x="5722809" y="721958"/>
          <a:ext cx="938232" cy="938232"/>
        </a:xfrm>
        <a:prstGeom prst="ellipse">
          <a:avLst/>
        </a:prstGeom>
        <a:solidFill>
          <a:schemeClr val="accent5">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AF74B5FD-3C02-4574-9D5E-11A81F1A0BA4}">
      <dsp:nvSpPr>
        <dsp:cNvPr id="0" name=""/>
        <dsp:cNvSpPr/>
      </dsp:nvSpPr>
      <dsp:spPr>
        <a:xfrm>
          <a:off x="5922760" y="921910"/>
          <a:ext cx="538330" cy="538330"/>
        </a:xfrm>
        <a:prstGeom prst="rect">
          <a:avLst/>
        </a:prstGeom>
        <a:blipFill>
          <a:blip xmlns:r="http://schemas.openxmlformats.org/officeDocument/2006/relationships" r:embed="rId7" cstate="screen">
            <a:extLst>
              <a:ext uri="{28A0092B-C50C-407E-A947-70E740481C1C}">
                <a14:useLocalDpi xmlns:a14="http://schemas.microsoft.com/office/drawing/2010/main"/>
              </a:ext>
              <a:ext uri="{96DAC541-7B7A-43D3-8B79-37D633B846F1}">
                <asvg:svgBlip xmlns:asvg="http://schemas.microsoft.com/office/drawing/2016/SVG/main" r:embed="rId8"/>
              </a:ext>
            </a:extLst>
          </a:blip>
          <a:stretch>
            <a:fillRect/>
          </a:stretch>
        </a:blipFill>
        <a:ln w="127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F55F9804-F5C2-4614-B644-A342A0A459F0}">
      <dsp:nvSpPr>
        <dsp:cNvPr id="0" name=""/>
        <dsp:cNvSpPr/>
      </dsp:nvSpPr>
      <dsp:spPr>
        <a:xfrm>
          <a:off x="5422883" y="1952427"/>
          <a:ext cx="1538085" cy="615234"/>
        </a:xfrm>
        <a:prstGeom prst="rect">
          <a:avLst/>
        </a:prstGeom>
        <a:solidFill>
          <a:schemeClr val="accent4">
            <a:lumMod val="20000"/>
            <a:lumOff val="80000"/>
          </a:schemeClr>
        </a:solid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488950">
            <a:lnSpc>
              <a:spcPct val="90000"/>
            </a:lnSpc>
            <a:spcBef>
              <a:spcPct val="0"/>
            </a:spcBef>
            <a:spcAft>
              <a:spcPct val="35000"/>
            </a:spcAft>
            <a:buNone/>
            <a:defRPr cap="all"/>
          </a:pPr>
          <a:r>
            <a:rPr lang="tr-TR" sz="1100" b="1" kern="1200"/>
            <a:t>4.EŞGÜDÜMLEME (KOORDİNASYON)</a:t>
          </a:r>
          <a:endParaRPr lang="en-US" sz="1100" kern="1200"/>
        </a:p>
      </dsp:txBody>
      <dsp:txXfrm>
        <a:off x="5422883" y="1952427"/>
        <a:ext cx="1538085" cy="615234"/>
      </dsp:txXfrm>
    </dsp:sp>
    <dsp:sp modelId="{F3F5CB1A-2CDE-4BE1-96E9-AE4D7DC58FE1}">
      <dsp:nvSpPr>
        <dsp:cNvPr id="0" name=""/>
        <dsp:cNvSpPr/>
      </dsp:nvSpPr>
      <dsp:spPr>
        <a:xfrm>
          <a:off x="7530060" y="721958"/>
          <a:ext cx="938232" cy="938232"/>
        </a:xfrm>
        <a:prstGeom prst="ellipse">
          <a:avLst/>
        </a:prstGeom>
        <a:solidFill>
          <a:schemeClr val="accent6">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D3A9C1BF-6DD4-4817-AF28-FE85067FF7DC}">
      <dsp:nvSpPr>
        <dsp:cNvPr id="0" name=""/>
        <dsp:cNvSpPr/>
      </dsp:nvSpPr>
      <dsp:spPr>
        <a:xfrm>
          <a:off x="7730011" y="921910"/>
          <a:ext cx="538330" cy="538330"/>
        </a:xfrm>
        <a:prstGeom prst="rect">
          <a:avLst/>
        </a:prstGeom>
        <a:blipFill>
          <a:blip xmlns:r="http://schemas.openxmlformats.org/officeDocument/2006/relationships" r:embed="rId9" cstate="screen">
            <a:extLst>
              <a:ext uri="{28A0092B-C50C-407E-A947-70E740481C1C}">
                <a14:useLocalDpi xmlns:a14="http://schemas.microsoft.com/office/drawing/2010/main"/>
              </a:ext>
              <a:ext uri="{96DAC541-7B7A-43D3-8B79-37D633B846F1}">
                <asvg:svgBlip xmlns:asvg="http://schemas.microsoft.com/office/drawing/2016/SVG/main" r:embed="rId10"/>
              </a:ext>
            </a:extLst>
          </a:blip>
          <a:stretch>
            <a:fillRect/>
          </a:stretch>
        </a:blipFill>
        <a:ln w="127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57F1FE52-6113-4F52-A128-71EE3C6B18B9}">
      <dsp:nvSpPr>
        <dsp:cNvPr id="0" name=""/>
        <dsp:cNvSpPr/>
      </dsp:nvSpPr>
      <dsp:spPr>
        <a:xfrm>
          <a:off x="7230133" y="1952427"/>
          <a:ext cx="1538085" cy="615234"/>
        </a:xfrm>
        <a:prstGeom prst="rect">
          <a:avLst/>
        </a:prstGeom>
        <a:solidFill>
          <a:schemeClr val="accent1">
            <a:lumMod val="60000"/>
            <a:lumOff val="40000"/>
          </a:schemeClr>
        </a:solid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488950">
            <a:lnSpc>
              <a:spcPct val="90000"/>
            </a:lnSpc>
            <a:spcBef>
              <a:spcPct val="0"/>
            </a:spcBef>
            <a:spcAft>
              <a:spcPct val="35000"/>
            </a:spcAft>
            <a:buNone/>
            <a:defRPr cap="all"/>
          </a:pPr>
          <a:r>
            <a:rPr lang="tr-TR" sz="1100" b="1" kern="1200"/>
            <a:t>5.KONTROL (DENETİM)</a:t>
          </a:r>
          <a:endParaRPr lang="en-US" sz="1100" kern="1200"/>
        </a:p>
      </dsp:txBody>
      <dsp:txXfrm>
        <a:off x="7230133" y="1952427"/>
        <a:ext cx="1538085" cy="615234"/>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4FC0E4A-89BA-3643-AB5D-165BF6C7A4B9}">
      <dsp:nvSpPr>
        <dsp:cNvPr id="0" name=""/>
        <dsp:cNvSpPr/>
      </dsp:nvSpPr>
      <dsp:spPr>
        <a:xfrm>
          <a:off x="0" y="103665"/>
          <a:ext cx="5076826" cy="2386800"/>
        </a:xfrm>
        <a:prstGeom prst="roundRect">
          <a:avLst/>
        </a:prstGeom>
        <a:solidFill>
          <a:schemeClr val="accent2">
            <a:hueOff val="0"/>
            <a:satOff val="0"/>
            <a:lumOff val="0"/>
            <a:alphaOff val="0"/>
          </a:schemeClr>
        </a:solidFill>
        <a:ln w="127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7150" tIns="57150" rIns="57150" bIns="57150" numCol="1" spcCol="1270" anchor="ctr" anchorCtr="0">
          <a:noAutofit/>
        </a:bodyPr>
        <a:lstStyle/>
        <a:p>
          <a:pPr marL="0" lvl="0" indent="0" algn="l" defTabSz="666750">
            <a:lnSpc>
              <a:spcPct val="90000"/>
            </a:lnSpc>
            <a:spcBef>
              <a:spcPct val="0"/>
            </a:spcBef>
            <a:spcAft>
              <a:spcPct val="35000"/>
            </a:spcAft>
            <a:buNone/>
          </a:pPr>
          <a:r>
            <a:rPr lang="tr-TR" sz="1500" b="0" kern="1200" baseline="0"/>
            <a:t>Geleceğin değerlendirilmesi ve ona göre gerekli önlemlerin alınmasıdır. Her yönetim sürecinin çok önemli bir parçası olan planlamayı, örgütsel amaçlara ulaşılmak için gerekli politika ve yöntemlerin seçimi şeklinde tanımlamak mümkündür. </a:t>
          </a:r>
          <a:endParaRPr lang="en-US" sz="1500" kern="1200"/>
        </a:p>
      </dsp:txBody>
      <dsp:txXfrm>
        <a:off x="116514" y="220179"/>
        <a:ext cx="4843798" cy="2153772"/>
      </dsp:txXfrm>
    </dsp:sp>
    <dsp:sp modelId="{13E31FA5-E61B-EA4E-BC7E-F81670FAA193}">
      <dsp:nvSpPr>
        <dsp:cNvPr id="0" name=""/>
        <dsp:cNvSpPr/>
      </dsp:nvSpPr>
      <dsp:spPr>
        <a:xfrm>
          <a:off x="0" y="2533665"/>
          <a:ext cx="5076826" cy="2386800"/>
        </a:xfrm>
        <a:prstGeom prst="roundRect">
          <a:avLst/>
        </a:prstGeom>
        <a:solidFill>
          <a:schemeClr val="accent2">
            <a:hueOff val="-1493796"/>
            <a:satOff val="-10952"/>
            <a:lumOff val="977"/>
            <a:alphaOff val="0"/>
          </a:schemeClr>
        </a:solidFill>
        <a:ln w="127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7150" tIns="57150" rIns="57150" bIns="57150" numCol="1" spcCol="1270" anchor="ctr" anchorCtr="0">
          <a:noAutofit/>
        </a:bodyPr>
        <a:lstStyle/>
        <a:p>
          <a:pPr marL="0" lvl="0" indent="0" algn="l" defTabSz="666750">
            <a:lnSpc>
              <a:spcPct val="90000"/>
            </a:lnSpc>
            <a:spcBef>
              <a:spcPct val="0"/>
            </a:spcBef>
            <a:spcAft>
              <a:spcPct val="35000"/>
            </a:spcAft>
            <a:buNone/>
          </a:pPr>
          <a:r>
            <a:rPr lang="tr-TR" sz="1500" b="0" kern="1200" baseline="0"/>
            <a:t>Planlama </a:t>
          </a:r>
          <a:r>
            <a:rPr lang="tr-TR" sz="1500" b="1" kern="1200" baseline="0"/>
            <a:t>« ne yapılacağının önceden kararlaştırılması» </a:t>
          </a:r>
          <a:r>
            <a:rPr lang="tr-TR" sz="1500" b="0" kern="1200" baseline="0"/>
            <a:t>veya </a:t>
          </a:r>
          <a:r>
            <a:rPr lang="tr-TR" sz="1500" b="1" kern="1200" baseline="0"/>
            <a:t>«neyin, ne zaman, nerede ve kim tarafından yapılacağının önceden kararlaştırılması süreci» </a:t>
          </a:r>
          <a:r>
            <a:rPr lang="tr-TR" sz="1500" b="0" kern="1200" baseline="0"/>
            <a:t>şeklinde ifade edilebilir. </a:t>
          </a:r>
          <a:endParaRPr lang="en-US" sz="1500" kern="1200"/>
        </a:p>
      </dsp:txBody>
      <dsp:txXfrm>
        <a:off x="116514" y="2650179"/>
        <a:ext cx="4843798" cy="2153772"/>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39750976-0FCE-494B-9238-FD1DB46542BF}">
      <dsp:nvSpPr>
        <dsp:cNvPr id="0" name=""/>
        <dsp:cNvSpPr/>
      </dsp:nvSpPr>
      <dsp:spPr>
        <a:xfrm>
          <a:off x="2648482" y="1663020"/>
          <a:ext cx="1873820" cy="325208"/>
        </a:xfrm>
        <a:custGeom>
          <a:avLst/>
          <a:gdLst/>
          <a:ahLst/>
          <a:cxnLst/>
          <a:rect l="0" t="0" r="0" b="0"/>
          <a:pathLst>
            <a:path>
              <a:moveTo>
                <a:pt x="0" y="0"/>
              </a:moveTo>
              <a:lnTo>
                <a:pt x="0" y="162604"/>
              </a:lnTo>
              <a:lnTo>
                <a:pt x="1873820" y="162604"/>
              </a:lnTo>
              <a:lnTo>
                <a:pt x="1873820" y="325208"/>
              </a:lnTo>
            </a:path>
          </a:pathLst>
        </a:custGeom>
        <a:noFill/>
        <a:ln w="9525" cap="flat" cmpd="sng" algn="ctr">
          <a:solidFill>
            <a:schemeClr val="dk1"/>
          </a:solidFill>
          <a:prstDash val="solid"/>
        </a:ln>
        <a:effectLst/>
      </dsp:spPr>
      <dsp:style>
        <a:lnRef idx="1">
          <a:schemeClr val="dk1"/>
        </a:lnRef>
        <a:fillRef idx="0">
          <a:schemeClr val="dk1"/>
        </a:fillRef>
        <a:effectRef idx="0">
          <a:schemeClr val="dk1"/>
        </a:effectRef>
        <a:fontRef idx="minor">
          <a:schemeClr val="tx1"/>
        </a:fontRef>
      </dsp:style>
    </dsp:sp>
    <dsp:sp modelId="{C30E6A50-4D80-46B9-B1F9-42826B0DBF5F}">
      <dsp:nvSpPr>
        <dsp:cNvPr id="0" name=""/>
        <dsp:cNvSpPr/>
      </dsp:nvSpPr>
      <dsp:spPr>
        <a:xfrm>
          <a:off x="2602762" y="1663020"/>
          <a:ext cx="91440" cy="325208"/>
        </a:xfrm>
        <a:custGeom>
          <a:avLst/>
          <a:gdLst/>
          <a:ahLst/>
          <a:cxnLst/>
          <a:rect l="0" t="0" r="0" b="0"/>
          <a:pathLst>
            <a:path>
              <a:moveTo>
                <a:pt x="45720" y="0"/>
              </a:moveTo>
              <a:lnTo>
                <a:pt x="45720" y="325208"/>
              </a:lnTo>
            </a:path>
          </a:pathLst>
        </a:custGeom>
        <a:noFill/>
        <a:ln w="9525" cap="flat" cmpd="sng" algn="ctr">
          <a:solidFill>
            <a:schemeClr val="dk1"/>
          </a:solidFill>
          <a:prstDash val="solid"/>
        </a:ln>
        <a:effectLst/>
      </dsp:spPr>
      <dsp:style>
        <a:lnRef idx="1">
          <a:schemeClr val="dk1"/>
        </a:lnRef>
        <a:fillRef idx="0">
          <a:schemeClr val="dk1"/>
        </a:fillRef>
        <a:effectRef idx="0">
          <a:schemeClr val="dk1"/>
        </a:effectRef>
        <a:fontRef idx="minor">
          <a:schemeClr val="tx1"/>
        </a:fontRef>
      </dsp:style>
    </dsp:sp>
    <dsp:sp modelId="{B54F506D-A4CB-40D8-A805-962BB261F14A}">
      <dsp:nvSpPr>
        <dsp:cNvPr id="0" name=""/>
        <dsp:cNvSpPr/>
      </dsp:nvSpPr>
      <dsp:spPr>
        <a:xfrm>
          <a:off x="774661" y="1663020"/>
          <a:ext cx="1873820" cy="325208"/>
        </a:xfrm>
        <a:custGeom>
          <a:avLst/>
          <a:gdLst/>
          <a:ahLst/>
          <a:cxnLst/>
          <a:rect l="0" t="0" r="0" b="0"/>
          <a:pathLst>
            <a:path>
              <a:moveTo>
                <a:pt x="1873820" y="0"/>
              </a:moveTo>
              <a:lnTo>
                <a:pt x="1873820" y="162604"/>
              </a:lnTo>
              <a:lnTo>
                <a:pt x="0" y="162604"/>
              </a:lnTo>
              <a:lnTo>
                <a:pt x="0" y="325208"/>
              </a:lnTo>
            </a:path>
          </a:pathLst>
        </a:custGeom>
        <a:noFill/>
        <a:ln w="9525" cap="flat" cmpd="sng" algn="ctr">
          <a:solidFill>
            <a:schemeClr val="dk1"/>
          </a:solidFill>
          <a:prstDash val="solid"/>
        </a:ln>
        <a:effectLst/>
      </dsp:spPr>
      <dsp:style>
        <a:lnRef idx="1">
          <a:schemeClr val="dk1"/>
        </a:lnRef>
        <a:fillRef idx="0">
          <a:schemeClr val="dk1"/>
        </a:fillRef>
        <a:effectRef idx="0">
          <a:schemeClr val="dk1"/>
        </a:effectRef>
        <a:fontRef idx="minor">
          <a:schemeClr val="tx1"/>
        </a:fontRef>
      </dsp:style>
    </dsp:sp>
    <dsp:sp modelId="{0A6C7AE7-38CC-483C-855F-7DFF2B7FB589}">
      <dsp:nvSpPr>
        <dsp:cNvPr id="0" name=""/>
        <dsp:cNvSpPr/>
      </dsp:nvSpPr>
      <dsp:spPr>
        <a:xfrm>
          <a:off x="1874176" y="888714"/>
          <a:ext cx="1548611" cy="774305"/>
        </a:xfrm>
        <a:prstGeom prst="rect">
          <a:avLst/>
        </a:prstGeom>
        <a:solidFill>
          <a:schemeClr val="accent4">
            <a:lumMod val="40000"/>
            <a:lumOff val="60000"/>
          </a:schemeClr>
        </a:soli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10795" tIns="10795" rIns="10795" bIns="10795" numCol="1" spcCol="1270" anchor="ctr" anchorCtr="0">
          <a:noAutofit/>
        </a:bodyPr>
        <a:lstStyle/>
        <a:p>
          <a:pPr marL="0" lvl="0" indent="0" algn="ctr" defTabSz="755650">
            <a:lnSpc>
              <a:spcPct val="90000"/>
            </a:lnSpc>
            <a:spcBef>
              <a:spcPct val="0"/>
            </a:spcBef>
            <a:spcAft>
              <a:spcPct val="35000"/>
            </a:spcAft>
            <a:buNone/>
          </a:pPr>
          <a:r>
            <a:rPr lang="tr-TR" sz="1700" kern="1200"/>
            <a:t>     </a:t>
          </a:r>
          <a:r>
            <a:rPr lang="tr-TR" sz="1700" kern="1200">
              <a:solidFill>
                <a:schemeClr val="tx1"/>
              </a:solidFill>
            </a:rPr>
            <a:t>Başkan</a:t>
          </a:r>
          <a:r>
            <a:rPr lang="tr-TR" sz="1700" kern="1200"/>
            <a:t>	</a:t>
          </a:r>
        </a:p>
      </dsp:txBody>
      <dsp:txXfrm>
        <a:off x="1874176" y="888714"/>
        <a:ext cx="1548611" cy="774305"/>
      </dsp:txXfrm>
    </dsp:sp>
    <dsp:sp modelId="{759C3E2E-CB04-498A-88E2-1F29653DFA9B}">
      <dsp:nvSpPr>
        <dsp:cNvPr id="0" name=""/>
        <dsp:cNvSpPr/>
      </dsp:nvSpPr>
      <dsp:spPr>
        <a:xfrm>
          <a:off x="355" y="1988229"/>
          <a:ext cx="1548611" cy="774305"/>
        </a:xfrm>
        <a:prstGeom prst="rect">
          <a:avLst/>
        </a:prstGeom>
        <a:solidFill>
          <a:srgbClr val="0070C0"/>
        </a:soli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10795" tIns="10795" rIns="10795" bIns="10795" numCol="1" spcCol="1270" anchor="ctr" anchorCtr="0">
          <a:noAutofit/>
        </a:bodyPr>
        <a:lstStyle/>
        <a:p>
          <a:pPr marL="0" lvl="0" indent="0" algn="ctr" defTabSz="755650">
            <a:lnSpc>
              <a:spcPct val="90000"/>
            </a:lnSpc>
            <a:spcBef>
              <a:spcPct val="0"/>
            </a:spcBef>
            <a:spcAft>
              <a:spcPct val="35000"/>
            </a:spcAft>
            <a:buNone/>
          </a:pPr>
          <a:r>
            <a:rPr lang="tr-TR" sz="1700" kern="1200" dirty="0"/>
            <a:t>Üretim</a:t>
          </a:r>
        </a:p>
      </dsp:txBody>
      <dsp:txXfrm>
        <a:off x="355" y="1988229"/>
        <a:ext cx="1548611" cy="774305"/>
      </dsp:txXfrm>
    </dsp:sp>
    <dsp:sp modelId="{2DF67C1E-390F-4251-9544-4AA5B72C161F}">
      <dsp:nvSpPr>
        <dsp:cNvPr id="0" name=""/>
        <dsp:cNvSpPr/>
      </dsp:nvSpPr>
      <dsp:spPr>
        <a:xfrm>
          <a:off x="1874176" y="1988229"/>
          <a:ext cx="1548611" cy="774305"/>
        </a:xfrm>
        <a:prstGeom prst="rect">
          <a:avLst/>
        </a:prstGeom>
        <a:solidFill>
          <a:srgbClr val="0070C0"/>
        </a:soli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10795" tIns="10795" rIns="10795" bIns="10795" numCol="1" spcCol="1270" anchor="ctr" anchorCtr="0">
          <a:noAutofit/>
        </a:bodyPr>
        <a:lstStyle/>
        <a:p>
          <a:pPr marL="0" lvl="0" indent="0" algn="ctr" defTabSz="755650">
            <a:lnSpc>
              <a:spcPct val="90000"/>
            </a:lnSpc>
            <a:spcBef>
              <a:spcPct val="0"/>
            </a:spcBef>
            <a:spcAft>
              <a:spcPct val="35000"/>
            </a:spcAft>
            <a:buNone/>
          </a:pPr>
          <a:r>
            <a:rPr lang="tr-TR" sz="1700" kern="1200" dirty="0"/>
            <a:t>Pazarlama</a:t>
          </a:r>
        </a:p>
      </dsp:txBody>
      <dsp:txXfrm>
        <a:off x="1874176" y="1988229"/>
        <a:ext cx="1548611" cy="774305"/>
      </dsp:txXfrm>
    </dsp:sp>
    <dsp:sp modelId="{37353176-BA28-4D93-8245-C04F9B7A3857}">
      <dsp:nvSpPr>
        <dsp:cNvPr id="0" name=""/>
        <dsp:cNvSpPr/>
      </dsp:nvSpPr>
      <dsp:spPr>
        <a:xfrm>
          <a:off x="3747996" y="1988229"/>
          <a:ext cx="1548611" cy="774305"/>
        </a:xfrm>
        <a:prstGeom prst="rect">
          <a:avLst/>
        </a:prstGeom>
        <a:solidFill>
          <a:srgbClr val="0070C0"/>
        </a:soli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10795" tIns="10795" rIns="10795" bIns="10795" numCol="1" spcCol="1270" anchor="ctr" anchorCtr="0">
          <a:noAutofit/>
        </a:bodyPr>
        <a:lstStyle/>
        <a:p>
          <a:pPr marL="0" lvl="0" indent="0" algn="ctr" defTabSz="755650">
            <a:lnSpc>
              <a:spcPct val="90000"/>
            </a:lnSpc>
            <a:spcBef>
              <a:spcPct val="0"/>
            </a:spcBef>
            <a:spcAft>
              <a:spcPct val="35000"/>
            </a:spcAft>
            <a:buNone/>
          </a:pPr>
          <a:r>
            <a:rPr lang="tr-TR" sz="1700" kern="1200" dirty="0"/>
            <a:t>Finans</a:t>
          </a:r>
        </a:p>
      </dsp:txBody>
      <dsp:txXfrm>
        <a:off x="3747996" y="1988229"/>
        <a:ext cx="1548611" cy="774305"/>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6302F4D-DDA1-48B1-8DEA-15AF58E0F09D}">
      <dsp:nvSpPr>
        <dsp:cNvPr id="0" name=""/>
        <dsp:cNvSpPr/>
      </dsp:nvSpPr>
      <dsp:spPr>
        <a:xfrm>
          <a:off x="4195983" y="1176426"/>
          <a:ext cx="2844735" cy="493714"/>
        </a:xfrm>
        <a:custGeom>
          <a:avLst/>
          <a:gdLst/>
          <a:ahLst/>
          <a:cxnLst/>
          <a:rect l="0" t="0" r="0" b="0"/>
          <a:pathLst>
            <a:path>
              <a:moveTo>
                <a:pt x="0" y="0"/>
              </a:moveTo>
              <a:lnTo>
                <a:pt x="0" y="246857"/>
              </a:lnTo>
              <a:lnTo>
                <a:pt x="2844735" y="246857"/>
              </a:lnTo>
              <a:lnTo>
                <a:pt x="2844735" y="493714"/>
              </a:lnTo>
            </a:path>
          </a:pathLst>
        </a:custGeom>
        <a:noFill/>
        <a:ln w="12700" cap="flat" cmpd="sng" algn="ctr">
          <a:solidFill>
            <a:schemeClr val="accent2">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ED3B9C70-C444-4CC5-B151-18B02953C3A6}">
      <dsp:nvSpPr>
        <dsp:cNvPr id="0" name=""/>
        <dsp:cNvSpPr/>
      </dsp:nvSpPr>
      <dsp:spPr>
        <a:xfrm>
          <a:off x="4150263" y="1176426"/>
          <a:ext cx="91440" cy="493714"/>
        </a:xfrm>
        <a:custGeom>
          <a:avLst/>
          <a:gdLst/>
          <a:ahLst/>
          <a:cxnLst/>
          <a:rect l="0" t="0" r="0" b="0"/>
          <a:pathLst>
            <a:path>
              <a:moveTo>
                <a:pt x="45720" y="0"/>
              </a:moveTo>
              <a:lnTo>
                <a:pt x="45720" y="493714"/>
              </a:lnTo>
            </a:path>
          </a:pathLst>
        </a:custGeom>
        <a:noFill/>
        <a:ln w="12700" cap="flat" cmpd="sng" algn="ctr">
          <a:solidFill>
            <a:schemeClr val="accent2">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58B3F403-6AFD-4AC9-9DDB-E9010645EFB1}">
      <dsp:nvSpPr>
        <dsp:cNvPr id="0" name=""/>
        <dsp:cNvSpPr/>
      </dsp:nvSpPr>
      <dsp:spPr>
        <a:xfrm>
          <a:off x="1351248" y="1176426"/>
          <a:ext cx="2844735" cy="493714"/>
        </a:xfrm>
        <a:custGeom>
          <a:avLst/>
          <a:gdLst/>
          <a:ahLst/>
          <a:cxnLst/>
          <a:rect l="0" t="0" r="0" b="0"/>
          <a:pathLst>
            <a:path>
              <a:moveTo>
                <a:pt x="2844735" y="0"/>
              </a:moveTo>
              <a:lnTo>
                <a:pt x="2844735" y="246857"/>
              </a:lnTo>
              <a:lnTo>
                <a:pt x="0" y="246857"/>
              </a:lnTo>
              <a:lnTo>
                <a:pt x="0" y="493714"/>
              </a:lnTo>
            </a:path>
          </a:pathLst>
        </a:custGeom>
        <a:noFill/>
        <a:ln w="12700" cap="flat" cmpd="sng" algn="ctr">
          <a:solidFill>
            <a:schemeClr val="accent2">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B60E93FE-BF41-41F4-81C3-9F044B8D0012}">
      <dsp:nvSpPr>
        <dsp:cNvPr id="0" name=""/>
        <dsp:cNvSpPr/>
      </dsp:nvSpPr>
      <dsp:spPr>
        <a:xfrm>
          <a:off x="3020472" y="915"/>
          <a:ext cx="2351021" cy="1175510"/>
        </a:xfrm>
        <a:prstGeom prst="rect">
          <a:avLst/>
        </a:prstGeom>
        <a:solidFill>
          <a:schemeClr val="accent2">
            <a:hueOff val="0"/>
            <a:satOff val="0"/>
            <a:lumOff val="0"/>
            <a:alphaOff val="0"/>
          </a:schemeClr>
        </a:solidFill>
        <a:ln w="19050" cap="flat" cmpd="sng" algn="ctr">
          <a:solidFill>
            <a:schemeClr val="lt1">
              <a:hueOff val="0"/>
              <a:satOff val="0"/>
              <a:lumOff val="0"/>
              <a:alphaOff val="0"/>
            </a:schemeClr>
          </a:solidFill>
          <a:prstDash val="solid"/>
        </a:ln>
        <a:effectLst/>
      </dsp:spPr>
      <dsp:style>
        <a:lnRef idx="3">
          <a:scrgbClr r="0" g="0" b="0"/>
        </a:lnRef>
        <a:fillRef idx="1">
          <a:scrgbClr r="0" g="0" b="0"/>
        </a:fillRef>
        <a:effectRef idx="1">
          <a:scrgbClr r="0" g="0" b="0"/>
        </a:effectRef>
        <a:fontRef idx="minor">
          <a:schemeClr val="lt1"/>
        </a:fontRef>
      </dsp:style>
      <dsp:txBody>
        <a:bodyPr spcFirstLastPara="0" vert="horz" wrap="square" lIns="6350" tIns="6350" rIns="6350" bIns="6350" numCol="1" spcCol="1270" anchor="ctr" anchorCtr="0">
          <a:noAutofit/>
        </a:bodyPr>
        <a:lstStyle/>
        <a:p>
          <a:pPr marL="0" lvl="0" indent="0" algn="ctr" defTabSz="444500">
            <a:lnSpc>
              <a:spcPct val="90000"/>
            </a:lnSpc>
            <a:spcBef>
              <a:spcPct val="0"/>
            </a:spcBef>
            <a:spcAft>
              <a:spcPct val="35000"/>
            </a:spcAft>
            <a:buNone/>
          </a:pPr>
          <a:r>
            <a:rPr lang="tr-TR" sz="1000" kern="1200"/>
            <a:t>     </a:t>
          </a:r>
          <a:r>
            <a:rPr lang="tr-TR" sz="1800" kern="1200"/>
            <a:t>Başkan</a:t>
          </a:r>
          <a:r>
            <a:rPr lang="tr-TR" sz="1000" kern="1200"/>
            <a:t>	</a:t>
          </a:r>
        </a:p>
      </dsp:txBody>
      <dsp:txXfrm>
        <a:off x="3020472" y="915"/>
        <a:ext cx="2351021" cy="1175510"/>
      </dsp:txXfrm>
    </dsp:sp>
    <dsp:sp modelId="{BF426A02-77AF-4F00-AA6D-4C7B87A4119C}">
      <dsp:nvSpPr>
        <dsp:cNvPr id="0" name=""/>
        <dsp:cNvSpPr/>
      </dsp:nvSpPr>
      <dsp:spPr>
        <a:xfrm>
          <a:off x="175737" y="1670140"/>
          <a:ext cx="2351021" cy="1175510"/>
        </a:xfrm>
        <a:prstGeom prst="rect">
          <a:avLst/>
        </a:prstGeom>
        <a:solidFill>
          <a:schemeClr val="accent2">
            <a:hueOff val="0"/>
            <a:satOff val="0"/>
            <a:lumOff val="0"/>
            <a:alphaOff val="0"/>
          </a:schemeClr>
        </a:solidFill>
        <a:ln w="19050" cap="flat" cmpd="sng" algn="ctr">
          <a:solidFill>
            <a:schemeClr val="lt1">
              <a:hueOff val="0"/>
              <a:satOff val="0"/>
              <a:lumOff val="0"/>
              <a:alphaOff val="0"/>
            </a:schemeClr>
          </a:solidFill>
          <a:prstDash val="solid"/>
        </a:ln>
        <a:effectLst/>
      </dsp:spPr>
      <dsp:style>
        <a:lnRef idx="3">
          <a:scrgbClr r="0" g="0" b="0"/>
        </a:lnRef>
        <a:fillRef idx="1">
          <a:scrgbClr r="0" g="0" b="0"/>
        </a:fillRef>
        <a:effectRef idx="1">
          <a:scrgbClr r="0" g="0" b="0"/>
        </a:effectRef>
        <a:fontRef idx="minor">
          <a:schemeClr val="lt1"/>
        </a:fontRef>
      </dsp:style>
      <dsp:txBody>
        <a:bodyPr spcFirstLastPara="0" vert="horz" wrap="square" lIns="6985" tIns="6985" rIns="6985" bIns="6985" numCol="1" spcCol="1270" anchor="ctr" anchorCtr="0">
          <a:noAutofit/>
        </a:bodyPr>
        <a:lstStyle/>
        <a:p>
          <a:pPr marL="0" lvl="0" indent="0" algn="ctr" defTabSz="466725">
            <a:lnSpc>
              <a:spcPct val="90000"/>
            </a:lnSpc>
            <a:spcBef>
              <a:spcPct val="0"/>
            </a:spcBef>
            <a:spcAft>
              <a:spcPct val="35000"/>
            </a:spcAft>
            <a:buNone/>
          </a:pPr>
          <a:r>
            <a:rPr lang="tr-TR" sz="1050" kern="1200"/>
            <a:t>Batı Bölgesi</a:t>
          </a:r>
        </a:p>
        <a:p>
          <a:pPr marL="0" lvl="0" indent="0" algn="ctr" defTabSz="466725">
            <a:lnSpc>
              <a:spcPct val="90000"/>
            </a:lnSpc>
            <a:spcBef>
              <a:spcPct val="0"/>
            </a:spcBef>
            <a:spcAft>
              <a:spcPct val="35000"/>
            </a:spcAft>
            <a:buNone/>
          </a:pPr>
          <a:r>
            <a:rPr lang="tr-TR" sz="1050" kern="1200"/>
            <a:t>İstanbul </a:t>
          </a:r>
        </a:p>
        <a:p>
          <a:pPr marL="0" lvl="0" indent="0" algn="ctr" defTabSz="466725">
            <a:lnSpc>
              <a:spcPct val="90000"/>
            </a:lnSpc>
            <a:spcBef>
              <a:spcPct val="0"/>
            </a:spcBef>
            <a:spcAft>
              <a:spcPct val="35000"/>
            </a:spcAft>
            <a:buNone/>
          </a:pPr>
          <a:r>
            <a:rPr lang="tr-TR" sz="1050" kern="1200"/>
            <a:t>Kocaeli</a:t>
          </a:r>
        </a:p>
        <a:p>
          <a:pPr marL="0" lvl="0" indent="0" algn="ctr" defTabSz="466725">
            <a:lnSpc>
              <a:spcPct val="90000"/>
            </a:lnSpc>
            <a:spcBef>
              <a:spcPct val="0"/>
            </a:spcBef>
            <a:spcAft>
              <a:spcPct val="35000"/>
            </a:spcAft>
            <a:buNone/>
          </a:pPr>
          <a:r>
            <a:rPr lang="tr-TR" sz="1050" kern="1200"/>
            <a:t>Sakarya</a:t>
          </a:r>
        </a:p>
      </dsp:txBody>
      <dsp:txXfrm>
        <a:off x="175737" y="1670140"/>
        <a:ext cx="2351021" cy="1175510"/>
      </dsp:txXfrm>
    </dsp:sp>
    <dsp:sp modelId="{0623200B-58D2-443B-9335-580BA1CE9F01}">
      <dsp:nvSpPr>
        <dsp:cNvPr id="0" name=""/>
        <dsp:cNvSpPr/>
      </dsp:nvSpPr>
      <dsp:spPr>
        <a:xfrm>
          <a:off x="3020472" y="1670140"/>
          <a:ext cx="2351021" cy="1175510"/>
        </a:xfrm>
        <a:prstGeom prst="rect">
          <a:avLst/>
        </a:prstGeom>
        <a:solidFill>
          <a:schemeClr val="accent2">
            <a:hueOff val="0"/>
            <a:satOff val="0"/>
            <a:lumOff val="0"/>
            <a:alphaOff val="0"/>
          </a:schemeClr>
        </a:solidFill>
        <a:ln w="19050" cap="flat" cmpd="sng" algn="ctr">
          <a:solidFill>
            <a:schemeClr val="lt1">
              <a:hueOff val="0"/>
              <a:satOff val="0"/>
              <a:lumOff val="0"/>
              <a:alphaOff val="0"/>
            </a:schemeClr>
          </a:solidFill>
          <a:prstDash val="solid"/>
        </a:ln>
        <a:effectLst/>
      </dsp:spPr>
      <dsp:style>
        <a:lnRef idx="3">
          <a:scrgbClr r="0" g="0" b="0"/>
        </a:lnRef>
        <a:fillRef idx="1">
          <a:scrgbClr r="0" g="0" b="0"/>
        </a:fillRef>
        <a:effectRef idx="1">
          <a:scrgbClr r="0" g="0" b="0"/>
        </a:effectRef>
        <a:fontRef idx="minor">
          <a:schemeClr val="lt1"/>
        </a:fontRef>
      </dsp:style>
      <dsp:txBody>
        <a:bodyPr spcFirstLastPara="0" vert="horz" wrap="square" lIns="6985" tIns="6985" rIns="6985" bIns="6985" numCol="1" spcCol="1270" anchor="ctr" anchorCtr="0">
          <a:noAutofit/>
        </a:bodyPr>
        <a:lstStyle/>
        <a:p>
          <a:pPr marL="0" lvl="0" indent="0" algn="ctr" defTabSz="466725">
            <a:lnSpc>
              <a:spcPct val="90000"/>
            </a:lnSpc>
            <a:spcBef>
              <a:spcPct val="0"/>
            </a:spcBef>
            <a:spcAft>
              <a:spcPct val="35000"/>
            </a:spcAft>
            <a:buNone/>
          </a:pPr>
          <a:r>
            <a:rPr lang="tr-TR" sz="1050" kern="1200"/>
            <a:t>Orta Anadolu</a:t>
          </a:r>
        </a:p>
        <a:p>
          <a:pPr marL="0" lvl="0" indent="0" algn="ctr" defTabSz="466725">
            <a:lnSpc>
              <a:spcPct val="90000"/>
            </a:lnSpc>
            <a:spcBef>
              <a:spcPct val="0"/>
            </a:spcBef>
            <a:spcAft>
              <a:spcPct val="35000"/>
            </a:spcAft>
            <a:buNone/>
          </a:pPr>
          <a:r>
            <a:rPr lang="tr-TR" sz="1050" kern="1200"/>
            <a:t>Ankara</a:t>
          </a:r>
        </a:p>
        <a:p>
          <a:pPr marL="0" lvl="0" indent="0" algn="ctr" defTabSz="466725">
            <a:lnSpc>
              <a:spcPct val="90000"/>
            </a:lnSpc>
            <a:spcBef>
              <a:spcPct val="0"/>
            </a:spcBef>
            <a:spcAft>
              <a:spcPct val="35000"/>
            </a:spcAft>
            <a:buNone/>
          </a:pPr>
          <a:r>
            <a:rPr lang="tr-TR" sz="1050" kern="1200"/>
            <a:t>Konya</a:t>
          </a:r>
        </a:p>
        <a:p>
          <a:pPr marL="0" lvl="0" indent="0" algn="ctr" defTabSz="466725">
            <a:lnSpc>
              <a:spcPct val="90000"/>
            </a:lnSpc>
            <a:spcBef>
              <a:spcPct val="0"/>
            </a:spcBef>
            <a:spcAft>
              <a:spcPct val="35000"/>
            </a:spcAft>
            <a:buNone/>
          </a:pPr>
          <a:r>
            <a:rPr lang="tr-TR" sz="1050" kern="1200"/>
            <a:t>Kayse</a:t>
          </a:r>
          <a:r>
            <a:rPr lang="tr-TR" sz="1000" kern="1200"/>
            <a:t>ri</a:t>
          </a:r>
        </a:p>
      </dsp:txBody>
      <dsp:txXfrm>
        <a:off x="3020472" y="1670140"/>
        <a:ext cx="2351021" cy="1175510"/>
      </dsp:txXfrm>
    </dsp:sp>
    <dsp:sp modelId="{CC435DCF-E3DC-4158-8827-37EB25919A31}">
      <dsp:nvSpPr>
        <dsp:cNvPr id="0" name=""/>
        <dsp:cNvSpPr/>
      </dsp:nvSpPr>
      <dsp:spPr>
        <a:xfrm>
          <a:off x="5865208" y="1670140"/>
          <a:ext cx="2351021" cy="1175510"/>
        </a:xfrm>
        <a:prstGeom prst="rect">
          <a:avLst/>
        </a:prstGeom>
        <a:solidFill>
          <a:schemeClr val="accent2">
            <a:hueOff val="0"/>
            <a:satOff val="0"/>
            <a:lumOff val="0"/>
            <a:alphaOff val="0"/>
          </a:schemeClr>
        </a:solidFill>
        <a:ln w="19050" cap="flat" cmpd="sng" algn="ctr">
          <a:solidFill>
            <a:schemeClr val="lt1">
              <a:hueOff val="0"/>
              <a:satOff val="0"/>
              <a:lumOff val="0"/>
              <a:alphaOff val="0"/>
            </a:schemeClr>
          </a:solidFill>
          <a:prstDash val="solid"/>
        </a:ln>
        <a:effectLst/>
      </dsp:spPr>
      <dsp:style>
        <a:lnRef idx="3">
          <a:scrgbClr r="0" g="0" b="0"/>
        </a:lnRef>
        <a:fillRef idx="1">
          <a:scrgbClr r="0" g="0" b="0"/>
        </a:fillRef>
        <a:effectRef idx="1">
          <a:scrgbClr r="0" g="0" b="0"/>
        </a:effectRef>
        <a:fontRef idx="minor">
          <a:schemeClr val="lt1"/>
        </a:fontRef>
      </dsp:style>
      <dsp:txBody>
        <a:bodyPr spcFirstLastPara="0" vert="horz" wrap="square" lIns="6985" tIns="6985" rIns="6985" bIns="6985" numCol="1" spcCol="1270" anchor="ctr" anchorCtr="0">
          <a:noAutofit/>
        </a:bodyPr>
        <a:lstStyle/>
        <a:p>
          <a:pPr marL="0" lvl="0" indent="0" algn="ctr" defTabSz="466725">
            <a:lnSpc>
              <a:spcPct val="90000"/>
            </a:lnSpc>
            <a:spcBef>
              <a:spcPct val="0"/>
            </a:spcBef>
            <a:spcAft>
              <a:spcPct val="35000"/>
            </a:spcAft>
            <a:buNone/>
          </a:pPr>
          <a:r>
            <a:rPr lang="tr-TR" sz="1050" kern="1200"/>
            <a:t>Doğu Bölgesi</a:t>
          </a:r>
        </a:p>
        <a:p>
          <a:pPr marL="0" lvl="0" indent="0" algn="ctr" defTabSz="466725">
            <a:lnSpc>
              <a:spcPct val="90000"/>
            </a:lnSpc>
            <a:spcBef>
              <a:spcPct val="0"/>
            </a:spcBef>
            <a:spcAft>
              <a:spcPct val="35000"/>
            </a:spcAft>
            <a:buNone/>
          </a:pPr>
          <a:r>
            <a:rPr lang="tr-TR" sz="1050" kern="1200"/>
            <a:t>Erzurum</a:t>
          </a:r>
        </a:p>
        <a:p>
          <a:pPr marL="0" lvl="0" indent="0" algn="ctr" defTabSz="466725">
            <a:lnSpc>
              <a:spcPct val="90000"/>
            </a:lnSpc>
            <a:spcBef>
              <a:spcPct val="0"/>
            </a:spcBef>
            <a:spcAft>
              <a:spcPct val="35000"/>
            </a:spcAft>
            <a:buNone/>
          </a:pPr>
          <a:r>
            <a:rPr lang="tr-TR" sz="1050" kern="1200"/>
            <a:t>Malatya</a:t>
          </a:r>
        </a:p>
        <a:p>
          <a:pPr marL="0" lvl="0" indent="0" algn="ctr" defTabSz="466725">
            <a:lnSpc>
              <a:spcPct val="90000"/>
            </a:lnSpc>
            <a:spcBef>
              <a:spcPct val="0"/>
            </a:spcBef>
            <a:spcAft>
              <a:spcPct val="35000"/>
            </a:spcAft>
            <a:buNone/>
          </a:pPr>
          <a:r>
            <a:rPr lang="tr-TR" sz="1050" kern="1200"/>
            <a:t>Kars</a:t>
          </a:r>
        </a:p>
      </dsp:txBody>
      <dsp:txXfrm>
        <a:off x="5865208" y="1670140"/>
        <a:ext cx="2351021" cy="1175510"/>
      </dsp:txXfrm>
    </dsp:sp>
  </dsp:spTree>
</dsp:drawing>
</file>

<file path=ppt/diagrams/drawing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34D730D0-55B5-684A-BEA6-06065368A86E}">
      <dsp:nvSpPr>
        <dsp:cNvPr id="0" name=""/>
        <dsp:cNvSpPr/>
      </dsp:nvSpPr>
      <dsp:spPr>
        <a:xfrm>
          <a:off x="2733039" y="1566176"/>
          <a:ext cx="1495648" cy="519150"/>
        </a:xfrm>
        <a:custGeom>
          <a:avLst/>
          <a:gdLst/>
          <a:ahLst/>
          <a:cxnLst/>
          <a:rect l="0" t="0" r="0" b="0"/>
          <a:pathLst>
            <a:path>
              <a:moveTo>
                <a:pt x="0" y="0"/>
              </a:moveTo>
              <a:lnTo>
                <a:pt x="0" y="259575"/>
              </a:lnTo>
              <a:lnTo>
                <a:pt x="1495648" y="259575"/>
              </a:lnTo>
              <a:lnTo>
                <a:pt x="1495648" y="519150"/>
              </a:lnTo>
            </a:path>
          </a:pathLst>
        </a:custGeom>
        <a:noFill/>
        <a:ln w="12700" cap="flat" cmpd="sng" algn="ctr">
          <a:solidFill>
            <a:schemeClr val="accent1">
              <a:shade val="60000"/>
              <a:hueOff val="0"/>
              <a:satOff val="0"/>
              <a:lumOff val="0"/>
              <a:alphaOff val="0"/>
            </a:schemeClr>
          </a:solidFill>
          <a:prstDash val="solid"/>
        </a:ln>
        <a:effectLst/>
        <a:sp3d z="-40000" prstMaterial="matte"/>
      </dsp:spPr>
      <dsp:style>
        <a:lnRef idx="2">
          <a:scrgbClr r="0" g="0" b="0"/>
        </a:lnRef>
        <a:fillRef idx="0">
          <a:scrgbClr r="0" g="0" b="0"/>
        </a:fillRef>
        <a:effectRef idx="0">
          <a:scrgbClr r="0" g="0" b="0"/>
        </a:effectRef>
        <a:fontRef idx="minor"/>
      </dsp:style>
    </dsp:sp>
    <dsp:sp modelId="{680D3FD3-A065-C042-B6CC-5E7A01D54806}">
      <dsp:nvSpPr>
        <dsp:cNvPr id="0" name=""/>
        <dsp:cNvSpPr/>
      </dsp:nvSpPr>
      <dsp:spPr>
        <a:xfrm>
          <a:off x="1237391" y="1566176"/>
          <a:ext cx="1495648" cy="519150"/>
        </a:xfrm>
        <a:custGeom>
          <a:avLst/>
          <a:gdLst/>
          <a:ahLst/>
          <a:cxnLst/>
          <a:rect l="0" t="0" r="0" b="0"/>
          <a:pathLst>
            <a:path>
              <a:moveTo>
                <a:pt x="1495648" y="0"/>
              </a:moveTo>
              <a:lnTo>
                <a:pt x="1495648" y="259575"/>
              </a:lnTo>
              <a:lnTo>
                <a:pt x="0" y="259575"/>
              </a:lnTo>
              <a:lnTo>
                <a:pt x="0" y="519150"/>
              </a:lnTo>
            </a:path>
          </a:pathLst>
        </a:custGeom>
        <a:noFill/>
        <a:ln w="12700" cap="flat" cmpd="sng" algn="ctr">
          <a:solidFill>
            <a:schemeClr val="accent1">
              <a:shade val="60000"/>
              <a:hueOff val="0"/>
              <a:satOff val="0"/>
              <a:lumOff val="0"/>
              <a:alphaOff val="0"/>
            </a:schemeClr>
          </a:solidFill>
          <a:prstDash val="solid"/>
        </a:ln>
        <a:effectLst/>
        <a:sp3d z="-40000" prstMaterial="matte"/>
      </dsp:spPr>
      <dsp:style>
        <a:lnRef idx="2">
          <a:scrgbClr r="0" g="0" b="0"/>
        </a:lnRef>
        <a:fillRef idx="0">
          <a:scrgbClr r="0" g="0" b="0"/>
        </a:fillRef>
        <a:effectRef idx="0">
          <a:scrgbClr r="0" g="0" b="0"/>
        </a:effectRef>
        <a:fontRef idx="minor"/>
      </dsp:style>
    </dsp:sp>
    <dsp:sp modelId="{01A1FC84-FBA7-0749-9BD2-549DB760EEA7}">
      <dsp:nvSpPr>
        <dsp:cNvPr id="0" name=""/>
        <dsp:cNvSpPr/>
      </dsp:nvSpPr>
      <dsp:spPr>
        <a:xfrm>
          <a:off x="1496966" y="330103"/>
          <a:ext cx="2472146" cy="1236073"/>
        </a:xfrm>
        <a:prstGeom prst="rect">
          <a:avLst/>
        </a:prstGeom>
        <a:solidFill>
          <a:schemeClr val="accent1">
            <a:hueOff val="0"/>
            <a:satOff val="0"/>
            <a:lumOff val="0"/>
            <a:alphaOff val="0"/>
          </a:schemeClr>
        </a:solidFill>
        <a:ln>
          <a:noFill/>
        </a:ln>
        <a:effectLst/>
        <a:scene3d>
          <a:camera prst="orthographicFront"/>
          <a:lightRig rig="chilly" dir="t"/>
        </a:scene3d>
        <a:sp3d prstMaterial="translucentPowder">
          <a:bevelT w="127000" h="25400" prst="softRound"/>
        </a:sp3d>
      </dsp:spPr>
      <dsp:style>
        <a:lnRef idx="0">
          <a:scrgbClr r="0" g="0" b="0"/>
        </a:lnRef>
        <a:fillRef idx="1">
          <a:scrgbClr r="0" g="0" b="0"/>
        </a:fillRef>
        <a:effectRef idx="0">
          <a:scrgbClr r="0" g="0" b="0"/>
        </a:effectRef>
        <a:fontRef idx="minor">
          <a:schemeClr val="lt1"/>
        </a:fontRef>
      </dsp:style>
      <dsp:txBody>
        <a:bodyPr spcFirstLastPara="0" vert="horz" wrap="square" lIns="13970" tIns="13970" rIns="13970" bIns="13970" numCol="1" spcCol="1270" anchor="ctr" anchorCtr="0">
          <a:noAutofit/>
        </a:bodyPr>
        <a:lstStyle/>
        <a:p>
          <a:pPr marL="0" lvl="0" indent="0" algn="ctr" defTabSz="977900">
            <a:lnSpc>
              <a:spcPct val="90000"/>
            </a:lnSpc>
            <a:spcBef>
              <a:spcPct val="0"/>
            </a:spcBef>
            <a:spcAft>
              <a:spcPct val="35000"/>
            </a:spcAft>
            <a:buNone/>
          </a:pPr>
          <a:r>
            <a:rPr lang="tr-TR" sz="2200" kern="1200" dirty="0"/>
            <a:t>Genel Müdür</a:t>
          </a:r>
        </a:p>
      </dsp:txBody>
      <dsp:txXfrm>
        <a:off x="1496966" y="330103"/>
        <a:ext cx="2472146" cy="1236073"/>
      </dsp:txXfrm>
    </dsp:sp>
    <dsp:sp modelId="{4A4786D2-98BC-764D-87E1-3AE31303895C}">
      <dsp:nvSpPr>
        <dsp:cNvPr id="0" name=""/>
        <dsp:cNvSpPr/>
      </dsp:nvSpPr>
      <dsp:spPr>
        <a:xfrm>
          <a:off x="1317" y="2085327"/>
          <a:ext cx="2472146" cy="1236073"/>
        </a:xfrm>
        <a:prstGeom prst="rect">
          <a:avLst/>
        </a:prstGeom>
        <a:solidFill>
          <a:schemeClr val="accent1">
            <a:hueOff val="0"/>
            <a:satOff val="0"/>
            <a:lumOff val="0"/>
            <a:alphaOff val="0"/>
          </a:schemeClr>
        </a:solidFill>
        <a:ln>
          <a:noFill/>
        </a:ln>
        <a:effectLst/>
        <a:scene3d>
          <a:camera prst="orthographicFront"/>
          <a:lightRig rig="chilly" dir="t"/>
        </a:scene3d>
        <a:sp3d prstMaterial="translucentPowder">
          <a:bevelT w="127000" h="25400" prst="softRound"/>
        </a:sp3d>
      </dsp:spPr>
      <dsp:style>
        <a:lnRef idx="0">
          <a:scrgbClr r="0" g="0" b="0"/>
        </a:lnRef>
        <a:fillRef idx="1">
          <a:scrgbClr r="0" g="0" b="0"/>
        </a:fillRef>
        <a:effectRef idx="0">
          <a:scrgbClr r="0" g="0" b="0"/>
        </a:effectRef>
        <a:fontRef idx="minor">
          <a:schemeClr val="lt1"/>
        </a:fontRef>
      </dsp:style>
      <dsp:txBody>
        <a:bodyPr spcFirstLastPara="0" vert="horz" wrap="square" lIns="13970" tIns="13970" rIns="13970" bIns="13970" numCol="1" spcCol="1270" anchor="ctr" anchorCtr="0">
          <a:noAutofit/>
        </a:bodyPr>
        <a:lstStyle/>
        <a:p>
          <a:pPr marL="0" lvl="0" indent="0" algn="ctr" defTabSz="977900">
            <a:lnSpc>
              <a:spcPct val="90000"/>
            </a:lnSpc>
            <a:spcBef>
              <a:spcPct val="0"/>
            </a:spcBef>
            <a:spcAft>
              <a:spcPct val="35000"/>
            </a:spcAft>
            <a:buNone/>
          </a:pPr>
          <a:r>
            <a:rPr lang="tr-TR" sz="2200" kern="1200" dirty="0"/>
            <a:t>İplik Mamulleri Bölümü</a:t>
          </a:r>
        </a:p>
      </dsp:txBody>
      <dsp:txXfrm>
        <a:off x="1317" y="2085327"/>
        <a:ext cx="2472146" cy="1236073"/>
      </dsp:txXfrm>
    </dsp:sp>
    <dsp:sp modelId="{E2F4E70B-3CD3-1143-AF97-13267B19AA19}">
      <dsp:nvSpPr>
        <dsp:cNvPr id="0" name=""/>
        <dsp:cNvSpPr/>
      </dsp:nvSpPr>
      <dsp:spPr>
        <a:xfrm>
          <a:off x="2992615" y="2085327"/>
          <a:ext cx="2472146" cy="1236073"/>
        </a:xfrm>
        <a:prstGeom prst="rect">
          <a:avLst/>
        </a:prstGeom>
        <a:solidFill>
          <a:schemeClr val="accent1">
            <a:hueOff val="0"/>
            <a:satOff val="0"/>
            <a:lumOff val="0"/>
            <a:alphaOff val="0"/>
          </a:schemeClr>
        </a:solidFill>
        <a:ln>
          <a:noFill/>
        </a:ln>
        <a:effectLst/>
        <a:scene3d>
          <a:camera prst="orthographicFront"/>
          <a:lightRig rig="chilly" dir="t"/>
        </a:scene3d>
        <a:sp3d prstMaterial="translucentPowder">
          <a:bevelT w="127000" h="25400" prst="softRound"/>
        </a:sp3d>
      </dsp:spPr>
      <dsp:style>
        <a:lnRef idx="0">
          <a:scrgbClr r="0" g="0" b="0"/>
        </a:lnRef>
        <a:fillRef idx="1">
          <a:scrgbClr r="0" g="0" b="0"/>
        </a:fillRef>
        <a:effectRef idx="0">
          <a:scrgbClr r="0" g="0" b="0"/>
        </a:effectRef>
        <a:fontRef idx="minor">
          <a:schemeClr val="lt1"/>
        </a:fontRef>
      </dsp:style>
      <dsp:txBody>
        <a:bodyPr spcFirstLastPara="0" vert="horz" wrap="square" lIns="13970" tIns="13970" rIns="13970" bIns="13970" numCol="1" spcCol="1270" anchor="ctr" anchorCtr="0">
          <a:noAutofit/>
        </a:bodyPr>
        <a:lstStyle/>
        <a:p>
          <a:pPr marL="0" lvl="0" indent="0" algn="ctr" defTabSz="977900">
            <a:lnSpc>
              <a:spcPct val="90000"/>
            </a:lnSpc>
            <a:spcBef>
              <a:spcPct val="0"/>
            </a:spcBef>
            <a:spcAft>
              <a:spcPct val="35000"/>
            </a:spcAft>
            <a:buNone/>
          </a:pPr>
          <a:r>
            <a:rPr lang="tr-TR" sz="2200" kern="1200" dirty="0"/>
            <a:t>Kumaş Mamulleri Bölümü</a:t>
          </a:r>
        </a:p>
      </dsp:txBody>
      <dsp:txXfrm>
        <a:off x="2992615" y="2085327"/>
        <a:ext cx="2472146" cy="1236073"/>
      </dsp:txXfrm>
    </dsp:sp>
  </dsp:spTree>
</dsp:drawing>
</file>

<file path=ppt/diagrams/drawing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57DB4618-A670-DC40-A3D4-51CB1176E68C}">
      <dsp:nvSpPr>
        <dsp:cNvPr id="0" name=""/>
        <dsp:cNvSpPr/>
      </dsp:nvSpPr>
      <dsp:spPr>
        <a:xfrm>
          <a:off x="3581400" y="2332204"/>
          <a:ext cx="2804974" cy="324542"/>
        </a:xfrm>
        <a:custGeom>
          <a:avLst/>
          <a:gdLst/>
          <a:ahLst/>
          <a:cxnLst/>
          <a:rect l="0" t="0" r="0" b="0"/>
          <a:pathLst>
            <a:path>
              <a:moveTo>
                <a:pt x="0" y="0"/>
              </a:moveTo>
              <a:lnTo>
                <a:pt x="0" y="162271"/>
              </a:lnTo>
              <a:lnTo>
                <a:pt x="2804974" y="162271"/>
              </a:lnTo>
              <a:lnTo>
                <a:pt x="2804974" y="324542"/>
              </a:lnTo>
            </a:path>
          </a:pathLst>
        </a:custGeom>
        <a:noFill/>
        <a:ln w="12700" cap="flat" cmpd="sng" algn="ctr">
          <a:solidFill>
            <a:schemeClr val="accent1">
              <a:shade val="60000"/>
              <a:hueOff val="0"/>
              <a:satOff val="0"/>
              <a:lumOff val="0"/>
              <a:alphaOff val="0"/>
            </a:schemeClr>
          </a:solidFill>
          <a:prstDash val="solid"/>
        </a:ln>
        <a:effectLst/>
        <a:sp3d z="-40000" prstMaterial="matte"/>
      </dsp:spPr>
      <dsp:style>
        <a:lnRef idx="2">
          <a:scrgbClr r="0" g="0" b="0"/>
        </a:lnRef>
        <a:fillRef idx="0">
          <a:scrgbClr r="0" g="0" b="0"/>
        </a:fillRef>
        <a:effectRef idx="0">
          <a:scrgbClr r="0" g="0" b="0"/>
        </a:effectRef>
        <a:fontRef idx="minor"/>
      </dsp:style>
    </dsp:sp>
    <dsp:sp modelId="{86B4A6F1-CAB5-DA4B-A9C6-0204B3214A51}">
      <dsp:nvSpPr>
        <dsp:cNvPr id="0" name=""/>
        <dsp:cNvSpPr/>
      </dsp:nvSpPr>
      <dsp:spPr>
        <a:xfrm>
          <a:off x="3581400" y="2332204"/>
          <a:ext cx="934991" cy="324542"/>
        </a:xfrm>
        <a:custGeom>
          <a:avLst/>
          <a:gdLst/>
          <a:ahLst/>
          <a:cxnLst/>
          <a:rect l="0" t="0" r="0" b="0"/>
          <a:pathLst>
            <a:path>
              <a:moveTo>
                <a:pt x="0" y="0"/>
              </a:moveTo>
              <a:lnTo>
                <a:pt x="0" y="162271"/>
              </a:lnTo>
              <a:lnTo>
                <a:pt x="934991" y="162271"/>
              </a:lnTo>
              <a:lnTo>
                <a:pt x="934991" y="324542"/>
              </a:lnTo>
            </a:path>
          </a:pathLst>
        </a:custGeom>
        <a:noFill/>
        <a:ln w="12700" cap="flat" cmpd="sng" algn="ctr">
          <a:solidFill>
            <a:schemeClr val="accent1">
              <a:shade val="60000"/>
              <a:hueOff val="0"/>
              <a:satOff val="0"/>
              <a:lumOff val="0"/>
              <a:alphaOff val="0"/>
            </a:schemeClr>
          </a:solidFill>
          <a:prstDash val="solid"/>
        </a:ln>
        <a:effectLst/>
        <a:sp3d z="-40000" prstMaterial="matte"/>
      </dsp:spPr>
      <dsp:style>
        <a:lnRef idx="2">
          <a:scrgbClr r="0" g="0" b="0"/>
        </a:lnRef>
        <a:fillRef idx="0">
          <a:scrgbClr r="0" g="0" b="0"/>
        </a:fillRef>
        <a:effectRef idx="0">
          <a:scrgbClr r="0" g="0" b="0"/>
        </a:effectRef>
        <a:fontRef idx="minor"/>
      </dsp:style>
    </dsp:sp>
    <dsp:sp modelId="{34D730D0-55B5-684A-BEA6-06065368A86E}">
      <dsp:nvSpPr>
        <dsp:cNvPr id="0" name=""/>
        <dsp:cNvSpPr/>
      </dsp:nvSpPr>
      <dsp:spPr>
        <a:xfrm>
          <a:off x="2646408" y="2332204"/>
          <a:ext cx="934991" cy="324542"/>
        </a:xfrm>
        <a:custGeom>
          <a:avLst/>
          <a:gdLst/>
          <a:ahLst/>
          <a:cxnLst/>
          <a:rect l="0" t="0" r="0" b="0"/>
          <a:pathLst>
            <a:path>
              <a:moveTo>
                <a:pt x="934991" y="0"/>
              </a:moveTo>
              <a:lnTo>
                <a:pt x="934991" y="162271"/>
              </a:lnTo>
              <a:lnTo>
                <a:pt x="0" y="162271"/>
              </a:lnTo>
              <a:lnTo>
                <a:pt x="0" y="324542"/>
              </a:lnTo>
            </a:path>
          </a:pathLst>
        </a:custGeom>
        <a:noFill/>
        <a:ln w="12700" cap="flat" cmpd="sng" algn="ctr">
          <a:solidFill>
            <a:schemeClr val="accent1">
              <a:shade val="60000"/>
              <a:hueOff val="0"/>
              <a:satOff val="0"/>
              <a:lumOff val="0"/>
              <a:alphaOff val="0"/>
            </a:schemeClr>
          </a:solidFill>
          <a:prstDash val="solid"/>
        </a:ln>
        <a:effectLst/>
        <a:sp3d z="-40000" prstMaterial="matte"/>
      </dsp:spPr>
      <dsp:style>
        <a:lnRef idx="2">
          <a:scrgbClr r="0" g="0" b="0"/>
        </a:lnRef>
        <a:fillRef idx="0">
          <a:scrgbClr r="0" g="0" b="0"/>
        </a:fillRef>
        <a:effectRef idx="0">
          <a:scrgbClr r="0" g="0" b="0"/>
        </a:effectRef>
        <a:fontRef idx="minor"/>
      </dsp:style>
    </dsp:sp>
    <dsp:sp modelId="{680D3FD3-A065-C042-B6CC-5E7A01D54806}">
      <dsp:nvSpPr>
        <dsp:cNvPr id="0" name=""/>
        <dsp:cNvSpPr/>
      </dsp:nvSpPr>
      <dsp:spPr>
        <a:xfrm>
          <a:off x="776425" y="2332204"/>
          <a:ext cx="2804974" cy="324542"/>
        </a:xfrm>
        <a:custGeom>
          <a:avLst/>
          <a:gdLst/>
          <a:ahLst/>
          <a:cxnLst/>
          <a:rect l="0" t="0" r="0" b="0"/>
          <a:pathLst>
            <a:path>
              <a:moveTo>
                <a:pt x="2804974" y="0"/>
              </a:moveTo>
              <a:lnTo>
                <a:pt x="2804974" y="162271"/>
              </a:lnTo>
              <a:lnTo>
                <a:pt x="0" y="162271"/>
              </a:lnTo>
              <a:lnTo>
                <a:pt x="0" y="324542"/>
              </a:lnTo>
            </a:path>
          </a:pathLst>
        </a:custGeom>
        <a:noFill/>
        <a:ln w="12700" cap="flat" cmpd="sng" algn="ctr">
          <a:solidFill>
            <a:schemeClr val="accent1">
              <a:shade val="60000"/>
              <a:hueOff val="0"/>
              <a:satOff val="0"/>
              <a:lumOff val="0"/>
              <a:alphaOff val="0"/>
            </a:schemeClr>
          </a:solidFill>
          <a:prstDash val="solid"/>
        </a:ln>
        <a:effectLst/>
        <a:sp3d z="-40000" prstMaterial="matte"/>
      </dsp:spPr>
      <dsp:style>
        <a:lnRef idx="2">
          <a:scrgbClr r="0" g="0" b="0"/>
        </a:lnRef>
        <a:fillRef idx="0">
          <a:scrgbClr r="0" g="0" b="0"/>
        </a:fillRef>
        <a:effectRef idx="0">
          <a:scrgbClr r="0" g="0" b="0"/>
        </a:effectRef>
        <a:fontRef idx="minor"/>
      </dsp:style>
    </dsp:sp>
    <dsp:sp modelId="{01A1FC84-FBA7-0749-9BD2-549DB760EEA7}">
      <dsp:nvSpPr>
        <dsp:cNvPr id="0" name=""/>
        <dsp:cNvSpPr/>
      </dsp:nvSpPr>
      <dsp:spPr>
        <a:xfrm>
          <a:off x="2808679" y="1559484"/>
          <a:ext cx="1545440" cy="772720"/>
        </a:xfrm>
        <a:prstGeom prst="rect">
          <a:avLst/>
        </a:prstGeom>
        <a:solidFill>
          <a:schemeClr val="accent1">
            <a:hueOff val="0"/>
            <a:satOff val="0"/>
            <a:lumOff val="0"/>
            <a:alphaOff val="0"/>
          </a:schemeClr>
        </a:solidFill>
        <a:ln>
          <a:noFill/>
        </a:ln>
        <a:effectLst/>
        <a:scene3d>
          <a:camera prst="orthographicFront"/>
          <a:lightRig rig="chilly" dir="t"/>
        </a:scene3d>
        <a:sp3d prstMaterial="translucentPowder">
          <a:bevelT w="127000" h="25400" prst="softRound"/>
        </a:sp3d>
      </dsp:spPr>
      <dsp:style>
        <a:lnRef idx="0">
          <a:scrgbClr r="0" g="0" b="0"/>
        </a:lnRef>
        <a:fillRef idx="1">
          <a:scrgbClr r="0" g="0" b="0"/>
        </a:fillRef>
        <a:effectRef idx="0">
          <a:scrgbClr r="0" g="0" b="0"/>
        </a:effectRef>
        <a:fontRef idx="minor">
          <a:schemeClr val="lt1"/>
        </a:fontRef>
      </dsp:style>
      <dsp:txBody>
        <a:bodyPr spcFirstLastPara="0" vert="horz" wrap="square" lIns="10160" tIns="10160" rIns="10160" bIns="10160" numCol="1" spcCol="1270" anchor="ctr" anchorCtr="0">
          <a:noAutofit/>
        </a:bodyPr>
        <a:lstStyle/>
        <a:p>
          <a:pPr marL="0" lvl="0" indent="0" algn="ctr" defTabSz="711200">
            <a:lnSpc>
              <a:spcPct val="90000"/>
            </a:lnSpc>
            <a:spcBef>
              <a:spcPct val="0"/>
            </a:spcBef>
            <a:spcAft>
              <a:spcPct val="35000"/>
            </a:spcAft>
            <a:buNone/>
          </a:pPr>
          <a:r>
            <a:rPr lang="tr-TR" sz="1600" kern="1200" dirty="0"/>
            <a:t>Genel Müdür</a:t>
          </a:r>
        </a:p>
      </dsp:txBody>
      <dsp:txXfrm>
        <a:off x="2808679" y="1559484"/>
        <a:ext cx="1545440" cy="772720"/>
      </dsp:txXfrm>
    </dsp:sp>
    <dsp:sp modelId="{4A4786D2-98BC-764D-87E1-3AE31303895C}">
      <dsp:nvSpPr>
        <dsp:cNvPr id="0" name=""/>
        <dsp:cNvSpPr/>
      </dsp:nvSpPr>
      <dsp:spPr>
        <a:xfrm>
          <a:off x="3705" y="2656747"/>
          <a:ext cx="1545440" cy="772720"/>
        </a:xfrm>
        <a:prstGeom prst="rect">
          <a:avLst/>
        </a:prstGeom>
        <a:solidFill>
          <a:schemeClr val="accent1">
            <a:hueOff val="0"/>
            <a:satOff val="0"/>
            <a:lumOff val="0"/>
            <a:alphaOff val="0"/>
          </a:schemeClr>
        </a:solidFill>
        <a:ln>
          <a:noFill/>
        </a:ln>
        <a:effectLst/>
        <a:scene3d>
          <a:camera prst="orthographicFront"/>
          <a:lightRig rig="chilly" dir="t"/>
        </a:scene3d>
        <a:sp3d prstMaterial="translucentPowder">
          <a:bevelT w="127000" h="25400" prst="softRound"/>
        </a:sp3d>
      </dsp:spPr>
      <dsp:style>
        <a:lnRef idx="0">
          <a:scrgbClr r="0" g="0" b="0"/>
        </a:lnRef>
        <a:fillRef idx="1">
          <a:scrgbClr r="0" g="0" b="0"/>
        </a:fillRef>
        <a:effectRef idx="0">
          <a:scrgbClr r="0" g="0" b="0"/>
        </a:effectRef>
        <a:fontRef idx="minor">
          <a:schemeClr val="lt1"/>
        </a:fontRef>
      </dsp:style>
      <dsp:txBody>
        <a:bodyPr spcFirstLastPara="0" vert="horz" wrap="square" lIns="10160" tIns="10160" rIns="10160" bIns="10160" numCol="1" spcCol="1270" anchor="ctr" anchorCtr="0">
          <a:noAutofit/>
        </a:bodyPr>
        <a:lstStyle/>
        <a:p>
          <a:pPr marL="0" lvl="0" indent="0" algn="ctr" defTabSz="711200">
            <a:lnSpc>
              <a:spcPct val="90000"/>
            </a:lnSpc>
            <a:spcBef>
              <a:spcPct val="0"/>
            </a:spcBef>
            <a:spcAft>
              <a:spcPct val="35000"/>
            </a:spcAft>
            <a:buNone/>
          </a:pPr>
          <a:r>
            <a:rPr lang="tr-TR" sz="1600" kern="1200" dirty="0"/>
            <a:t>Bireysel Bankacılık</a:t>
          </a:r>
        </a:p>
      </dsp:txBody>
      <dsp:txXfrm>
        <a:off x="3705" y="2656747"/>
        <a:ext cx="1545440" cy="772720"/>
      </dsp:txXfrm>
    </dsp:sp>
    <dsp:sp modelId="{E2F4E70B-3CD3-1143-AF97-13267B19AA19}">
      <dsp:nvSpPr>
        <dsp:cNvPr id="0" name=""/>
        <dsp:cNvSpPr/>
      </dsp:nvSpPr>
      <dsp:spPr>
        <a:xfrm>
          <a:off x="1873688" y="2656747"/>
          <a:ext cx="1545440" cy="772720"/>
        </a:xfrm>
        <a:prstGeom prst="rect">
          <a:avLst/>
        </a:prstGeom>
        <a:solidFill>
          <a:schemeClr val="accent1">
            <a:hueOff val="0"/>
            <a:satOff val="0"/>
            <a:lumOff val="0"/>
            <a:alphaOff val="0"/>
          </a:schemeClr>
        </a:solidFill>
        <a:ln>
          <a:noFill/>
        </a:ln>
        <a:effectLst/>
        <a:scene3d>
          <a:camera prst="orthographicFront"/>
          <a:lightRig rig="chilly" dir="t"/>
        </a:scene3d>
        <a:sp3d prstMaterial="translucentPowder">
          <a:bevelT w="127000" h="25400" prst="softRound"/>
        </a:sp3d>
      </dsp:spPr>
      <dsp:style>
        <a:lnRef idx="0">
          <a:scrgbClr r="0" g="0" b="0"/>
        </a:lnRef>
        <a:fillRef idx="1">
          <a:scrgbClr r="0" g="0" b="0"/>
        </a:fillRef>
        <a:effectRef idx="0">
          <a:scrgbClr r="0" g="0" b="0"/>
        </a:effectRef>
        <a:fontRef idx="minor">
          <a:schemeClr val="lt1"/>
        </a:fontRef>
      </dsp:style>
      <dsp:txBody>
        <a:bodyPr spcFirstLastPara="0" vert="horz" wrap="square" lIns="10160" tIns="10160" rIns="10160" bIns="10160" numCol="1" spcCol="1270" anchor="ctr" anchorCtr="0">
          <a:noAutofit/>
        </a:bodyPr>
        <a:lstStyle/>
        <a:p>
          <a:pPr marL="0" lvl="0" indent="0" algn="ctr" defTabSz="711200">
            <a:lnSpc>
              <a:spcPct val="90000"/>
            </a:lnSpc>
            <a:spcBef>
              <a:spcPct val="0"/>
            </a:spcBef>
            <a:spcAft>
              <a:spcPct val="35000"/>
            </a:spcAft>
            <a:buNone/>
          </a:pPr>
          <a:r>
            <a:rPr lang="tr-TR" sz="1600" kern="1200" dirty="0"/>
            <a:t>Ticari Bankacılık</a:t>
          </a:r>
        </a:p>
      </dsp:txBody>
      <dsp:txXfrm>
        <a:off x="1873688" y="2656747"/>
        <a:ext cx="1545440" cy="772720"/>
      </dsp:txXfrm>
    </dsp:sp>
    <dsp:sp modelId="{C4349BF6-B320-B344-89AA-73B590B34274}">
      <dsp:nvSpPr>
        <dsp:cNvPr id="0" name=""/>
        <dsp:cNvSpPr/>
      </dsp:nvSpPr>
      <dsp:spPr>
        <a:xfrm>
          <a:off x="3743671" y="2656747"/>
          <a:ext cx="1545440" cy="772720"/>
        </a:xfrm>
        <a:prstGeom prst="rect">
          <a:avLst/>
        </a:prstGeom>
        <a:solidFill>
          <a:schemeClr val="accent1">
            <a:hueOff val="0"/>
            <a:satOff val="0"/>
            <a:lumOff val="0"/>
            <a:alphaOff val="0"/>
          </a:schemeClr>
        </a:solidFill>
        <a:ln>
          <a:noFill/>
        </a:ln>
        <a:effectLst/>
        <a:scene3d>
          <a:camera prst="orthographicFront"/>
          <a:lightRig rig="chilly" dir="t"/>
        </a:scene3d>
        <a:sp3d prstMaterial="translucentPowder">
          <a:bevelT w="127000" h="25400" prst="softRound"/>
        </a:sp3d>
      </dsp:spPr>
      <dsp:style>
        <a:lnRef idx="0">
          <a:scrgbClr r="0" g="0" b="0"/>
        </a:lnRef>
        <a:fillRef idx="1">
          <a:scrgbClr r="0" g="0" b="0"/>
        </a:fillRef>
        <a:effectRef idx="0">
          <a:scrgbClr r="0" g="0" b="0"/>
        </a:effectRef>
        <a:fontRef idx="minor">
          <a:schemeClr val="lt1"/>
        </a:fontRef>
      </dsp:style>
      <dsp:txBody>
        <a:bodyPr spcFirstLastPara="0" vert="horz" wrap="square" lIns="10160" tIns="10160" rIns="10160" bIns="10160" numCol="1" spcCol="1270" anchor="ctr" anchorCtr="0">
          <a:noAutofit/>
        </a:bodyPr>
        <a:lstStyle/>
        <a:p>
          <a:pPr marL="0" lvl="0" indent="0" algn="ctr" defTabSz="711200">
            <a:lnSpc>
              <a:spcPct val="90000"/>
            </a:lnSpc>
            <a:spcBef>
              <a:spcPct val="0"/>
            </a:spcBef>
            <a:spcAft>
              <a:spcPct val="35000"/>
            </a:spcAft>
            <a:buNone/>
          </a:pPr>
          <a:r>
            <a:rPr lang="tr-TR" sz="1600" kern="1200" dirty="0"/>
            <a:t>Yatırım Bankacılığı</a:t>
          </a:r>
        </a:p>
      </dsp:txBody>
      <dsp:txXfrm>
        <a:off x="3743671" y="2656747"/>
        <a:ext cx="1545440" cy="772720"/>
      </dsp:txXfrm>
    </dsp:sp>
    <dsp:sp modelId="{385DD209-D41C-8F44-8092-FBC66E6854F3}">
      <dsp:nvSpPr>
        <dsp:cNvPr id="0" name=""/>
        <dsp:cNvSpPr/>
      </dsp:nvSpPr>
      <dsp:spPr>
        <a:xfrm>
          <a:off x="5613654" y="2656747"/>
          <a:ext cx="1545440" cy="772720"/>
        </a:xfrm>
        <a:prstGeom prst="rect">
          <a:avLst/>
        </a:prstGeom>
        <a:solidFill>
          <a:schemeClr val="accent1">
            <a:hueOff val="0"/>
            <a:satOff val="0"/>
            <a:lumOff val="0"/>
            <a:alphaOff val="0"/>
          </a:schemeClr>
        </a:solidFill>
        <a:ln>
          <a:noFill/>
        </a:ln>
        <a:effectLst/>
        <a:scene3d>
          <a:camera prst="orthographicFront"/>
          <a:lightRig rig="chilly" dir="t"/>
        </a:scene3d>
        <a:sp3d prstMaterial="translucentPowder">
          <a:bevelT w="127000" h="25400" prst="softRound"/>
        </a:sp3d>
      </dsp:spPr>
      <dsp:style>
        <a:lnRef idx="0">
          <a:scrgbClr r="0" g="0" b="0"/>
        </a:lnRef>
        <a:fillRef idx="1">
          <a:scrgbClr r="0" g="0" b="0"/>
        </a:fillRef>
        <a:effectRef idx="0">
          <a:scrgbClr r="0" g="0" b="0"/>
        </a:effectRef>
        <a:fontRef idx="minor">
          <a:schemeClr val="lt1"/>
        </a:fontRef>
      </dsp:style>
      <dsp:txBody>
        <a:bodyPr spcFirstLastPara="0" vert="horz" wrap="square" lIns="10160" tIns="10160" rIns="10160" bIns="10160" numCol="1" spcCol="1270" anchor="ctr" anchorCtr="0">
          <a:noAutofit/>
        </a:bodyPr>
        <a:lstStyle/>
        <a:p>
          <a:pPr marL="0" lvl="0" indent="0" algn="ctr" defTabSz="711200">
            <a:lnSpc>
              <a:spcPct val="90000"/>
            </a:lnSpc>
            <a:spcBef>
              <a:spcPct val="0"/>
            </a:spcBef>
            <a:spcAft>
              <a:spcPct val="35000"/>
            </a:spcAft>
            <a:buNone/>
          </a:pPr>
          <a:r>
            <a:rPr lang="tr-TR" sz="1600" kern="1200" dirty="0"/>
            <a:t>Kobi Bankacılığı</a:t>
          </a:r>
        </a:p>
      </dsp:txBody>
      <dsp:txXfrm>
        <a:off x="5613654" y="2656747"/>
        <a:ext cx="1545440" cy="772720"/>
      </dsp:txXfrm>
    </dsp:sp>
  </dsp:spTree>
</dsp:drawing>
</file>

<file path=ppt/diagrams/drawing7.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0D0FDCF-3415-4DF2-8C4D-55DF9679BB31}">
      <dsp:nvSpPr>
        <dsp:cNvPr id="0" name=""/>
        <dsp:cNvSpPr/>
      </dsp:nvSpPr>
      <dsp:spPr>
        <a:xfrm>
          <a:off x="91923" y="1116129"/>
          <a:ext cx="689675" cy="689675"/>
        </a:xfrm>
        <a:prstGeom prst="ellipse">
          <a:avLst/>
        </a:prstGeom>
        <a:solidFill>
          <a:schemeClr val="accent2">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383A3D16-D7D8-47E3-925A-842CEF6399EF}">
      <dsp:nvSpPr>
        <dsp:cNvPr id="0" name=""/>
        <dsp:cNvSpPr/>
      </dsp:nvSpPr>
      <dsp:spPr>
        <a:xfrm>
          <a:off x="236754" y="1260961"/>
          <a:ext cx="400011" cy="400011"/>
        </a:xfrm>
        <a:prstGeom prst="rect">
          <a:avLst/>
        </a:prstGeom>
        <a:blipFill>
          <a:blip xmlns:r="http://schemas.openxmlformats.org/officeDocument/2006/relationships" r:embed="rId1" cstate="screen">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E51476DC-0150-490D-A426-23F0AD086E4D}">
      <dsp:nvSpPr>
        <dsp:cNvPr id="0" name=""/>
        <dsp:cNvSpPr/>
      </dsp:nvSpPr>
      <dsp:spPr>
        <a:xfrm>
          <a:off x="929386" y="1116129"/>
          <a:ext cx="1625664" cy="68967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1066800">
            <a:lnSpc>
              <a:spcPct val="100000"/>
            </a:lnSpc>
            <a:spcBef>
              <a:spcPct val="0"/>
            </a:spcBef>
            <a:spcAft>
              <a:spcPct val="35000"/>
            </a:spcAft>
            <a:buNone/>
          </a:pPr>
          <a:r>
            <a:rPr lang="tr-TR" sz="2400" kern="1200"/>
            <a:t>1) Güç</a:t>
          </a:r>
          <a:endParaRPr lang="en-US" sz="2400" kern="1200"/>
        </a:p>
      </dsp:txBody>
      <dsp:txXfrm>
        <a:off x="929386" y="1116129"/>
        <a:ext cx="1625664" cy="689675"/>
      </dsp:txXfrm>
    </dsp:sp>
    <dsp:sp modelId="{505F903F-583A-4BFB-8697-149E48F43815}">
      <dsp:nvSpPr>
        <dsp:cNvPr id="0" name=""/>
        <dsp:cNvSpPr/>
      </dsp:nvSpPr>
      <dsp:spPr>
        <a:xfrm>
          <a:off x="2838310" y="1116129"/>
          <a:ext cx="689675" cy="689675"/>
        </a:xfrm>
        <a:prstGeom prst="ellipse">
          <a:avLst/>
        </a:prstGeom>
        <a:solidFill>
          <a:schemeClr val="accent3">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80762624-A974-4FB2-8FC5-2FAC16E6E129}">
      <dsp:nvSpPr>
        <dsp:cNvPr id="0" name=""/>
        <dsp:cNvSpPr/>
      </dsp:nvSpPr>
      <dsp:spPr>
        <a:xfrm>
          <a:off x="2983142" y="1260961"/>
          <a:ext cx="400011" cy="400011"/>
        </a:xfrm>
        <a:prstGeom prst="rect">
          <a:avLst/>
        </a:prstGeom>
        <a:blipFill>
          <a:blip xmlns:r="http://schemas.openxmlformats.org/officeDocument/2006/relationships" r:embed="rId3" cstate="screen">
            <a:extLst>
              <a:ext uri="{28A0092B-C50C-407E-A947-70E740481C1C}">
                <a14:useLocalDpi xmlns:a14="http://schemas.microsoft.com/office/drawing/2010/main"/>
              </a:ext>
              <a:ext uri="{96DAC541-7B7A-43D3-8B79-37D633B846F1}">
                <asvg:svgBlip xmlns:asvg="http://schemas.microsoft.com/office/drawing/2016/SVG/main" r:embed="rId4"/>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6DA7DE54-E804-4BDB-9FF8-AB873BFE7C65}">
      <dsp:nvSpPr>
        <dsp:cNvPr id="0" name=""/>
        <dsp:cNvSpPr/>
      </dsp:nvSpPr>
      <dsp:spPr>
        <a:xfrm>
          <a:off x="3675773" y="1116129"/>
          <a:ext cx="1625664" cy="68967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1066800">
            <a:lnSpc>
              <a:spcPct val="100000"/>
            </a:lnSpc>
            <a:spcBef>
              <a:spcPct val="0"/>
            </a:spcBef>
            <a:spcAft>
              <a:spcPct val="35000"/>
            </a:spcAft>
            <a:buNone/>
          </a:pPr>
          <a:r>
            <a:rPr lang="tr-TR" sz="2400" kern="1200"/>
            <a:t>2) Liderlik</a:t>
          </a:r>
          <a:endParaRPr lang="en-US" sz="2400" kern="1200"/>
        </a:p>
      </dsp:txBody>
      <dsp:txXfrm>
        <a:off x="3675773" y="1116129"/>
        <a:ext cx="1625664" cy="689675"/>
      </dsp:txXfrm>
    </dsp:sp>
    <dsp:sp modelId="{40854C53-F2E2-4C1D-AF72-C216A340F3F3}">
      <dsp:nvSpPr>
        <dsp:cNvPr id="0" name=""/>
        <dsp:cNvSpPr/>
      </dsp:nvSpPr>
      <dsp:spPr>
        <a:xfrm>
          <a:off x="91923" y="2545532"/>
          <a:ext cx="689675" cy="689675"/>
        </a:xfrm>
        <a:prstGeom prst="ellipse">
          <a:avLst/>
        </a:prstGeom>
        <a:solidFill>
          <a:schemeClr val="accent4">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D9A605DC-CF79-4014-8B39-0E016BFB918A}">
      <dsp:nvSpPr>
        <dsp:cNvPr id="0" name=""/>
        <dsp:cNvSpPr/>
      </dsp:nvSpPr>
      <dsp:spPr>
        <a:xfrm>
          <a:off x="236754" y="2690364"/>
          <a:ext cx="400011" cy="400011"/>
        </a:xfrm>
        <a:prstGeom prst="rect">
          <a:avLst/>
        </a:prstGeom>
        <a:blipFill>
          <a:blip xmlns:r="http://schemas.openxmlformats.org/officeDocument/2006/relationships" r:embed="rId5" cstate="screen">
            <a:extLst>
              <a:ext uri="{28A0092B-C50C-407E-A947-70E740481C1C}">
                <a14:useLocalDpi xmlns:a14="http://schemas.microsoft.com/office/drawing/2010/main"/>
              </a:ext>
              <a:ext uri="{96DAC541-7B7A-43D3-8B79-37D633B846F1}">
                <asvg:svgBlip xmlns:asvg="http://schemas.microsoft.com/office/drawing/2016/SVG/main" r:embed="rId6"/>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36416ABC-1FDD-432B-AEF2-65E774009138}">
      <dsp:nvSpPr>
        <dsp:cNvPr id="0" name=""/>
        <dsp:cNvSpPr/>
      </dsp:nvSpPr>
      <dsp:spPr>
        <a:xfrm>
          <a:off x="929386" y="2545532"/>
          <a:ext cx="1625664" cy="68967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1066800">
            <a:lnSpc>
              <a:spcPct val="100000"/>
            </a:lnSpc>
            <a:spcBef>
              <a:spcPct val="0"/>
            </a:spcBef>
            <a:spcAft>
              <a:spcPct val="35000"/>
            </a:spcAft>
            <a:buNone/>
          </a:pPr>
          <a:r>
            <a:rPr lang="tr-TR" sz="2400" kern="1200"/>
            <a:t>3) İletişim</a:t>
          </a:r>
          <a:endParaRPr lang="en-US" sz="2400" kern="1200"/>
        </a:p>
      </dsp:txBody>
      <dsp:txXfrm>
        <a:off x="929386" y="2545532"/>
        <a:ext cx="1625664" cy="689675"/>
      </dsp:txXfrm>
    </dsp:sp>
    <dsp:sp modelId="{EA80DC25-97A4-45A8-83D7-B7D88BB787EF}">
      <dsp:nvSpPr>
        <dsp:cNvPr id="0" name=""/>
        <dsp:cNvSpPr/>
      </dsp:nvSpPr>
      <dsp:spPr>
        <a:xfrm>
          <a:off x="2838310" y="2545532"/>
          <a:ext cx="689675" cy="689675"/>
        </a:xfrm>
        <a:prstGeom prst="ellipse">
          <a:avLst/>
        </a:prstGeom>
        <a:solidFill>
          <a:schemeClr val="accent5">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A9C74628-A7DD-4B1F-B850-848AC3803B7B}">
      <dsp:nvSpPr>
        <dsp:cNvPr id="0" name=""/>
        <dsp:cNvSpPr/>
      </dsp:nvSpPr>
      <dsp:spPr>
        <a:xfrm>
          <a:off x="2983142" y="2690364"/>
          <a:ext cx="400011" cy="400011"/>
        </a:xfrm>
        <a:prstGeom prst="rect">
          <a:avLst/>
        </a:prstGeom>
        <a:blipFill>
          <a:blip xmlns:r="http://schemas.openxmlformats.org/officeDocument/2006/relationships" r:embed="rId7" cstate="screen">
            <a:extLst>
              <a:ext uri="{28A0092B-C50C-407E-A947-70E740481C1C}">
                <a14:useLocalDpi xmlns:a14="http://schemas.microsoft.com/office/drawing/2010/main"/>
              </a:ext>
              <a:ext uri="{96DAC541-7B7A-43D3-8B79-37D633B846F1}">
                <asvg:svgBlip xmlns:asvg="http://schemas.microsoft.com/office/drawing/2016/SVG/main" r:embed="rId8"/>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A78CCD01-3468-4D53-8259-3E7E41A9CB6B}">
      <dsp:nvSpPr>
        <dsp:cNvPr id="0" name=""/>
        <dsp:cNvSpPr/>
      </dsp:nvSpPr>
      <dsp:spPr>
        <a:xfrm>
          <a:off x="3675773" y="2545532"/>
          <a:ext cx="1625664" cy="68967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977900">
            <a:lnSpc>
              <a:spcPct val="100000"/>
            </a:lnSpc>
            <a:spcBef>
              <a:spcPct val="0"/>
            </a:spcBef>
            <a:spcAft>
              <a:spcPct val="35000"/>
            </a:spcAft>
            <a:buNone/>
          </a:pPr>
          <a:r>
            <a:rPr lang="tr-TR" sz="2200" kern="1200"/>
            <a:t>4) </a:t>
          </a:r>
          <a:r>
            <a:rPr lang="tr-TR" sz="1800" kern="1200"/>
            <a:t>Motivasyon</a:t>
          </a:r>
          <a:endParaRPr lang="en-US" sz="2200" kern="1200"/>
        </a:p>
      </dsp:txBody>
      <dsp:txXfrm>
        <a:off x="3675773" y="2545532"/>
        <a:ext cx="1625664" cy="689675"/>
      </dsp:txXfrm>
    </dsp:sp>
  </dsp:spTree>
</dsp:drawing>
</file>

<file path=ppt/diagrams/drawing8.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1031034E-73E4-44BE-A9D6-084DEE8369B7}">
      <dsp:nvSpPr>
        <dsp:cNvPr id="0" name=""/>
        <dsp:cNvSpPr/>
      </dsp:nvSpPr>
      <dsp:spPr>
        <a:xfrm>
          <a:off x="0" y="23918"/>
          <a:ext cx="10515600" cy="695565"/>
        </a:xfrm>
        <a:prstGeom prst="roundRect">
          <a:avLst/>
        </a:prstGeom>
        <a:solidFill>
          <a:schemeClr val="accent5">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110490" tIns="110490" rIns="110490" bIns="110490" numCol="1" spcCol="1270" anchor="ctr" anchorCtr="0">
          <a:noAutofit/>
        </a:bodyPr>
        <a:lstStyle/>
        <a:p>
          <a:pPr marL="0" lvl="0" indent="0" algn="l" defTabSz="1289050">
            <a:lnSpc>
              <a:spcPct val="90000"/>
            </a:lnSpc>
            <a:spcBef>
              <a:spcPct val="0"/>
            </a:spcBef>
            <a:spcAft>
              <a:spcPct val="35000"/>
            </a:spcAft>
            <a:buNone/>
          </a:pPr>
          <a:r>
            <a:rPr lang="tr-TR" sz="2900" kern="1200" dirty="0"/>
            <a:t>1)GÜÇ VE GÜÇ KAYNAKLARI</a:t>
          </a:r>
          <a:endParaRPr lang="en-US" sz="2900" kern="1200" dirty="0"/>
        </a:p>
      </dsp:txBody>
      <dsp:txXfrm>
        <a:off x="33955" y="57873"/>
        <a:ext cx="10447690" cy="627655"/>
      </dsp:txXfrm>
    </dsp:sp>
    <dsp:sp modelId="{96FEF63A-E6FA-4521-8611-6E221CFAAE5E}">
      <dsp:nvSpPr>
        <dsp:cNvPr id="0" name=""/>
        <dsp:cNvSpPr/>
      </dsp:nvSpPr>
      <dsp:spPr>
        <a:xfrm>
          <a:off x="0" y="803003"/>
          <a:ext cx="10515600" cy="695565"/>
        </a:xfrm>
        <a:prstGeom prst="roundRect">
          <a:avLst/>
        </a:prstGeom>
        <a:solidFill>
          <a:schemeClr val="accent5">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110490" tIns="110490" rIns="110490" bIns="110490" numCol="1" spcCol="1270" anchor="ctr" anchorCtr="0">
          <a:noAutofit/>
        </a:bodyPr>
        <a:lstStyle/>
        <a:p>
          <a:pPr marL="0" lvl="0" indent="0" algn="l" defTabSz="1289050">
            <a:lnSpc>
              <a:spcPct val="90000"/>
            </a:lnSpc>
            <a:spcBef>
              <a:spcPct val="0"/>
            </a:spcBef>
            <a:spcAft>
              <a:spcPct val="35000"/>
            </a:spcAft>
            <a:buNone/>
          </a:pPr>
          <a:r>
            <a:rPr lang="tr-TR" sz="2900" kern="1200"/>
            <a:t>	A</a:t>
          </a:r>
          <a:r>
            <a:rPr lang="tr-TR" sz="2900" kern="1200" dirty="0"/>
            <a:t>) OTORİTE VE OTORİTE TİPLERİ</a:t>
          </a:r>
          <a:endParaRPr lang="en-US" sz="2900" kern="1200" dirty="0"/>
        </a:p>
      </dsp:txBody>
      <dsp:txXfrm>
        <a:off x="33955" y="836958"/>
        <a:ext cx="10447690" cy="627655"/>
      </dsp:txXfrm>
    </dsp:sp>
    <dsp:sp modelId="{BE8A8766-B4BD-446E-A002-2CE4965BCC8A}">
      <dsp:nvSpPr>
        <dsp:cNvPr id="0" name=""/>
        <dsp:cNvSpPr/>
      </dsp:nvSpPr>
      <dsp:spPr>
        <a:xfrm>
          <a:off x="0" y="1582088"/>
          <a:ext cx="10515600" cy="695565"/>
        </a:xfrm>
        <a:prstGeom prst="roundRect">
          <a:avLst/>
        </a:prstGeom>
        <a:solidFill>
          <a:schemeClr val="accent5">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110490" tIns="110490" rIns="110490" bIns="110490" numCol="1" spcCol="1270" anchor="ctr" anchorCtr="0">
          <a:noAutofit/>
        </a:bodyPr>
        <a:lstStyle/>
        <a:p>
          <a:pPr marL="0" lvl="0" indent="0" algn="l" defTabSz="1289050">
            <a:lnSpc>
              <a:spcPct val="90000"/>
            </a:lnSpc>
            <a:spcBef>
              <a:spcPct val="0"/>
            </a:spcBef>
            <a:spcAft>
              <a:spcPct val="35000"/>
            </a:spcAft>
            <a:buNone/>
          </a:pPr>
          <a:r>
            <a:rPr lang="tr-TR" sz="2900" kern="1200"/>
            <a:t>	B</a:t>
          </a:r>
          <a:r>
            <a:rPr lang="tr-TR" sz="2900" kern="1200" dirty="0"/>
            <a:t>) YETKİ VE YETKİ TÜRLERİ</a:t>
          </a:r>
          <a:endParaRPr lang="en-US" sz="2900" kern="1200" dirty="0"/>
        </a:p>
      </dsp:txBody>
      <dsp:txXfrm>
        <a:off x="33955" y="1616043"/>
        <a:ext cx="10447690" cy="627655"/>
      </dsp:txXfrm>
    </dsp:sp>
    <dsp:sp modelId="{6E06D6EF-F5EF-466F-B54B-B66724FAD506}">
      <dsp:nvSpPr>
        <dsp:cNvPr id="0" name=""/>
        <dsp:cNvSpPr/>
      </dsp:nvSpPr>
      <dsp:spPr>
        <a:xfrm>
          <a:off x="0" y="2361173"/>
          <a:ext cx="10515600" cy="695565"/>
        </a:xfrm>
        <a:prstGeom prst="roundRect">
          <a:avLst/>
        </a:prstGeom>
        <a:solidFill>
          <a:schemeClr val="accent5">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110490" tIns="110490" rIns="110490" bIns="110490" numCol="1" spcCol="1270" anchor="ctr" anchorCtr="0">
          <a:noAutofit/>
        </a:bodyPr>
        <a:lstStyle/>
        <a:p>
          <a:pPr marL="0" lvl="0" indent="0" algn="l" defTabSz="1289050">
            <a:lnSpc>
              <a:spcPct val="90000"/>
            </a:lnSpc>
            <a:spcBef>
              <a:spcPct val="0"/>
            </a:spcBef>
            <a:spcAft>
              <a:spcPct val="35000"/>
            </a:spcAft>
            <a:buNone/>
          </a:pPr>
          <a:r>
            <a:rPr lang="tr-TR" sz="2900" kern="1200"/>
            <a:t>	C</a:t>
          </a:r>
          <a:r>
            <a:rPr lang="tr-TR" sz="2900" kern="1200" dirty="0"/>
            <a:t>) EMİR, EMİR TÜRLERİ VE ÖZELLİKLERİ</a:t>
          </a:r>
          <a:endParaRPr lang="en-US" sz="2900" kern="1200" dirty="0"/>
        </a:p>
      </dsp:txBody>
      <dsp:txXfrm>
        <a:off x="33955" y="2395128"/>
        <a:ext cx="10447690" cy="627655"/>
      </dsp:txXfrm>
    </dsp:sp>
    <dsp:sp modelId="{638AEC4F-6380-44F1-9047-92FFB45E8E13}">
      <dsp:nvSpPr>
        <dsp:cNvPr id="0" name=""/>
        <dsp:cNvSpPr/>
      </dsp:nvSpPr>
      <dsp:spPr>
        <a:xfrm>
          <a:off x="0" y="3140258"/>
          <a:ext cx="10515600" cy="695565"/>
        </a:xfrm>
        <a:prstGeom prst="roundRect">
          <a:avLst/>
        </a:prstGeom>
        <a:solidFill>
          <a:schemeClr val="accent5">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110490" tIns="110490" rIns="110490" bIns="110490" numCol="1" spcCol="1270" anchor="ctr" anchorCtr="0">
          <a:noAutofit/>
        </a:bodyPr>
        <a:lstStyle/>
        <a:p>
          <a:pPr marL="0" lvl="0" indent="0" algn="l" defTabSz="1289050">
            <a:lnSpc>
              <a:spcPct val="90000"/>
            </a:lnSpc>
            <a:spcBef>
              <a:spcPct val="0"/>
            </a:spcBef>
            <a:spcAft>
              <a:spcPct val="35000"/>
            </a:spcAft>
            <a:buNone/>
          </a:pPr>
          <a:r>
            <a:rPr lang="tr-TR" sz="2900" kern="1200"/>
            <a:t>	D</a:t>
          </a:r>
          <a:r>
            <a:rPr lang="tr-TR" sz="2900" kern="1200" dirty="0"/>
            <a:t>) ETKİLEME</a:t>
          </a:r>
          <a:endParaRPr lang="en-US" sz="2900" kern="1200" dirty="0"/>
        </a:p>
      </dsp:txBody>
      <dsp:txXfrm>
        <a:off x="33955" y="3174213"/>
        <a:ext cx="10447690" cy="627655"/>
      </dsp:txXfrm>
    </dsp:sp>
  </dsp:spTree>
</dsp:drawing>
</file>

<file path=ppt/diagrams/drawing9.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AC6664BB-0BB5-3443-AB04-5ACE5570F52C}">
      <dsp:nvSpPr>
        <dsp:cNvPr id="0" name=""/>
        <dsp:cNvSpPr/>
      </dsp:nvSpPr>
      <dsp:spPr>
        <a:xfrm>
          <a:off x="0" y="44398"/>
          <a:ext cx="6735443" cy="884520"/>
        </a:xfrm>
        <a:prstGeom prst="roundRect">
          <a:avLst/>
        </a:prstGeom>
        <a:solidFill>
          <a:schemeClr val="accent5">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marL="0" lvl="0" indent="0" algn="ctr" defTabSz="1244600">
            <a:lnSpc>
              <a:spcPct val="90000"/>
            </a:lnSpc>
            <a:spcBef>
              <a:spcPct val="0"/>
            </a:spcBef>
            <a:spcAft>
              <a:spcPct val="35000"/>
            </a:spcAft>
            <a:buNone/>
          </a:pPr>
          <a:r>
            <a:rPr lang="tr-TR" sz="2800" kern="1200" dirty="0">
              <a:solidFill>
                <a:schemeClr val="tx1"/>
              </a:solidFill>
            </a:rPr>
            <a:t>Güç ve Güç Kaynakları</a:t>
          </a:r>
          <a:endParaRPr lang="en-US" sz="2800" kern="1200" dirty="0">
            <a:solidFill>
              <a:schemeClr val="tx1"/>
            </a:solidFill>
          </a:endParaRPr>
        </a:p>
      </dsp:txBody>
      <dsp:txXfrm>
        <a:off x="43179" y="87577"/>
        <a:ext cx="6649085" cy="798162"/>
      </dsp:txXfrm>
    </dsp:sp>
    <dsp:sp modelId="{B3B182A4-2268-C549-9894-A312A8CFB4D1}">
      <dsp:nvSpPr>
        <dsp:cNvPr id="0" name=""/>
        <dsp:cNvSpPr/>
      </dsp:nvSpPr>
      <dsp:spPr>
        <a:xfrm>
          <a:off x="0" y="944141"/>
          <a:ext cx="6735443" cy="884520"/>
        </a:xfrm>
        <a:prstGeom prst="roundRect">
          <a:avLst/>
        </a:prstGeom>
        <a:solidFill>
          <a:schemeClr val="accent5">
            <a:hueOff val="293380"/>
            <a:satOff val="50"/>
            <a:lumOff val="-1255"/>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l" defTabSz="711200">
            <a:lnSpc>
              <a:spcPct val="90000"/>
            </a:lnSpc>
            <a:spcBef>
              <a:spcPct val="0"/>
            </a:spcBef>
            <a:spcAft>
              <a:spcPct val="35000"/>
            </a:spcAft>
            <a:buNone/>
          </a:pPr>
          <a:r>
            <a:rPr lang="tr-TR" sz="1600" b="1" i="1" kern="1200"/>
            <a:t>Zorlayıcı güç̧: </a:t>
          </a:r>
          <a:r>
            <a:rPr lang="tr-TR" sz="1600" kern="1200"/>
            <a:t>korkuya dayalıdır. Örneğin ceza zorlayıcı bir güçtür. </a:t>
          </a:r>
          <a:endParaRPr lang="en-US" sz="1600" kern="1200"/>
        </a:p>
      </dsp:txBody>
      <dsp:txXfrm>
        <a:off x="43179" y="987320"/>
        <a:ext cx="6649085" cy="798162"/>
      </dsp:txXfrm>
    </dsp:sp>
    <dsp:sp modelId="{0818BEAE-9452-1C40-BAF6-2892C40B4F9E}">
      <dsp:nvSpPr>
        <dsp:cNvPr id="0" name=""/>
        <dsp:cNvSpPr/>
      </dsp:nvSpPr>
      <dsp:spPr>
        <a:xfrm>
          <a:off x="0" y="1874741"/>
          <a:ext cx="6735443" cy="884520"/>
        </a:xfrm>
        <a:prstGeom prst="roundRect">
          <a:avLst/>
        </a:prstGeom>
        <a:solidFill>
          <a:schemeClr val="accent5">
            <a:hueOff val="586760"/>
            <a:satOff val="101"/>
            <a:lumOff val="-251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l" defTabSz="711200">
            <a:lnSpc>
              <a:spcPct val="90000"/>
            </a:lnSpc>
            <a:spcBef>
              <a:spcPct val="0"/>
            </a:spcBef>
            <a:spcAft>
              <a:spcPct val="35000"/>
            </a:spcAft>
            <a:buNone/>
          </a:pPr>
          <a:r>
            <a:rPr lang="tr-TR" sz="1600" b="1" kern="1200"/>
            <a:t>Yasal güç̧: </a:t>
          </a:r>
          <a:r>
            <a:rPr lang="tr-TR" sz="1600" kern="1200"/>
            <a:t>astların üst kademelerden gelen isteklere uymaları gerektiğini düşünmelerini sağlayan güçtür. Örgüt yapısı içerisindeki konuma bağlı olarak elde edilen güçtür. </a:t>
          </a:r>
          <a:endParaRPr lang="en-US" sz="1600" kern="1200"/>
        </a:p>
      </dsp:txBody>
      <dsp:txXfrm>
        <a:off x="43179" y="1917920"/>
        <a:ext cx="6649085" cy="798162"/>
      </dsp:txXfrm>
    </dsp:sp>
    <dsp:sp modelId="{324806F2-D781-A541-8021-2A2693E2C8BC}">
      <dsp:nvSpPr>
        <dsp:cNvPr id="0" name=""/>
        <dsp:cNvSpPr/>
      </dsp:nvSpPr>
      <dsp:spPr>
        <a:xfrm>
          <a:off x="0" y="2805341"/>
          <a:ext cx="6735443" cy="884520"/>
        </a:xfrm>
        <a:prstGeom prst="roundRect">
          <a:avLst/>
        </a:prstGeom>
        <a:solidFill>
          <a:schemeClr val="accent5">
            <a:hueOff val="880140"/>
            <a:satOff val="151"/>
            <a:lumOff val="-3765"/>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l" defTabSz="711200">
            <a:lnSpc>
              <a:spcPct val="90000"/>
            </a:lnSpc>
            <a:spcBef>
              <a:spcPct val="0"/>
            </a:spcBef>
            <a:spcAft>
              <a:spcPct val="35000"/>
            </a:spcAft>
            <a:buNone/>
          </a:pPr>
          <a:r>
            <a:rPr lang="tr-TR" sz="1600" b="1" kern="1200" dirty="0"/>
            <a:t>Ödüllendirme gücü̈: </a:t>
          </a:r>
          <a:r>
            <a:rPr lang="tr-TR" sz="1600" kern="1200" dirty="0"/>
            <a:t>bir insan </a:t>
          </a:r>
          <a:r>
            <a:rPr lang="tr-TR" sz="1600" kern="1200" dirty="0" err="1"/>
            <a:t>başkalarını</a:t>
          </a:r>
          <a:r>
            <a:rPr lang="tr-TR" sz="1600" kern="1200" dirty="0"/>
            <a:t> </a:t>
          </a:r>
          <a:r>
            <a:rPr lang="tr-TR" sz="1600" kern="1200" dirty="0" err="1"/>
            <a:t>ödüllendirebiliyorsa</a:t>
          </a:r>
          <a:r>
            <a:rPr lang="tr-TR" sz="1600" kern="1200" dirty="0"/>
            <a:t> </a:t>
          </a:r>
          <a:r>
            <a:rPr lang="tr-TR" sz="1600" kern="1200" dirty="0" err="1"/>
            <a:t>ödüllendirme</a:t>
          </a:r>
          <a:r>
            <a:rPr lang="tr-TR" sz="1600" kern="1200" dirty="0"/>
            <a:t> </a:t>
          </a:r>
          <a:r>
            <a:rPr lang="tr-TR" sz="1600" kern="1200" dirty="0" err="1"/>
            <a:t>gücüne</a:t>
          </a:r>
          <a:r>
            <a:rPr lang="tr-TR" sz="1600" kern="1200" dirty="0"/>
            <a:t> sahiptir. Bir annenin </a:t>
          </a:r>
          <a:r>
            <a:rPr lang="tr-TR" sz="1600" kern="1200" dirty="0" err="1"/>
            <a:t>çocuğunu</a:t>
          </a:r>
          <a:r>
            <a:rPr lang="tr-TR" sz="1600" kern="1200" dirty="0"/>
            <a:t> </a:t>
          </a:r>
          <a:r>
            <a:rPr lang="tr-TR" sz="1600" kern="1200" dirty="0" err="1"/>
            <a:t>ödüllendirmesi</a:t>
          </a:r>
          <a:r>
            <a:rPr lang="tr-TR" sz="1600" kern="1200" dirty="0"/>
            <a:t>, bir </a:t>
          </a:r>
          <a:r>
            <a:rPr lang="tr-TR" sz="1600" kern="1200" dirty="0" err="1"/>
            <a:t>üstün</a:t>
          </a:r>
          <a:r>
            <a:rPr lang="tr-TR" sz="1600" kern="1200" dirty="0"/>
            <a:t> astını </a:t>
          </a:r>
          <a:r>
            <a:rPr lang="tr-TR" sz="1600" kern="1200" dirty="0" err="1"/>
            <a:t>ödüllendirmesi</a:t>
          </a:r>
          <a:r>
            <a:rPr lang="tr-TR" sz="1600" kern="1200" dirty="0"/>
            <a:t> </a:t>
          </a:r>
          <a:r>
            <a:rPr lang="tr-TR" sz="1600" kern="1200" dirty="0" err="1"/>
            <a:t>örnek</a:t>
          </a:r>
          <a:r>
            <a:rPr lang="tr-TR" sz="1600" kern="1200" dirty="0"/>
            <a:t> olarak verilebilir. </a:t>
          </a:r>
          <a:endParaRPr lang="en-US" sz="1600" kern="1200" dirty="0"/>
        </a:p>
      </dsp:txBody>
      <dsp:txXfrm>
        <a:off x="43179" y="2848520"/>
        <a:ext cx="6649085" cy="798162"/>
      </dsp:txXfrm>
    </dsp:sp>
    <dsp:sp modelId="{BD1E67DD-892F-1D44-8AB0-EF10A1D71FC7}">
      <dsp:nvSpPr>
        <dsp:cNvPr id="0" name=""/>
        <dsp:cNvSpPr/>
      </dsp:nvSpPr>
      <dsp:spPr>
        <a:xfrm>
          <a:off x="0" y="3735941"/>
          <a:ext cx="6735443" cy="884520"/>
        </a:xfrm>
        <a:prstGeom prst="roundRect">
          <a:avLst/>
        </a:prstGeom>
        <a:solidFill>
          <a:schemeClr val="accent5">
            <a:hueOff val="1173520"/>
            <a:satOff val="202"/>
            <a:lumOff val="-502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l" defTabSz="711200">
            <a:lnSpc>
              <a:spcPct val="90000"/>
            </a:lnSpc>
            <a:spcBef>
              <a:spcPct val="0"/>
            </a:spcBef>
            <a:spcAft>
              <a:spcPct val="35000"/>
            </a:spcAft>
            <a:buNone/>
          </a:pPr>
          <a:r>
            <a:rPr lang="tr-TR" sz="1600" b="1" kern="1200"/>
            <a:t>Uzmanlık gücü: </a:t>
          </a:r>
          <a:r>
            <a:rPr lang="tr-TR" sz="1600" kern="1200"/>
            <a:t>bir kişinin sahip olduğu bilgi ve tecrübeden kaynaklanan güçtür. Burada kişi gücünü bilgi ve tecrübesinden elde etmektedir. </a:t>
          </a:r>
          <a:endParaRPr lang="en-US" sz="1600" kern="1200"/>
        </a:p>
      </dsp:txBody>
      <dsp:txXfrm>
        <a:off x="43179" y="3779120"/>
        <a:ext cx="6649085" cy="798162"/>
      </dsp:txXfrm>
    </dsp:sp>
    <dsp:sp modelId="{6D5A452E-4307-2440-AC72-697A8289AB54}">
      <dsp:nvSpPr>
        <dsp:cNvPr id="0" name=""/>
        <dsp:cNvSpPr/>
      </dsp:nvSpPr>
      <dsp:spPr>
        <a:xfrm>
          <a:off x="0" y="4666540"/>
          <a:ext cx="6735443" cy="884520"/>
        </a:xfrm>
        <a:prstGeom prst="roundRect">
          <a:avLst/>
        </a:prstGeom>
        <a:solidFill>
          <a:schemeClr val="accent5">
            <a:hueOff val="1466900"/>
            <a:satOff val="252"/>
            <a:lumOff val="-6275"/>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l" defTabSz="711200">
            <a:lnSpc>
              <a:spcPct val="90000"/>
            </a:lnSpc>
            <a:spcBef>
              <a:spcPct val="0"/>
            </a:spcBef>
            <a:spcAft>
              <a:spcPct val="35000"/>
            </a:spcAft>
            <a:buNone/>
          </a:pPr>
          <a:r>
            <a:rPr lang="tr-TR" sz="1600" b="1" kern="1200" dirty="0"/>
            <a:t>Benzeşim </a:t>
          </a:r>
          <a:r>
            <a:rPr lang="tr-TR" sz="1600" b="1" kern="1200" dirty="0" err="1"/>
            <a:t>gücu</a:t>
          </a:r>
          <a:r>
            <a:rPr lang="tr-TR" sz="1600" b="1" kern="1200" dirty="0"/>
            <a:t>̈ ve karizmatik </a:t>
          </a:r>
          <a:r>
            <a:rPr lang="tr-TR" sz="1600" b="1" kern="1200" dirty="0" err="1"/>
            <a:t>güc</a:t>
          </a:r>
          <a:r>
            <a:rPr lang="tr-TR" sz="1600" b="1" kern="1200" dirty="0"/>
            <a:t>̧: </a:t>
          </a:r>
          <a:r>
            <a:rPr lang="tr-TR" sz="1600" kern="1200" dirty="0"/>
            <a:t>bu </a:t>
          </a:r>
          <a:r>
            <a:rPr lang="tr-TR" sz="1600" kern="1200" dirty="0" err="1"/>
            <a:t>güc</a:t>
          </a:r>
          <a:r>
            <a:rPr lang="tr-TR" sz="1600" kern="1200" dirty="0"/>
            <a:t>̧ </a:t>
          </a:r>
          <a:r>
            <a:rPr lang="tr-TR" sz="1600" kern="1200" dirty="0" err="1"/>
            <a:t>kişilikle</a:t>
          </a:r>
          <a:r>
            <a:rPr lang="tr-TR" sz="1600" kern="1200" dirty="0"/>
            <a:t> ilgilidir. Birey ne kadar karizmatik ve etkileyiciyse o kadar </a:t>
          </a:r>
          <a:r>
            <a:rPr lang="tr-TR" sz="1600" kern="1200" dirty="0" err="1"/>
            <a:t>güçlüdür</a:t>
          </a:r>
          <a:r>
            <a:rPr lang="tr-TR" sz="1600" kern="1200" dirty="0"/>
            <a:t>. </a:t>
          </a:r>
          <a:endParaRPr lang="en-US" sz="1600" kern="1200" dirty="0"/>
        </a:p>
      </dsp:txBody>
      <dsp:txXfrm>
        <a:off x="43179" y="4709719"/>
        <a:ext cx="6649085" cy="798162"/>
      </dsp:txXfrm>
    </dsp:sp>
  </dsp:spTree>
</dsp:drawing>
</file>

<file path=ppt/diagrams/drawing10.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B27F474-C034-4029-8699-2E04A4C7B814}">
      <dsp:nvSpPr>
        <dsp:cNvPr id="0" name=""/>
        <dsp:cNvSpPr/>
      </dsp:nvSpPr>
      <dsp:spPr>
        <a:xfrm>
          <a:off x="-506473" y="712820"/>
          <a:ext cx="10515600" cy="1300309"/>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FFA87D33-BCEF-4E8C-9AA3-F11979CA6511}">
      <dsp:nvSpPr>
        <dsp:cNvPr id="0" name=""/>
        <dsp:cNvSpPr/>
      </dsp:nvSpPr>
      <dsp:spPr>
        <a:xfrm>
          <a:off x="-113129" y="1005390"/>
          <a:ext cx="715170" cy="715170"/>
        </a:xfrm>
        <a:prstGeom prst="rect">
          <a:avLst/>
        </a:prstGeom>
        <a:blipFill>
          <a:blip xmlns:r="http://schemas.openxmlformats.org/officeDocument/2006/relationships" r:embed="rId1">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a:blipFill>
        <a:ln w="12700" cap="flat" cmpd="sng" algn="ctr">
          <a:solidFill>
            <a:schemeClr val="lt1">
              <a:alpha val="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A0C3CD4D-1E2B-4DC1-949F-95178969F735}">
      <dsp:nvSpPr>
        <dsp:cNvPr id="0" name=""/>
        <dsp:cNvSpPr/>
      </dsp:nvSpPr>
      <dsp:spPr>
        <a:xfrm>
          <a:off x="995384" y="712820"/>
          <a:ext cx="9010804" cy="130030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7616" tIns="137616" rIns="137616" bIns="137616" numCol="1" spcCol="1270" anchor="ctr" anchorCtr="0">
          <a:noAutofit/>
        </a:bodyPr>
        <a:lstStyle/>
        <a:p>
          <a:pPr marL="0" lvl="0" indent="0" algn="l" defTabSz="977900">
            <a:lnSpc>
              <a:spcPct val="100000"/>
            </a:lnSpc>
            <a:spcBef>
              <a:spcPct val="0"/>
            </a:spcBef>
            <a:spcAft>
              <a:spcPct val="35000"/>
            </a:spcAft>
            <a:buNone/>
          </a:pPr>
          <a:r>
            <a:rPr lang="tr-TR" sz="2200" kern="1200"/>
            <a:t>Bu tanıma göre bir fonksiyon olarak liderlik aşağıdaki gibi gösterilebilir":</a:t>
          </a:r>
          <a:endParaRPr lang="en-US" sz="2200" kern="1200"/>
        </a:p>
      </dsp:txBody>
      <dsp:txXfrm>
        <a:off x="995384" y="712820"/>
        <a:ext cx="9010804" cy="1300309"/>
      </dsp:txXfrm>
    </dsp:sp>
    <dsp:sp modelId="{973AF5DF-8C91-4D5A-84DD-3C0B342745DC}">
      <dsp:nvSpPr>
        <dsp:cNvPr id="0" name=""/>
        <dsp:cNvSpPr/>
      </dsp:nvSpPr>
      <dsp:spPr>
        <a:xfrm>
          <a:off x="2443341" y="2338207"/>
          <a:ext cx="5942818" cy="1300309"/>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59D1A783-F870-43F0-8E77-E542C95311F2}">
      <dsp:nvSpPr>
        <dsp:cNvPr id="0" name=""/>
        <dsp:cNvSpPr/>
      </dsp:nvSpPr>
      <dsp:spPr>
        <a:xfrm>
          <a:off x="2" y="2599781"/>
          <a:ext cx="715170" cy="715170"/>
        </a:xfrm>
        <a:prstGeom prst="rect">
          <a:avLst/>
        </a:prstGeom>
        <a:blipFill>
          <a:blip xmlns:r="http://schemas.openxmlformats.org/officeDocument/2006/relationships" r:embed="rId3">
            <a:extLst>
              <a:ext uri="{28A0092B-C50C-407E-A947-70E740481C1C}">
                <a14:useLocalDpi xmlns:a14="http://schemas.microsoft.com/office/drawing/2010/main"/>
              </a:ext>
              <a:ext uri="{96DAC541-7B7A-43D3-8B79-37D633B846F1}">
                <asvg:svgBlip xmlns:asvg="http://schemas.microsoft.com/office/drawing/2016/SVG/main" r:embed="rId4"/>
              </a:ext>
            </a:extLst>
          </a:blip>
          <a:stretch>
            <a:fillRect/>
          </a:stretch>
        </a:blipFill>
        <a:ln w="12700" cap="flat" cmpd="sng" algn="ctr">
          <a:solidFill>
            <a:schemeClr val="lt1">
              <a:alpha val="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9A933046-7737-459A-ACDF-0395688275DE}">
      <dsp:nvSpPr>
        <dsp:cNvPr id="0" name=""/>
        <dsp:cNvSpPr/>
      </dsp:nvSpPr>
      <dsp:spPr>
        <a:xfrm>
          <a:off x="748095" y="2353642"/>
          <a:ext cx="9767504" cy="130030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7616" tIns="137616" rIns="137616" bIns="137616" numCol="1" spcCol="1270" anchor="ctr" anchorCtr="0">
          <a:noAutofit/>
        </a:bodyPr>
        <a:lstStyle/>
        <a:p>
          <a:pPr marL="0" lvl="0" indent="0" algn="l" defTabSz="977900">
            <a:lnSpc>
              <a:spcPct val="100000"/>
            </a:lnSpc>
            <a:spcBef>
              <a:spcPct val="0"/>
            </a:spcBef>
            <a:spcAft>
              <a:spcPct val="35000"/>
            </a:spcAft>
            <a:buNone/>
          </a:pPr>
          <a:r>
            <a:rPr lang="tr-TR" sz="2200" b="1" kern="1200" dirty="0"/>
            <a:t>Liderlik=f (Liderin Kendisi, İzleyicileri, Amaçlar, Ortam veya Koşullar)</a:t>
          </a:r>
          <a:endParaRPr lang="en-US" sz="2200" kern="1200" dirty="0"/>
        </a:p>
      </dsp:txBody>
      <dsp:txXfrm>
        <a:off x="748095" y="2353642"/>
        <a:ext cx="9767504" cy="1300309"/>
      </dsp:txXfrm>
    </dsp:sp>
    <dsp:sp modelId="{7837690E-5FEF-403B-9DDE-AC106D6A3DAD}">
      <dsp:nvSpPr>
        <dsp:cNvPr id="0" name=""/>
        <dsp:cNvSpPr/>
      </dsp:nvSpPr>
      <dsp:spPr>
        <a:xfrm>
          <a:off x="6743288" y="2338207"/>
          <a:ext cx="4278784" cy="130030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7616" tIns="137616" rIns="137616" bIns="137616" numCol="1" spcCol="1270" anchor="ctr" anchorCtr="0">
          <a:noAutofit/>
        </a:bodyPr>
        <a:lstStyle/>
        <a:p>
          <a:pPr marL="0" lvl="0" indent="0" algn="l" defTabSz="755650">
            <a:lnSpc>
              <a:spcPct val="100000"/>
            </a:lnSpc>
            <a:spcBef>
              <a:spcPct val="0"/>
            </a:spcBef>
            <a:spcAft>
              <a:spcPct val="35000"/>
            </a:spcAft>
            <a:buNone/>
          </a:pPr>
          <a:endParaRPr lang="tr-TR" sz="1700" kern="1200"/>
        </a:p>
      </dsp:txBody>
      <dsp:txXfrm>
        <a:off x="6743288" y="2338207"/>
        <a:ext cx="4278784" cy="1300309"/>
      </dsp:txXfrm>
    </dsp:sp>
  </dsp:spTree>
</dsp:drawing>
</file>

<file path=ppt/diagrams/drawing1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0DDD14B-DCE7-6842-A7AF-3C9E28830F2B}">
      <dsp:nvSpPr>
        <dsp:cNvPr id="0" name=""/>
        <dsp:cNvSpPr/>
      </dsp:nvSpPr>
      <dsp:spPr>
        <a:xfrm>
          <a:off x="3968" y="2340239"/>
          <a:ext cx="1230312" cy="738187"/>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3340" tIns="53340" rIns="53340" bIns="53340" numCol="1" spcCol="1270" anchor="ctr" anchorCtr="0">
          <a:noAutofit/>
        </a:bodyPr>
        <a:lstStyle/>
        <a:p>
          <a:pPr marL="0" lvl="0" indent="0" algn="ctr" defTabSz="622300">
            <a:lnSpc>
              <a:spcPct val="90000"/>
            </a:lnSpc>
            <a:spcBef>
              <a:spcPct val="0"/>
            </a:spcBef>
            <a:spcAft>
              <a:spcPct val="35000"/>
            </a:spcAft>
            <a:buNone/>
          </a:pPr>
          <a:r>
            <a:rPr lang="tr-TR" sz="1400" kern="1200" dirty="0"/>
            <a:t>GÖNDERİCİ</a:t>
          </a:r>
        </a:p>
        <a:p>
          <a:pPr marL="0" lvl="0" indent="0" algn="ctr" defTabSz="622300">
            <a:lnSpc>
              <a:spcPct val="90000"/>
            </a:lnSpc>
            <a:spcBef>
              <a:spcPct val="0"/>
            </a:spcBef>
            <a:spcAft>
              <a:spcPct val="35000"/>
            </a:spcAft>
            <a:buNone/>
          </a:pPr>
          <a:r>
            <a:rPr lang="tr-TR" sz="1400" kern="1200" dirty="0"/>
            <a:t>(KAYNAK)</a:t>
          </a:r>
        </a:p>
      </dsp:txBody>
      <dsp:txXfrm>
        <a:off x="25589" y="2361860"/>
        <a:ext cx="1187070" cy="694945"/>
      </dsp:txXfrm>
    </dsp:sp>
    <dsp:sp modelId="{0F7232CB-D08B-A44C-835F-F002309BB78A}">
      <dsp:nvSpPr>
        <dsp:cNvPr id="0" name=""/>
        <dsp:cNvSpPr/>
      </dsp:nvSpPr>
      <dsp:spPr>
        <a:xfrm>
          <a:off x="1357312" y="2556774"/>
          <a:ext cx="260826" cy="305117"/>
        </a:xfrm>
        <a:prstGeom prst="righ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488950">
            <a:lnSpc>
              <a:spcPct val="90000"/>
            </a:lnSpc>
            <a:spcBef>
              <a:spcPct val="0"/>
            </a:spcBef>
            <a:spcAft>
              <a:spcPct val="35000"/>
            </a:spcAft>
            <a:buNone/>
          </a:pPr>
          <a:endParaRPr lang="tr-TR" sz="1100" kern="1200"/>
        </a:p>
      </dsp:txBody>
      <dsp:txXfrm>
        <a:off x="1357312" y="2617797"/>
        <a:ext cx="182578" cy="183071"/>
      </dsp:txXfrm>
    </dsp:sp>
    <dsp:sp modelId="{0DA51B21-5604-3A47-ACFD-8C8E24E54535}">
      <dsp:nvSpPr>
        <dsp:cNvPr id="0" name=""/>
        <dsp:cNvSpPr/>
      </dsp:nvSpPr>
      <dsp:spPr>
        <a:xfrm>
          <a:off x="1726406" y="2340239"/>
          <a:ext cx="1230312" cy="738187"/>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3340" tIns="53340" rIns="53340" bIns="53340" numCol="1" spcCol="1270" anchor="ctr" anchorCtr="0">
          <a:noAutofit/>
        </a:bodyPr>
        <a:lstStyle/>
        <a:p>
          <a:pPr marL="0" lvl="0" indent="0" algn="ctr" defTabSz="622300">
            <a:lnSpc>
              <a:spcPct val="90000"/>
            </a:lnSpc>
            <a:spcBef>
              <a:spcPct val="0"/>
            </a:spcBef>
            <a:spcAft>
              <a:spcPct val="35000"/>
            </a:spcAft>
            <a:buNone/>
          </a:pPr>
          <a:r>
            <a:rPr lang="tr-TR" sz="1400" kern="1200" dirty="0"/>
            <a:t>KOD</a:t>
          </a:r>
        </a:p>
      </dsp:txBody>
      <dsp:txXfrm>
        <a:off x="1748027" y="2361860"/>
        <a:ext cx="1187070" cy="694945"/>
      </dsp:txXfrm>
    </dsp:sp>
    <dsp:sp modelId="{8C3D95ED-3A21-6542-831F-EC0F782A6069}">
      <dsp:nvSpPr>
        <dsp:cNvPr id="0" name=""/>
        <dsp:cNvSpPr/>
      </dsp:nvSpPr>
      <dsp:spPr>
        <a:xfrm>
          <a:off x="3079750" y="2556774"/>
          <a:ext cx="260826" cy="305117"/>
        </a:xfrm>
        <a:prstGeom prst="righ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488950">
            <a:lnSpc>
              <a:spcPct val="90000"/>
            </a:lnSpc>
            <a:spcBef>
              <a:spcPct val="0"/>
            </a:spcBef>
            <a:spcAft>
              <a:spcPct val="35000"/>
            </a:spcAft>
            <a:buNone/>
          </a:pPr>
          <a:endParaRPr lang="tr-TR" sz="1100" kern="1200"/>
        </a:p>
      </dsp:txBody>
      <dsp:txXfrm>
        <a:off x="3079750" y="2617797"/>
        <a:ext cx="182578" cy="183071"/>
      </dsp:txXfrm>
    </dsp:sp>
    <dsp:sp modelId="{0F0E2766-2174-FD48-B646-9FD4A8635857}">
      <dsp:nvSpPr>
        <dsp:cNvPr id="0" name=""/>
        <dsp:cNvSpPr/>
      </dsp:nvSpPr>
      <dsp:spPr>
        <a:xfrm>
          <a:off x="3448843" y="2340239"/>
          <a:ext cx="1230312" cy="738187"/>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3340" tIns="53340" rIns="53340" bIns="53340" numCol="1" spcCol="1270" anchor="ctr" anchorCtr="0">
          <a:noAutofit/>
        </a:bodyPr>
        <a:lstStyle/>
        <a:p>
          <a:pPr marL="0" lvl="0" indent="0" algn="ctr" defTabSz="622300">
            <a:lnSpc>
              <a:spcPct val="90000"/>
            </a:lnSpc>
            <a:spcBef>
              <a:spcPct val="0"/>
            </a:spcBef>
            <a:spcAft>
              <a:spcPct val="35000"/>
            </a:spcAft>
            <a:buNone/>
          </a:pPr>
          <a:r>
            <a:rPr lang="tr-TR" sz="1400" kern="1200" dirty="0"/>
            <a:t>İLETİ</a:t>
          </a:r>
        </a:p>
      </dsp:txBody>
      <dsp:txXfrm>
        <a:off x="3470464" y="2361860"/>
        <a:ext cx="1187070" cy="694945"/>
      </dsp:txXfrm>
    </dsp:sp>
    <dsp:sp modelId="{0D9AC919-EBE7-F944-A9AE-9FFF340F7AC8}">
      <dsp:nvSpPr>
        <dsp:cNvPr id="0" name=""/>
        <dsp:cNvSpPr/>
      </dsp:nvSpPr>
      <dsp:spPr>
        <a:xfrm>
          <a:off x="4802187" y="2556774"/>
          <a:ext cx="260826" cy="305117"/>
        </a:xfrm>
        <a:prstGeom prst="righ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488950">
            <a:lnSpc>
              <a:spcPct val="90000"/>
            </a:lnSpc>
            <a:spcBef>
              <a:spcPct val="0"/>
            </a:spcBef>
            <a:spcAft>
              <a:spcPct val="35000"/>
            </a:spcAft>
            <a:buNone/>
          </a:pPr>
          <a:endParaRPr lang="tr-TR" sz="1100" kern="1200"/>
        </a:p>
      </dsp:txBody>
      <dsp:txXfrm>
        <a:off x="4802187" y="2617797"/>
        <a:ext cx="182578" cy="183071"/>
      </dsp:txXfrm>
    </dsp:sp>
    <dsp:sp modelId="{2A9B1309-BEFD-8E44-A6BC-67E0E71146EF}">
      <dsp:nvSpPr>
        <dsp:cNvPr id="0" name=""/>
        <dsp:cNvSpPr/>
      </dsp:nvSpPr>
      <dsp:spPr>
        <a:xfrm>
          <a:off x="5171281" y="2340239"/>
          <a:ext cx="1230312" cy="738187"/>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3340" tIns="53340" rIns="53340" bIns="53340" numCol="1" spcCol="1270" anchor="ctr" anchorCtr="0">
          <a:noAutofit/>
        </a:bodyPr>
        <a:lstStyle/>
        <a:p>
          <a:pPr marL="0" lvl="0" indent="0" algn="ctr" defTabSz="622300">
            <a:lnSpc>
              <a:spcPct val="90000"/>
            </a:lnSpc>
            <a:spcBef>
              <a:spcPct val="0"/>
            </a:spcBef>
            <a:spcAft>
              <a:spcPct val="35000"/>
            </a:spcAft>
            <a:buNone/>
          </a:pPr>
          <a:r>
            <a:rPr lang="tr-TR" sz="1400" kern="1200" dirty="0"/>
            <a:t>İLETİŞİM KANALI</a:t>
          </a:r>
        </a:p>
      </dsp:txBody>
      <dsp:txXfrm>
        <a:off x="5192902" y="2361860"/>
        <a:ext cx="1187070" cy="694945"/>
      </dsp:txXfrm>
    </dsp:sp>
    <dsp:sp modelId="{6BC79737-34D4-884B-A83C-75D8258FADEB}">
      <dsp:nvSpPr>
        <dsp:cNvPr id="0" name=""/>
        <dsp:cNvSpPr/>
      </dsp:nvSpPr>
      <dsp:spPr>
        <a:xfrm>
          <a:off x="6524624" y="2556774"/>
          <a:ext cx="260826" cy="305117"/>
        </a:xfrm>
        <a:prstGeom prst="righ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488950">
            <a:lnSpc>
              <a:spcPct val="90000"/>
            </a:lnSpc>
            <a:spcBef>
              <a:spcPct val="0"/>
            </a:spcBef>
            <a:spcAft>
              <a:spcPct val="35000"/>
            </a:spcAft>
            <a:buNone/>
          </a:pPr>
          <a:endParaRPr lang="tr-TR" sz="1100" kern="1200"/>
        </a:p>
      </dsp:txBody>
      <dsp:txXfrm>
        <a:off x="6524624" y="2617797"/>
        <a:ext cx="182578" cy="183071"/>
      </dsp:txXfrm>
    </dsp:sp>
    <dsp:sp modelId="{4AD2416F-8D52-8B42-920E-DDC89787D62E}">
      <dsp:nvSpPr>
        <dsp:cNvPr id="0" name=""/>
        <dsp:cNvSpPr/>
      </dsp:nvSpPr>
      <dsp:spPr>
        <a:xfrm>
          <a:off x="6893718" y="2340239"/>
          <a:ext cx="1230312" cy="738187"/>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3340" tIns="53340" rIns="53340" bIns="53340" numCol="1" spcCol="1270" anchor="ctr" anchorCtr="0">
          <a:noAutofit/>
        </a:bodyPr>
        <a:lstStyle/>
        <a:p>
          <a:pPr marL="0" lvl="0" indent="0" algn="ctr" defTabSz="622300">
            <a:lnSpc>
              <a:spcPct val="90000"/>
            </a:lnSpc>
            <a:spcBef>
              <a:spcPct val="0"/>
            </a:spcBef>
            <a:spcAft>
              <a:spcPct val="35000"/>
            </a:spcAft>
            <a:buNone/>
          </a:pPr>
          <a:r>
            <a:rPr lang="tr-TR" sz="1400" kern="1200" dirty="0"/>
            <a:t>ALICI</a:t>
          </a:r>
        </a:p>
        <a:p>
          <a:pPr marL="0" lvl="0" indent="0" algn="ctr" defTabSz="622300">
            <a:lnSpc>
              <a:spcPct val="90000"/>
            </a:lnSpc>
            <a:spcBef>
              <a:spcPct val="0"/>
            </a:spcBef>
            <a:spcAft>
              <a:spcPct val="35000"/>
            </a:spcAft>
            <a:buNone/>
          </a:pPr>
          <a:r>
            <a:rPr lang="tr-TR" sz="1400" kern="1200" dirty="0"/>
            <a:t>(HEDEF)</a:t>
          </a:r>
        </a:p>
      </dsp:txBody>
      <dsp:txXfrm>
        <a:off x="6915339" y="2361860"/>
        <a:ext cx="1187070" cy="694945"/>
      </dsp:txXfrm>
    </dsp:sp>
  </dsp:spTree>
</dsp:drawing>
</file>

<file path=ppt/diagrams/drawing1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D5EBF16-6B19-425C-B5D6-AE793EDA961F}">
      <dsp:nvSpPr>
        <dsp:cNvPr id="0" name=""/>
        <dsp:cNvSpPr/>
      </dsp:nvSpPr>
      <dsp:spPr>
        <a:xfrm>
          <a:off x="0" y="3399"/>
          <a:ext cx="10515600" cy="724089"/>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06CD36ED-6BD3-4927-8B6B-607D6E1D88CF}">
      <dsp:nvSpPr>
        <dsp:cNvPr id="0" name=""/>
        <dsp:cNvSpPr/>
      </dsp:nvSpPr>
      <dsp:spPr>
        <a:xfrm>
          <a:off x="219037" y="166319"/>
          <a:ext cx="398249" cy="398249"/>
        </a:xfrm>
        <a:prstGeom prst="rect">
          <a:avLst/>
        </a:prstGeom>
        <a:blipFill>
          <a:blip xmlns:r="http://schemas.openxmlformats.org/officeDocument/2006/relationships" r:embed="rId1" cstate="screen">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B9AA82EE-8DCF-4D8C-81D4-A623D078C98B}">
      <dsp:nvSpPr>
        <dsp:cNvPr id="0" name=""/>
        <dsp:cNvSpPr/>
      </dsp:nvSpPr>
      <dsp:spPr>
        <a:xfrm>
          <a:off x="836323" y="3399"/>
          <a:ext cx="9679276" cy="72408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6633" tIns="76633" rIns="76633" bIns="76633" numCol="1" spcCol="1270" anchor="ctr" anchorCtr="0">
          <a:noAutofit/>
        </a:bodyPr>
        <a:lstStyle/>
        <a:p>
          <a:pPr marL="0" lvl="0" indent="0" algn="l" defTabSz="844550">
            <a:lnSpc>
              <a:spcPct val="90000"/>
            </a:lnSpc>
            <a:spcBef>
              <a:spcPct val="0"/>
            </a:spcBef>
            <a:spcAft>
              <a:spcPct val="35000"/>
            </a:spcAft>
            <a:buNone/>
          </a:pPr>
          <a:r>
            <a:rPr lang="tr-TR" sz="1900" kern="1200"/>
            <a:t>1) KİŞİSEL FAKTÖRLER</a:t>
          </a:r>
          <a:endParaRPr lang="en-US" sz="1900" kern="1200"/>
        </a:p>
      </dsp:txBody>
      <dsp:txXfrm>
        <a:off x="836323" y="3399"/>
        <a:ext cx="9679276" cy="724089"/>
      </dsp:txXfrm>
    </dsp:sp>
    <dsp:sp modelId="{19F13356-F524-4CB0-A847-990F81A1E7DC}">
      <dsp:nvSpPr>
        <dsp:cNvPr id="0" name=""/>
        <dsp:cNvSpPr/>
      </dsp:nvSpPr>
      <dsp:spPr>
        <a:xfrm>
          <a:off x="0" y="908511"/>
          <a:ext cx="10515600" cy="724089"/>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B4FC7B66-2362-45A2-98E5-D9E65332D482}">
      <dsp:nvSpPr>
        <dsp:cNvPr id="0" name=""/>
        <dsp:cNvSpPr/>
      </dsp:nvSpPr>
      <dsp:spPr>
        <a:xfrm>
          <a:off x="219037" y="1071431"/>
          <a:ext cx="398249" cy="398249"/>
        </a:xfrm>
        <a:prstGeom prst="rect">
          <a:avLst/>
        </a:prstGeom>
        <a:blipFill>
          <a:blip xmlns:r="http://schemas.openxmlformats.org/officeDocument/2006/relationships" r:embed="rId3" cstate="screen">
            <a:extLst>
              <a:ext uri="{28A0092B-C50C-407E-A947-70E740481C1C}">
                <a14:useLocalDpi xmlns:a14="http://schemas.microsoft.com/office/drawing/2010/main"/>
              </a:ext>
              <a:ext uri="{96DAC541-7B7A-43D3-8B79-37D633B846F1}">
                <asvg:svgBlip xmlns:asvg="http://schemas.microsoft.com/office/drawing/2016/SVG/main" r:embed="rId4"/>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BD23B730-C165-4E8E-B0B1-E8C8CDFB9731}">
      <dsp:nvSpPr>
        <dsp:cNvPr id="0" name=""/>
        <dsp:cNvSpPr/>
      </dsp:nvSpPr>
      <dsp:spPr>
        <a:xfrm>
          <a:off x="836323" y="908511"/>
          <a:ext cx="9679276" cy="72408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6633" tIns="76633" rIns="76633" bIns="76633" numCol="1" spcCol="1270" anchor="ctr" anchorCtr="0">
          <a:noAutofit/>
        </a:bodyPr>
        <a:lstStyle/>
        <a:p>
          <a:pPr marL="0" lvl="0" indent="0" algn="l" defTabSz="844550">
            <a:lnSpc>
              <a:spcPct val="90000"/>
            </a:lnSpc>
            <a:spcBef>
              <a:spcPct val="0"/>
            </a:spcBef>
            <a:spcAft>
              <a:spcPct val="35000"/>
            </a:spcAft>
            <a:buNone/>
          </a:pPr>
          <a:r>
            <a:rPr lang="tr-TR" sz="1900" kern="1200"/>
            <a:t>2) FİZİKSEL FAKTÖRLER</a:t>
          </a:r>
          <a:endParaRPr lang="en-US" sz="1900" kern="1200"/>
        </a:p>
      </dsp:txBody>
      <dsp:txXfrm>
        <a:off x="836323" y="908511"/>
        <a:ext cx="9679276" cy="724089"/>
      </dsp:txXfrm>
    </dsp:sp>
    <dsp:sp modelId="{97CB256F-A765-446E-88CB-0E2D228AC204}">
      <dsp:nvSpPr>
        <dsp:cNvPr id="0" name=""/>
        <dsp:cNvSpPr/>
      </dsp:nvSpPr>
      <dsp:spPr>
        <a:xfrm>
          <a:off x="0" y="1813624"/>
          <a:ext cx="10515600" cy="724089"/>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CED65A75-A13B-4F68-9F87-219356CED25E}">
      <dsp:nvSpPr>
        <dsp:cNvPr id="0" name=""/>
        <dsp:cNvSpPr/>
      </dsp:nvSpPr>
      <dsp:spPr>
        <a:xfrm>
          <a:off x="219037" y="1976544"/>
          <a:ext cx="398249" cy="398249"/>
        </a:xfrm>
        <a:prstGeom prst="rect">
          <a:avLst/>
        </a:prstGeom>
        <a:blipFill>
          <a:blip xmlns:r="http://schemas.openxmlformats.org/officeDocument/2006/relationships" r:embed="rId5" cstate="screen">
            <a:extLst>
              <a:ext uri="{28A0092B-C50C-407E-A947-70E740481C1C}">
                <a14:useLocalDpi xmlns:a14="http://schemas.microsoft.com/office/drawing/2010/main"/>
              </a:ext>
              <a:ext uri="{96DAC541-7B7A-43D3-8B79-37D633B846F1}">
                <asvg:svgBlip xmlns:asvg="http://schemas.microsoft.com/office/drawing/2016/SVG/main" r:embed="rId6"/>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3660114D-C586-4D57-B8BD-B180B17A4595}">
      <dsp:nvSpPr>
        <dsp:cNvPr id="0" name=""/>
        <dsp:cNvSpPr/>
      </dsp:nvSpPr>
      <dsp:spPr>
        <a:xfrm>
          <a:off x="836323" y="1813624"/>
          <a:ext cx="9679276" cy="72408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6633" tIns="76633" rIns="76633" bIns="76633" numCol="1" spcCol="1270" anchor="ctr" anchorCtr="0">
          <a:noAutofit/>
        </a:bodyPr>
        <a:lstStyle/>
        <a:p>
          <a:pPr marL="0" lvl="0" indent="0" algn="l" defTabSz="844550">
            <a:lnSpc>
              <a:spcPct val="90000"/>
            </a:lnSpc>
            <a:spcBef>
              <a:spcPct val="0"/>
            </a:spcBef>
            <a:spcAft>
              <a:spcPct val="35000"/>
            </a:spcAft>
            <a:buNone/>
          </a:pPr>
          <a:r>
            <a:rPr lang="tr-TR" sz="1900" kern="1200"/>
            <a:t>3) MESAJIN OLUŞTURULMASINDA KULLANILAN SEMBOLLER</a:t>
          </a:r>
          <a:endParaRPr lang="en-US" sz="1900" kern="1200"/>
        </a:p>
      </dsp:txBody>
      <dsp:txXfrm>
        <a:off x="836323" y="1813624"/>
        <a:ext cx="9679276" cy="724089"/>
      </dsp:txXfrm>
    </dsp:sp>
    <dsp:sp modelId="{0E43EDCB-1C0E-45D7-9A30-E8D9D920F07B}">
      <dsp:nvSpPr>
        <dsp:cNvPr id="0" name=""/>
        <dsp:cNvSpPr/>
      </dsp:nvSpPr>
      <dsp:spPr>
        <a:xfrm>
          <a:off x="0" y="2718736"/>
          <a:ext cx="10515600" cy="724089"/>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7F031AB9-9F89-4015-A2AD-8CE19E40429A}">
      <dsp:nvSpPr>
        <dsp:cNvPr id="0" name=""/>
        <dsp:cNvSpPr/>
      </dsp:nvSpPr>
      <dsp:spPr>
        <a:xfrm>
          <a:off x="219037" y="2881656"/>
          <a:ext cx="398249" cy="398249"/>
        </a:xfrm>
        <a:prstGeom prst="rect">
          <a:avLst/>
        </a:prstGeom>
        <a:blipFill>
          <a:blip xmlns:r="http://schemas.openxmlformats.org/officeDocument/2006/relationships" r:embed="rId7" cstate="screen">
            <a:extLst>
              <a:ext uri="{28A0092B-C50C-407E-A947-70E740481C1C}">
                <a14:useLocalDpi xmlns:a14="http://schemas.microsoft.com/office/drawing/2010/main"/>
              </a:ext>
              <a:ext uri="{96DAC541-7B7A-43D3-8B79-37D633B846F1}">
                <asvg:svgBlip xmlns:asvg="http://schemas.microsoft.com/office/drawing/2016/SVG/main" r:embed="rId8"/>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EB26B5A6-E34E-4DD6-9ED4-E17E23FD2190}">
      <dsp:nvSpPr>
        <dsp:cNvPr id="0" name=""/>
        <dsp:cNvSpPr/>
      </dsp:nvSpPr>
      <dsp:spPr>
        <a:xfrm>
          <a:off x="836323" y="2718736"/>
          <a:ext cx="9679276" cy="72408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6633" tIns="76633" rIns="76633" bIns="76633" numCol="1" spcCol="1270" anchor="ctr" anchorCtr="0">
          <a:noAutofit/>
        </a:bodyPr>
        <a:lstStyle/>
        <a:p>
          <a:pPr marL="0" lvl="0" indent="0" algn="l" defTabSz="844550">
            <a:lnSpc>
              <a:spcPct val="90000"/>
            </a:lnSpc>
            <a:spcBef>
              <a:spcPct val="0"/>
            </a:spcBef>
            <a:spcAft>
              <a:spcPct val="35000"/>
            </a:spcAft>
            <a:buNone/>
          </a:pPr>
          <a:r>
            <a:rPr lang="tr-TR" sz="1900" kern="1200"/>
            <a:t>4) ZAMAN DARLIĞI VE BASKISI</a:t>
          </a:r>
          <a:endParaRPr lang="en-US" sz="1900" kern="1200"/>
        </a:p>
      </dsp:txBody>
      <dsp:txXfrm>
        <a:off x="836323" y="2718736"/>
        <a:ext cx="9679276" cy="724089"/>
      </dsp:txXfrm>
    </dsp:sp>
    <dsp:sp modelId="{3F8624E3-EE44-415B-8FA1-2B759D519A95}">
      <dsp:nvSpPr>
        <dsp:cNvPr id="0" name=""/>
        <dsp:cNvSpPr/>
      </dsp:nvSpPr>
      <dsp:spPr>
        <a:xfrm>
          <a:off x="0" y="3623848"/>
          <a:ext cx="10515600" cy="724089"/>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F7A375F9-53AC-44E7-86B2-30F907596593}">
      <dsp:nvSpPr>
        <dsp:cNvPr id="0" name=""/>
        <dsp:cNvSpPr/>
      </dsp:nvSpPr>
      <dsp:spPr>
        <a:xfrm>
          <a:off x="219037" y="3786768"/>
          <a:ext cx="398249" cy="398249"/>
        </a:xfrm>
        <a:prstGeom prst="rect">
          <a:avLst/>
        </a:prstGeom>
        <a:blipFill>
          <a:blip xmlns:r="http://schemas.openxmlformats.org/officeDocument/2006/relationships" r:embed="rId9" cstate="screen">
            <a:extLst>
              <a:ext uri="{28A0092B-C50C-407E-A947-70E740481C1C}">
                <a14:useLocalDpi xmlns:a14="http://schemas.microsoft.com/office/drawing/2010/main"/>
              </a:ext>
              <a:ext uri="{96DAC541-7B7A-43D3-8B79-37D633B846F1}">
                <asvg:svgBlip xmlns:asvg="http://schemas.microsoft.com/office/drawing/2016/SVG/main" r:embed="rId10"/>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A22AEE1F-A643-4279-9DDE-FF68E42D1D95}">
      <dsp:nvSpPr>
        <dsp:cNvPr id="0" name=""/>
        <dsp:cNvSpPr/>
      </dsp:nvSpPr>
      <dsp:spPr>
        <a:xfrm>
          <a:off x="836323" y="3623848"/>
          <a:ext cx="9679276" cy="72408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6633" tIns="76633" rIns="76633" bIns="76633" numCol="1" spcCol="1270" anchor="ctr" anchorCtr="0">
          <a:noAutofit/>
        </a:bodyPr>
        <a:lstStyle/>
        <a:p>
          <a:pPr marL="0" lvl="0" indent="0" algn="l" defTabSz="844550">
            <a:lnSpc>
              <a:spcPct val="90000"/>
            </a:lnSpc>
            <a:spcBef>
              <a:spcPct val="0"/>
            </a:spcBef>
            <a:spcAft>
              <a:spcPct val="35000"/>
            </a:spcAft>
            <a:buNone/>
          </a:pPr>
          <a:r>
            <a:rPr lang="tr-TR" sz="1900" kern="1200"/>
            <a:t>5) PEŞİN DEĞER YARGILARI VE ALGIDA SEÇİCİLİK</a:t>
          </a:r>
          <a:endParaRPr lang="en-US" sz="1900" kern="1200"/>
        </a:p>
      </dsp:txBody>
      <dsp:txXfrm>
        <a:off x="836323" y="3623848"/>
        <a:ext cx="9679276" cy="724089"/>
      </dsp:txXfrm>
    </dsp:sp>
  </dsp:spTree>
</dsp:drawing>
</file>

<file path=ppt/diagrams/drawing1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7A2ED01-3423-4097-AC06-E63DBD0A7351}">
      <dsp:nvSpPr>
        <dsp:cNvPr id="0" name=""/>
        <dsp:cNvSpPr/>
      </dsp:nvSpPr>
      <dsp:spPr>
        <a:xfrm>
          <a:off x="0" y="2355"/>
          <a:ext cx="10515600" cy="1125754"/>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214BFFE1-8F8E-4CFD-843F-EDB770594E64}">
      <dsp:nvSpPr>
        <dsp:cNvPr id="0" name=""/>
        <dsp:cNvSpPr/>
      </dsp:nvSpPr>
      <dsp:spPr>
        <a:xfrm>
          <a:off x="340540" y="255650"/>
          <a:ext cx="619770" cy="619165"/>
        </a:xfrm>
        <a:prstGeom prst="rect">
          <a:avLst/>
        </a:prstGeom>
        <a:blipFill>
          <a:blip xmlns:r="http://schemas.openxmlformats.org/officeDocument/2006/relationships" r:embed="rId1">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a:blip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6D7FCD32-3295-4DA9-AF19-6B2509B9B992}">
      <dsp:nvSpPr>
        <dsp:cNvPr id="0" name=""/>
        <dsp:cNvSpPr/>
      </dsp:nvSpPr>
      <dsp:spPr>
        <a:xfrm>
          <a:off x="1300852" y="2355"/>
          <a:ext cx="9076917" cy="112685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19259" tIns="119259" rIns="119259" bIns="119259" numCol="1" spcCol="1270" anchor="ctr" anchorCtr="0">
          <a:noAutofit/>
        </a:bodyPr>
        <a:lstStyle/>
        <a:p>
          <a:pPr marL="0" lvl="0" indent="0" algn="l" defTabSz="622300">
            <a:lnSpc>
              <a:spcPct val="100000"/>
            </a:lnSpc>
            <a:spcBef>
              <a:spcPct val="0"/>
            </a:spcBef>
            <a:spcAft>
              <a:spcPct val="35000"/>
            </a:spcAft>
            <a:buNone/>
          </a:pPr>
          <a:r>
            <a:rPr lang="tr-TR" sz="1400" kern="1200"/>
            <a:t>Etkin bir denetim sisteminin özellikleri aşağıdaki gibi sıralamak mümkündür (Özalp, 2010: 299); </a:t>
          </a:r>
          <a:endParaRPr lang="en-US" sz="1400" kern="1200"/>
        </a:p>
      </dsp:txBody>
      <dsp:txXfrm>
        <a:off x="1300852" y="2355"/>
        <a:ext cx="9076917" cy="1126855"/>
      </dsp:txXfrm>
    </dsp:sp>
    <dsp:sp modelId="{CCB973CA-8FE1-468D-AB12-7A2A045ADB30}">
      <dsp:nvSpPr>
        <dsp:cNvPr id="0" name=""/>
        <dsp:cNvSpPr/>
      </dsp:nvSpPr>
      <dsp:spPr>
        <a:xfrm>
          <a:off x="0" y="1366443"/>
          <a:ext cx="10515600" cy="1125754"/>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22283A27-1F82-44EB-BF95-4AC10EF24456}">
      <dsp:nvSpPr>
        <dsp:cNvPr id="0" name=""/>
        <dsp:cNvSpPr/>
      </dsp:nvSpPr>
      <dsp:spPr>
        <a:xfrm>
          <a:off x="340540" y="1619738"/>
          <a:ext cx="619770" cy="619165"/>
        </a:xfrm>
        <a:prstGeom prst="rect">
          <a:avLst/>
        </a:prstGeom>
        <a:blipFill>
          <a:blip xmlns:r="http://schemas.openxmlformats.org/officeDocument/2006/relationships" r:embed="rId3">
            <a:extLst>
              <a:ext uri="{28A0092B-C50C-407E-A947-70E740481C1C}">
                <a14:useLocalDpi xmlns:a14="http://schemas.microsoft.com/office/drawing/2010/main"/>
              </a:ext>
              <a:ext uri="{96DAC541-7B7A-43D3-8B79-37D633B846F1}">
                <asvg:svgBlip xmlns:asvg="http://schemas.microsoft.com/office/drawing/2016/SVG/main" r:embed="rId4"/>
              </a:ext>
            </a:extLst>
          </a:blip>
          <a:stretch>
            <a:fillRect/>
          </a:stretch>
        </a:blip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698C26A3-B5BF-4617-8411-C25A886BD832}">
      <dsp:nvSpPr>
        <dsp:cNvPr id="0" name=""/>
        <dsp:cNvSpPr/>
      </dsp:nvSpPr>
      <dsp:spPr>
        <a:xfrm>
          <a:off x="1300852" y="1366443"/>
          <a:ext cx="9076917" cy="112685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19259" tIns="119259" rIns="119259" bIns="119259" numCol="1" spcCol="1270" anchor="ctr" anchorCtr="0">
          <a:noAutofit/>
        </a:bodyPr>
        <a:lstStyle/>
        <a:p>
          <a:pPr marL="0" lvl="0" indent="0" algn="l" defTabSz="622300">
            <a:lnSpc>
              <a:spcPct val="100000"/>
            </a:lnSpc>
            <a:spcBef>
              <a:spcPct val="0"/>
            </a:spcBef>
            <a:spcAft>
              <a:spcPct val="35000"/>
            </a:spcAft>
            <a:buNone/>
          </a:pPr>
          <a:r>
            <a:rPr lang="tr-TR" sz="1400" b="1" kern="1200"/>
            <a:t>Denetimin genel amacı işletmenin amaçlarına ulaşmasını kolaylaştırmaktır. </a:t>
          </a:r>
          <a:r>
            <a:rPr lang="tr-TR" sz="1400" kern="1200"/>
            <a:t>Ancak denetimin yerine getirebilmesi için stratejiler, politikalar ve planlar açık bir şekilde belirlenmeli ve arzulanan hedefler ortaya konmalıdır. Bu amaçlar, politikalar, stratejiler, yöntemler ve bütçeler uygulama standardı sağladığından faaliyet sonuçları bu standartlara göre ölçülmelidir. Bunun sonucu olarak denetim uygulamayı standartlaştırarak verimliliği artırır ve giderleri değiştirir. </a:t>
          </a:r>
          <a:endParaRPr lang="en-US" sz="1400" kern="1200"/>
        </a:p>
      </dsp:txBody>
      <dsp:txXfrm>
        <a:off x="1300852" y="1366443"/>
        <a:ext cx="9076917" cy="1126855"/>
      </dsp:txXfrm>
    </dsp:sp>
    <dsp:sp modelId="{695E37EF-DE74-463B-8E27-7E87713672C8}">
      <dsp:nvSpPr>
        <dsp:cNvPr id="0" name=""/>
        <dsp:cNvSpPr/>
      </dsp:nvSpPr>
      <dsp:spPr>
        <a:xfrm>
          <a:off x="0" y="2730531"/>
          <a:ext cx="10515600" cy="1125754"/>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E31014CC-7B03-4843-A968-1B9AC8A85020}">
      <dsp:nvSpPr>
        <dsp:cNvPr id="0" name=""/>
        <dsp:cNvSpPr/>
      </dsp:nvSpPr>
      <dsp:spPr>
        <a:xfrm>
          <a:off x="340540" y="2983826"/>
          <a:ext cx="619770" cy="619165"/>
        </a:xfrm>
        <a:prstGeom prst="rect">
          <a:avLst/>
        </a:prstGeom>
        <a:blipFill>
          <a:blip xmlns:r="http://schemas.openxmlformats.org/officeDocument/2006/relationships" r:embed="rId5">
            <a:extLst>
              <a:ext uri="{28A0092B-C50C-407E-A947-70E740481C1C}">
                <a14:useLocalDpi xmlns:a14="http://schemas.microsoft.com/office/drawing/2010/main"/>
              </a:ext>
              <a:ext uri="{96DAC541-7B7A-43D3-8B79-37D633B846F1}">
                <asvg:svgBlip xmlns:asvg="http://schemas.microsoft.com/office/drawing/2016/SVG/main" r:embed="rId6"/>
              </a:ext>
            </a:extLst>
          </a:blip>
          <a:stretch>
            <a:fillRect/>
          </a:stretch>
        </a:blip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53D40AB1-C9FB-4085-A2DA-212A382B93F2}">
      <dsp:nvSpPr>
        <dsp:cNvPr id="0" name=""/>
        <dsp:cNvSpPr/>
      </dsp:nvSpPr>
      <dsp:spPr>
        <a:xfrm>
          <a:off x="1300852" y="2730531"/>
          <a:ext cx="9076917" cy="112685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19259" tIns="119259" rIns="119259" bIns="119259" numCol="1" spcCol="1270" anchor="ctr" anchorCtr="0">
          <a:noAutofit/>
        </a:bodyPr>
        <a:lstStyle/>
        <a:p>
          <a:pPr marL="0" lvl="0" indent="0" algn="l" defTabSz="622300">
            <a:lnSpc>
              <a:spcPct val="100000"/>
            </a:lnSpc>
            <a:spcBef>
              <a:spcPct val="0"/>
            </a:spcBef>
            <a:spcAft>
              <a:spcPct val="35000"/>
            </a:spcAft>
            <a:buNone/>
          </a:pPr>
          <a:r>
            <a:rPr lang="tr-TR" sz="1400" b="1" kern="1200"/>
            <a:t>Denetim ilgili faaliyetin gerek ve ihtiyaçlarını aksettirmelidir. </a:t>
          </a:r>
          <a:r>
            <a:rPr lang="tr-TR" sz="1400" kern="1200"/>
            <a:t>Denetim sistemleri yapılan işe uygun olmalıdır. Satış bölümünün denetim sistemi özellik itibari ile finans bölümünün denetim sisteminden farklıdır. Zira, satın alma bölümünün denetimi oldukça farklı durumdadır. Küçük işletmelerdeki denetim sistemi, büyük işletmelere kıyasla çok farklıdır. Bütçeler, başa baş noktaları, standart süreler veya maliyetler ve finansman rasyoları gibi belirli teknikler birçok işletmede uygulanabilir. </a:t>
          </a:r>
          <a:endParaRPr lang="en-US" sz="1400" kern="1200"/>
        </a:p>
      </dsp:txBody>
      <dsp:txXfrm>
        <a:off x="1300852" y="2730531"/>
        <a:ext cx="9076917" cy="1126855"/>
      </dsp:txXfrm>
    </dsp:sp>
  </dsp:spTree>
</dsp:drawing>
</file>

<file path=ppt/diagrams/drawing1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1E21656-8573-7440-B2B2-40FD9909583A}">
      <dsp:nvSpPr>
        <dsp:cNvPr id="0" name=""/>
        <dsp:cNvSpPr/>
      </dsp:nvSpPr>
      <dsp:spPr>
        <a:xfrm>
          <a:off x="0" y="2700"/>
          <a:ext cx="6291714" cy="0"/>
        </a:xfrm>
        <a:prstGeom prst="line">
          <a:avLst/>
        </a:prstGeom>
        <a:solidFill>
          <a:schemeClr val="dk2">
            <a:hueOff val="0"/>
            <a:satOff val="0"/>
            <a:lumOff val="0"/>
            <a:alphaOff val="0"/>
          </a:schemeClr>
        </a:solidFill>
        <a:ln w="12700" cap="flat" cmpd="sng" algn="ctr">
          <a:solidFill>
            <a:schemeClr val="dk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8A397FEE-2CB3-EF46-8EEA-D458B69E262D}">
      <dsp:nvSpPr>
        <dsp:cNvPr id="0" name=""/>
        <dsp:cNvSpPr/>
      </dsp:nvSpPr>
      <dsp:spPr>
        <a:xfrm>
          <a:off x="0" y="2700"/>
          <a:ext cx="6291714" cy="184177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6200" tIns="76200" rIns="76200" bIns="76200" numCol="1" spcCol="1270" anchor="t" anchorCtr="0">
          <a:noAutofit/>
        </a:bodyPr>
        <a:lstStyle/>
        <a:p>
          <a:pPr marL="0" lvl="0" indent="0" algn="l" defTabSz="889000">
            <a:lnSpc>
              <a:spcPct val="90000"/>
            </a:lnSpc>
            <a:spcBef>
              <a:spcPct val="0"/>
            </a:spcBef>
            <a:spcAft>
              <a:spcPct val="35000"/>
            </a:spcAft>
            <a:buNone/>
          </a:pPr>
          <a:r>
            <a:rPr lang="tr-TR" sz="2000" b="1" kern="1200"/>
            <a:t>Denetim kapsayıcı olmalıdır. </a:t>
          </a:r>
          <a:r>
            <a:rPr lang="tr-TR" sz="2000" kern="1200"/>
            <a:t>Denetim faaliyeti bütün örgütü kapsamalıdır. Özellikle üst yönetimin denetimi iyi bir biçimde başarması için bütün örgüt noktalarını kapsaması zorunludur. Her bölümün yaptığı iş birbirinden farklı olmasına rağmen birbiriyle yakın ilişkilidir. </a:t>
          </a:r>
          <a:endParaRPr lang="en-US" sz="2000" kern="1200"/>
        </a:p>
      </dsp:txBody>
      <dsp:txXfrm>
        <a:off x="0" y="2700"/>
        <a:ext cx="6291714" cy="1841777"/>
      </dsp:txXfrm>
    </dsp:sp>
    <dsp:sp modelId="{DD277A10-059B-BD4E-AE28-1D784AD39D79}">
      <dsp:nvSpPr>
        <dsp:cNvPr id="0" name=""/>
        <dsp:cNvSpPr/>
      </dsp:nvSpPr>
      <dsp:spPr>
        <a:xfrm>
          <a:off x="0" y="1844478"/>
          <a:ext cx="6291714" cy="0"/>
        </a:xfrm>
        <a:prstGeom prst="line">
          <a:avLst/>
        </a:prstGeom>
        <a:solidFill>
          <a:schemeClr val="dk2">
            <a:hueOff val="0"/>
            <a:satOff val="0"/>
            <a:lumOff val="0"/>
            <a:alphaOff val="0"/>
          </a:schemeClr>
        </a:solidFill>
        <a:ln w="12700" cap="flat" cmpd="sng" algn="ctr">
          <a:solidFill>
            <a:schemeClr val="dk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DF683653-9CEE-EC4C-8255-37AE8EC0779C}">
      <dsp:nvSpPr>
        <dsp:cNvPr id="0" name=""/>
        <dsp:cNvSpPr/>
      </dsp:nvSpPr>
      <dsp:spPr>
        <a:xfrm>
          <a:off x="0" y="1844478"/>
          <a:ext cx="6291714" cy="184177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6200" tIns="76200" rIns="76200" bIns="76200" numCol="1" spcCol="1270" anchor="t" anchorCtr="0">
          <a:noAutofit/>
        </a:bodyPr>
        <a:lstStyle/>
        <a:p>
          <a:pPr marL="0" lvl="0" indent="0" algn="l" defTabSz="889000">
            <a:lnSpc>
              <a:spcPct val="90000"/>
            </a:lnSpc>
            <a:spcBef>
              <a:spcPct val="0"/>
            </a:spcBef>
            <a:spcAft>
              <a:spcPct val="35000"/>
            </a:spcAft>
            <a:buNone/>
          </a:pPr>
          <a:r>
            <a:rPr lang="tr-TR" sz="2000" b="1" kern="1200"/>
            <a:t>Denetim sık sık gözden geçirilmelidir. </a:t>
          </a:r>
          <a:r>
            <a:rPr lang="tr-TR" sz="2000" kern="1200"/>
            <a:t>Denetimin işletmeye yarar sağlaması için sık sık gözden geçirilmeli ve ekonomik, tarafsız ve esneklik özelliği kazandırılmalıdır. </a:t>
          </a:r>
          <a:endParaRPr lang="en-US" sz="2000" kern="1200"/>
        </a:p>
      </dsp:txBody>
      <dsp:txXfrm>
        <a:off x="0" y="1844478"/>
        <a:ext cx="6291714" cy="1841777"/>
      </dsp:txXfrm>
    </dsp:sp>
    <dsp:sp modelId="{696D937B-EF97-3242-AA0A-99921D9B624E}">
      <dsp:nvSpPr>
        <dsp:cNvPr id="0" name=""/>
        <dsp:cNvSpPr/>
      </dsp:nvSpPr>
      <dsp:spPr>
        <a:xfrm>
          <a:off x="0" y="3686256"/>
          <a:ext cx="6291714" cy="0"/>
        </a:xfrm>
        <a:prstGeom prst="line">
          <a:avLst/>
        </a:prstGeom>
        <a:solidFill>
          <a:schemeClr val="dk2">
            <a:hueOff val="0"/>
            <a:satOff val="0"/>
            <a:lumOff val="0"/>
            <a:alphaOff val="0"/>
          </a:schemeClr>
        </a:solidFill>
        <a:ln w="12700" cap="flat" cmpd="sng" algn="ctr">
          <a:solidFill>
            <a:schemeClr val="dk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F9CA8652-9156-1A4F-8F49-8B1B3851B478}">
      <dsp:nvSpPr>
        <dsp:cNvPr id="0" name=""/>
        <dsp:cNvSpPr/>
      </dsp:nvSpPr>
      <dsp:spPr>
        <a:xfrm>
          <a:off x="0" y="3686256"/>
          <a:ext cx="6291714" cy="184177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6200" tIns="76200" rIns="76200" bIns="76200" numCol="1" spcCol="1270" anchor="t" anchorCtr="0">
          <a:noAutofit/>
        </a:bodyPr>
        <a:lstStyle/>
        <a:p>
          <a:pPr marL="0" lvl="0" indent="0" algn="l" defTabSz="889000">
            <a:lnSpc>
              <a:spcPct val="90000"/>
            </a:lnSpc>
            <a:spcBef>
              <a:spcPct val="0"/>
            </a:spcBef>
            <a:spcAft>
              <a:spcPct val="35000"/>
            </a:spcAft>
            <a:buNone/>
          </a:pPr>
          <a:r>
            <a:rPr lang="tr-TR" sz="2000" b="1" kern="1200"/>
            <a:t>Denetim anlaşılabilir olmalıdır. </a:t>
          </a:r>
          <a:r>
            <a:rPr lang="tr-TR" sz="2000" kern="1200"/>
            <a:t>Denetimin etkili olabilmesi anlaşılabilir olmasına bağlıdır. Çeşitli organizasyon basamaklarında çalışan yöneticiler denetimin nasıl çalışacağını bilmelidirler. Çalışanlar denetimi ve standartlarını anlamazlar ise uygulamalarını standartlara göre gerçekleştiremezler. </a:t>
          </a:r>
          <a:endParaRPr lang="en-US" sz="2000" kern="1200"/>
        </a:p>
      </dsp:txBody>
      <dsp:txXfrm>
        <a:off x="0" y="3686256"/>
        <a:ext cx="6291714" cy="1841777"/>
      </dsp:txXfrm>
    </dsp:sp>
  </dsp:spTree>
</dsp:drawing>
</file>

<file path=ppt/diagrams/layout1.xml><?xml version="1.0" encoding="utf-8"?>
<dgm:layoutDef xmlns:dgm="http://schemas.openxmlformats.org/drawingml/2006/diagram" xmlns:a="http://schemas.openxmlformats.org/drawingml/2006/main" uniqueId="urn:microsoft.com/office/officeart/2018/5/layout/IconCircleLabelList">
  <dgm:title val="Icon Circle Label List"/>
  <dgm:desc val="Use to show non-sequential or grouped chunks of information accompanied by a related visuals. Works best with icons or small pictures with short text ca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snake">
          <dgm:param type="grDir" val="tL"/>
          <dgm:param type="flowDir" val="row"/>
          <dgm:param type="contDir" val="sameDir"/>
          <dgm:param type="off" val="ctr"/>
          <dgm:param type="vertAlign" val="mid"/>
          <dgm:param type="horzAlign" val="ctr"/>
        </dgm:alg>
      </dgm:if>
      <dgm:else name="Name2">
        <dgm:alg type="snake">
          <dgm:param type="grDir" val="tR"/>
          <dgm:param type="flowDir" val="row"/>
          <dgm:param type="contDir" val="sameDir"/>
          <dgm:param type="off" val="ctr"/>
          <dgm:param type="vertAlign" val="mid"/>
          <dgm:param type="horzAlign" val="ctr"/>
        </dgm:alg>
      </dgm:else>
    </dgm:choose>
    <dgm:shape xmlns:r="http://schemas.openxmlformats.org/officeDocument/2006/relationships" r:blip="">
      <dgm:adjLst/>
    </dgm:shape>
    <dgm:presOf/>
    <dgm:choose name="Name3">
      <dgm:if name="Name4" axis="ch" ptType="node" func="cnt" op="lte" val="2">
        <dgm:constrLst>
          <dgm:constr type="h" for="ch" forName="compNode" refType="h" fact="0.4"/>
          <dgm:constr type="w" for="ch" forName="compNode" val="100"/>
          <dgm:constr type="w" for="ch" forName="sibTrans" refType="w" refFor="ch" refForName="compNode" fact="0.175"/>
          <dgm:constr type="sp" refType="w" refFor="ch" refForName="compNode" op="equ" fact="0.25"/>
          <dgm:constr type="primFontSz" for="des" ptType="node" op="equ" val="44"/>
          <dgm:constr type="h" for="des" forName="compNode" op="equ"/>
          <dgm:constr type="h" for="des" forName="textRect" op="equ"/>
        </dgm:constrLst>
      </dgm:if>
      <dgm:if name="Name5" axis="ch" ptType="node" func="cnt" op="lte" val="3">
        <dgm:constrLst>
          <dgm:constr type="h" for="ch" forName="compNode" refType="h" fact="0.4"/>
          <dgm:constr type="w" for="ch" forName="compNode" val="100"/>
          <dgm:constr type="w" for="ch" forName="sibTrans" refType="w" refFor="ch" refForName="compNode" fact="0.175"/>
          <dgm:constr type="sp" refType="w" refFor="ch" refForName="compNode" op="equ" fact="0.25"/>
          <dgm:constr type="primFontSz" for="des" ptType="node" op="equ" val="40"/>
          <dgm:constr type="h" for="des" forName="compNode" op="equ"/>
          <dgm:constr type="h" for="des" forName="textRect" op="equ"/>
        </dgm:constrLst>
      </dgm:if>
      <dgm:if name="Name6" axis="ch" ptType="node" func="cnt" op="lte" val="4">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32"/>
          <dgm:constr type="h" for="des" forName="compNode" op="equ"/>
          <dgm:constr type="h" for="des" forName="textRect" op="equ"/>
        </dgm:constrLst>
      </dgm:if>
      <dgm:else name="Name7">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24"/>
          <dgm:constr type="h" for="des" forName="compNode" op="equ"/>
          <dgm:constr type="h" for="des" forName="textRect" op="equ"/>
        </dgm:constrLst>
      </dgm:else>
    </dgm:choose>
    <dgm:ruleLst>
      <dgm:rule type="w" for="ch" forName="compNode" val="50" fact="NaN" max="NaN"/>
    </dgm:ruleLst>
    <dgm:forEach name="Name8" axis="ch" ptType="node">
      <dgm:layoutNode name="compNode">
        <dgm:alg type="composite"/>
        <dgm:shape xmlns:r="http://schemas.openxmlformats.org/officeDocument/2006/relationships" r:blip="">
          <dgm:adjLst/>
        </dgm:shape>
        <dgm:presOf axis="self"/>
        <dgm:constrLst>
          <dgm:constr type="w" for="ch" forName="iconBgRect" refType="w" fact="0.61"/>
          <dgm:constr type="h" for="ch" forName="iconBgRect" refType="w" refFor="ch" refForName="iconBgRect"/>
          <dgm:constr type="t" for="ch" forName="iconBgRect"/>
          <dgm:constr type="ctrX" for="ch" forName="iconBgRect" refType="w" fact="0.5"/>
          <dgm:constr type="w" for="ch" forName="iconRect" refType="w" fact="0.35"/>
          <dgm:constr type="h" for="ch" forName="iconRect" refType="w" refFor="ch" refForName="iconRect"/>
          <dgm:constr type="ctrX" for="ch" forName="iconRect" refType="ctrX" refFor="ch" refForName="iconBgRect"/>
          <dgm:constr type="ctrY" for="ch" forName="iconRect" refType="ctrY" refFor="ch" refForName="iconBgRect"/>
          <dgm:constr type="h" for="ch" forName="spaceRect" refType="w" fact="0.19"/>
          <dgm:constr type="w" for="ch" forName="spaceRect" refType="w"/>
          <dgm:constr type="l" for="ch" forName="spaceRect"/>
          <dgm:constr type="t" for="ch" forName="spaceRect" refType="b" refFor="ch" refForName="iconBgRect"/>
          <dgm:constr type="h" for="ch" forName="textRect" val="20"/>
          <dgm:constr type="w" for="ch" forName="textRect" refType="w"/>
          <dgm:constr type="l" for="ch" forName="textRect"/>
          <dgm:constr type="t" for="ch" forName="textRect" refType="b" refFor="ch" refForName="spaceRect"/>
        </dgm:constrLst>
        <dgm:ruleLst>
          <dgm:rule type="h" val="INF" fact="NaN" max="NaN"/>
        </dgm:ruleLst>
        <dgm:layoutNode name="iconBgRect" styleLbl="bgShp">
          <dgm:alg type="sp"/>
          <dgm:shape xmlns:r="http://schemas.openxmlformats.org/officeDocument/2006/relationships" type="ellipse" r:blip="">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textRect" styleLbl="revTx">
          <dgm:varLst>
            <dgm:chMax val="1"/>
            <dgm:chPref val="1"/>
          </dgm:varLst>
          <dgm:alg type="tx">
            <dgm:param type="txAnchorVert" val="t"/>
          </dgm:alg>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1" fact="NaN" max="NaN"/>
            <dgm:rule type="h" val="INF" fact="NaN" max="NaN"/>
          </dgm:ruleLst>
        </dgm:layoutNode>
      </dgm:layoutNode>
      <dgm:forEach name="Name9"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defRPr cap="all"/>
        </a:lvl1pPr>
      </dgm1612:lstStyle>
    </a:ext>
  </dgm:extLst>
</dgm:layoutDef>
</file>

<file path=ppt/diagrams/layout2.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3.xml><?xml version="1.0" encoding="utf-8"?>
<dgm:layoutDef xmlns:dgm="http://schemas.openxmlformats.org/drawingml/2006/diagram" xmlns:a="http://schemas.openxmlformats.org/drawingml/2006/main" uniqueId="urn:microsoft.com/office/officeart/2005/8/layout/orgChart1">
  <dgm:title val=""/>
  <dgm:desc val=""/>
  <dgm:catLst>
    <dgm:cat type="hierarchy" pri="1000"/>
    <dgm:cat type="convert" pri="6000"/>
  </dgm:catLst>
  <dgm:sampData>
    <dgm:dataModel>
      <dgm:ptLst>
        <dgm:pt modelId="0" type="doc"/>
        <dgm:pt modelId="1">
          <dgm:prSet phldr="1"/>
        </dgm:pt>
        <dgm:pt modelId="2" type="asst">
          <dgm:prSet phldr="1"/>
        </dgm:pt>
        <dgm:pt modelId="3">
          <dgm:prSet phldr="1"/>
        </dgm:pt>
        <dgm:pt modelId="4">
          <dgm:prSet phldr="1"/>
        </dgm:pt>
        <dgm:pt modelId="5">
          <dgm:prSet phldr="1"/>
        </dgm:pt>
      </dgm:ptLst>
      <dgm:cxnLst>
        <dgm:cxn modelId="5" srcId="0" destId="1" srcOrd="0" destOrd="0"/>
        <dgm:cxn modelId="6" srcId="1" destId="2" srcOrd="0" destOrd="0"/>
        <dgm:cxn modelId="7" srcId="1" destId="3" srcOrd="1" destOrd="0"/>
        <dgm:cxn modelId="8" srcId="1" destId="4" srcOrd="2" destOrd="0"/>
        <dgm:cxn modelId="9" srcId="1" destId="5" srcOrd="3" destOrd="0"/>
      </dgm:cxnLst>
      <dgm:bg/>
      <dgm:whole/>
    </dgm:dataModel>
  </dgm:sampData>
  <dgm:styleData>
    <dgm:dataModel>
      <dgm:ptLst>
        <dgm:pt modelId="0" type="doc"/>
        <dgm:pt modelId="1"/>
        <dgm:pt modelId="12"/>
        <dgm:pt modelId="13"/>
      </dgm:ptLst>
      <dgm:cxnLst>
        <dgm:cxn modelId="2" srcId="0" destId="1" srcOrd="0" destOrd="0"/>
        <dgm:cxn modelId="16" srcId="1" destId="12" srcOrd="1" destOrd="0"/>
        <dgm:cxn modelId="17" srcId="1" destId="13" srcOrd="2" destOrd="0"/>
      </dgm:cxnLst>
      <dgm:bg/>
      <dgm:whole/>
    </dgm:dataModel>
  </dgm:styleData>
  <dgm:clrData>
    <dgm:dataModel>
      <dgm:ptLst>
        <dgm:pt modelId="0" type="doc"/>
        <dgm:pt modelId="1"/>
        <dgm:pt modelId="11" type="asst"/>
        <dgm:pt modelId="12"/>
        <dgm:pt modelId="13"/>
        <dgm:pt modelId="14"/>
      </dgm:ptLst>
      <dgm:cxnLst>
        <dgm:cxn modelId="2" srcId="0" destId="1" srcOrd="0" destOrd="0"/>
        <dgm:cxn modelId="15" srcId="1" destId="11" srcOrd="0" destOrd="0"/>
        <dgm:cxn modelId="16" srcId="1" destId="12" srcOrd="1" destOrd="0"/>
        <dgm:cxn modelId="17" srcId="1" destId="13" srcOrd="2" destOrd="0"/>
        <dgm:cxn modelId="18" srcId="1" destId="14" srcOrd="2" destOrd="0"/>
      </dgm:cxnLst>
      <dgm:bg/>
      <dgm:whole/>
    </dgm:dataModel>
  </dgm:clrData>
  <dgm:layoutNode name="hierChild1">
    <dgm:varLst>
      <dgm:orgChart val="1"/>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w" for="des" forName="rootComposite1" refType="w" fact="10"/>
      <dgm:constr type="h" for="des" forName="rootComposite1" refType="w" refFor="des" refForName="rootComposite1" fact="0.5"/>
      <dgm:constr type="w" for="des" forName="rootComposite" refType="w" fact="10"/>
      <dgm:constr type="h" for="des" forName="rootComposite" refType="w" refFor="des" refForName="rootComposite1" fact="0.5"/>
      <dgm:constr type="w" for="des" forName="rootComposite3" refType="w" fact="10"/>
      <dgm:constr type="h" for="des" forName="rootComposite3" refType="w" refFor="des" refForName="rootComposite1" fact="0.5"/>
      <dgm:constr type="primFontSz" for="des" ptType="node" op="equ"/>
      <dgm:constr type="sp" for="des" op="equ"/>
      <dgm:constr type="sp" for="des" forName="hierRoot1" refType="w" refFor="des" refForName="rootComposite1" fact="0.21"/>
      <dgm:constr type="sp" for="des" forName="hierRoot2" refType="sp" refFor="des" refForName="hierRoot1"/>
      <dgm:constr type="sp" for="des" forName="hierRoot3" refType="sp" refFor="des" refForName="hierRoot1"/>
      <dgm:constr type="sibSp" refType="w" refFor="des" refForName="rootComposite1" fact="0.21"/>
      <dgm:constr type="sibSp" for="des" forName="hierChild2" refType="sibSp"/>
      <dgm:constr type="sibSp" for="des" forName="hierChild3" refType="sibSp"/>
      <dgm:constr type="sibSp" for="des" forName="hierChild4" refType="sibSp"/>
      <dgm:constr type="sibSp" for="des" forName="hierChild5" refType="sibSp"/>
      <dgm:constr type="sibSp" for="des" forName="hierChild6" refType="sibSp"/>
      <dgm:constr type="sibSp" for="des" forName="hierChild7" refType="sibSp"/>
      <dgm:constr type="secSibSp" refType="w" refFor="des" refForName="rootComposite1" fact="0.21"/>
      <dgm:constr type="secSibSp" for="des" forName="hierChild2" refType="secSibSp"/>
      <dgm:constr type="secSibSp" for="des" forName="hierChild3" refType="secSibSp"/>
      <dgm:constr type="secSibSp" for="des" forName="hierChild4" refType="secSibSp"/>
      <dgm:constr type="secSibSp" for="des" forName="hierChild5" refType="secSibSp"/>
      <dgm:constr type="secSibSp" for="des" forName="hierChild6" refType="secSibSp"/>
      <dgm:constr type="secSibSp" for="des" forName="hierChild7" refType="secSibSp"/>
    </dgm:constrLst>
    <dgm:ruleLst/>
    <dgm:forEach name="Name3" axis="ch">
      <dgm:forEach name="Name4" axis="self" ptType="node">
        <dgm:layoutNode name="hierRoot1">
          <dgm:varLst>
            <dgm:hierBranch val="init"/>
          </dgm:varLst>
          <dgm:choose name="Name5">
            <dgm:if name="Name6" func="var" arg="hierBranch" op="equ" val="l">
              <dgm:choose name="Name7">
                <dgm:if name="Name8" axis="ch" ptType="asst" func="cnt" op="gte" val="1">
                  <dgm:alg type="hierRoot">
                    <dgm:param type="hierAlign" val="tR"/>
                  </dgm:alg>
                  <dgm:constrLst>
                    <dgm:constr type="alignOff" val="0.65"/>
                  </dgm:constrLst>
                </dgm:if>
                <dgm:else name="Name9">
                  <dgm:alg type="hierRoot">
                    <dgm:param type="hierAlign" val="tR"/>
                  </dgm:alg>
                  <dgm:constrLst>
                    <dgm:constr type="alignOff" val="0.25"/>
                  </dgm:constrLst>
                </dgm:else>
              </dgm:choose>
            </dgm:if>
            <dgm:if name="Name10" func="var" arg="hierBranch" op="equ" val="r">
              <dgm:choose name="Name11">
                <dgm:if name="Name12" axis="ch" ptType="asst" func="cnt" op="gte" val="1">
                  <dgm:alg type="hierRoot">
                    <dgm:param type="hierAlign" val="tL"/>
                  </dgm:alg>
                  <dgm:constrLst>
                    <dgm:constr type="alignOff" val="0.65"/>
                  </dgm:constrLst>
                </dgm:if>
                <dgm:else name="Name13">
                  <dgm:alg type="hierRoot">
                    <dgm:param type="hierAlign" val="tL"/>
                  </dgm:alg>
                  <dgm:constrLst>
                    <dgm:constr type="alignOff" val="0.25"/>
                  </dgm:constrLst>
                </dgm:else>
              </dgm:choose>
            </dgm:if>
            <dgm:if name="Name14" func="var" arg="hierBranch" op="equ" val="hang">
              <dgm:alg type="hierRoot"/>
              <dgm:constrLst>
                <dgm:constr type="alignOff" val="0.65"/>
              </dgm:constrLst>
            </dgm:if>
            <dgm:else name="Name15">
              <dgm:alg type="hierRoot"/>
              <dgm:constrLst>
                <dgm:constr type="alignOff"/>
                <dgm:constr type="bendDist" for="des" ptType="parTrans" refType="sp" fact="0.5"/>
              </dgm:constrLst>
            </dgm:else>
          </dgm:choose>
          <dgm:shape xmlns:r="http://schemas.openxmlformats.org/officeDocument/2006/relationships" r:blip="">
            <dgm:adjLst/>
          </dgm:shape>
          <dgm:presOf/>
          <dgm:ruleLst/>
          <dgm:layoutNode name="rootComposite1">
            <dgm:alg type="composite"/>
            <dgm:shape xmlns:r="http://schemas.openxmlformats.org/officeDocument/2006/relationships" r:blip="">
              <dgm:adjLst/>
            </dgm:shape>
            <dgm:presOf axis="self" ptType="node" cnt="1"/>
            <dgm:choose name="Name16">
              <dgm:if name="Name17" func="var" arg="hierBranch" op="equ" val="init">
                <dgm:constrLst>
                  <dgm:constr type="l" for="ch" forName="rootText1"/>
                  <dgm:constr type="t" for="ch" forName="rootText1"/>
                  <dgm:constr type="w" for="ch" forName="rootText1" refType="w"/>
                  <dgm:constr type="h" for="ch" forName="rootText1" refType="h"/>
                  <dgm:constr type="l" for="ch" forName="rootConnector1"/>
                  <dgm:constr type="t" for="ch" forName="rootConnector1"/>
                  <dgm:constr type="w" for="ch" forName="rootConnector1" refType="w" refFor="ch" refForName="rootText1" fact="0.2"/>
                  <dgm:constr type="h" for="ch" forName="rootConnector1" refType="h" refFor="ch" refForName="rootText1"/>
                </dgm:constrLst>
              </dgm:if>
              <dgm:if name="Name18" func="var" arg="hierBranch" op="equ" val="l">
                <dgm:constrLst>
                  <dgm:constr type="l" for="ch" forName="rootText1"/>
                  <dgm:constr type="t" for="ch" forName="rootText1"/>
                  <dgm:constr type="w" for="ch" forName="rootText1" refType="w"/>
                  <dgm:constr type="h" for="ch" forName="rootText1" refType="h"/>
                  <dgm:constr type="r" for="ch" forName="rootConnector1" refType="w"/>
                  <dgm:constr type="t" for="ch" forName="rootConnector1"/>
                  <dgm:constr type="w" for="ch" forName="rootConnector1" refType="w" refFor="ch" refForName="rootText1" fact="0.2"/>
                  <dgm:constr type="h" for="ch" forName="rootConnector1" refType="h" refFor="ch" refForName="rootText1"/>
                </dgm:constrLst>
              </dgm:if>
              <dgm:if name="Name19" func="var" arg="hierBranch" op="equ" val="r">
                <dgm:constrLst>
                  <dgm:constr type="l" for="ch" forName="rootText1"/>
                  <dgm:constr type="t" for="ch" forName="rootText1"/>
                  <dgm:constr type="w" for="ch" forName="rootText1" refType="w"/>
                  <dgm:constr type="h" for="ch" forName="rootText1" refType="h"/>
                  <dgm:constr type="l" for="ch" forName="rootConnector1"/>
                  <dgm:constr type="t" for="ch" forName="rootConnector1"/>
                  <dgm:constr type="w" for="ch" forName="rootConnector1" refType="w" refFor="ch" refForName="rootText1" fact="0.2"/>
                  <dgm:constr type="h" for="ch" forName="rootConnector1" refType="h" refFor="ch" refForName="rootText1"/>
                </dgm:constrLst>
              </dgm:if>
              <dgm:else name="Name20">
                <dgm:constrLst>
                  <dgm:constr type="l" for="ch" forName="rootText1"/>
                  <dgm:constr type="t" for="ch" forName="rootText1"/>
                  <dgm:constr type="w" for="ch" forName="rootText1" refType="w"/>
                  <dgm:constr type="h" for="ch" forName="rootText1" refType="h"/>
                  <dgm:constr type="r" for="ch" forName="rootConnector1" refType="w"/>
                  <dgm:constr type="t" for="ch" forName="rootConnector1"/>
                  <dgm:constr type="w" for="ch" forName="rootConnector1" refType="w" refFor="ch" refForName="rootText1" fact="0.2"/>
                  <dgm:constr type="h" for="ch" forName="rootConnector1" refType="h" refFor="ch" refForName="rootText1"/>
                </dgm:constrLst>
              </dgm:else>
            </dgm:choose>
            <dgm:ruleLst/>
            <dgm:layoutNode name="rootText1" styleLbl="node0">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1" moveWith="rootText1">
              <dgm:alg type="sp"/>
              <dgm:shape xmlns:r="http://schemas.openxmlformats.org/officeDocument/2006/relationships" type="rect" r:blip="" hideGeom="1">
                <dgm:adjLst/>
              </dgm:shape>
              <dgm:presOf axis="self" ptType="node" cnt="1"/>
              <dgm:constrLst/>
              <dgm:ruleLst/>
            </dgm:layoutNode>
          </dgm:layoutNode>
          <dgm:layoutNode name="hierChild2">
            <dgm:choose name="Name21">
              <dgm:if name="Name22" func="var" arg="hierBranch" op="equ" val="l">
                <dgm:alg type="hierChild">
                  <dgm:param type="chAlign" val="r"/>
                  <dgm:param type="linDir" val="fromT"/>
                </dgm:alg>
              </dgm:if>
              <dgm:if name="Name23" func="var" arg="hierBranch" op="equ" val="r">
                <dgm:alg type="hierChild">
                  <dgm:param type="chAlign" val="l"/>
                  <dgm:param type="linDir" val="fromT"/>
                </dgm:alg>
              </dgm:if>
              <dgm:if name="Name24" func="var" arg="hierBranch" op="equ" val="hang">
                <dgm:choose name="Name25">
                  <dgm:if name="Name26" func="var" arg="dir" op="equ" val="norm">
                    <dgm:alg type="hierChild">
                      <dgm:param type="chAlign" val="l"/>
                      <dgm:param type="linDir" val="fromL"/>
                      <dgm:param type="secChAlign" val="t"/>
                      <dgm:param type="secLinDir" val="fromT"/>
                    </dgm:alg>
                  </dgm:if>
                  <dgm:else name="Name27">
                    <dgm:alg type="hierChild">
                      <dgm:param type="chAlign" val="l"/>
                      <dgm:param type="linDir" val="fromR"/>
                      <dgm:param type="secChAlign" val="t"/>
                      <dgm:param type="secLinDir" val="fromT"/>
                    </dgm:alg>
                  </dgm:else>
                </dgm:choose>
              </dgm:if>
              <dgm:else name="Name28">
                <dgm:choose name="Name29">
                  <dgm:if name="Name30" func="var" arg="dir" op="equ" val="norm">
                    <dgm:alg type="hierChild"/>
                  </dgm:if>
                  <dgm:else name="Name31">
                    <dgm:alg type="hierChild">
                      <dgm:param type="linDir" val="fromR"/>
                    </dgm:alg>
                  </dgm:else>
                </dgm:choose>
              </dgm:else>
            </dgm:choose>
            <dgm:shape xmlns:r="http://schemas.openxmlformats.org/officeDocument/2006/relationships" r:blip="">
              <dgm:adjLst/>
            </dgm:shape>
            <dgm:presOf/>
            <dgm:constrLst/>
            <dgm:ruleLst/>
            <dgm:forEach name="rep2a" axis="ch" ptType="nonAsst">
              <dgm:forEach name="Name32" axis="precedSib" ptType="parTrans" st="-1" cnt="1">
                <dgm:choose name="Name33">
                  <dgm:if name="Name34" func="var" arg="hierBranch" op="equ" val="std">
                    <dgm:layoutNode name="Name35">
                      <dgm:alg type="conn">
                        <dgm:param type="connRout" val="bend"/>
                        <dgm:param type="dim" val="1D"/>
                        <dgm:param type="endSty" val="noArr"/>
                        <dgm:param type="begPts" val="bCtr"/>
                        <dgm:param type="endPts" val="tCtr"/>
                        <dgm:param type="bendPt" val="end"/>
                      </dgm:alg>
                      <dgm:shape xmlns:r="http://schemas.openxmlformats.org/officeDocument/2006/relationships" type="conn" r:blip="" zOrderOff="-99999">
                        <dgm:adjLst/>
                      </dgm:shape>
                      <dgm:presOf axis="self"/>
                      <dgm:constrLst>
                        <dgm:constr type="begPad"/>
                        <dgm:constr type="endPad"/>
                      </dgm:constrLst>
                      <dgm:ruleLst/>
                    </dgm:layoutNode>
                  </dgm:if>
                  <dgm:if name="Name36" func="var" arg="hierBranch" op="equ" val="init">
                    <dgm:layoutNode name="Name37">
                      <dgm:choose name="Name38">
                        <dgm:if name="Name39" axis="self" func="depth" op="lte" val="2">
                          <dgm:alg type="conn">
                            <dgm:param type="connRout" val="bend"/>
                            <dgm:param type="dim" val="1D"/>
                            <dgm:param type="endSty" val="noArr"/>
                            <dgm:param type="begPts" val="bCtr"/>
                            <dgm:param type="endPts" val="tCtr"/>
                            <dgm:param type="bendPt" val="end"/>
                          </dgm:alg>
                        </dgm:if>
                        <dgm:else name="Name40">
                          <dgm:choose name="Name41">
                            <dgm:if name="Name42" axis="par des" func="maxDepth" op="lte" val="1">
                              <dgm:choose name="Name43">
                                <dgm:if name="Name44" axis="par ch" ptType="node asst" func="cnt" op="gte" val="1">
                                  <dgm:alg type="conn">
                                    <dgm:param type="connRout" val="bend"/>
                                    <dgm:param type="dim" val="1D"/>
                                    <dgm:param type="endSty" val="noArr"/>
                                    <dgm:param type="begPts" val="bCtr"/>
                                    <dgm:param type="endPts" val="midL midR"/>
                                  </dgm:alg>
                                </dgm:if>
                                <dgm:else name="Name45">
                                  <dgm:alg type="conn">
                                    <dgm:param type="connRout" val="bend"/>
                                    <dgm:param type="dim" val="1D"/>
                                    <dgm:param type="endSty" val="noArr"/>
                                    <dgm:param type="begPts" val="bCtr"/>
                                    <dgm:param type="endPts" val="midL midR"/>
                                    <dgm:param type="srcNode" val="rootConnector"/>
                                  </dgm:alg>
                                </dgm:else>
                              </dgm:choose>
                            </dgm:if>
                            <dgm:else name="Name46">
                              <dgm:alg type="conn">
                                <dgm:param type="connRout" val="bend"/>
                                <dgm:param type="dim" val="1D"/>
                                <dgm:param type="endSty" val="noArr"/>
                                <dgm:param type="begPts" val="bCtr"/>
                                <dgm:param type="endPts" val="tCtr"/>
                                <dgm:param type="bendPt" val="end"/>
                              </dgm:alg>
                            </dgm:else>
                          </dgm:choose>
                        </dgm:else>
                      </dgm:choose>
                      <dgm:shape xmlns:r="http://schemas.openxmlformats.org/officeDocument/2006/relationships" type="conn" r:blip="" zOrderOff="-99999">
                        <dgm:adjLst/>
                      </dgm:shape>
                      <dgm:presOf axis="self"/>
                      <dgm:constrLst>
                        <dgm:constr type="begPad"/>
                        <dgm:constr type="endPad"/>
                      </dgm:constrLst>
                      <dgm:ruleLst/>
                    </dgm:layoutNode>
                  </dgm:if>
                  <dgm:if name="Name47" func="var" arg="hierBranch" op="equ" val="hang">
                    <dgm:layoutNode name="Name48">
                      <dgm:alg type="conn">
                        <dgm:param type="connRout" val="bend"/>
                        <dgm:param type="dim" val="1D"/>
                        <dgm:param type="endSty" val="noArr"/>
                        <dgm:param type="begPts" val="bCtr"/>
                        <dgm:param type="endPts" val="midL midR"/>
                      </dgm:alg>
                      <dgm:shape xmlns:r="http://schemas.openxmlformats.org/officeDocument/2006/relationships" type="conn" r:blip="" zOrderOff="-99999">
                        <dgm:adjLst/>
                      </dgm:shape>
                      <dgm:presOf axis="self"/>
                      <dgm:constrLst>
                        <dgm:constr type="begPad"/>
                        <dgm:constr type="endPad"/>
                      </dgm:constrLst>
                      <dgm:ruleLst/>
                    </dgm:layoutNode>
                  </dgm:if>
                  <dgm:else name="Name49">
                    <dgm:layoutNode name="Name50">
                      <dgm:choose name="Name51">
                        <dgm:if name="Name52" axis="self" func="depth" op="lte" val="2">
                          <dgm:choose name="Name53">
                            <dgm:if name="Name54" axis="par ch" ptType="node asst" func="cnt" op="gte" val="1">
                              <dgm:alg type="conn">
                                <dgm:param type="connRout" val="bend"/>
                                <dgm:param type="dim" val="1D"/>
                                <dgm:param type="endSty" val="noArr"/>
                                <dgm:param type="begPts" val="bCtr"/>
                                <dgm:param type="endPts" val="midL midR"/>
                              </dgm:alg>
                            </dgm:if>
                            <dgm:else name="Name55">
                              <dgm:alg type="conn">
                                <dgm:param type="connRout" val="bend"/>
                                <dgm:param type="dim" val="1D"/>
                                <dgm:param type="endSty" val="noArr"/>
                                <dgm:param type="begPts" val="bCtr"/>
                                <dgm:param type="endPts" val="midL midR"/>
                                <dgm:param type="srcNode" val="rootConnector1"/>
                              </dgm:alg>
                            </dgm:else>
                          </dgm:choose>
                        </dgm:if>
                        <dgm:else name="Name56">
                          <dgm:choose name="Name57">
                            <dgm:if name="Name58" axis="par ch" ptType="node asst" func="cnt" op="gte" val="1">
                              <dgm:alg type="conn">
                                <dgm:param type="connRout" val="bend"/>
                                <dgm:param type="dim" val="1D"/>
                                <dgm:param type="endSty" val="noArr"/>
                                <dgm:param type="begPts" val="bCtr"/>
                                <dgm:param type="endPts" val="midL midR"/>
                              </dgm:alg>
                            </dgm:if>
                            <dgm:else name="Name59">
                              <dgm:alg type="conn">
                                <dgm:param type="connRout" val="bend"/>
                                <dgm:param type="dim" val="1D"/>
                                <dgm:param type="endSty" val="noArr"/>
                                <dgm:param type="begPts" val="bCtr"/>
                                <dgm:param type="endPts" val="midL midR"/>
                                <dgm:param type="srcNode" val="rootConnector"/>
                              </dgm:alg>
                            </dgm:else>
                          </dgm:choose>
                        </dgm:else>
                      </dgm:choose>
                      <dgm:shape xmlns:r="http://schemas.openxmlformats.org/officeDocument/2006/relationships" type="conn" r:blip="" zOrderOff="-99999">
                        <dgm:adjLst/>
                      </dgm:shape>
                      <dgm:presOf axis="self"/>
                      <dgm:constrLst>
                        <dgm:constr type="begPad"/>
                        <dgm:constr type="endPad"/>
                      </dgm:constrLst>
                      <dgm:ruleLst/>
                    </dgm:layoutNode>
                  </dgm:else>
                </dgm:choose>
              </dgm:forEach>
              <dgm:layoutNode name="hierRoot2">
                <dgm:varLst>
                  <dgm:hierBranch val="init"/>
                </dgm:varLst>
                <dgm:choose name="Name60">
                  <dgm:if name="Name61" func="var" arg="hierBranch" op="equ" val="l">
                    <dgm:choose name="Name62">
                      <dgm:if name="Name63" axis="ch" ptType="asst" func="cnt" op="gte" val="1">
                        <dgm:alg type="hierRoot">
                          <dgm:param type="hierAlign" val="tR"/>
                        </dgm:alg>
                        <dgm:shape xmlns:r="http://schemas.openxmlformats.org/officeDocument/2006/relationships" r:blip="">
                          <dgm:adjLst/>
                        </dgm:shape>
                        <dgm:presOf/>
                        <dgm:constrLst>
                          <dgm:constr type="alignOff" val="0.65"/>
                        </dgm:constrLst>
                      </dgm:if>
                      <dgm:else name="Name64">
                        <dgm:alg type="hierRoot">
                          <dgm:param type="hierAlign" val="tR"/>
                        </dgm:alg>
                        <dgm:shape xmlns:r="http://schemas.openxmlformats.org/officeDocument/2006/relationships" r:blip="">
                          <dgm:adjLst/>
                        </dgm:shape>
                        <dgm:presOf/>
                        <dgm:constrLst>
                          <dgm:constr type="alignOff" val="0.25"/>
                        </dgm:constrLst>
                      </dgm:else>
                    </dgm:choose>
                  </dgm:if>
                  <dgm:if name="Name65" func="var" arg="hierBranch" op="equ" val="r">
                    <dgm:choose name="Name66">
                      <dgm:if name="Name67" axis="ch" ptType="asst" func="cnt" op="gte" val="1">
                        <dgm:alg type="hierRoot">
                          <dgm:param type="hierAlign" val="tL"/>
                        </dgm:alg>
                        <dgm:shape xmlns:r="http://schemas.openxmlformats.org/officeDocument/2006/relationships" r:blip="">
                          <dgm:adjLst/>
                        </dgm:shape>
                        <dgm:presOf/>
                        <dgm:constrLst>
                          <dgm:constr type="alignOff" val="0.65"/>
                        </dgm:constrLst>
                      </dgm:if>
                      <dgm:else name="Name68">
                        <dgm:alg type="hierRoot">
                          <dgm:param type="hierAlign" val="tL"/>
                        </dgm:alg>
                        <dgm:shape xmlns:r="http://schemas.openxmlformats.org/officeDocument/2006/relationships" r:blip="">
                          <dgm:adjLst/>
                        </dgm:shape>
                        <dgm:presOf/>
                        <dgm:constrLst>
                          <dgm:constr type="alignOff" val="0.25"/>
                        </dgm:constrLst>
                      </dgm:else>
                    </dgm:choose>
                  </dgm:if>
                  <dgm:if name="Name69" func="var" arg="hierBranch" op="equ" val="std">
                    <dgm:alg type="hierRoot"/>
                    <dgm:shape xmlns:r="http://schemas.openxmlformats.org/officeDocument/2006/relationships" r:blip="">
                      <dgm:adjLst/>
                    </dgm:shape>
                    <dgm:presOf/>
                    <dgm:constrLst>
                      <dgm:constr type="alignOff"/>
                      <dgm:constr type="bendDist" for="des" ptType="parTrans" refType="sp" fact="0.5"/>
                    </dgm:constrLst>
                  </dgm:if>
                  <dgm:if name="Name70" func="var" arg="hierBranch" op="equ" val="init">
                    <dgm:choose name="Name71">
                      <dgm:if name="Name72" axis="des" func="maxDepth" op="lte" val="1">
                        <dgm:choose name="Name73">
                          <dgm:if name="Name74" axis="ch" ptType="asst" func="cnt" op="gte" val="1">
                            <dgm:alg type="hierRoot">
                              <dgm:param type="hierAlign" val="tL"/>
                            </dgm:alg>
                            <dgm:shape xmlns:r="http://schemas.openxmlformats.org/officeDocument/2006/relationships" r:blip="">
                              <dgm:adjLst/>
                            </dgm:shape>
                            <dgm:presOf/>
                            <dgm:constrLst>
                              <dgm:constr type="alignOff" val="0.65"/>
                            </dgm:constrLst>
                          </dgm:if>
                          <dgm:else name="Name75">
                            <dgm:alg type="hierRoot">
                              <dgm:param type="hierAlign" val="tL"/>
                            </dgm:alg>
                            <dgm:shape xmlns:r="http://schemas.openxmlformats.org/officeDocument/2006/relationships" r:blip="">
                              <dgm:adjLst/>
                            </dgm:shape>
                            <dgm:presOf/>
                            <dgm:constrLst>
                              <dgm:constr type="alignOff" val="0.25"/>
                            </dgm:constrLst>
                          </dgm:else>
                        </dgm:choose>
                      </dgm:if>
                      <dgm:else name="Name76">
                        <dgm:alg type="hierRoot"/>
                        <dgm:shape xmlns:r="http://schemas.openxmlformats.org/officeDocument/2006/relationships" r:blip="">
                          <dgm:adjLst/>
                        </dgm:shape>
                        <dgm:presOf/>
                        <dgm:constrLst>
                          <dgm:constr type="alignOff"/>
                          <dgm:constr type="bendDist" for="des" ptType="parTrans" refType="sp" fact="0.5"/>
                        </dgm:constrLst>
                      </dgm:else>
                    </dgm:choose>
                  </dgm:if>
                  <dgm:else name="Name77">
                    <dgm:alg type="hierRoot"/>
                    <dgm:shape xmlns:r="http://schemas.openxmlformats.org/officeDocument/2006/relationships" r:blip="">
                      <dgm:adjLst/>
                    </dgm:shape>
                    <dgm:presOf/>
                    <dgm:constrLst>
                      <dgm:constr type="alignOff" val="0.65"/>
                    </dgm:constrLst>
                  </dgm:else>
                </dgm:choose>
                <dgm:ruleLst/>
                <dgm:layoutNode name="rootComposite">
                  <dgm:alg type="composite"/>
                  <dgm:shape xmlns:r="http://schemas.openxmlformats.org/officeDocument/2006/relationships" r:blip="">
                    <dgm:adjLst/>
                  </dgm:shape>
                  <dgm:presOf axis="self" ptType="node" cnt="1"/>
                  <dgm:choose name="Name78">
                    <dgm:if name="Name79" func="var" arg="hierBranch" op="equ" val="init">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if name="Name80" func="var" arg="hierBranch" op="equ" val="l">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if>
                    <dgm:if name="Name81" func="var" arg="hierBranch" op="equ" val="r">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else name="Name82">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else>
                  </dgm:choose>
                  <dgm:ruleLst/>
                  <dgm:layoutNode name="rootText">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 moveWith="rootText">
                    <dgm:alg type="sp"/>
                    <dgm:shape xmlns:r="http://schemas.openxmlformats.org/officeDocument/2006/relationships" type="rect" r:blip="" hideGeom="1">
                      <dgm:adjLst/>
                    </dgm:shape>
                    <dgm:presOf axis="self" ptType="node" cnt="1"/>
                    <dgm:constrLst/>
                    <dgm:ruleLst/>
                  </dgm:layoutNode>
                </dgm:layoutNode>
                <dgm:layoutNode name="hierChild4">
                  <dgm:choose name="Name83">
                    <dgm:if name="Name84" func="var" arg="hierBranch" op="equ" val="l">
                      <dgm:alg type="hierChild">
                        <dgm:param type="chAlign" val="r"/>
                        <dgm:param type="linDir" val="fromT"/>
                      </dgm:alg>
                    </dgm:if>
                    <dgm:if name="Name85" func="var" arg="hierBranch" op="equ" val="r">
                      <dgm:alg type="hierChild">
                        <dgm:param type="chAlign" val="l"/>
                        <dgm:param type="linDir" val="fromT"/>
                      </dgm:alg>
                    </dgm:if>
                    <dgm:if name="Name86" func="var" arg="hierBranch" op="equ" val="hang">
                      <dgm:choose name="Name87">
                        <dgm:if name="Name88" func="var" arg="dir" op="equ" val="norm">
                          <dgm:alg type="hierChild">
                            <dgm:param type="chAlign" val="l"/>
                            <dgm:param type="linDir" val="fromL"/>
                            <dgm:param type="secChAlign" val="t"/>
                            <dgm:param type="secLinDir" val="fromT"/>
                          </dgm:alg>
                        </dgm:if>
                        <dgm:else name="Name89">
                          <dgm:alg type="hierChild">
                            <dgm:param type="chAlign" val="l"/>
                            <dgm:param type="linDir" val="fromR"/>
                            <dgm:param type="secChAlign" val="t"/>
                            <dgm:param type="secLinDir" val="fromT"/>
                          </dgm:alg>
                        </dgm:else>
                      </dgm:choose>
                    </dgm:if>
                    <dgm:if name="Name90" func="var" arg="hierBranch" op="equ" val="std">
                      <dgm:choose name="Name91">
                        <dgm:if name="Name92" func="var" arg="dir" op="equ" val="norm">
                          <dgm:alg type="hierChild"/>
                        </dgm:if>
                        <dgm:else name="Name93">
                          <dgm:alg type="hierChild">
                            <dgm:param type="linDir" val="fromR"/>
                          </dgm:alg>
                        </dgm:else>
                      </dgm:choose>
                    </dgm:if>
                    <dgm:if name="Name94" func="var" arg="hierBranch" op="equ" val="init">
                      <dgm:choose name="Name95">
                        <dgm:if name="Name96" axis="des" func="maxDepth" op="lte" val="1">
                          <dgm:alg type="hierChild">
                            <dgm:param type="chAlign" val="l"/>
                            <dgm:param type="linDir" val="fromT"/>
                          </dgm:alg>
                        </dgm:if>
                        <dgm:else name="Name97">
                          <dgm:choose name="Name98">
                            <dgm:if name="Name99" func="var" arg="dir" op="equ" val="norm">
                              <dgm:alg type="hierChild"/>
                            </dgm:if>
                            <dgm:else name="Name100">
                              <dgm:alg type="hierChild">
                                <dgm:param type="linDir" val="fromR"/>
                              </dgm:alg>
                            </dgm:else>
                          </dgm:choose>
                        </dgm:else>
                      </dgm:choose>
                    </dgm:if>
                    <dgm:else name="Name101"/>
                  </dgm:choose>
                  <dgm:shape xmlns:r="http://schemas.openxmlformats.org/officeDocument/2006/relationships" r:blip="">
                    <dgm:adjLst/>
                  </dgm:shape>
                  <dgm:presOf/>
                  <dgm:constrLst/>
                  <dgm:ruleLst/>
                  <dgm:forEach name="Name102" ref="rep2a"/>
                </dgm:layoutNode>
                <dgm:layoutNode name="hierChild5">
                  <dgm:choose name="Name103">
                    <dgm:if name="Name104" func="var" arg="dir" op="equ" val="norm">
                      <dgm:alg type="hierChild">
                        <dgm:param type="chAlign" val="l"/>
                        <dgm:param type="linDir" val="fromL"/>
                        <dgm:param type="secChAlign" val="t"/>
                        <dgm:param type="secLinDir" val="fromT"/>
                      </dgm:alg>
                    </dgm:if>
                    <dgm:else name="Name105">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Name106" ref="rep2b"/>
                </dgm:layoutNode>
              </dgm:layoutNode>
            </dgm:forEach>
          </dgm:layoutNode>
          <dgm:layoutNode name="hierChild3">
            <dgm:choose name="Name107">
              <dgm:if name="Name108" func="var" arg="dir" op="equ" val="norm">
                <dgm:alg type="hierChild">
                  <dgm:param type="chAlign" val="l"/>
                  <dgm:param type="linDir" val="fromL"/>
                  <dgm:param type="secChAlign" val="t"/>
                  <dgm:param type="secLinDir" val="fromT"/>
                </dgm:alg>
              </dgm:if>
              <dgm:else name="Name109">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rep2b" axis="ch" ptType="asst">
              <dgm:forEach name="Name110" axis="precedSib" ptType="parTrans" st="-1" cnt="1">
                <dgm:layoutNode name="Name111">
                  <dgm:alg type="conn">
                    <dgm:param type="connRout" val="bend"/>
                    <dgm:param type="dim" val="1D"/>
                    <dgm:param type="endSty" val="noArr"/>
                    <dgm:param type="begPts" val="bCtr"/>
                    <dgm:param type="endPts" val="midL midR"/>
                  </dgm:alg>
                  <dgm:shape xmlns:r="http://schemas.openxmlformats.org/officeDocument/2006/relationships" type="conn" r:blip="" zOrderOff="-99999">
                    <dgm:adjLst/>
                  </dgm:shape>
                  <dgm:presOf axis="self"/>
                  <dgm:constrLst>
                    <dgm:constr type="begPad"/>
                    <dgm:constr type="endPad"/>
                  </dgm:constrLst>
                  <dgm:ruleLst/>
                </dgm:layoutNode>
              </dgm:forEach>
              <dgm:layoutNode name="hierRoot3">
                <dgm:varLst>
                  <dgm:hierBranch val="init"/>
                </dgm:varLst>
                <dgm:choose name="Name112">
                  <dgm:if name="Name113" func="var" arg="hierBranch" op="equ" val="l">
                    <dgm:alg type="hierRoot">
                      <dgm:param type="hierAlign" val="tR"/>
                    </dgm:alg>
                    <dgm:shape xmlns:r="http://schemas.openxmlformats.org/officeDocument/2006/relationships" r:blip="">
                      <dgm:adjLst/>
                    </dgm:shape>
                    <dgm:presOf/>
                    <dgm:constrLst>
                      <dgm:constr type="alignOff" val="0.65"/>
                    </dgm:constrLst>
                  </dgm:if>
                  <dgm:if name="Name114" func="var" arg="hierBranch" op="equ" val="r">
                    <dgm:alg type="hierRoot">
                      <dgm:param type="hierAlign" val="tL"/>
                    </dgm:alg>
                    <dgm:shape xmlns:r="http://schemas.openxmlformats.org/officeDocument/2006/relationships" r:blip="">
                      <dgm:adjLst/>
                    </dgm:shape>
                    <dgm:presOf/>
                    <dgm:constrLst>
                      <dgm:constr type="alignOff" val="0.65"/>
                    </dgm:constrLst>
                  </dgm:if>
                  <dgm:if name="Name115" func="var" arg="hierBranch" op="equ" val="hang">
                    <dgm:alg type="hierRoot"/>
                    <dgm:shape xmlns:r="http://schemas.openxmlformats.org/officeDocument/2006/relationships" r:blip="">
                      <dgm:adjLst/>
                    </dgm:shape>
                    <dgm:presOf/>
                    <dgm:constrLst>
                      <dgm:constr type="alignOff" val="0.65"/>
                    </dgm:constrLst>
                  </dgm:if>
                  <dgm:if name="Name116" func="var" arg="hierBranch" op="equ" val="std">
                    <dgm:alg type="hierRoot"/>
                    <dgm:shape xmlns:r="http://schemas.openxmlformats.org/officeDocument/2006/relationships" r:blip="">
                      <dgm:adjLst/>
                    </dgm:shape>
                    <dgm:presOf/>
                    <dgm:constrLst>
                      <dgm:constr type="alignOff"/>
                      <dgm:constr type="bendDist" for="des" ptType="parTrans" refType="sp" fact="0.5"/>
                    </dgm:constrLst>
                  </dgm:if>
                  <dgm:if name="Name117" func="var" arg="hierBranch" op="equ" val="init">
                    <dgm:choose name="Name118">
                      <dgm:if name="Name119" axis="des" func="maxDepth" op="lte" val="1">
                        <dgm:alg type="hierRoot">
                          <dgm:param type="hierAlign" val="tL"/>
                        </dgm:alg>
                        <dgm:shape xmlns:r="http://schemas.openxmlformats.org/officeDocument/2006/relationships" r:blip="">
                          <dgm:adjLst/>
                        </dgm:shape>
                        <dgm:presOf/>
                        <dgm:constrLst>
                          <dgm:constr type="alignOff" val="0.65"/>
                        </dgm:constrLst>
                      </dgm:if>
                      <dgm:else name="Name120">
                        <dgm:alg type="hierRoot"/>
                        <dgm:shape xmlns:r="http://schemas.openxmlformats.org/officeDocument/2006/relationships" r:blip="">
                          <dgm:adjLst/>
                        </dgm:shape>
                        <dgm:presOf/>
                        <dgm:constrLst>
                          <dgm:constr type="alignOff"/>
                          <dgm:constr type="bendDist" for="des" ptType="parTrans" refType="sp" fact="0.5"/>
                        </dgm:constrLst>
                      </dgm:else>
                    </dgm:choose>
                  </dgm:if>
                  <dgm:else name="Name121"/>
                </dgm:choose>
                <dgm:ruleLst/>
                <dgm:layoutNode name="rootComposite3">
                  <dgm:alg type="composite"/>
                  <dgm:shape xmlns:r="http://schemas.openxmlformats.org/officeDocument/2006/relationships" r:blip="">
                    <dgm:adjLst/>
                  </dgm:shape>
                  <dgm:presOf axis="self" ptType="node" cnt="1"/>
                  <dgm:choose name="Name122">
                    <dgm:if name="Name123" func="var" arg="hierBranch" op="equ" val="init">
                      <dgm:constrLst>
                        <dgm:constr type="l" for="ch" forName="rootText3"/>
                        <dgm:constr type="t" for="ch" forName="rootText3"/>
                        <dgm:constr type="w" for="ch" forName="rootText3" refType="w"/>
                        <dgm:constr type="h" for="ch" forName="rootText3" refType="h"/>
                        <dgm:constr type="l" for="ch" forName="rootConnector3"/>
                        <dgm:constr type="t" for="ch" forName="rootConnector3"/>
                        <dgm:constr type="w" for="ch" forName="rootConnector3" refType="w" refFor="ch" refForName="rootText3" fact="0.2"/>
                        <dgm:constr type="h" for="ch" forName="rootConnector3" refType="h" refFor="ch" refForName="rootText3"/>
                      </dgm:constrLst>
                    </dgm:if>
                    <dgm:if name="Name124" func="var" arg="hierBranch" op="equ" val="l">
                      <dgm:constrLst>
                        <dgm:constr type="l" for="ch" forName="rootText3"/>
                        <dgm:constr type="t" for="ch" forName="rootText3"/>
                        <dgm:constr type="w" for="ch" forName="rootText3" refType="w"/>
                        <dgm:constr type="h" for="ch" forName="rootText3" refType="h"/>
                        <dgm:constr type="r" for="ch" forName="rootConnector3" refType="w"/>
                        <dgm:constr type="t" for="ch" forName="rootConnector3"/>
                        <dgm:constr type="w" for="ch" forName="rootConnector3" refType="w" refFor="ch" refForName="rootText3" fact="0.2"/>
                        <dgm:constr type="h" for="ch" forName="rootConnector3" refType="h" refFor="ch" refForName="rootText3"/>
                      </dgm:constrLst>
                    </dgm:if>
                    <dgm:if name="Name125" func="var" arg="hierBranch" op="equ" val="r">
                      <dgm:constrLst>
                        <dgm:constr type="l" for="ch" forName="rootText3"/>
                        <dgm:constr type="t" for="ch" forName="rootText3"/>
                        <dgm:constr type="w" for="ch" forName="rootText3" refType="w"/>
                        <dgm:constr type="h" for="ch" forName="rootText3" refType="h"/>
                        <dgm:constr type="l" for="ch" forName="rootConnector3"/>
                        <dgm:constr type="t" for="ch" forName="rootConnector3"/>
                        <dgm:constr type="w" for="ch" forName="rootConnector3" refType="w" refFor="ch" refForName="rootText3" fact="0.2"/>
                        <dgm:constr type="h" for="ch" forName="rootConnector3" refType="h" refFor="ch" refForName="rootText3"/>
                      </dgm:constrLst>
                    </dgm:if>
                    <dgm:else name="Name126">
                      <dgm:constrLst>
                        <dgm:constr type="l" for="ch" forName="rootText3"/>
                        <dgm:constr type="t" for="ch" forName="rootText3"/>
                        <dgm:constr type="w" for="ch" forName="rootText3" refType="w"/>
                        <dgm:constr type="h" for="ch" forName="rootText3" refType="h"/>
                        <dgm:constr type="r" for="ch" forName="rootConnector3" refType="w"/>
                        <dgm:constr type="t" for="ch" forName="rootConnector3"/>
                        <dgm:constr type="w" for="ch" forName="rootConnector3" refType="w" refFor="ch" refForName="rootText3" fact="0.2"/>
                        <dgm:constr type="h" for="ch" forName="rootConnector3" refType="h" refFor="ch" refForName="rootText3"/>
                      </dgm:constrLst>
                    </dgm:else>
                  </dgm:choose>
                  <dgm:ruleLst/>
                  <dgm:layoutNode name="rootText3">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3" moveWith="rootText1">
                    <dgm:alg type="sp"/>
                    <dgm:shape xmlns:r="http://schemas.openxmlformats.org/officeDocument/2006/relationships" type="rect" r:blip="" hideGeom="1">
                      <dgm:adjLst/>
                    </dgm:shape>
                    <dgm:presOf axis="self" ptType="node" cnt="1"/>
                    <dgm:constrLst/>
                    <dgm:ruleLst/>
                  </dgm:layoutNode>
                </dgm:layoutNode>
                <dgm:layoutNode name="hierChild6">
                  <dgm:choose name="Name127">
                    <dgm:if name="Name128" func="var" arg="hierBranch" op="equ" val="l">
                      <dgm:alg type="hierChild">
                        <dgm:param type="chAlign" val="r"/>
                        <dgm:param type="linDir" val="fromT"/>
                      </dgm:alg>
                    </dgm:if>
                    <dgm:if name="Name129" func="var" arg="hierBranch" op="equ" val="r">
                      <dgm:alg type="hierChild">
                        <dgm:param type="chAlign" val="l"/>
                        <dgm:param type="linDir" val="fromT"/>
                      </dgm:alg>
                    </dgm:if>
                    <dgm:if name="Name130" func="var" arg="hierBranch" op="equ" val="hang">
                      <dgm:choose name="Name131">
                        <dgm:if name="Name132" func="var" arg="dir" op="equ" val="norm">
                          <dgm:alg type="hierChild">
                            <dgm:param type="chAlign" val="l"/>
                            <dgm:param type="linDir" val="fromL"/>
                            <dgm:param type="secChAlign" val="t"/>
                            <dgm:param type="secLinDir" val="fromT"/>
                          </dgm:alg>
                        </dgm:if>
                        <dgm:else name="Name133">
                          <dgm:alg type="hierChild">
                            <dgm:param type="chAlign" val="l"/>
                            <dgm:param type="linDir" val="fromR"/>
                            <dgm:param type="secChAlign" val="t"/>
                            <dgm:param type="secLinDir" val="fromT"/>
                          </dgm:alg>
                        </dgm:else>
                      </dgm:choose>
                    </dgm:if>
                    <dgm:if name="Name134" func="var" arg="hierBranch" op="equ" val="std">
                      <dgm:choose name="Name135">
                        <dgm:if name="Name136" func="var" arg="dir" op="equ" val="norm">
                          <dgm:alg type="hierChild"/>
                        </dgm:if>
                        <dgm:else name="Name137">
                          <dgm:alg type="hierChild">
                            <dgm:param type="linDir" val="fromR"/>
                          </dgm:alg>
                        </dgm:else>
                      </dgm:choose>
                    </dgm:if>
                    <dgm:if name="Name138" func="var" arg="hierBranch" op="equ" val="init">
                      <dgm:choose name="Name139">
                        <dgm:if name="Name140" axis="des" func="maxDepth" op="lte" val="1">
                          <dgm:alg type="hierChild">
                            <dgm:param type="chAlign" val="l"/>
                            <dgm:param type="linDir" val="fromT"/>
                          </dgm:alg>
                        </dgm:if>
                        <dgm:else name="Name141">
                          <dgm:alg type="hierChild"/>
                        </dgm:else>
                      </dgm:choose>
                    </dgm:if>
                    <dgm:else name="Name142"/>
                  </dgm:choose>
                  <dgm:shape xmlns:r="http://schemas.openxmlformats.org/officeDocument/2006/relationships" r:blip="">
                    <dgm:adjLst/>
                  </dgm:shape>
                  <dgm:presOf/>
                  <dgm:constrLst/>
                  <dgm:ruleLst/>
                  <dgm:forEach name="Name143" ref="rep2a"/>
                </dgm:layoutNode>
                <dgm:layoutNode name="hierChild7">
                  <dgm:choose name="Name144">
                    <dgm:if name="Name145" func="var" arg="dir" op="equ" val="norm">
                      <dgm:alg type="hierChild">
                        <dgm:param type="chAlign" val="l"/>
                        <dgm:param type="linDir" val="fromL"/>
                        <dgm:param type="secChAlign" val="t"/>
                        <dgm:param type="secLinDir" val="fromT"/>
                      </dgm:alg>
                    </dgm:if>
                    <dgm:else name="Name146">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Name147" ref="rep2b"/>
                </dgm:layoutNode>
              </dgm:layoutNode>
            </dgm:forEach>
          </dgm:layoutNode>
        </dgm:layoutNode>
      </dgm:forEach>
    </dgm:forEach>
  </dgm:layoutNode>
</dgm:layoutDef>
</file>

<file path=ppt/diagrams/layout4.xml><?xml version="1.0" encoding="utf-8"?>
<dgm:layoutDef xmlns:dgm="http://schemas.openxmlformats.org/drawingml/2006/diagram" xmlns:a="http://schemas.openxmlformats.org/drawingml/2006/main" uniqueId="urn:microsoft.com/office/officeart/2005/8/layout/orgChart1">
  <dgm:title val=""/>
  <dgm:desc val=""/>
  <dgm:catLst>
    <dgm:cat type="hierarchy" pri="1000"/>
    <dgm:cat type="convert" pri="6000"/>
  </dgm:catLst>
  <dgm:sampData>
    <dgm:dataModel>
      <dgm:ptLst>
        <dgm:pt modelId="0" type="doc"/>
        <dgm:pt modelId="1">
          <dgm:prSet phldr="1"/>
        </dgm:pt>
        <dgm:pt modelId="2" type="asst">
          <dgm:prSet phldr="1"/>
        </dgm:pt>
        <dgm:pt modelId="3">
          <dgm:prSet phldr="1"/>
        </dgm:pt>
        <dgm:pt modelId="4">
          <dgm:prSet phldr="1"/>
        </dgm:pt>
        <dgm:pt modelId="5">
          <dgm:prSet phldr="1"/>
        </dgm:pt>
      </dgm:ptLst>
      <dgm:cxnLst>
        <dgm:cxn modelId="5" srcId="0" destId="1" srcOrd="0" destOrd="0"/>
        <dgm:cxn modelId="6" srcId="1" destId="2" srcOrd="0" destOrd="0"/>
        <dgm:cxn modelId="7" srcId="1" destId="3" srcOrd="1" destOrd="0"/>
        <dgm:cxn modelId="8" srcId="1" destId="4" srcOrd="2" destOrd="0"/>
        <dgm:cxn modelId="9" srcId="1" destId="5" srcOrd="3" destOrd="0"/>
      </dgm:cxnLst>
      <dgm:bg/>
      <dgm:whole/>
    </dgm:dataModel>
  </dgm:sampData>
  <dgm:styleData>
    <dgm:dataModel>
      <dgm:ptLst>
        <dgm:pt modelId="0" type="doc"/>
        <dgm:pt modelId="1"/>
        <dgm:pt modelId="12"/>
        <dgm:pt modelId="13"/>
      </dgm:ptLst>
      <dgm:cxnLst>
        <dgm:cxn modelId="2" srcId="0" destId="1" srcOrd="0" destOrd="0"/>
        <dgm:cxn modelId="16" srcId="1" destId="12" srcOrd="1" destOrd="0"/>
        <dgm:cxn modelId="17" srcId="1" destId="13" srcOrd="2" destOrd="0"/>
      </dgm:cxnLst>
      <dgm:bg/>
      <dgm:whole/>
    </dgm:dataModel>
  </dgm:styleData>
  <dgm:clrData>
    <dgm:dataModel>
      <dgm:ptLst>
        <dgm:pt modelId="0" type="doc"/>
        <dgm:pt modelId="1"/>
        <dgm:pt modelId="11" type="asst"/>
        <dgm:pt modelId="12"/>
        <dgm:pt modelId="13"/>
        <dgm:pt modelId="14"/>
      </dgm:ptLst>
      <dgm:cxnLst>
        <dgm:cxn modelId="2" srcId="0" destId="1" srcOrd="0" destOrd="0"/>
        <dgm:cxn modelId="15" srcId="1" destId="11" srcOrd="0" destOrd="0"/>
        <dgm:cxn modelId="16" srcId="1" destId="12" srcOrd="1" destOrd="0"/>
        <dgm:cxn modelId="17" srcId="1" destId="13" srcOrd="2" destOrd="0"/>
        <dgm:cxn modelId="18" srcId="1" destId="14" srcOrd="2" destOrd="0"/>
      </dgm:cxnLst>
      <dgm:bg/>
      <dgm:whole/>
    </dgm:dataModel>
  </dgm:clrData>
  <dgm:layoutNode name="hierChild1">
    <dgm:varLst>
      <dgm:orgChart val="1"/>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w" for="des" forName="rootComposite1" refType="w" fact="10"/>
      <dgm:constr type="h" for="des" forName="rootComposite1" refType="w" refFor="des" refForName="rootComposite1" fact="0.5"/>
      <dgm:constr type="w" for="des" forName="rootComposite" refType="w" fact="10"/>
      <dgm:constr type="h" for="des" forName="rootComposite" refType="w" refFor="des" refForName="rootComposite1" fact="0.5"/>
      <dgm:constr type="w" for="des" forName="rootComposite3" refType="w" fact="10"/>
      <dgm:constr type="h" for="des" forName="rootComposite3" refType="w" refFor="des" refForName="rootComposite1" fact="0.5"/>
      <dgm:constr type="primFontSz" for="des" ptType="node" op="equ"/>
      <dgm:constr type="sp" for="des" op="equ"/>
      <dgm:constr type="sp" for="des" forName="hierRoot1" refType="w" refFor="des" refForName="rootComposite1" fact="0.21"/>
      <dgm:constr type="sp" for="des" forName="hierRoot2" refType="sp" refFor="des" refForName="hierRoot1"/>
      <dgm:constr type="sp" for="des" forName="hierRoot3" refType="sp" refFor="des" refForName="hierRoot1"/>
      <dgm:constr type="sibSp" refType="w" refFor="des" refForName="rootComposite1" fact="0.21"/>
      <dgm:constr type="sibSp" for="des" forName="hierChild2" refType="sibSp"/>
      <dgm:constr type="sibSp" for="des" forName="hierChild3" refType="sibSp"/>
      <dgm:constr type="sibSp" for="des" forName="hierChild4" refType="sibSp"/>
      <dgm:constr type="sibSp" for="des" forName="hierChild5" refType="sibSp"/>
      <dgm:constr type="sibSp" for="des" forName="hierChild6" refType="sibSp"/>
      <dgm:constr type="sibSp" for="des" forName="hierChild7" refType="sibSp"/>
      <dgm:constr type="secSibSp" refType="w" refFor="des" refForName="rootComposite1" fact="0.21"/>
      <dgm:constr type="secSibSp" for="des" forName="hierChild2" refType="secSibSp"/>
      <dgm:constr type="secSibSp" for="des" forName="hierChild3" refType="secSibSp"/>
      <dgm:constr type="secSibSp" for="des" forName="hierChild4" refType="secSibSp"/>
      <dgm:constr type="secSibSp" for="des" forName="hierChild5" refType="secSibSp"/>
      <dgm:constr type="secSibSp" for="des" forName="hierChild6" refType="secSibSp"/>
      <dgm:constr type="secSibSp" for="des" forName="hierChild7" refType="secSibSp"/>
    </dgm:constrLst>
    <dgm:ruleLst/>
    <dgm:forEach name="Name3" axis="ch">
      <dgm:forEach name="Name4" axis="self" ptType="node">
        <dgm:layoutNode name="hierRoot1">
          <dgm:varLst>
            <dgm:hierBranch val="init"/>
          </dgm:varLst>
          <dgm:choose name="Name5">
            <dgm:if name="Name6" func="var" arg="hierBranch" op="equ" val="l">
              <dgm:choose name="Name7">
                <dgm:if name="Name8" axis="ch" ptType="asst" func="cnt" op="gte" val="1">
                  <dgm:alg type="hierRoot">
                    <dgm:param type="hierAlign" val="tR"/>
                  </dgm:alg>
                  <dgm:constrLst>
                    <dgm:constr type="alignOff" val="0.65"/>
                  </dgm:constrLst>
                </dgm:if>
                <dgm:else name="Name9">
                  <dgm:alg type="hierRoot">
                    <dgm:param type="hierAlign" val="tR"/>
                  </dgm:alg>
                  <dgm:constrLst>
                    <dgm:constr type="alignOff" val="0.25"/>
                  </dgm:constrLst>
                </dgm:else>
              </dgm:choose>
            </dgm:if>
            <dgm:if name="Name10" func="var" arg="hierBranch" op="equ" val="r">
              <dgm:choose name="Name11">
                <dgm:if name="Name12" axis="ch" ptType="asst" func="cnt" op="gte" val="1">
                  <dgm:alg type="hierRoot">
                    <dgm:param type="hierAlign" val="tL"/>
                  </dgm:alg>
                  <dgm:constrLst>
                    <dgm:constr type="alignOff" val="0.65"/>
                  </dgm:constrLst>
                </dgm:if>
                <dgm:else name="Name13">
                  <dgm:alg type="hierRoot">
                    <dgm:param type="hierAlign" val="tL"/>
                  </dgm:alg>
                  <dgm:constrLst>
                    <dgm:constr type="alignOff" val="0.25"/>
                  </dgm:constrLst>
                </dgm:else>
              </dgm:choose>
            </dgm:if>
            <dgm:if name="Name14" func="var" arg="hierBranch" op="equ" val="hang">
              <dgm:alg type="hierRoot"/>
              <dgm:constrLst>
                <dgm:constr type="alignOff" val="0.65"/>
              </dgm:constrLst>
            </dgm:if>
            <dgm:else name="Name15">
              <dgm:alg type="hierRoot"/>
              <dgm:constrLst>
                <dgm:constr type="alignOff"/>
                <dgm:constr type="bendDist" for="des" ptType="parTrans" refType="sp" fact="0.5"/>
              </dgm:constrLst>
            </dgm:else>
          </dgm:choose>
          <dgm:shape xmlns:r="http://schemas.openxmlformats.org/officeDocument/2006/relationships" r:blip="">
            <dgm:adjLst/>
          </dgm:shape>
          <dgm:presOf/>
          <dgm:ruleLst/>
          <dgm:layoutNode name="rootComposite1">
            <dgm:alg type="composite"/>
            <dgm:shape xmlns:r="http://schemas.openxmlformats.org/officeDocument/2006/relationships" r:blip="">
              <dgm:adjLst/>
            </dgm:shape>
            <dgm:presOf axis="self" ptType="node" cnt="1"/>
            <dgm:choose name="Name16">
              <dgm:if name="Name17" func="var" arg="hierBranch" op="equ" val="init">
                <dgm:constrLst>
                  <dgm:constr type="l" for="ch" forName="rootText1"/>
                  <dgm:constr type="t" for="ch" forName="rootText1"/>
                  <dgm:constr type="w" for="ch" forName="rootText1" refType="w"/>
                  <dgm:constr type="h" for="ch" forName="rootText1" refType="h"/>
                  <dgm:constr type="l" for="ch" forName="rootConnector1"/>
                  <dgm:constr type="t" for="ch" forName="rootConnector1"/>
                  <dgm:constr type="w" for="ch" forName="rootConnector1" refType="w" refFor="ch" refForName="rootText1" fact="0.2"/>
                  <dgm:constr type="h" for="ch" forName="rootConnector1" refType="h" refFor="ch" refForName="rootText1"/>
                </dgm:constrLst>
              </dgm:if>
              <dgm:if name="Name18" func="var" arg="hierBranch" op="equ" val="l">
                <dgm:constrLst>
                  <dgm:constr type="l" for="ch" forName="rootText1"/>
                  <dgm:constr type="t" for="ch" forName="rootText1"/>
                  <dgm:constr type="w" for="ch" forName="rootText1" refType="w"/>
                  <dgm:constr type="h" for="ch" forName="rootText1" refType="h"/>
                  <dgm:constr type="r" for="ch" forName="rootConnector1" refType="w"/>
                  <dgm:constr type="t" for="ch" forName="rootConnector1"/>
                  <dgm:constr type="w" for="ch" forName="rootConnector1" refType="w" refFor="ch" refForName="rootText1" fact="0.2"/>
                  <dgm:constr type="h" for="ch" forName="rootConnector1" refType="h" refFor="ch" refForName="rootText1"/>
                </dgm:constrLst>
              </dgm:if>
              <dgm:if name="Name19" func="var" arg="hierBranch" op="equ" val="r">
                <dgm:constrLst>
                  <dgm:constr type="l" for="ch" forName="rootText1"/>
                  <dgm:constr type="t" for="ch" forName="rootText1"/>
                  <dgm:constr type="w" for="ch" forName="rootText1" refType="w"/>
                  <dgm:constr type="h" for="ch" forName="rootText1" refType="h"/>
                  <dgm:constr type="l" for="ch" forName="rootConnector1"/>
                  <dgm:constr type="t" for="ch" forName="rootConnector1"/>
                  <dgm:constr type="w" for="ch" forName="rootConnector1" refType="w" refFor="ch" refForName="rootText1" fact="0.2"/>
                  <dgm:constr type="h" for="ch" forName="rootConnector1" refType="h" refFor="ch" refForName="rootText1"/>
                </dgm:constrLst>
              </dgm:if>
              <dgm:else name="Name20">
                <dgm:constrLst>
                  <dgm:constr type="l" for="ch" forName="rootText1"/>
                  <dgm:constr type="t" for="ch" forName="rootText1"/>
                  <dgm:constr type="w" for="ch" forName="rootText1" refType="w"/>
                  <dgm:constr type="h" for="ch" forName="rootText1" refType="h"/>
                  <dgm:constr type="r" for="ch" forName="rootConnector1" refType="w"/>
                  <dgm:constr type="t" for="ch" forName="rootConnector1"/>
                  <dgm:constr type="w" for="ch" forName="rootConnector1" refType="w" refFor="ch" refForName="rootText1" fact="0.2"/>
                  <dgm:constr type="h" for="ch" forName="rootConnector1" refType="h" refFor="ch" refForName="rootText1"/>
                </dgm:constrLst>
              </dgm:else>
            </dgm:choose>
            <dgm:ruleLst/>
            <dgm:layoutNode name="rootText1" styleLbl="node0">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1" moveWith="rootText1">
              <dgm:alg type="sp"/>
              <dgm:shape xmlns:r="http://schemas.openxmlformats.org/officeDocument/2006/relationships" type="rect" r:blip="" hideGeom="1">
                <dgm:adjLst/>
              </dgm:shape>
              <dgm:presOf axis="self" ptType="node" cnt="1"/>
              <dgm:constrLst/>
              <dgm:ruleLst/>
            </dgm:layoutNode>
          </dgm:layoutNode>
          <dgm:layoutNode name="hierChild2">
            <dgm:choose name="Name21">
              <dgm:if name="Name22" func="var" arg="hierBranch" op="equ" val="l">
                <dgm:alg type="hierChild">
                  <dgm:param type="chAlign" val="r"/>
                  <dgm:param type="linDir" val="fromT"/>
                </dgm:alg>
              </dgm:if>
              <dgm:if name="Name23" func="var" arg="hierBranch" op="equ" val="r">
                <dgm:alg type="hierChild">
                  <dgm:param type="chAlign" val="l"/>
                  <dgm:param type="linDir" val="fromT"/>
                </dgm:alg>
              </dgm:if>
              <dgm:if name="Name24" func="var" arg="hierBranch" op="equ" val="hang">
                <dgm:choose name="Name25">
                  <dgm:if name="Name26" func="var" arg="dir" op="equ" val="norm">
                    <dgm:alg type="hierChild">
                      <dgm:param type="chAlign" val="l"/>
                      <dgm:param type="linDir" val="fromL"/>
                      <dgm:param type="secChAlign" val="t"/>
                      <dgm:param type="secLinDir" val="fromT"/>
                    </dgm:alg>
                  </dgm:if>
                  <dgm:else name="Name27">
                    <dgm:alg type="hierChild">
                      <dgm:param type="chAlign" val="l"/>
                      <dgm:param type="linDir" val="fromR"/>
                      <dgm:param type="secChAlign" val="t"/>
                      <dgm:param type="secLinDir" val="fromT"/>
                    </dgm:alg>
                  </dgm:else>
                </dgm:choose>
              </dgm:if>
              <dgm:else name="Name28">
                <dgm:choose name="Name29">
                  <dgm:if name="Name30" func="var" arg="dir" op="equ" val="norm">
                    <dgm:alg type="hierChild"/>
                  </dgm:if>
                  <dgm:else name="Name31">
                    <dgm:alg type="hierChild">
                      <dgm:param type="linDir" val="fromR"/>
                    </dgm:alg>
                  </dgm:else>
                </dgm:choose>
              </dgm:else>
            </dgm:choose>
            <dgm:shape xmlns:r="http://schemas.openxmlformats.org/officeDocument/2006/relationships" r:blip="">
              <dgm:adjLst/>
            </dgm:shape>
            <dgm:presOf/>
            <dgm:constrLst/>
            <dgm:ruleLst/>
            <dgm:forEach name="rep2a" axis="ch" ptType="nonAsst">
              <dgm:forEach name="Name32" axis="precedSib" ptType="parTrans" st="-1" cnt="1">
                <dgm:choose name="Name33">
                  <dgm:if name="Name34" func="var" arg="hierBranch" op="equ" val="std">
                    <dgm:layoutNode name="Name35">
                      <dgm:alg type="conn">
                        <dgm:param type="connRout" val="bend"/>
                        <dgm:param type="dim" val="1D"/>
                        <dgm:param type="endSty" val="noArr"/>
                        <dgm:param type="begPts" val="bCtr"/>
                        <dgm:param type="endPts" val="tCtr"/>
                        <dgm:param type="bendPt" val="end"/>
                      </dgm:alg>
                      <dgm:shape xmlns:r="http://schemas.openxmlformats.org/officeDocument/2006/relationships" type="conn" r:blip="" zOrderOff="-99999">
                        <dgm:adjLst/>
                      </dgm:shape>
                      <dgm:presOf axis="self"/>
                      <dgm:constrLst>
                        <dgm:constr type="begPad"/>
                        <dgm:constr type="endPad"/>
                      </dgm:constrLst>
                      <dgm:ruleLst/>
                    </dgm:layoutNode>
                  </dgm:if>
                  <dgm:if name="Name36" func="var" arg="hierBranch" op="equ" val="init">
                    <dgm:layoutNode name="Name37">
                      <dgm:choose name="Name38">
                        <dgm:if name="Name39" axis="self" func="depth" op="lte" val="2">
                          <dgm:alg type="conn">
                            <dgm:param type="connRout" val="bend"/>
                            <dgm:param type="dim" val="1D"/>
                            <dgm:param type="endSty" val="noArr"/>
                            <dgm:param type="begPts" val="bCtr"/>
                            <dgm:param type="endPts" val="tCtr"/>
                            <dgm:param type="bendPt" val="end"/>
                          </dgm:alg>
                        </dgm:if>
                        <dgm:else name="Name40">
                          <dgm:choose name="Name41">
                            <dgm:if name="Name42" axis="par des" func="maxDepth" op="lte" val="1">
                              <dgm:choose name="Name43">
                                <dgm:if name="Name44" axis="par ch" ptType="node asst" func="cnt" op="gte" val="1">
                                  <dgm:alg type="conn">
                                    <dgm:param type="connRout" val="bend"/>
                                    <dgm:param type="dim" val="1D"/>
                                    <dgm:param type="endSty" val="noArr"/>
                                    <dgm:param type="begPts" val="bCtr"/>
                                    <dgm:param type="endPts" val="midL midR"/>
                                  </dgm:alg>
                                </dgm:if>
                                <dgm:else name="Name45">
                                  <dgm:alg type="conn">
                                    <dgm:param type="connRout" val="bend"/>
                                    <dgm:param type="dim" val="1D"/>
                                    <dgm:param type="endSty" val="noArr"/>
                                    <dgm:param type="begPts" val="bCtr"/>
                                    <dgm:param type="endPts" val="midL midR"/>
                                    <dgm:param type="srcNode" val="rootConnector"/>
                                  </dgm:alg>
                                </dgm:else>
                              </dgm:choose>
                            </dgm:if>
                            <dgm:else name="Name46">
                              <dgm:alg type="conn">
                                <dgm:param type="connRout" val="bend"/>
                                <dgm:param type="dim" val="1D"/>
                                <dgm:param type="endSty" val="noArr"/>
                                <dgm:param type="begPts" val="bCtr"/>
                                <dgm:param type="endPts" val="tCtr"/>
                                <dgm:param type="bendPt" val="end"/>
                              </dgm:alg>
                            </dgm:else>
                          </dgm:choose>
                        </dgm:else>
                      </dgm:choose>
                      <dgm:shape xmlns:r="http://schemas.openxmlformats.org/officeDocument/2006/relationships" type="conn" r:blip="" zOrderOff="-99999">
                        <dgm:adjLst/>
                      </dgm:shape>
                      <dgm:presOf axis="self"/>
                      <dgm:constrLst>
                        <dgm:constr type="begPad"/>
                        <dgm:constr type="endPad"/>
                      </dgm:constrLst>
                      <dgm:ruleLst/>
                    </dgm:layoutNode>
                  </dgm:if>
                  <dgm:if name="Name47" func="var" arg="hierBranch" op="equ" val="hang">
                    <dgm:layoutNode name="Name48">
                      <dgm:alg type="conn">
                        <dgm:param type="connRout" val="bend"/>
                        <dgm:param type="dim" val="1D"/>
                        <dgm:param type="endSty" val="noArr"/>
                        <dgm:param type="begPts" val="bCtr"/>
                        <dgm:param type="endPts" val="midL midR"/>
                      </dgm:alg>
                      <dgm:shape xmlns:r="http://schemas.openxmlformats.org/officeDocument/2006/relationships" type="conn" r:blip="" zOrderOff="-99999">
                        <dgm:adjLst/>
                      </dgm:shape>
                      <dgm:presOf axis="self"/>
                      <dgm:constrLst>
                        <dgm:constr type="begPad"/>
                        <dgm:constr type="endPad"/>
                      </dgm:constrLst>
                      <dgm:ruleLst/>
                    </dgm:layoutNode>
                  </dgm:if>
                  <dgm:else name="Name49">
                    <dgm:layoutNode name="Name50">
                      <dgm:choose name="Name51">
                        <dgm:if name="Name52" axis="self" func="depth" op="lte" val="2">
                          <dgm:choose name="Name53">
                            <dgm:if name="Name54" axis="par ch" ptType="node asst" func="cnt" op="gte" val="1">
                              <dgm:alg type="conn">
                                <dgm:param type="connRout" val="bend"/>
                                <dgm:param type="dim" val="1D"/>
                                <dgm:param type="endSty" val="noArr"/>
                                <dgm:param type="begPts" val="bCtr"/>
                                <dgm:param type="endPts" val="midL midR"/>
                              </dgm:alg>
                            </dgm:if>
                            <dgm:else name="Name55">
                              <dgm:alg type="conn">
                                <dgm:param type="connRout" val="bend"/>
                                <dgm:param type="dim" val="1D"/>
                                <dgm:param type="endSty" val="noArr"/>
                                <dgm:param type="begPts" val="bCtr"/>
                                <dgm:param type="endPts" val="midL midR"/>
                                <dgm:param type="srcNode" val="rootConnector1"/>
                              </dgm:alg>
                            </dgm:else>
                          </dgm:choose>
                        </dgm:if>
                        <dgm:else name="Name56">
                          <dgm:choose name="Name57">
                            <dgm:if name="Name58" axis="par ch" ptType="node asst" func="cnt" op="gte" val="1">
                              <dgm:alg type="conn">
                                <dgm:param type="connRout" val="bend"/>
                                <dgm:param type="dim" val="1D"/>
                                <dgm:param type="endSty" val="noArr"/>
                                <dgm:param type="begPts" val="bCtr"/>
                                <dgm:param type="endPts" val="midL midR"/>
                              </dgm:alg>
                            </dgm:if>
                            <dgm:else name="Name59">
                              <dgm:alg type="conn">
                                <dgm:param type="connRout" val="bend"/>
                                <dgm:param type="dim" val="1D"/>
                                <dgm:param type="endSty" val="noArr"/>
                                <dgm:param type="begPts" val="bCtr"/>
                                <dgm:param type="endPts" val="midL midR"/>
                                <dgm:param type="srcNode" val="rootConnector"/>
                              </dgm:alg>
                            </dgm:else>
                          </dgm:choose>
                        </dgm:else>
                      </dgm:choose>
                      <dgm:shape xmlns:r="http://schemas.openxmlformats.org/officeDocument/2006/relationships" type="conn" r:blip="" zOrderOff="-99999">
                        <dgm:adjLst/>
                      </dgm:shape>
                      <dgm:presOf axis="self"/>
                      <dgm:constrLst>
                        <dgm:constr type="begPad"/>
                        <dgm:constr type="endPad"/>
                      </dgm:constrLst>
                      <dgm:ruleLst/>
                    </dgm:layoutNode>
                  </dgm:else>
                </dgm:choose>
              </dgm:forEach>
              <dgm:layoutNode name="hierRoot2">
                <dgm:varLst>
                  <dgm:hierBranch val="init"/>
                </dgm:varLst>
                <dgm:choose name="Name60">
                  <dgm:if name="Name61" func="var" arg="hierBranch" op="equ" val="l">
                    <dgm:choose name="Name62">
                      <dgm:if name="Name63" axis="ch" ptType="asst" func="cnt" op="gte" val="1">
                        <dgm:alg type="hierRoot">
                          <dgm:param type="hierAlign" val="tR"/>
                        </dgm:alg>
                        <dgm:shape xmlns:r="http://schemas.openxmlformats.org/officeDocument/2006/relationships" r:blip="">
                          <dgm:adjLst/>
                        </dgm:shape>
                        <dgm:presOf/>
                        <dgm:constrLst>
                          <dgm:constr type="alignOff" val="0.65"/>
                        </dgm:constrLst>
                      </dgm:if>
                      <dgm:else name="Name64">
                        <dgm:alg type="hierRoot">
                          <dgm:param type="hierAlign" val="tR"/>
                        </dgm:alg>
                        <dgm:shape xmlns:r="http://schemas.openxmlformats.org/officeDocument/2006/relationships" r:blip="">
                          <dgm:adjLst/>
                        </dgm:shape>
                        <dgm:presOf/>
                        <dgm:constrLst>
                          <dgm:constr type="alignOff" val="0.25"/>
                        </dgm:constrLst>
                      </dgm:else>
                    </dgm:choose>
                  </dgm:if>
                  <dgm:if name="Name65" func="var" arg="hierBranch" op="equ" val="r">
                    <dgm:choose name="Name66">
                      <dgm:if name="Name67" axis="ch" ptType="asst" func="cnt" op="gte" val="1">
                        <dgm:alg type="hierRoot">
                          <dgm:param type="hierAlign" val="tL"/>
                        </dgm:alg>
                        <dgm:shape xmlns:r="http://schemas.openxmlformats.org/officeDocument/2006/relationships" r:blip="">
                          <dgm:adjLst/>
                        </dgm:shape>
                        <dgm:presOf/>
                        <dgm:constrLst>
                          <dgm:constr type="alignOff" val="0.65"/>
                        </dgm:constrLst>
                      </dgm:if>
                      <dgm:else name="Name68">
                        <dgm:alg type="hierRoot">
                          <dgm:param type="hierAlign" val="tL"/>
                        </dgm:alg>
                        <dgm:shape xmlns:r="http://schemas.openxmlformats.org/officeDocument/2006/relationships" r:blip="">
                          <dgm:adjLst/>
                        </dgm:shape>
                        <dgm:presOf/>
                        <dgm:constrLst>
                          <dgm:constr type="alignOff" val="0.25"/>
                        </dgm:constrLst>
                      </dgm:else>
                    </dgm:choose>
                  </dgm:if>
                  <dgm:if name="Name69" func="var" arg="hierBranch" op="equ" val="std">
                    <dgm:alg type="hierRoot"/>
                    <dgm:shape xmlns:r="http://schemas.openxmlformats.org/officeDocument/2006/relationships" r:blip="">
                      <dgm:adjLst/>
                    </dgm:shape>
                    <dgm:presOf/>
                    <dgm:constrLst>
                      <dgm:constr type="alignOff"/>
                      <dgm:constr type="bendDist" for="des" ptType="parTrans" refType="sp" fact="0.5"/>
                    </dgm:constrLst>
                  </dgm:if>
                  <dgm:if name="Name70" func="var" arg="hierBranch" op="equ" val="init">
                    <dgm:choose name="Name71">
                      <dgm:if name="Name72" axis="des" func="maxDepth" op="lte" val="1">
                        <dgm:choose name="Name73">
                          <dgm:if name="Name74" axis="ch" ptType="asst" func="cnt" op="gte" val="1">
                            <dgm:alg type="hierRoot">
                              <dgm:param type="hierAlign" val="tL"/>
                            </dgm:alg>
                            <dgm:shape xmlns:r="http://schemas.openxmlformats.org/officeDocument/2006/relationships" r:blip="">
                              <dgm:adjLst/>
                            </dgm:shape>
                            <dgm:presOf/>
                            <dgm:constrLst>
                              <dgm:constr type="alignOff" val="0.65"/>
                            </dgm:constrLst>
                          </dgm:if>
                          <dgm:else name="Name75">
                            <dgm:alg type="hierRoot">
                              <dgm:param type="hierAlign" val="tL"/>
                            </dgm:alg>
                            <dgm:shape xmlns:r="http://schemas.openxmlformats.org/officeDocument/2006/relationships" r:blip="">
                              <dgm:adjLst/>
                            </dgm:shape>
                            <dgm:presOf/>
                            <dgm:constrLst>
                              <dgm:constr type="alignOff" val="0.25"/>
                            </dgm:constrLst>
                          </dgm:else>
                        </dgm:choose>
                      </dgm:if>
                      <dgm:else name="Name76">
                        <dgm:alg type="hierRoot"/>
                        <dgm:shape xmlns:r="http://schemas.openxmlformats.org/officeDocument/2006/relationships" r:blip="">
                          <dgm:adjLst/>
                        </dgm:shape>
                        <dgm:presOf/>
                        <dgm:constrLst>
                          <dgm:constr type="alignOff"/>
                          <dgm:constr type="bendDist" for="des" ptType="parTrans" refType="sp" fact="0.5"/>
                        </dgm:constrLst>
                      </dgm:else>
                    </dgm:choose>
                  </dgm:if>
                  <dgm:else name="Name77">
                    <dgm:alg type="hierRoot"/>
                    <dgm:shape xmlns:r="http://schemas.openxmlformats.org/officeDocument/2006/relationships" r:blip="">
                      <dgm:adjLst/>
                    </dgm:shape>
                    <dgm:presOf/>
                    <dgm:constrLst>
                      <dgm:constr type="alignOff" val="0.65"/>
                    </dgm:constrLst>
                  </dgm:else>
                </dgm:choose>
                <dgm:ruleLst/>
                <dgm:layoutNode name="rootComposite">
                  <dgm:alg type="composite"/>
                  <dgm:shape xmlns:r="http://schemas.openxmlformats.org/officeDocument/2006/relationships" r:blip="">
                    <dgm:adjLst/>
                  </dgm:shape>
                  <dgm:presOf axis="self" ptType="node" cnt="1"/>
                  <dgm:choose name="Name78">
                    <dgm:if name="Name79" func="var" arg="hierBranch" op="equ" val="init">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if name="Name80" func="var" arg="hierBranch" op="equ" val="l">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if>
                    <dgm:if name="Name81" func="var" arg="hierBranch" op="equ" val="r">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else name="Name82">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else>
                  </dgm:choose>
                  <dgm:ruleLst/>
                  <dgm:layoutNode name="rootText">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 moveWith="rootText">
                    <dgm:alg type="sp"/>
                    <dgm:shape xmlns:r="http://schemas.openxmlformats.org/officeDocument/2006/relationships" type="rect" r:blip="" hideGeom="1">
                      <dgm:adjLst/>
                    </dgm:shape>
                    <dgm:presOf axis="self" ptType="node" cnt="1"/>
                    <dgm:constrLst/>
                    <dgm:ruleLst/>
                  </dgm:layoutNode>
                </dgm:layoutNode>
                <dgm:layoutNode name="hierChild4">
                  <dgm:choose name="Name83">
                    <dgm:if name="Name84" func="var" arg="hierBranch" op="equ" val="l">
                      <dgm:alg type="hierChild">
                        <dgm:param type="chAlign" val="r"/>
                        <dgm:param type="linDir" val="fromT"/>
                      </dgm:alg>
                    </dgm:if>
                    <dgm:if name="Name85" func="var" arg="hierBranch" op="equ" val="r">
                      <dgm:alg type="hierChild">
                        <dgm:param type="chAlign" val="l"/>
                        <dgm:param type="linDir" val="fromT"/>
                      </dgm:alg>
                    </dgm:if>
                    <dgm:if name="Name86" func="var" arg="hierBranch" op="equ" val="hang">
                      <dgm:choose name="Name87">
                        <dgm:if name="Name88" func="var" arg="dir" op="equ" val="norm">
                          <dgm:alg type="hierChild">
                            <dgm:param type="chAlign" val="l"/>
                            <dgm:param type="linDir" val="fromL"/>
                            <dgm:param type="secChAlign" val="t"/>
                            <dgm:param type="secLinDir" val="fromT"/>
                          </dgm:alg>
                        </dgm:if>
                        <dgm:else name="Name89">
                          <dgm:alg type="hierChild">
                            <dgm:param type="chAlign" val="l"/>
                            <dgm:param type="linDir" val="fromR"/>
                            <dgm:param type="secChAlign" val="t"/>
                            <dgm:param type="secLinDir" val="fromT"/>
                          </dgm:alg>
                        </dgm:else>
                      </dgm:choose>
                    </dgm:if>
                    <dgm:if name="Name90" func="var" arg="hierBranch" op="equ" val="std">
                      <dgm:choose name="Name91">
                        <dgm:if name="Name92" func="var" arg="dir" op="equ" val="norm">
                          <dgm:alg type="hierChild"/>
                        </dgm:if>
                        <dgm:else name="Name93">
                          <dgm:alg type="hierChild">
                            <dgm:param type="linDir" val="fromR"/>
                          </dgm:alg>
                        </dgm:else>
                      </dgm:choose>
                    </dgm:if>
                    <dgm:if name="Name94" func="var" arg="hierBranch" op="equ" val="init">
                      <dgm:choose name="Name95">
                        <dgm:if name="Name96" axis="des" func="maxDepth" op="lte" val="1">
                          <dgm:alg type="hierChild">
                            <dgm:param type="chAlign" val="l"/>
                            <dgm:param type="linDir" val="fromT"/>
                          </dgm:alg>
                        </dgm:if>
                        <dgm:else name="Name97">
                          <dgm:choose name="Name98">
                            <dgm:if name="Name99" func="var" arg="dir" op="equ" val="norm">
                              <dgm:alg type="hierChild"/>
                            </dgm:if>
                            <dgm:else name="Name100">
                              <dgm:alg type="hierChild">
                                <dgm:param type="linDir" val="fromR"/>
                              </dgm:alg>
                            </dgm:else>
                          </dgm:choose>
                        </dgm:else>
                      </dgm:choose>
                    </dgm:if>
                    <dgm:else name="Name101"/>
                  </dgm:choose>
                  <dgm:shape xmlns:r="http://schemas.openxmlformats.org/officeDocument/2006/relationships" r:blip="">
                    <dgm:adjLst/>
                  </dgm:shape>
                  <dgm:presOf/>
                  <dgm:constrLst/>
                  <dgm:ruleLst/>
                  <dgm:forEach name="Name102" ref="rep2a"/>
                </dgm:layoutNode>
                <dgm:layoutNode name="hierChild5">
                  <dgm:choose name="Name103">
                    <dgm:if name="Name104" func="var" arg="dir" op="equ" val="norm">
                      <dgm:alg type="hierChild">
                        <dgm:param type="chAlign" val="l"/>
                        <dgm:param type="linDir" val="fromL"/>
                        <dgm:param type="secChAlign" val="t"/>
                        <dgm:param type="secLinDir" val="fromT"/>
                      </dgm:alg>
                    </dgm:if>
                    <dgm:else name="Name105">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Name106" ref="rep2b"/>
                </dgm:layoutNode>
              </dgm:layoutNode>
            </dgm:forEach>
          </dgm:layoutNode>
          <dgm:layoutNode name="hierChild3">
            <dgm:choose name="Name107">
              <dgm:if name="Name108" func="var" arg="dir" op="equ" val="norm">
                <dgm:alg type="hierChild">
                  <dgm:param type="chAlign" val="l"/>
                  <dgm:param type="linDir" val="fromL"/>
                  <dgm:param type="secChAlign" val="t"/>
                  <dgm:param type="secLinDir" val="fromT"/>
                </dgm:alg>
              </dgm:if>
              <dgm:else name="Name109">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rep2b" axis="ch" ptType="asst">
              <dgm:forEach name="Name110" axis="precedSib" ptType="parTrans" st="-1" cnt="1">
                <dgm:layoutNode name="Name111">
                  <dgm:alg type="conn">
                    <dgm:param type="connRout" val="bend"/>
                    <dgm:param type="dim" val="1D"/>
                    <dgm:param type="endSty" val="noArr"/>
                    <dgm:param type="begPts" val="bCtr"/>
                    <dgm:param type="endPts" val="midL midR"/>
                  </dgm:alg>
                  <dgm:shape xmlns:r="http://schemas.openxmlformats.org/officeDocument/2006/relationships" type="conn" r:blip="" zOrderOff="-99999">
                    <dgm:adjLst/>
                  </dgm:shape>
                  <dgm:presOf axis="self"/>
                  <dgm:constrLst>
                    <dgm:constr type="begPad"/>
                    <dgm:constr type="endPad"/>
                  </dgm:constrLst>
                  <dgm:ruleLst/>
                </dgm:layoutNode>
              </dgm:forEach>
              <dgm:layoutNode name="hierRoot3">
                <dgm:varLst>
                  <dgm:hierBranch val="init"/>
                </dgm:varLst>
                <dgm:choose name="Name112">
                  <dgm:if name="Name113" func="var" arg="hierBranch" op="equ" val="l">
                    <dgm:alg type="hierRoot">
                      <dgm:param type="hierAlign" val="tR"/>
                    </dgm:alg>
                    <dgm:shape xmlns:r="http://schemas.openxmlformats.org/officeDocument/2006/relationships" r:blip="">
                      <dgm:adjLst/>
                    </dgm:shape>
                    <dgm:presOf/>
                    <dgm:constrLst>
                      <dgm:constr type="alignOff" val="0.65"/>
                    </dgm:constrLst>
                  </dgm:if>
                  <dgm:if name="Name114" func="var" arg="hierBranch" op="equ" val="r">
                    <dgm:alg type="hierRoot">
                      <dgm:param type="hierAlign" val="tL"/>
                    </dgm:alg>
                    <dgm:shape xmlns:r="http://schemas.openxmlformats.org/officeDocument/2006/relationships" r:blip="">
                      <dgm:adjLst/>
                    </dgm:shape>
                    <dgm:presOf/>
                    <dgm:constrLst>
                      <dgm:constr type="alignOff" val="0.65"/>
                    </dgm:constrLst>
                  </dgm:if>
                  <dgm:if name="Name115" func="var" arg="hierBranch" op="equ" val="hang">
                    <dgm:alg type="hierRoot"/>
                    <dgm:shape xmlns:r="http://schemas.openxmlformats.org/officeDocument/2006/relationships" r:blip="">
                      <dgm:adjLst/>
                    </dgm:shape>
                    <dgm:presOf/>
                    <dgm:constrLst>
                      <dgm:constr type="alignOff" val="0.65"/>
                    </dgm:constrLst>
                  </dgm:if>
                  <dgm:if name="Name116" func="var" arg="hierBranch" op="equ" val="std">
                    <dgm:alg type="hierRoot"/>
                    <dgm:shape xmlns:r="http://schemas.openxmlformats.org/officeDocument/2006/relationships" r:blip="">
                      <dgm:adjLst/>
                    </dgm:shape>
                    <dgm:presOf/>
                    <dgm:constrLst>
                      <dgm:constr type="alignOff"/>
                      <dgm:constr type="bendDist" for="des" ptType="parTrans" refType="sp" fact="0.5"/>
                    </dgm:constrLst>
                  </dgm:if>
                  <dgm:if name="Name117" func="var" arg="hierBranch" op="equ" val="init">
                    <dgm:choose name="Name118">
                      <dgm:if name="Name119" axis="des" func="maxDepth" op="lte" val="1">
                        <dgm:alg type="hierRoot">
                          <dgm:param type="hierAlign" val="tL"/>
                        </dgm:alg>
                        <dgm:shape xmlns:r="http://schemas.openxmlformats.org/officeDocument/2006/relationships" r:blip="">
                          <dgm:adjLst/>
                        </dgm:shape>
                        <dgm:presOf/>
                        <dgm:constrLst>
                          <dgm:constr type="alignOff" val="0.65"/>
                        </dgm:constrLst>
                      </dgm:if>
                      <dgm:else name="Name120">
                        <dgm:alg type="hierRoot"/>
                        <dgm:shape xmlns:r="http://schemas.openxmlformats.org/officeDocument/2006/relationships" r:blip="">
                          <dgm:adjLst/>
                        </dgm:shape>
                        <dgm:presOf/>
                        <dgm:constrLst>
                          <dgm:constr type="alignOff"/>
                          <dgm:constr type="bendDist" for="des" ptType="parTrans" refType="sp" fact="0.5"/>
                        </dgm:constrLst>
                      </dgm:else>
                    </dgm:choose>
                  </dgm:if>
                  <dgm:else name="Name121"/>
                </dgm:choose>
                <dgm:ruleLst/>
                <dgm:layoutNode name="rootComposite3">
                  <dgm:alg type="composite"/>
                  <dgm:shape xmlns:r="http://schemas.openxmlformats.org/officeDocument/2006/relationships" r:blip="">
                    <dgm:adjLst/>
                  </dgm:shape>
                  <dgm:presOf axis="self" ptType="node" cnt="1"/>
                  <dgm:choose name="Name122">
                    <dgm:if name="Name123" func="var" arg="hierBranch" op="equ" val="init">
                      <dgm:constrLst>
                        <dgm:constr type="l" for="ch" forName="rootText3"/>
                        <dgm:constr type="t" for="ch" forName="rootText3"/>
                        <dgm:constr type="w" for="ch" forName="rootText3" refType="w"/>
                        <dgm:constr type="h" for="ch" forName="rootText3" refType="h"/>
                        <dgm:constr type="l" for="ch" forName="rootConnector3"/>
                        <dgm:constr type="t" for="ch" forName="rootConnector3"/>
                        <dgm:constr type="w" for="ch" forName="rootConnector3" refType="w" refFor="ch" refForName="rootText3" fact="0.2"/>
                        <dgm:constr type="h" for="ch" forName="rootConnector3" refType="h" refFor="ch" refForName="rootText3"/>
                      </dgm:constrLst>
                    </dgm:if>
                    <dgm:if name="Name124" func="var" arg="hierBranch" op="equ" val="l">
                      <dgm:constrLst>
                        <dgm:constr type="l" for="ch" forName="rootText3"/>
                        <dgm:constr type="t" for="ch" forName="rootText3"/>
                        <dgm:constr type="w" for="ch" forName="rootText3" refType="w"/>
                        <dgm:constr type="h" for="ch" forName="rootText3" refType="h"/>
                        <dgm:constr type="r" for="ch" forName="rootConnector3" refType="w"/>
                        <dgm:constr type="t" for="ch" forName="rootConnector3"/>
                        <dgm:constr type="w" for="ch" forName="rootConnector3" refType="w" refFor="ch" refForName="rootText3" fact="0.2"/>
                        <dgm:constr type="h" for="ch" forName="rootConnector3" refType="h" refFor="ch" refForName="rootText3"/>
                      </dgm:constrLst>
                    </dgm:if>
                    <dgm:if name="Name125" func="var" arg="hierBranch" op="equ" val="r">
                      <dgm:constrLst>
                        <dgm:constr type="l" for="ch" forName="rootText3"/>
                        <dgm:constr type="t" for="ch" forName="rootText3"/>
                        <dgm:constr type="w" for="ch" forName="rootText3" refType="w"/>
                        <dgm:constr type="h" for="ch" forName="rootText3" refType="h"/>
                        <dgm:constr type="l" for="ch" forName="rootConnector3"/>
                        <dgm:constr type="t" for="ch" forName="rootConnector3"/>
                        <dgm:constr type="w" for="ch" forName="rootConnector3" refType="w" refFor="ch" refForName="rootText3" fact="0.2"/>
                        <dgm:constr type="h" for="ch" forName="rootConnector3" refType="h" refFor="ch" refForName="rootText3"/>
                      </dgm:constrLst>
                    </dgm:if>
                    <dgm:else name="Name126">
                      <dgm:constrLst>
                        <dgm:constr type="l" for="ch" forName="rootText3"/>
                        <dgm:constr type="t" for="ch" forName="rootText3"/>
                        <dgm:constr type="w" for="ch" forName="rootText3" refType="w"/>
                        <dgm:constr type="h" for="ch" forName="rootText3" refType="h"/>
                        <dgm:constr type="r" for="ch" forName="rootConnector3" refType="w"/>
                        <dgm:constr type="t" for="ch" forName="rootConnector3"/>
                        <dgm:constr type="w" for="ch" forName="rootConnector3" refType="w" refFor="ch" refForName="rootText3" fact="0.2"/>
                        <dgm:constr type="h" for="ch" forName="rootConnector3" refType="h" refFor="ch" refForName="rootText3"/>
                      </dgm:constrLst>
                    </dgm:else>
                  </dgm:choose>
                  <dgm:ruleLst/>
                  <dgm:layoutNode name="rootText3">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3" moveWith="rootText1">
                    <dgm:alg type="sp"/>
                    <dgm:shape xmlns:r="http://schemas.openxmlformats.org/officeDocument/2006/relationships" type="rect" r:blip="" hideGeom="1">
                      <dgm:adjLst/>
                    </dgm:shape>
                    <dgm:presOf axis="self" ptType="node" cnt="1"/>
                    <dgm:constrLst/>
                    <dgm:ruleLst/>
                  </dgm:layoutNode>
                </dgm:layoutNode>
                <dgm:layoutNode name="hierChild6">
                  <dgm:choose name="Name127">
                    <dgm:if name="Name128" func="var" arg="hierBranch" op="equ" val="l">
                      <dgm:alg type="hierChild">
                        <dgm:param type="chAlign" val="r"/>
                        <dgm:param type="linDir" val="fromT"/>
                      </dgm:alg>
                    </dgm:if>
                    <dgm:if name="Name129" func="var" arg="hierBranch" op="equ" val="r">
                      <dgm:alg type="hierChild">
                        <dgm:param type="chAlign" val="l"/>
                        <dgm:param type="linDir" val="fromT"/>
                      </dgm:alg>
                    </dgm:if>
                    <dgm:if name="Name130" func="var" arg="hierBranch" op="equ" val="hang">
                      <dgm:choose name="Name131">
                        <dgm:if name="Name132" func="var" arg="dir" op="equ" val="norm">
                          <dgm:alg type="hierChild">
                            <dgm:param type="chAlign" val="l"/>
                            <dgm:param type="linDir" val="fromL"/>
                            <dgm:param type="secChAlign" val="t"/>
                            <dgm:param type="secLinDir" val="fromT"/>
                          </dgm:alg>
                        </dgm:if>
                        <dgm:else name="Name133">
                          <dgm:alg type="hierChild">
                            <dgm:param type="chAlign" val="l"/>
                            <dgm:param type="linDir" val="fromR"/>
                            <dgm:param type="secChAlign" val="t"/>
                            <dgm:param type="secLinDir" val="fromT"/>
                          </dgm:alg>
                        </dgm:else>
                      </dgm:choose>
                    </dgm:if>
                    <dgm:if name="Name134" func="var" arg="hierBranch" op="equ" val="std">
                      <dgm:choose name="Name135">
                        <dgm:if name="Name136" func="var" arg="dir" op="equ" val="norm">
                          <dgm:alg type="hierChild"/>
                        </dgm:if>
                        <dgm:else name="Name137">
                          <dgm:alg type="hierChild">
                            <dgm:param type="linDir" val="fromR"/>
                          </dgm:alg>
                        </dgm:else>
                      </dgm:choose>
                    </dgm:if>
                    <dgm:if name="Name138" func="var" arg="hierBranch" op="equ" val="init">
                      <dgm:choose name="Name139">
                        <dgm:if name="Name140" axis="des" func="maxDepth" op="lte" val="1">
                          <dgm:alg type="hierChild">
                            <dgm:param type="chAlign" val="l"/>
                            <dgm:param type="linDir" val="fromT"/>
                          </dgm:alg>
                        </dgm:if>
                        <dgm:else name="Name141">
                          <dgm:alg type="hierChild"/>
                        </dgm:else>
                      </dgm:choose>
                    </dgm:if>
                    <dgm:else name="Name142"/>
                  </dgm:choose>
                  <dgm:shape xmlns:r="http://schemas.openxmlformats.org/officeDocument/2006/relationships" r:blip="">
                    <dgm:adjLst/>
                  </dgm:shape>
                  <dgm:presOf/>
                  <dgm:constrLst/>
                  <dgm:ruleLst/>
                  <dgm:forEach name="Name143" ref="rep2a"/>
                </dgm:layoutNode>
                <dgm:layoutNode name="hierChild7">
                  <dgm:choose name="Name144">
                    <dgm:if name="Name145" func="var" arg="dir" op="equ" val="norm">
                      <dgm:alg type="hierChild">
                        <dgm:param type="chAlign" val="l"/>
                        <dgm:param type="linDir" val="fromL"/>
                        <dgm:param type="secChAlign" val="t"/>
                        <dgm:param type="secLinDir" val="fromT"/>
                      </dgm:alg>
                    </dgm:if>
                    <dgm:else name="Name146">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Name147" ref="rep2b"/>
                </dgm:layoutNode>
              </dgm:layoutNode>
            </dgm:forEach>
          </dgm:layoutNode>
        </dgm:layoutNode>
      </dgm:forEach>
    </dgm:forEach>
  </dgm:layoutNode>
</dgm:layoutDef>
</file>

<file path=ppt/diagrams/layout5.xml><?xml version="1.0" encoding="utf-8"?>
<dgm:layoutDef xmlns:dgm="http://schemas.openxmlformats.org/drawingml/2006/diagram" xmlns:a="http://schemas.openxmlformats.org/drawingml/2006/main" uniqueId="urn:microsoft.com/office/officeart/2005/8/layout/orgChart1">
  <dgm:title val=""/>
  <dgm:desc val=""/>
  <dgm:catLst>
    <dgm:cat type="hierarchy" pri="1000"/>
    <dgm:cat type="convert" pri="6000"/>
  </dgm:catLst>
  <dgm:sampData>
    <dgm:dataModel>
      <dgm:ptLst>
        <dgm:pt modelId="0" type="doc"/>
        <dgm:pt modelId="1">
          <dgm:prSet phldr="1"/>
        </dgm:pt>
        <dgm:pt modelId="2" type="asst">
          <dgm:prSet phldr="1"/>
        </dgm:pt>
        <dgm:pt modelId="3">
          <dgm:prSet phldr="1"/>
        </dgm:pt>
        <dgm:pt modelId="4">
          <dgm:prSet phldr="1"/>
        </dgm:pt>
        <dgm:pt modelId="5">
          <dgm:prSet phldr="1"/>
        </dgm:pt>
      </dgm:ptLst>
      <dgm:cxnLst>
        <dgm:cxn modelId="5" srcId="0" destId="1" srcOrd="0" destOrd="0"/>
        <dgm:cxn modelId="6" srcId="1" destId="2" srcOrd="0" destOrd="0"/>
        <dgm:cxn modelId="7" srcId="1" destId="3" srcOrd="1" destOrd="0"/>
        <dgm:cxn modelId="8" srcId="1" destId="4" srcOrd="2" destOrd="0"/>
        <dgm:cxn modelId="9" srcId="1" destId="5" srcOrd="3" destOrd="0"/>
      </dgm:cxnLst>
      <dgm:bg/>
      <dgm:whole/>
    </dgm:dataModel>
  </dgm:sampData>
  <dgm:styleData>
    <dgm:dataModel>
      <dgm:ptLst>
        <dgm:pt modelId="0" type="doc"/>
        <dgm:pt modelId="1"/>
        <dgm:pt modelId="12"/>
        <dgm:pt modelId="13"/>
      </dgm:ptLst>
      <dgm:cxnLst>
        <dgm:cxn modelId="2" srcId="0" destId="1" srcOrd="0" destOrd="0"/>
        <dgm:cxn modelId="16" srcId="1" destId="12" srcOrd="1" destOrd="0"/>
        <dgm:cxn modelId="17" srcId="1" destId="13" srcOrd="2" destOrd="0"/>
      </dgm:cxnLst>
      <dgm:bg/>
      <dgm:whole/>
    </dgm:dataModel>
  </dgm:styleData>
  <dgm:clrData>
    <dgm:dataModel>
      <dgm:ptLst>
        <dgm:pt modelId="0" type="doc"/>
        <dgm:pt modelId="1"/>
        <dgm:pt modelId="11" type="asst"/>
        <dgm:pt modelId="12"/>
        <dgm:pt modelId="13"/>
        <dgm:pt modelId="14"/>
      </dgm:ptLst>
      <dgm:cxnLst>
        <dgm:cxn modelId="2" srcId="0" destId="1" srcOrd="0" destOrd="0"/>
        <dgm:cxn modelId="15" srcId="1" destId="11" srcOrd="0" destOrd="0"/>
        <dgm:cxn modelId="16" srcId="1" destId="12" srcOrd="1" destOrd="0"/>
        <dgm:cxn modelId="17" srcId="1" destId="13" srcOrd="2" destOrd="0"/>
        <dgm:cxn modelId="18" srcId="1" destId="14" srcOrd="2" destOrd="0"/>
      </dgm:cxnLst>
      <dgm:bg/>
      <dgm:whole/>
    </dgm:dataModel>
  </dgm:clrData>
  <dgm:layoutNode name="hierChild1">
    <dgm:varLst>
      <dgm:orgChart val="1"/>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w" for="des" forName="rootComposite1" refType="w" fact="10"/>
      <dgm:constr type="h" for="des" forName="rootComposite1" refType="w" refFor="des" refForName="rootComposite1" fact="0.5"/>
      <dgm:constr type="w" for="des" forName="rootComposite" refType="w" fact="10"/>
      <dgm:constr type="h" for="des" forName="rootComposite" refType="w" refFor="des" refForName="rootComposite1" fact="0.5"/>
      <dgm:constr type="w" for="des" forName="rootComposite3" refType="w" fact="10"/>
      <dgm:constr type="h" for="des" forName="rootComposite3" refType="w" refFor="des" refForName="rootComposite1" fact="0.5"/>
      <dgm:constr type="primFontSz" for="des" ptType="node" op="equ"/>
      <dgm:constr type="sp" for="des" op="equ"/>
      <dgm:constr type="sp" for="des" forName="hierRoot1" refType="w" refFor="des" refForName="rootComposite1" fact="0.21"/>
      <dgm:constr type="sp" for="des" forName="hierRoot2" refType="sp" refFor="des" refForName="hierRoot1"/>
      <dgm:constr type="sp" for="des" forName="hierRoot3" refType="sp" refFor="des" refForName="hierRoot1"/>
      <dgm:constr type="sibSp" refType="w" refFor="des" refForName="rootComposite1" fact="0.21"/>
      <dgm:constr type="sibSp" for="des" forName="hierChild2" refType="sibSp"/>
      <dgm:constr type="sibSp" for="des" forName="hierChild3" refType="sibSp"/>
      <dgm:constr type="sibSp" for="des" forName="hierChild4" refType="sibSp"/>
      <dgm:constr type="sibSp" for="des" forName="hierChild5" refType="sibSp"/>
      <dgm:constr type="sibSp" for="des" forName="hierChild6" refType="sibSp"/>
      <dgm:constr type="sibSp" for="des" forName="hierChild7" refType="sibSp"/>
      <dgm:constr type="secSibSp" refType="w" refFor="des" refForName="rootComposite1" fact="0.21"/>
      <dgm:constr type="secSibSp" for="des" forName="hierChild2" refType="secSibSp"/>
      <dgm:constr type="secSibSp" for="des" forName="hierChild3" refType="secSibSp"/>
      <dgm:constr type="secSibSp" for="des" forName="hierChild4" refType="secSibSp"/>
      <dgm:constr type="secSibSp" for="des" forName="hierChild5" refType="secSibSp"/>
      <dgm:constr type="secSibSp" for="des" forName="hierChild6" refType="secSibSp"/>
      <dgm:constr type="secSibSp" for="des" forName="hierChild7" refType="secSibSp"/>
    </dgm:constrLst>
    <dgm:ruleLst/>
    <dgm:forEach name="Name3" axis="ch">
      <dgm:forEach name="Name4" axis="self" ptType="node">
        <dgm:layoutNode name="hierRoot1">
          <dgm:varLst>
            <dgm:hierBranch val="init"/>
          </dgm:varLst>
          <dgm:choose name="Name5">
            <dgm:if name="Name6" func="var" arg="hierBranch" op="equ" val="l">
              <dgm:choose name="Name7">
                <dgm:if name="Name8" axis="ch" ptType="asst" func="cnt" op="gte" val="1">
                  <dgm:alg type="hierRoot">
                    <dgm:param type="hierAlign" val="tR"/>
                  </dgm:alg>
                  <dgm:constrLst>
                    <dgm:constr type="alignOff" val="0.65"/>
                  </dgm:constrLst>
                </dgm:if>
                <dgm:else name="Name9">
                  <dgm:alg type="hierRoot">
                    <dgm:param type="hierAlign" val="tR"/>
                  </dgm:alg>
                  <dgm:constrLst>
                    <dgm:constr type="alignOff" val="0.25"/>
                  </dgm:constrLst>
                </dgm:else>
              </dgm:choose>
            </dgm:if>
            <dgm:if name="Name10" func="var" arg="hierBranch" op="equ" val="r">
              <dgm:choose name="Name11">
                <dgm:if name="Name12" axis="ch" ptType="asst" func="cnt" op="gte" val="1">
                  <dgm:alg type="hierRoot">
                    <dgm:param type="hierAlign" val="tL"/>
                  </dgm:alg>
                  <dgm:constrLst>
                    <dgm:constr type="alignOff" val="0.65"/>
                  </dgm:constrLst>
                </dgm:if>
                <dgm:else name="Name13">
                  <dgm:alg type="hierRoot">
                    <dgm:param type="hierAlign" val="tL"/>
                  </dgm:alg>
                  <dgm:constrLst>
                    <dgm:constr type="alignOff" val="0.25"/>
                  </dgm:constrLst>
                </dgm:else>
              </dgm:choose>
            </dgm:if>
            <dgm:if name="Name14" func="var" arg="hierBranch" op="equ" val="hang">
              <dgm:alg type="hierRoot"/>
              <dgm:constrLst>
                <dgm:constr type="alignOff" val="0.65"/>
              </dgm:constrLst>
            </dgm:if>
            <dgm:else name="Name15">
              <dgm:alg type="hierRoot"/>
              <dgm:constrLst>
                <dgm:constr type="alignOff"/>
                <dgm:constr type="bendDist" for="des" ptType="parTrans" refType="sp" fact="0.5"/>
              </dgm:constrLst>
            </dgm:else>
          </dgm:choose>
          <dgm:shape xmlns:r="http://schemas.openxmlformats.org/officeDocument/2006/relationships" r:blip="">
            <dgm:adjLst/>
          </dgm:shape>
          <dgm:presOf/>
          <dgm:ruleLst/>
          <dgm:layoutNode name="rootComposite1">
            <dgm:alg type="composite"/>
            <dgm:shape xmlns:r="http://schemas.openxmlformats.org/officeDocument/2006/relationships" r:blip="">
              <dgm:adjLst/>
            </dgm:shape>
            <dgm:presOf axis="self" ptType="node" cnt="1"/>
            <dgm:choose name="Name16">
              <dgm:if name="Name17" func="var" arg="hierBranch" op="equ" val="init">
                <dgm:constrLst>
                  <dgm:constr type="l" for="ch" forName="rootText1"/>
                  <dgm:constr type="t" for="ch" forName="rootText1"/>
                  <dgm:constr type="w" for="ch" forName="rootText1" refType="w"/>
                  <dgm:constr type="h" for="ch" forName="rootText1" refType="h"/>
                  <dgm:constr type="l" for="ch" forName="rootConnector1"/>
                  <dgm:constr type="t" for="ch" forName="rootConnector1"/>
                  <dgm:constr type="w" for="ch" forName="rootConnector1" refType="w" refFor="ch" refForName="rootText1" fact="0.2"/>
                  <dgm:constr type="h" for="ch" forName="rootConnector1" refType="h" refFor="ch" refForName="rootText1"/>
                </dgm:constrLst>
              </dgm:if>
              <dgm:if name="Name18" func="var" arg="hierBranch" op="equ" val="l">
                <dgm:constrLst>
                  <dgm:constr type="l" for="ch" forName="rootText1"/>
                  <dgm:constr type="t" for="ch" forName="rootText1"/>
                  <dgm:constr type="w" for="ch" forName="rootText1" refType="w"/>
                  <dgm:constr type="h" for="ch" forName="rootText1" refType="h"/>
                  <dgm:constr type="r" for="ch" forName="rootConnector1" refType="w"/>
                  <dgm:constr type="t" for="ch" forName="rootConnector1"/>
                  <dgm:constr type="w" for="ch" forName="rootConnector1" refType="w" refFor="ch" refForName="rootText1" fact="0.2"/>
                  <dgm:constr type="h" for="ch" forName="rootConnector1" refType="h" refFor="ch" refForName="rootText1"/>
                </dgm:constrLst>
              </dgm:if>
              <dgm:if name="Name19" func="var" arg="hierBranch" op="equ" val="r">
                <dgm:constrLst>
                  <dgm:constr type="l" for="ch" forName="rootText1"/>
                  <dgm:constr type="t" for="ch" forName="rootText1"/>
                  <dgm:constr type="w" for="ch" forName="rootText1" refType="w"/>
                  <dgm:constr type="h" for="ch" forName="rootText1" refType="h"/>
                  <dgm:constr type="l" for="ch" forName="rootConnector1"/>
                  <dgm:constr type="t" for="ch" forName="rootConnector1"/>
                  <dgm:constr type="w" for="ch" forName="rootConnector1" refType="w" refFor="ch" refForName="rootText1" fact="0.2"/>
                  <dgm:constr type="h" for="ch" forName="rootConnector1" refType="h" refFor="ch" refForName="rootText1"/>
                </dgm:constrLst>
              </dgm:if>
              <dgm:else name="Name20">
                <dgm:constrLst>
                  <dgm:constr type="l" for="ch" forName="rootText1"/>
                  <dgm:constr type="t" for="ch" forName="rootText1"/>
                  <dgm:constr type="w" for="ch" forName="rootText1" refType="w"/>
                  <dgm:constr type="h" for="ch" forName="rootText1" refType="h"/>
                  <dgm:constr type="r" for="ch" forName="rootConnector1" refType="w"/>
                  <dgm:constr type="t" for="ch" forName="rootConnector1"/>
                  <dgm:constr type="w" for="ch" forName="rootConnector1" refType="w" refFor="ch" refForName="rootText1" fact="0.2"/>
                  <dgm:constr type="h" for="ch" forName="rootConnector1" refType="h" refFor="ch" refForName="rootText1"/>
                </dgm:constrLst>
              </dgm:else>
            </dgm:choose>
            <dgm:ruleLst/>
            <dgm:layoutNode name="rootText1" styleLbl="node0">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1" moveWith="rootText1">
              <dgm:alg type="sp"/>
              <dgm:shape xmlns:r="http://schemas.openxmlformats.org/officeDocument/2006/relationships" type="rect" r:blip="" hideGeom="1">
                <dgm:adjLst/>
              </dgm:shape>
              <dgm:presOf axis="self" ptType="node" cnt="1"/>
              <dgm:constrLst/>
              <dgm:ruleLst/>
            </dgm:layoutNode>
          </dgm:layoutNode>
          <dgm:layoutNode name="hierChild2">
            <dgm:choose name="Name21">
              <dgm:if name="Name22" func="var" arg="hierBranch" op="equ" val="l">
                <dgm:alg type="hierChild">
                  <dgm:param type="chAlign" val="r"/>
                  <dgm:param type="linDir" val="fromT"/>
                </dgm:alg>
              </dgm:if>
              <dgm:if name="Name23" func="var" arg="hierBranch" op="equ" val="r">
                <dgm:alg type="hierChild">
                  <dgm:param type="chAlign" val="l"/>
                  <dgm:param type="linDir" val="fromT"/>
                </dgm:alg>
              </dgm:if>
              <dgm:if name="Name24" func="var" arg="hierBranch" op="equ" val="hang">
                <dgm:choose name="Name25">
                  <dgm:if name="Name26" func="var" arg="dir" op="equ" val="norm">
                    <dgm:alg type="hierChild">
                      <dgm:param type="chAlign" val="l"/>
                      <dgm:param type="linDir" val="fromL"/>
                      <dgm:param type="secChAlign" val="t"/>
                      <dgm:param type="secLinDir" val="fromT"/>
                    </dgm:alg>
                  </dgm:if>
                  <dgm:else name="Name27">
                    <dgm:alg type="hierChild">
                      <dgm:param type="chAlign" val="l"/>
                      <dgm:param type="linDir" val="fromR"/>
                      <dgm:param type="secChAlign" val="t"/>
                      <dgm:param type="secLinDir" val="fromT"/>
                    </dgm:alg>
                  </dgm:else>
                </dgm:choose>
              </dgm:if>
              <dgm:else name="Name28">
                <dgm:choose name="Name29">
                  <dgm:if name="Name30" func="var" arg="dir" op="equ" val="norm">
                    <dgm:alg type="hierChild"/>
                  </dgm:if>
                  <dgm:else name="Name31">
                    <dgm:alg type="hierChild">
                      <dgm:param type="linDir" val="fromR"/>
                    </dgm:alg>
                  </dgm:else>
                </dgm:choose>
              </dgm:else>
            </dgm:choose>
            <dgm:shape xmlns:r="http://schemas.openxmlformats.org/officeDocument/2006/relationships" r:blip="">
              <dgm:adjLst/>
            </dgm:shape>
            <dgm:presOf/>
            <dgm:constrLst/>
            <dgm:ruleLst/>
            <dgm:forEach name="rep2a" axis="ch" ptType="nonAsst">
              <dgm:forEach name="Name32" axis="precedSib" ptType="parTrans" st="-1" cnt="1">
                <dgm:choose name="Name33">
                  <dgm:if name="Name34" func="var" arg="hierBranch" op="equ" val="std">
                    <dgm:layoutNode name="Name35">
                      <dgm:alg type="conn">
                        <dgm:param type="connRout" val="bend"/>
                        <dgm:param type="dim" val="1D"/>
                        <dgm:param type="endSty" val="noArr"/>
                        <dgm:param type="begPts" val="bCtr"/>
                        <dgm:param type="endPts" val="tCtr"/>
                        <dgm:param type="bendPt" val="end"/>
                      </dgm:alg>
                      <dgm:shape xmlns:r="http://schemas.openxmlformats.org/officeDocument/2006/relationships" type="conn" r:blip="" zOrderOff="-99999">
                        <dgm:adjLst/>
                      </dgm:shape>
                      <dgm:presOf axis="self"/>
                      <dgm:constrLst>
                        <dgm:constr type="begPad"/>
                        <dgm:constr type="endPad"/>
                      </dgm:constrLst>
                      <dgm:ruleLst/>
                    </dgm:layoutNode>
                  </dgm:if>
                  <dgm:if name="Name36" func="var" arg="hierBranch" op="equ" val="init">
                    <dgm:layoutNode name="Name37">
                      <dgm:choose name="Name38">
                        <dgm:if name="Name39" axis="self" func="depth" op="lte" val="2">
                          <dgm:alg type="conn">
                            <dgm:param type="connRout" val="bend"/>
                            <dgm:param type="dim" val="1D"/>
                            <dgm:param type="endSty" val="noArr"/>
                            <dgm:param type="begPts" val="bCtr"/>
                            <dgm:param type="endPts" val="tCtr"/>
                            <dgm:param type="bendPt" val="end"/>
                          </dgm:alg>
                        </dgm:if>
                        <dgm:else name="Name40">
                          <dgm:choose name="Name41">
                            <dgm:if name="Name42" axis="par des" func="maxDepth" op="lte" val="1">
                              <dgm:choose name="Name43">
                                <dgm:if name="Name44" axis="par ch" ptType="node asst" func="cnt" op="gte" val="1">
                                  <dgm:alg type="conn">
                                    <dgm:param type="connRout" val="bend"/>
                                    <dgm:param type="dim" val="1D"/>
                                    <dgm:param type="endSty" val="noArr"/>
                                    <dgm:param type="begPts" val="bCtr"/>
                                    <dgm:param type="endPts" val="midL midR"/>
                                  </dgm:alg>
                                </dgm:if>
                                <dgm:else name="Name45">
                                  <dgm:alg type="conn">
                                    <dgm:param type="connRout" val="bend"/>
                                    <dgm:param type="dim" val="1D"/>
                                    <dgm:param type="endSty" val="noArr"/>
                                    <dgm:param type="begPts" val="bCtr"/>
                                    <dgm:param type="endPts" val="midL midR"/>
                                    <dgm:param type="srcNode" val="rootConnector"/>
                                  </dgm:alg>
                                </dgm:else>
                              </dgm:choose>
                            </dgm:if>
                            <dgm:else name="Name46">
                              <dgm:alg type="conn">
                                <dgm:param type="connRout" val="bend"/>
                                <dgm:param type="dim" val="1D"/>
                                <dgm:param type="endSty" val="noArr"/>
                                <dgm:param type="begPts" val="bCtr"/>
                                <dgm:param type="endPts" val="tCtr"/>
                                <dgm:param type="bendPt" val="end"/>
                              </dgm:alg>
                            </dgm:else>
                          </dgm:choose>
                        </dgm:else>
                      </dgm:choose>
                      <dgm:shape xmlns:r="http://schemas.openxmlformats.org/officeDocument/2006/relationships" type="conn" r:blip="" zOrderOff="-99999">
                        <dgm:adjLst/>
                      </dgm:shape>
                      <dgm:presOf axis="self"/>
                      <dgm:constrLst>
                        <dgm:constr type="begPad"/>
                        <dgm:constr type="endPad"/>
                      </dgm:constrLst>
                      <dgm:ruleLst/>
                    </dgm:layoutNode>
                  </dgm:if>
                  <dgm:if name="Name47" func="var" arg="hierBranch" op="equ" val="hang">
                    <dgm:layoutNode name="Name48">
                      <dgm:alg type="conn">
                        <dgm:param type="connRout" val="bend"/>
                        <dgm:param type="dim" val="1D"/>
                        <dgm:param type="endSty" val="noArr"/>
                        <dgm:param type="begPts" val="bCtr"/>
                        <dgm:param type="endPts" val="midL midR"/>
                      </dgm:alg>
                      <dgm:shape xmlns:r="http://schemas.openxmlformats.org/officeDocument/2006/relationships" type="conn" r:blip="" zOrderOff="-99999">
                        <dgm:adjLst/>
                      </dgm:shape>
                      <dgm:presOf axis="self"/>
                      <dgm:constrLst>
                        <dgm:constr type="begPad"/>
                        <dgm:constr type="endPad"/>
                      </dgm:constrLst>
                      <dgm:ruleLst/>
                    </dgm:layoutNode>
                  </dgm:if>
                  <dgm:else name="Name49">
                    <dgm:layoutNode name="Name50">
                      <dgm:choose name="Name51">
                        <dgm:if name="Name52" axis="self" func="depth" op="lte" val="2">
                          <dgm:choose name="Name53">
                            <dgm:if name="Name54" axis="par ch" ptType="node asst" func="cnt" op="gte" val="1">
                              <dgm:alg type="conn">
                                <dgm:param type="connRout" val="bend"/>
                                <dgm:param type="dim" val="1D"/>
                                <dgm:param type="endSty" val="noArr"/>
                                <dgm:param type="begPts" val="bCtr"/>
                                <dgm:param type="endPts" val="midL midR"/>
                              </dgm:alg>
                            </dgm:if>
                            <dgm:else name="Name55">
                              <dgm:alg type="conn">
                                <dgm:param type="connRout" val="bend"/>
                                <dgm:param type="dim" val="1D"/>
                                <dgm:param type="endSty" val="noArr"/>
                                <dgm:param type="begPts" val="bCtr"/>
                                <dgm:param type="endPts" val="midL midR"/>
                                <dgm:param type="srcNode" val="rootConnector1"/>
                              </dgm:alg>
                            </dgm:else>
                          </dgm:choose>
                        </dgm:if>
                        <dgm:else name="Name56">
                          <dgm:choose name="Name57">
                            <dgm:if name="Name58" axis="par ch" ptType="node asst" func="cnt" op="gte" val="1">
                              <dgm:alg type="conn">
                                <dgm:param type="connRout" val="bend"/>
                                <dgm:param type="dim" val="1D"/>
                                <dgm:param type="endSty" val="noArr"/>
                                <dgm:param type="begPts" val="bCtr"/>
                                <dgm:param type="endPts" val="midL midR"/>
                              </dgm:alg>
                            </dgm:if>
                            <dgm:else name="Name59">
                              <dgm:alg type="conn">
                                <dgm:param type="connRout" val="bend"/>
                                <dgm:param type="dim" val="1D"/>
                                <dgm:param type="endSty" val="noArr"/>
                                <dgm:param type="begPts" val="bCtr"/>
                                <dgm:param type="endPts" val="midL midR"/>
                                <dgm:param type="srcNode" val="rootConnector"/>
                              </dgm:alg>
                            </dgm:else>
                          </dgm:choose>
                        </dgm:else>
                      </dgm:choose>
                      <dgm:shape xmlns:r="http://schemas.openxmlformats.org/officeDocument/2006/relationships" type="conn" r:blip="" zOrderOff="-99999">
                        <dgm:adjLst/>
                      </dgm:shape>
                      <dgm:presOf axis="self"/>
                      <dgm:constrLst>
                        <dgm:constr type="begPad"/>
                        <dgm:constr type="endPad"/>
                      </dgm:constrLst>
                      <dgm:ruleLst/>
                    </dgm:layoutNode>
                  </dgm:else>
                </dgm:choose>
              </dgm:forEach>
              <dgm:layoutNode name="hierRoot2">
                <dgm:varLst>
                  <dgm:hierBranch val="init"/>
                </dgm:varLst>
                <dgm:choose name="Name60">
                  <dgm:if name="Name61" func="var" arg="hierBranch" op="equ" val="l">
                    <dgm:choose name="Name62">
                      <dgm:if name="Name63" axis="ch" ptType="asst" func="cnt" op="gte" val="1">
                        <dgm:alg type="hierRoot">
                          <dgm:param type="hierAlign" val="tR"/>
                        </dgm:alg>
                        <dgm:shape xmlns:r="http://schemas.openxmlformats.org/officeDocument/2006/relationships" r:blip="">
                          <dgm:adjLst/>
                        </dgm:shape>
                        <dgm:presOf/>
                        <dgm:constrLst>
                          <dgm:constr type="alignOff" val="0.65"/>
                        </dgm:constrLst>
                      </dgm:if>
                      <dgm:else name="Name64">
                        <dgm:alg type="hierRoot">
                          <dgm:param type="hierAlign" val="tR"/>
                        </dgm:alg>
                        <dgm:shape xmlns:r="http://schemas.openxmlformats.org/officeDocument/2006/relationships" r:blip="">
                          <dgm:adjLst/>
                        </dgm:shape>
                        <dgm:presOf/>
                        <dgm:constrLst>
                          <dgm:constr type="alignOff" val="0.25"/>
                        </dgm:constrLst>
                      </dgm:else>
                    </dgm:choose>
                  </dgm:if>
                  <dgm:if name="Name65" func="var" arg="hierBranch" op="equ" val="r">
                    <dgm:choose name="Name66">
                      <dgm:if name="Name67" axis="ch" ptType="asst" func="cnt" op="gte" val="1">
                        <dgm:alg type="hierRoot">
                          <dgm:param type="hierAlign" val="tL"/>
                        </dgm:alg>
                        <dgm:shape xmlns:r="http://schemas.openxmlformats.org/officeDocument/2006/relationships" r:blip="">
                          <dgm:adjLst/>
                        </dgm:shape>
                        <dgm:presOf/>
                        <dgm:constrLst>
                          <dgm:constr type="alignOff" val="0.65"/>
                        </dgm:constrLst>
                      </dgm:if>
                      <dgm:else name="Name68">
                        <dgm:alg type="hierRoot">
                          <dgm:param type="hierAlign" val="tL"/>
                        </dgm:alg>
                        <dgm:shape xmlns:r="http://schemas.openxmlformats.org/officeDocument/2006/relationships" r:blip="">
                          <dgm:adjLst/>
                        </dgm:shape>
                        <dgm:presOf/>
                        <dgm:constrLst>
                          <dgm:constr type="alignOff" val="0.25"/>
                        </dgm:constrLst>
                      </dgm:else>
                    </dgm:choose>
                  </dgm:if>
                  <dgm:if name="Name69" func="var" arg="hierBranch" op="equ" val="std">
                    <dgm:alg type="hierRoot"/>
                    <dgm:shape xmlns:r="http://schemas.openxmlformats.org/officeDocument/2006/relationships" r:blip="">
                      <dgm:adjLst/>
                    </dgm:shape>
                    <dgm:presOf/>
                    <dgm:constrLst>
                      <dgm:constr type="alignOff"/>
                      <dgm:constr type="bendDist" for="des" ptType="parTrans" refType="sp" fact="0.5"/>
                    </dgm:constrLst>
                  </dgm:if>
                  <dgm:if name="Name70" func="var" arg="hierBranch" op="equ" val="init">
                    <dgm:choose name="Name71">
                      <dgm:if name="Name72" axis="des" func="maxDepth" op="lte" val="1">
                        <dgm:choose name="Name73">
                          <dgm:if name="Name74" axis="ch" ptType="asst" func="cnt" op="gte" val="1">
                            <dgm:alg type="hierRoot">
                              <dgm:param type="hierAlign" val="tL"/>
                            </dgm:alg>
                            <dgm:shape xmlns:r="http://schemas.openxmlformats.org/officeDocument/2006/relationships" r:blip="">
                              <dgm:adjLst/>
                            </dgm:shape>
                            <dgm:presOf/>
                            <dgm:constrLst>
                              <dgm:constr type="alignOff" val="0.65"/>
                            </dgm:constrLst>
                          </dgm:if>
                          <dgm:else name="Name75">
                            <dgm:alg type="hierRoot">
                              <dgm:param type="hierAlign" val="tL"/>
                            </dgm:alg>
                            <dgm:shape xmlns:r="http://schemas.openxmlformats.org/officeDocument/2006/relationships" r:blip="">
                              <dgm:adjLst/>
                            </dgm:shape>
                            <dgm:presOf/>
                            <dgm:constrLst>
                              <dgm:constr type="alignOff" val="0.25"/>
                            </dgm:constrLst>
                          </dgm:else>
                        </dgm:choose>
                      </dgm:if>
                      <dgm:else name="Name76">
                        <dgm:alg type="hierRoot"/>
                        <dgm:shape xmlns:r="http://schemas.openxmlformats.org/officeDocument/2006/relationships" r:blip="">
                          <dgm:adjLst/>
                        </dgm:shape>
                        <dgm:presOf/>
                        <dgm:constrLst>
                          <dgm:constr type="alignOff"/>
                          <dgm:constr type="bendDist" for="des" ptType="parTrans" refType="sp" fact="0.5"/>
                        </dgm:constrLst>
                      </dgm:else>
                    </dgm:choose>
                  </dgm:if>
                  <dgm:else name="Name77">
                    <dgm:alg type="hierRoot"/>
                    <dgm:shape xmlns:r="http://schemas.openxmlformats.org/officeDocument/2006/relationships" r:blip="">
                      <dgm:adjLst/>
                    </dgm:shape>
                    <dgm:presOf/>
                    <dgm:constrLst>
                      <dgm:constr type="alignOff" val="0.65"/>
                    </dgm:constrLst>
                  </dgm:else>
                </dgm:choose>
                <dgm:ruleLst/>
                <dgm:layoutNode name="rootComposite">
                  <dgm:alg type="composite"/>
                  <dgm:shape xmlns:r="http://schemas.openxmlformats.org/officeDocument/2006/relationships" r:blip="">
                    <dgm:adjLst/>
                  </dgm:shape>
                  <dgm:presOf axis="self" ptType="node" cnt="1"/>
                  <dgm:choose name="Name78">
                    <dgm:if name="Name79" func="var" arg="hierBranch" op="equ" val="init">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if name="Name80" func="var" arg="hierBranch" op="equ" val="l">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if>
                    <dgm:if name="Name81" func="var" arg="hierBranch" op="equ" val="r">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else name="Name82">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else>
                  </dgm:choose>
                  <dgm:ruleLst/>
                  <dgm:layoutNode name="rootText">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 moveWith="rootText">
                    <dgm:alg type="sp"/>
                    <dgm:shape xmlns:r="http://schemas.openxmlformats.org/officeDocument/2006/relationships" type="rect" r:blip="" hideGeom="1">
                      <dgm:adjLst/>
                    </dgm:shape>
                    <dgm:presOf axis="self" ptType="node" cnt="1"/>
                    <dgm:constrLst/>
                    <dgm:ruleLst/>
                  </dgm:layoutNode>
                </dgm:layoutNode>
                <dgm:layoutNode name="hierChild4">
                  <dgm:choose name="Name83">
                    <dgm:if name="Name84" func="var" arg="hierBranch" op="equ" val="l">
                      <dgm:alg type="hierChild">
                        <dgm:param type="chAlign" val="r"/>
                        <dgm:param type="linDir" val="fromT"/>
                      </dgm:alg>
                    </dgm:if>
                    <dgm:if name="Name85" func="var" arg="hierBranch" op="equ" val="r">
                      <dgm:alg type="hierChild">
                        <dgm:param type="chAlign" val="l"/>
                        <dgm:param type="linDir" val="fromT"/>
                      </dgm:alg>
                    </dgm:if>
                    <dgm:if name="Name86" func="var" arg="hierBranch" op="equ" val="hang">
                      <dgm:choose name="Name87">
                        <dgm:if name="Name88" func="var" arg="dir" op="equ" val="norm">
                          <dgm:alg type="hierChild">
                            <dgm:param type="chAlign" val="l"/>
                            <dgm:param type="linDir" val="fromL"/>
                            <dgm:param type="secChAlign" val="t"/>
                            <dgm:param type="secLinDir" val="fromT"/>
                          </dgm:alg>
                        </dgm:if>
                        <dgm:else name="Name89">
                          <dgm:alg type="hierChild">
                            <dgm:param type="chAlign" val="l"/>
                            <dgm:param type="linDir" val="fromR"/>
                            <dgm:param type="secChAlign" val="t"/>
                            <dgm:param type="secLinDir" val="fromT"/>
                          </dgm:alg>
                        </dgm:else>
                      </dgm:choose>
                    </dgm:if>
                    <dgm:if name="Name90" func="var" arg="hierBranch" op="equ" val="std">
                      <dgm:choose name="Name91">
                        <dgm:if name="Name92" func="var" arg="dir" op="equ" val="norm">
                          <dgm:alg type="hierChild"/>
                        </dgm:if>
                        <dgm:else name="Name93">
                          <dgm:alg type="hierChild">
                            <dgm:param type="linDir" val="fromR"/>
                          </dgm:alg>
                        </dgm:else>
                      </dgm:choose>
                    </dgm:if>
                    <dgm:if name="Name94" func="var" arg="hierBranch" op="equ" val="init">
                      <dgm:choose name="Name95">
                        <dgm:if name="Name96" axis="des" func="maxDepth" op="lte" val="1">
                          <dgm:alg type="hierChild">
                            <dgm:param type="chAlign" val="l"/>
                            <dgm:param type="linDir" val="fromT"/>
                          </dgm:alg>
                        </dgm:if>
                        <dgm:else name="Name97">
                          <dgm:choose name="Name98">
                            <dgm:if name="Name99" func="var" arg="dir" op="equ" val="norm">
                              <dgm:alg type="hierChild"/>
                            </dgm:if>
                            <dgm:else name="Name100">
                              <dgm:alg type="hierChild">
                                <dgm:param type="linDir" val="fromR"/>
                              </dgm:alg>
                            </dgm:else>
                          </dgm:choose>
                        </dgm:else>
                      </dgm:choose>
                    </dgm:if>
                    <dgm:else name="Name101"/>
                  </dgm:choose>
                  <dgm:shape xmlns:r="http://schemas.openxmlformats.org/officeDocument/2006/relationships" r:blip="">
                    <dgm:adjLst/>
                  </dgm:shape>
                  <dgm:presOf/>
                  <dgm:constrLst/>
                  <dgm:ruleLst/>
                  <dgm:forEach name="Name102" ref="rep2a"/>
                </dgm:layoutNode>
                <dgm:layoutNode name="hierChild5">
                  <dgm:choose name="Name103">
                    <dgm:if name="Name104" func="var" arg="dir" op="equ" val="norm">
                      <dgm:alg type="hierChild">
                        <dgm:param type="chAlign" val="l"/>
                        <dgm:param type="linDir" val="fromL"/>
                        <dgm:param type="secChAlign" val="t"/>
                        <dgm:param type="secLinDir" val="fromT"/>
                      </dgm:alg>
                    </dgm:if>
                    <dgm:else name="Name105">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Name106" ref="rep2b"/>
                </dgm:layoutNode>
              </dgm:layoutNode>
            </dgm:forEach>
          </dgm:layoutNode>
          <dgm:layoutNode name="hierChild3">
            <dgm:choose name="Name107">
              <dgm:if name="Name108" func="var" arg="dir" op="equ" val="norm">
                <dgm:alg type="hierChild">
                  <dgm:param type="chAlign" val="l"/>
                  <dgm:param type="linDir" val="fromL"/>
                  <dgm:param type="secChAlign" val="t"/>
                  <dgm:param type="secLinDir" val="fromT"/>
                </dgm:alg>
              </dgm:if>
              <dgm:else name="Name109">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rep2b" axis="ch" ptType="asst">
              <dgm:forEach name="Name110" axis="precedSib" ptType="parTrans" st="-1" cnt="1">
                <dgm:layoutNode name="Name111">
                  <dgm:alg type="conn">
                    <dgm:param type="connRout" val="bend"/>
                    <dgm:param type="dim" val="1D"/>
                    <dgm:param type="endSty" val="noArr"/>
                    <dgm:param type="begPts" val="bCtr"/>
                    <dgm:param type="endPts" val="midL midR"/>
                  </dgm:alg>
                  <dgm:shape xmlns:r="http://schemas.openxmlformats.org/officeDocument/2006/relationships" type="conn" r:blip="" zOrderOff="-99999">
                    <dgm:adjLst/>
                  </dgm:shape>
                  <dgm:presOf axis="self"/>
                  <dgm:constrLst>
                    <dgm:constr type="begPad"/>
                    <dgm:constr type="endPad"/>
                  </dgm:constrLst>
                  <dgm:ruleLst/>
                </dgm:layoutNode>
              </dgm:forEach>
              <dgm:layoutNode name="hierRoot3">
                <dgm:varLst>
                  <dgm:hierBranch val="init"/>
                </dgm:varLst>
                <dgm:choose name="Name112">
                  <dgm:if name="Name113" func="var" arg="hierBranch" op="equ" val="l">
                    <dgm:alg type="hierRoot">
                      <dgm:param type="hierAlign" val="tR"/>
                    </dgm:alg>
                    <dgm:shape xmlns:r="http://schemas.openxmlformats.org/officeDocument/2006/relationships" r:blip="">
                      <dgm:adjLst/>
                    </dgm:shape>
                    <dgm:presOf/>
                    <dgm:constrLst>
                      <dgm:constr type="alignOff" val="0.65"/>
                    </dgm:constrLst>
                  </dgm:if>
                  <dgm:if name="Name114" func="var" arg="hierBranch" op="equ" val="r">
                    <dgm:alg type="hierRoot">
                      <dgm:param type="hierAlign" val="tL"/>
                    </dgm:alg>
                    <dgm:shape xmlns:r="http://schemas.openxmlformats.org/officeDocument/2006/relationships" r:blip="">
                      <dgm:adjLst/>
                    </dgm:shape>
                    <dgm:presOf/>
                    <dgm:constrLst>
                      <dgm:constr type="alignOff" val="0.65"/>
                    </dgm:constrLst>
                  </dgm:if>
                  <dgm:if name="Name115" func="var" arg="hierBranch" op="equ" val="hang">
                    <dgm:alg type="hierRoot"/>
                    <dgm:shape xmlns:r="http://schemas.openxmlformats.org/officeDocument/2006/relationships" r:blip="">
                      <dgm:adjLst/>
                    </dgm:shape>
                    <dgm:presOf/>
                    <dgm:constrLst>
                      <dgm:constr type="alignOff" val="0.65"/>
                    </dgm:constrLst>
                  </dgm:if>
                  <dgm:if name="Name116" func="var" arg="hierBranch" op="equ" val="std">
                    <dgm:alg type="hierRoot"/>
                    <dgm:shape xmlns:r="http://schemas.openxmlformats.org/officeDocument/2006/relationships" r:blip="">
                      <dgm:adjLst/>
                    </dgm:shape>
                    <dgm:presOf/>
                    <dgm:constrLst>
                      <dgm:constr type="alignOff"/>
                      <dgm:constr type="bendDist" for="des" ptType="parTrans" refType="sp" fact="0.5"/>
                    </dgm:constrLst>
                  </dgm:if>
                  <dgm:if name="Name117" func="var" arg="hierBranch" op="equ" val="init">
                    <dgm:choose name="Name118">
                      <dgm:if name="Name119" axis="des" func="maxDepth" op="lte" val="1">
                        <dgm:alg type="hierRoot">
                          <dgm:param type="hierAlign" val="tL"/>
                        </dgm:alg>
                        <dgm:shape xmlns:r="http://schemas.openxmlformats.org/officeDocument/2006/relationships" r:blip="">
                          <dgm:adjLst/>
                        </dgm:shape>
                        <dgm:presOf/>
                        <dgm:constrLst>
                          <dgm:constr type="alignOff" val="0.65"/>
                        </dgm:constrLst>
                      </dgm:if>
                      <dgm:else name="Name120">
                        <dgm:alg type="hierRoot"/>
                        <dgm:shape xmlns:r="http://schemas.openxmlformats.org/officeDocument/2006/relationships" r:blip="">
                          <dgm:adjLst/>
                        </dgm:shape>
                        <dgm:presOf/>
                        <dgm:constrLst>
                          <dgm:constr type="alignOff"/>
                          <dgm:constr type="bendDist" for="des" ptType="parTrans" refType="sp" fact="0.5"/>
                        </dgm:constrLst>
                      </dgm:else>
                    </dgm:choose>
                  </dgm:if>
                  <dgm:else name="Name121"/>
                </dgm:choose>
                <dgm:ruleLst/>
                <dgm:layoutNode name="rootComposite3">
                  <dgm:alg type="composite"/>
                  <dgm:shape xmlns:r="http://schemas.openxmlformats.org/officeDocument/2006/relationships" r:blip="">
                    <dgm:adjLst/>
                  </dgm:shape>
                  <dgm:presOf axis="self" ptType="node" cnt="1"/>
                  <dgm:choose name="Name122">
                    <dgm:if name="Name123" func="var" arg="hierBranch" op="equ" val="init">
                      <dgm:constrLst>
                        <dgm:constr type="l" for="ch" forName="rootText3"/>
                        <dgm:constr type="t" for="ch" forName="rootText3"/>
                        <dgm:constr type="w" for="ch" forName="rootText3" refType="w"/>
                        <dgm:constr type="h" for="ch" forName="rootText3" refType="h"/>
                        <dgm:constr type="l" for="ch" forName="rootConnector3"/>
                        <dgm:constr type="t" for="ch" forName="rootConnector3"/>
                        <dgm:constr type="w" for="ch" forName="rootConnector3" refType="w" refFor="ch" refForName="rootText3" fact="0.2"/>
                        <dgm:constr type="h" for="ch" forName="rootConnector3" refType="h" refFor="ch" refForName="rootText3"/>
                      </dgm:constrLst>
                    </dgm:if>
                    <dgm:if name="Name124" func="var" arg="hierBranch" op="equ" val="l">
                      <dgm:constrLst>
                        <dgm:constr type="l" for="ch" forName="rootText3"/>
                        <dgm:constr type="t" for="ch" forName="rootText3"/>
                        <dgm:constr type="w" for="ch" forName="rootText3" refType="w"/>
                        <dgm:constr type="h" for="ch" forName="rootText3" refType="h"/>
                        <dgm:constr type="r" for="ch" forName="rootConnector3" refType="w"/>
                        <dgm:constr type="t" for="ch" forName="rootConnector3"/>
                        <dgm:constr type="w" for="ch" forName="rootConnector3" refType="w" refFor="ch" refForName="rootText3" fact="0.2"/>
                        <dgm:constr type="h" for="ch" forName="rootConnector3" refType="h" refFor="ch" refForName="rootText3"/>
                      </dgm:constrLst>
                    </dgm:if>
                    <dgm:if name="Name125" func="var" arg="hierBranch" op="equ" val="r">
                      <dgm:constrLst>
                        <dgm:constr type="l" for="ch" forName="rootText3"/>
                        <dgm:constr type="t" for="ch" forName="rootText3"/>
                        <dgm:constr type="w" for="ch" forName="rootText3" refType="w"/>
                        <dgm:constr type="h" for="ch" forName="rootText3" refType="h"/>
                        <dgm:constr type="l" for="ch" forName="rootConnector3"/>
                        <dgm:constr type="t" for="ch" forName="rootConnector3"/>
                        <dgm:constr type="w" for="ch" forName="rootConnector3" refType="w" refFor="ch" refForName="rootText3" fact="0.2"/>
                        <dgm:constr type="h" for="ch" forName="rootConnector3" refType="h" refFor="ch" refForName="rootText3"/>
                      </dgm:constrLst>
                    </dgm:if>
                    <dgm:else name="Name126">
                      <dgm:constrLst>
                        <dgm:constr type="l" for="ch" forName="rootText3"/>
                        <dgm:constr type="t" for="ch" forName="rootText3"/>
                        <dgm:constr type="w" for="ch" forName="rootText3" refType="w"/>
                        <dgm:constr type="h" for="ch" forName="rootText3" refType="h"/>
                        <dgm:constr type="r" for="ch" forName="rootConnector3" refType="w"/>
                        <dgm:constr type="t" for="ch" forName="rootConnector3"/>
                        <dgm:constr type="w" for="ch" forName="rootConnector3" refType="w" refFor="ch" refForName="rootText3" fact="0.2"/>
                        <dgm:constr type="h" for="ch" forName="rootConnector3" refType="h" refFor="ch" refForName="rootText3"/>
                      </dgm:constrLst>
                    </dgm:else>
                  </dgm:choose>
                  <dgm:ruleLst/>
                  <dgm:layoutNode name="rootText3">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3" moveWith="rootText1">
                    <dgm:alg type="sp"/>
                    <dgm:shape xmlns:r="http://schemas.openxmlformats.org/officeDocument/2006/relationships" type="rect" r:blip="" hideGeom="1">
                      <dgm:adjLst/>
                    </dgm:shape>
                    <dgm:presOf axis="self" ptType="node" cnt="1"/>
                    <dgm:constrLst/>
                    <dgm:ruleLst/>
                  </dgm:layoutNode>
                </dgm:layoutNode>
                <dgm:layoutNode name="hierChild6">
                  <dgm:choose name="Name127">
                    <dgm:if name="Name128" func="var" arg="hierBranch" op="equ" val="l">
                      <dgm:alg type="hierChild">
                        <dgm:param type="chAlign" val="r"/>
                        <dgm:param type="linDir" val="fromT"/>
                      </dgm:alg>
                    </dgm:if>
                    <dgm:if name="Name129" func="var" arg="hierBranch" op="equ" val="r">
                      <dgm:alg type="hierChild">
                        <dgm:param type="chAlign" val="l"/>
                        <dgm:param type="linDir" val="fromT"/>
                      </dgm:alg>
                    </dgm:if>
                    <dgm:if name="Name130" func="var" arg="hierBranch" op="equ" val="hang">
                      <dgm:choose name="Name131">
                        <dgm:if name="Name132" func="var" arg="dir" op="equ" val="norm">
                          <dgm:alg type="hierChild">
                            <dgm:param type="chAlign" val="l"/>
                            <dgm:param type="linDir" val="fromL"/>
                            <dgm:param type="secChAlign" val="t"/>
                            <dgm:param type="secLinDir" val="fromT"/>
                          </dgm:alg>
                        </dgm:if>
                        <dgm:else name="Name133">
                          <dgm:alg type="hierChild">
                            <dgm:param type="chAlign" val="l"/>
                            <dgm:param type="linDir" val="fromR"/>
                            <dgm:param type="secChAlign" val="t"/>
                            <dgm:param type="secLinDir" val="fromT"/>
                          </dgm:alg>
                        </dgm:else>
                      </dgm:choose>
                    </dgm:if>
                    <dgm:if name="Name134" func="var" arg="hierBranch" op="equ" val="std">
                      <dgm:choose name="Name135">
                        <dgm:if name="Name136" func="var" arg="dir" op="equ" val="norm">
                          <dgm:alg type="hierChild"/>
                        </dgm:if>
                        <dgm:else name="Name137">
                          <dgm:alg type="hierChild">
                            <dgm:param type="linDir" val="fromR"/>
                          </dgm:alg>
                        </dgm:else>
                      </dgm:choose>
                    </dgm:if>
                    <dgm:if name="Name138" func="var" arg="hierBranch" op="equ" val="init">
                      <dgm:choose name="Name139">
                        <dgm:if name="Name140" axis="des" func="maxDepth" op="lte" val="1">
                          <dgm:alg type="hierChild">
                            <dgm:param type="chAlign" val="l"/>
                            <dgm:param type="linDir" val="fromT"/>
                          </dgm:alg>
                        </dgm:if>
                        <dgm:else name="Name141">
                          <dgm:alg type="hierChild"/>
                        </dgm:else>
                      </dgm:choose>
                    </dgm:if>
                    <dgm:else name="Name142"/>
                  </dgm:choose>
                  <dgm:shape xmlns:r="http://schemas.openxmlformats.org/officeDocument/2006/relationships" r:blip="">
                    <dgm:adjLst/>
                  </dgm:shape>
                  <dgm:presOf/>
                  <dgm:constrLst/>
                  <dgm:ruleLst/>
                  <dgm:forEach name="Name143" ref="rep2a"/>
                </dgm:layoutNode>
                <dgm:layoutNode name="hierChild7">
                  <dgm:choose name="Name144">
                    <dgm:if name="Name145" func="var" arg="dir" op="equ" val="norm">
                      <dgm:alg type="hierChild">
                        <dgm:param type="chAlign" val="l"/>
                        <dgm:param type="linDir" val="fromL"/>
                        <dgm:param type="secChAlign" val="t"/>
                        <dgm:param type="secLinDir" val="fromT"/>
                      </dgm:alg>
                    </dgm:if>
                    <dgm:else name="Name146">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Name147" ref="rep2b"/>
                </dgm:layoutNode>
              </dgm:layoutNode>
            </dgm:forEach>
          </dgm:layoutNode>
        </dgm:layoutNode>
      </dgm:forEach>
    </dgm:forEach>
  </dgm:layoutNode>
</dgm:layoutDef>
</file>

<file path=ppt/diagrams/layout6.xml><?xml version="1.0" encoding="utf-8"?>
<dgm:layoutDef xmlns:dgm="http://schemas.openxmlformats.org/drawingml/2006/diagram" xmlns:a="http://schemas.openxmlformats.org/drawingml/2006/main" uniqueId="urn:microsoft.com/office/officeart/2005/8/layout/orgChart1">
  <dgm:title val=""/>
  <dgm:desc val=""/>
  <dgm:catLst>
    <dgm:cat type="hierarchy" pri="1000"/>
    <dgm:cat type="convert" pri="6000"/>
  </dgm:catLst>
  <dgm:sampData>
    <dgm:dataModel>
      <dgm:ptLst>
        <dgm:pt modelId="0" type="doc"/>
        <dgm:pt modelId="1">
          <dgm:prSet phldr="1"/>
        </dgm:pt>
        <dgm:pt modelId="2" type="asst">
          <dgm:prSet phldr="1"/>
        </dgm:pt>
        <dgm:pt modelId="3">
          <dgm:prSet phldr="1"/>
        </dgm:pt>
        <dgm:pt modelId="4">
          <dgm:prSet phldr="1"/>
        </dgm:pt>
        <dgm:pt modelId="5">
          <dgm:prSet phldr="1"/>
        </dgm:pt>
      </dgm:ptLst>
      <dgm:cxnLst>
        <dgm:cxn modelId="5" srcId="0" destId="1" srcOrd="0" destOrd="0"/>
        <dgm:cxn modelId="6" srcId="1" destId="2" srcOrd="0" destOrd="0"/>
        <dgm:cxn modelId="7" srcId="1" destId="3" srcOrd="1" destOrd="0"/>
        <dgm:cxn modelId="8" srcId="1" destId="4" srcOrd="2" destOrd="0"/>
        <dgm:cxn modelId="9" srcId="1" destId="5" srcOrd="3" destOrd="0"/>
      </dgm:cxnLst>
      <dgm:bg/>
      <dgm:whole/>
    </dgm:dataModel>
  </dgm:sampData>
  <dgm:styleData>
    <dgm:dataModel>
      <dgm:ptLst>
        <dgm:pt modelId="0" type="doc"/>
        <dgm:pt modelId="1"/>
        <dgm:pt modelId="12"/>
        <dgm:pt modelId="13"/>
      </dgm:ptLst>
      <dgm:cxnLst>
        <dgm:cxn modelId="2" srcId="0" destId="1" srcOrd="0" destOrd="0"/>
        <dgm:cxn modelId="16" srcId="1" destId="12" srcOrd="1" destOrd="0"/>
        <dgm:cxn modelId="17" srcId="1" destId="13" srcOrd="2" destOrd="0"/>
      </dgm:cxnLst>
      <dgm:bg/>
      <dgm:whole/>
    </dgm:dataModel>
  </dgm:styleData>
  <dgm:clrData>
    <dgm:dataModel>
      <dgm:ptLst>
        <dgm:pt modelId="0" type="doc"/>
        <dgm:pt modelId="1"/>
        <dgm:pt modelId="11" type="asst"/>
        <dgm:pt modelId="12"/>
        <dgm:pt modelId="13"/>
        <dgm:pt modelId="14"/>
      </dgm:ptLst>
      <dgm:cxnLst>
        <dgm:cxn modelId="2" srcId="0" destId="1" srcOrd="0" destOrd="0"/>
        <dgm:cxn modelId="15" srcId="1" destId="11" srcOrd="0" destOrd="0"/>
        <dgm:cxn modelId="16" srcId="1" destId="12" srcOrd="1" destOrd="0"/>
        <dgm:cxn modelId="17" srcId="1" destId="13" srcOrd="2" destOrd="0"/>
        <dgm:cxn modelId="18" srcId="1" destId="14" srcOrd="2" destOrd="0"/>
      </dgm:cxnLst>
      <dgm:bg/>
      <dgm:whole/>
    </dgm:dataModel>
  </dgm:clrData>
  <dgm:layoutNode name="hierChild1">
    <dgm:varLst>
      <dgm:orgChart val="1"/>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w" for="des" forName="rootComposite1" refType="w" fact="10"/>
      <dgm:constr type="h" for="des" forName="rootComposite1" refType="w" refFor="des" refForName="rootComposite1" fact="0.5"/>
      <dgm:constr type="w" for="des" forName="rootComposite" refType="w" fact="10"/>
      <dgm:constr type="h" for="des" forName="rootComposite" refType="w" refFor="des" refForName="rootComposite1" fact="0.5"/>
      <dgm:constr type="w" for="des" forName="rootComposite3" refType="w" fact="10"/>
      <dgm:constr type="h" for="des" forName="rootComposite3" refType="w" refFor="des" refForName="rootComposite1" fact="0.5"/>
      <dgm:constr type="primFontSz" for="des" ptType="node" op="equ"/>
      <dgm:constr type="sp" for="des" op="equ"/>
      <dgm:constr type="sp" for="des" forName="hierRoot1" refType="w" refFor="des" refForName="rootComposite1" fact="0.21"/>
      <dgm:constr type="sp" for="des" forName="hierRoot2" refType="sp" refFor="des" refForName="hierRoot1"/>
      <dgm:constr type="sp" for="des" forName="hierRoot3" refType="sp" refFor="des" refForName="hierRoot1"/>
      <dgm:constr type="sibSp" refType="w" refFor="des" refForName="rootComposite1" fact="0.21"/>
      <dgm:constr type="sibSp" for="des" forName="hierChild2" refType="sibSp"/>
      <dgm:constr type="sibSp" for="des" forName="hierChild3" refType="sibSp"/>
      <dgm:constr type="sibSp" for="des" forName="hierChild4" refType="sibSp"/>
      <dgm:constr type="sibSp" for="des" forName="hierChild5" refType="sibSp"/>
      <dgm:constr type="sibSp" for="des" forName="hierChild6" refType="sibSp"/>
      <dgm:constr type="sibSp" for="des" forName="hierChild7" refType="sibSp"/>
      <dgm:constr type="secSibSp" refType="w" refFor="des" refForName="rootComposite1" fact="0.21"/>
      <dgm:constr type="secSibSp" for="des" forName="hierChild2" refType="secSibSp"/>
      <dgm:constr type="secSibSp" for="des" forName="hierChild3" refType="secSibSp"/>
      <dgm:constr type="secSibSp" for="des" forName="hierChild4" refType="secSibSp"/>
      <dgm:constr type="secSibSp" for="des" forName="hierChild5" refType="secSibSp"/>
      <dgm:constr type="secSibSp" for="des" forName="hierChild6" refType="secSibSp"/>
      <dgm:constr type="secSibSp" for="des" forName="hierChild7" refType="secSibSp"/>
    </dgm:constrLst>
    <dgm:ruleLst/>
    <dgm:forEach name="Name3" axis="ch">
      <dgm:forEach name="Name4" axis="self" ptType="node">
        <dgm:layoutNode name="hierRoot1">
          <dgm:varLst>
            <dgm:hierBranch val="init"/>
          </dgm:varLst>
          <dgm:choose name="Name5">
            <dgm:if name="Name6" func="var" arg="hierBranch" op="equ" val="l">
              <dgm:choose name="Name7">
                <dgm:if name="Name8" axis="ch" ptType="asst" func="cnt" op="gte" val="1">
                  <dgm:alg type="hierRoot">
                    <dgm:param type="hierAlign" val="tR"/>
                  </dgm:alg>
                  <dgm:constrLst>
                    <dgm:constr type="alignOff" val="0.65"/>
                  </dgm:constrLst>
                </dgm:if>
                <dgm:else name="Name9">
                  <dgm:alg type="hierRoot">
                    <dgm:param type="hierAlign" val="tR"/>
                  </dgm:alg>
                  <dgm:constrLst>
                    <dgm:constr type="alignOff" val="0.25"/>
                  </dgm:constrLst>
                </dgm:else>
              </dgm:choose>
            </dgm:if>
            <dgm:if name="Name10" func="var" arg="hierBranch" op="equ" val="r">
              <dgm:choose name="Name11">
                <dgm:if name="Name12" axis="ch" ptType="asst" func="cnt" op="gte" val="1">
                  <dgm:alg type="hierRoot">
                    <dgm:param type="hierAlign" val="tL"/>
                  </dgm:alg>
                  <dgm:constrLst>
                    <dgm:constr type="alignOff" val="0.65"/>
                  </dgm:constrLst>
                </dgm:if>
                <dgm:else name="Name13">
                  <dgm:alg type="hierRoot">
                    <dgm:param type="hierAlign" val="tL"/>
                  </dgm:alg>
                  <dgm:constrLst>
                    <dgm:constr type="alignOff" val="0.25"/>
                  </dgm:constrLst>
                </dgm:else>
              </dgm:choose>
            </dgm:if>
            <dgm:if name="Name14" func="var" arg="hierBranch" op="equ" val="hang">
              <dgm:alg type="hierRoot"/>
              <dgm:constrLst>
                <dgm:constr type="alignOff" val="0.65"/>
              </dgm:constrLst>
            </dgm:if>
            <dgm:else name="Name15">
              <dgm:alg type="hierRoot"/>
              <dgm:constrLst>
                <dgm:constr type="alignOff"/>
                <dgm:constr type="bendDist" for="des" ptType="parTrans" refType="sp" fact="0.5"/>
              </dgm:constrLst>
            </dgm:else>
          </dgm:choose>
          <dgm:shape xmlns:r="http://schemas.openxmlformats.org/officeDocument/2006/relationships" r:blip="">
            <dgm:adjLst/>
          </dgm:shape>
          <dgm:presOf/>
          <dgm:ruleLst/>
          <dgm:layoutNode name="rootComposite1">
            <dgm:alg type="composite"/>
            <dgm:shape xmlns:r="http://schemas.openxmlformats.org/officeDocument/2006/relationships" r:blip="">
              <dgm:adjLst/>
            </dgm:shape>
            <dgm:presOf axis="self" ptType="node" cnt="1"/>
            <dgm:choose name="Name16">
              <dgm:if name="Name17" func="var" arg="hierBranch" op="equ" val="init">
                <dgm:constrLst>
                  <dgm:constr type="l" for="ch" forName="rootText1"/>
                  <dgm:constr type="t" for="ch" forName="rootText1"/>
                  <dgm:constr type="w" for="ch" forName="rootText1" refType="w"/>
                  <dgm:constr type="h" for="ch" forName="rootText1" refType="h"/>
                  <dgm:constr type="l" for="ch" forName="rootConnector1"/>
                  <dgm:constr type="t" for="ch" forName="rootConnector1"/>
                  <dgm:constr type="w" for="ch" forName="rootConnector1" refType="w" refFor="ch" refForName="rootText1" fact="0.2"/>
                  <dgm:constr type="h" for="ch" forName="rootConnector1" refType="h" refFor="ch" refForName="rootText1"/>
                </dgm:constrLst>
              </dgm:if>
              <dgm:if name="Name18" func="var" arg="hierBranch" op="equ" val="l">
                <dgm:constrLst>
                  <dgm:constr type="l" for="ch" forName="rootText1"/>
                  <dgm:constr type="t" for="ch" forName="rootText1"/>
                  <dgm:constr type="w" for="ch" forName="rootText1" refType="w"/>
                  <dgm:constr type="h" for="ch" forName="rootText1" refType="h"/>
                  <dgm:constr type="r" for="ch" forName="rootConnector1" refType="w"/>
                  <dgm:constr type="t" for="ch" forName="rootConnector1"/>
                  <dgm:constr type="w" for="ch" forName="rootConnector1" refType="w" refFor="ch" refForName="rootText1" fact="0.2"/>
                  <dgm:constr type="h" for="ch" forName="rootConnector1" refType="h" refFor="ch" refForName="rootText1"/>
                </dgm:constrLst>
              </dgm:if>
              <dgm:if name="Name19" func="var" arg="hierBranch" op="equ" val="r">
                <dgm:constrLst>
                  <dgm:constr type="l" for="ch" forName="rootText1"/>
                  <dgm:constr type="t" for="ch" forName="rootText1"/>
                  <dgm:constr type="w" for="ch" forName="rootText1" refType="w"/>
                  <dgm:constr type="h" for="ch" forName="rootText1" refType="h"/>
                  <dgm:constr type="l" for="ch" forName="rootConnector1"/>
                  <dgm:constr type="t" for="ch" forName="rootConnector1"/>
                  <dgm:constr type="w" for="ch" forName="rootConnector1" refType="w" refFor="ch" refForName="rootText1" fact="0.2"/>
                  <dgm:constr type="h" for="ch" forName="rootConnector1" refType="h" refFor="ch" refForName="rootText1"/>
                </dgm:constrLst>
              </dgm:if>
              <dgm:else name="Name20">
                <dgm:constrLst>
                  <dgm:constr type="l" for="ch" forName="rootText1"/>
                  <dgm:constr type="t" for="ch" forName="rootText1"/>
                  <dgm:constr type="w" for="ch" forName="rootText1" refType="w"/>
                  <dgm:constr type="h" for="ch" forName="rootText1" refType="h"/>
                  <dgm:constr type="r" for="ch" forName="rootConnector1" refType="w"/>
                  <dgm:constr type="t" for="ch" forName="rootConnector1"/>
                  <dgm:constr type="w" for="ch" forName="rootConnector1" refType="w" refFor="ch" refForName="rootText1" fact="0.2"/>
                  <dgm:constr type="h" for="ch" forName="rootConnector1" refType="h" refFor="ch" refForName="rootText1"/>
                </dgm:constrLst>
              </dgm:else>
            </dgm:choose>
            <dgm:ruleLst/>
            <dgm:layoutNode name="rootText1" styleLbl="node0">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1" moveWith="rootText1">
              <dgm:alg type="sp"/>
              <dgm:shape xmlns:r="http://schemas.openxmlformats.org/officeDocument/2006/relationships" type="rect" r:blip="" hideGeom="1">
                <dgm:adjLst/>
              </dgm:shape>
              <dgm:presOf axis="self" ptType="node" cnt="1"/>
              <dgm:constrLst/>
              <dgm:ruleLst/>
            </dgm:layoutNode>
          </dgm:layoutNode>
          <dgm:layoutNode name="hierChild2">
            <dgm:choose name="Name21">
              <dgm:if name="Name22" func="var" arg="hierBranch" op="equ" val="l">
                <dgm:alg type="hierChild">
                  <dgm:param type="chAlign" val="r"/>
                  <dgm:param type="linDir" val="fromT"/>
                </dgm:alg>
              </dgm:if>
              <dgm:if name="Name23" func="var" arg="hierBranch" op="equ" val="r">
                <dgm:alg type="hierChild">
                  <dgm:param type="chAlign" val="l"/>
                  <dgm:param type="linDir" val="fromT"/>
                </dgm:alg>
              </dgm:if>
              <dgm:if name="Name24" func="var" arg="hierBranch" op="equ" val="hang">
                <dgm:choose name="Name25">
                  <dgm:if name="Name26" func="var" arg="dir" op="equ" val="norm">
                    <dgm:alg type="hierChild">
                      <dgm:param type="chAlign" val="l"/>
                      <dgm:param type="linDir" val="fromL"/>
                      <dgm:param type="secChAlign" val="t"/>
                      <dgm:param type="secLinDir" val="fromT"/>
                    </dgm:alg>
                  </dgm:if>
                  <dgm:else name="Name27">
                    <dgm:alg type="hierChild">
                      <dgm:param type="chAlign" val="l"/>
                      <dgm:param type="linDir" val="fromR"/>
                      <dgm:param type="secChAlign" val="t"/>
                      <dgm:param type="secLinDir" val="fromT"/>
                    </dgm:alg>
                  </dgm:else>
                </dgm:choose>
              </dgm:if>
              <dgm:else name="Name28">
                <dgm:choose name="Name29">
                  <dgm:if name="Name30" func="var" arg="dir" op="equ" val="norm">
                    <dgm:alg type="hierChild"/>
                  </dgm:if>
                  <dgm:else name="Name31">
                    <dgm:alg type="hierChild">
                      <dgm:param type="linDir" val="fromR"/>
                    </dgm:alg>
                  </dgm:else>
                </dgm:choose>
              </dgm:else>
            </dgm:choose>
            <dgm:shape xmlns:r="http://schemas.openxmlformats.org/officeDocument/2006/relationships" r:blip="">
              <dgm:adjLst/>
            </dgm:shape>
            <dgm:presOf/>
            <dgm:constrLst/>
            <dgm:ruleLst/>
            <dgm:forEach name="rep2a" axis="ch" ptType="nonAsst">
              <dgm:forEach name="Name32" axis="precedSib" ptType="parTrans" st="-1" cnt="1">
                <dgm:choose name="Name33">
                  <dgm:if name="Name34" func="var" arg="hierBranch" op="equ" val="std">
                    <dgm:layoutNode name="Name35">
                      <dgm:alg type="conn">
                        <dgm:param type="connRout" val="bend"/>
                        <dgm:param type="dim" val="1D"/>
                        <dgm:param type="endSty" val="noArr"/>
                        <dgm:param type="begPts" val="bCtr"/>
                        <dgm:param type="endPts" val="tCtr"/>
                        <dgm:param type="bendPt" val="end"/>
                      </dgm:alg>
                      <dgm:shape xmlns:r="http://schemas.openxmlformats.org/officeDocument/2006/relationships" type="conn" r:blip="" zOrderOff="-99999">
                        <dgm:adjLst/>
                      </dgm:shape>
                      <dgm:presOf axis="self"/>
                      <dgm:constrLst>
                        <dgm:constr type="begPad"/>
                        <dgm:constr type="endPad"/>
                      </dgm:constrLst>
                      <dgm:ruleLst/>
                    </dgm:layoutNode>
                  </dgm:if>
                  <dgm:if name="Name36" func="var" arg="hierBranch" op="equ" val="init">
                    <dgm:layoutNode name="Name37">
                      <dgm:choose name="Name38">
                        <dgm:if name="Name39" axis="self" func="depth" op="lte" val="2">
                          <dgm:alg type="conn">
                            <dgm:param type="connRout" val="bend"/>
                            <dgm:param type="dim" val="1D"/>
                            <dgm:param type="endSty" val="noArr"/>
                            <dgm:param type="begPts" val="bCtr"/>
                            <dgm:param type="endPts" val="tCtr"/>
                            <dgm:param type="bendPt" val="end"/>
                          </dgm:alg>
                        </dgm:if>
                        <dgm:else name="Name40">
                          <dgm:choose name="Name41">
                            <dgm:if name="Name42" axis="par des" func="maxDepth" op="lte" val="1">
                              <dgm:choose name="Name43">
                                <dgm:if name="Name44" axis="par ch" ptType="node asst" func="cnt" op="gte" val="1">
                                  <dgm:alg type="conn">
                                    <dgm:param type="connRout" val="bend"/>
                                    <dgm:param type="dim" val="1D"/>
                                    <dgm:param type="endSty" val="noArr"/>
                                    <dgm:param type="begPts" val="bCtr"/>
                                    <dgm:param type="endPts" val="midL midR"/>
                                  </dgm:alg>
                                </dgm:if>
                                <dgm:else name="Name45">
                                  <dgm:alg type="conn">
                                    <dgm:param type="connRout" val="bend"/>
                                    <dgm:param type="dim" val="1D"/>
                                    <dgm:param type="endSty" val="noArr"/>
                                    <dgm:param type="begPts" val="bCtr"/>
                                    <dgm:param type="endPts" val="midL midR"/>
                                    <dgm:param type="srcNode" val="rootConnector"/>
                                  </dgm:alg>
                                </dgm:else>
                              </dgm:choose>
                            </dgm:if>
                            <dgm:else name="Name46">
                              <dgm:alg type="conn">
                                <dgm:param type="connRout" val="bend"/>
                                <dgm:param type="dim" val="1D"/>
                                <dgm:param type="endSty" val="noArr"/>
                                <dgm:param type="begPts" val="bCtr"/>
                                <dgm:param type="endPts" val="tCtr"/>
                                <dgm:param type="bendPt" val="end"/>
                              </dgm:alg>
                            </dgm:else>
                          </dgm:choose>
                        </dgm:else>
                      </dgm:choose>
                      <dgm:shape xmlns:r="http://schemas.openxmlformats.org/officeDocument/2006/relationships" type="conn" r:blip="" zOrderOff="-99999">
                        <dgm:adjLst/>
                      </dgm:shape>
                      <dgm:presOf axis="self"/>
                      <dgm:constrLst>
                        <dgm:constr type="begPad"/>
                        <dgm:constr type="endPad"/>
                      </dgm:constrLst>
                      <dgm:ruleLst/>
                    </dgm:layoutNode>
                  </dgm:if>
                  <dgm:if name="Name47" func="var" arg="hierBranch" op="equ" val="hang">
                    <dgm:layoutNode name="Name48">
                      <dgm:alg type="conn">
                        <dgm:param type="connRout" val="bend"/>
                        <dgm:param type="dim" val="1D"/>
                        <dgm:param type="endSty" val="noArr"/>
                        <dgm:param type="begPts" val="bCtr"/>
                        <dgm:param type="endPts" val="midL midR"/>
                      </dgm:alg>
                      <dgm:shape xmlns:r="http://schemas.openxmlformats.org/officeDocument/2006/relationships" type="conn" r:blip="" zOrderOff="-99999">
                        <dgm:adjLst/>
                      </dgm:shape>
                      <dgm:presOf axis="self"/>
                      <dgm:constrLst>
                        <dgm:constr type="begPad"/>
                        <dgm:constr type="endPad"/>
                      </dgm:constrLst>
                      <dgm:ruleLst/>
                    </dgm:layoutNode>
                  </dgm:if>
                  <dgm:else name="Name49">
                    <dgm:layoutNode name="Name50">
                      <dgm:choose name="Name51">
                        <dgm:if name="Name52" axis="self" func="depth" op="lte" val="2">
                          <dgm:choose name="Name53">
                            <dgm:if name="Name54" axis="par ch" ptType="node asst" func="cnt" op="gte" val="1">
                              <dgm:alg type="conn">
                                <dgm:param type="connRout" val="bend"/>
                                <dgm:param type="dim" val="1D"/>
                                <dgm:param type="endSty" val="noArr"/>
                                <dgm:param type="begPts" val="bCtr"/>
                                <dgm:param type="endPts" val="midL midR"/>
                              </dgm:alg>
                            </dgm:if>
                            <dgm:else name="Name55">
                              <dgm:alg type="conn">
                                <dgm:param type="connRout" val="bend"/>
                                <dgm:param type="dim" val="1D"/>
                                <dgm:param type="endSty" val="noArr"/>
                                <dgm:param type="begPts" val="bCtr"/>
                                <dgm:param type="endPts" val="midL midR"/>
                                <dgm:param type="srcNode" val="rootConnector1"/>
                              </dgm:alg>
                            </dgm:else>
                          </dgm:choose>
                        </dgm:if>
                        <dgm:else name="Name56">
                          <dgm:choose name="Name57">
                            <dgm:if name="Name58" axis="par ch" ptType="node asst" func="cnt" op="gte" val="1">
                              <dgm:alg type="conn">
                                <dgm:param type="connRout" val="bend"/>
                                <dgm:param type="dim" val="1D"/>
                                <dgm:param type="endSty" val="noArr"/>
                                <dgm:param type="begPts" val="bCtr"/>
                                <dgm:param type="endPts" val="midL midR"/>
                              </dgm:alg>
                            </dgm:if>
                            <dgm:else name="Name59">
                              <dgm:alg type="conn">
                                <dgm:param type="connRout" val="bend"/>
                                <dgm:param type="dim" val="1D"/>
                                <dgm:param type="endSty" val="noArr"/>
                                <dgm:param type="begPts" val="bCtr"/>
                                <dgm:param type="endPts" val="midL midR"/>
                                <dgm:param type="srcNode" val="rootConnector"/>
                              </dgm:alg>
                            </dgm:else>
                          </dgm:choose>
                        </dgm:else>
                      </dgm:choose>
                      <dgm:shape xmlns:r="http://schemas.openxmlformats.org/officeDocument/2006/relationships" type="conn" r:blip="" zOrderOff="-99999">
                        <dgm:adjLst/>
                      </dgm:shape>
                      <dgm:presOf axis="self"/>
                      <dgm:constrLst>
                        <dgm:constr type="begPad"/>
                        <dgm:constr type="endPad"/>
                      </dgm:constrLst>
                      <dgm:ruleLst/>
                    </dgm:layoutNode>
                  </dgm:else>
                </dgm:choose>
              </dgm:forEach>
              <dgm:layoutNode name="hierRoot2">
                <dgm:varLst>
                  <dgm:hierBranch val="init"/>
                </dgm:varLst>
                <dgm:choose name="Name60">
                  <dgm:if name="Name61" func="var" arg="hierBranch" op="equ" val="l">
                    <dgm:choose name="Name62">
                      <dgm:if name="Name63" axis="ch" ptType="asst" func="cnt" op="gte" val="1">
                        <dgm:alg type="hierRoot">
                          <dgm:param type="hierAlign" val="tR"/>
                        </dgm:alg>
                        <dgm:shape xmlns:r="http://schemas.openxmlformats.org/officeDocument/2006/relationships" r:blip="">
                          <dgm:adjLst/>
                        </dgm:shape>
                        <dgm:presOf/>
                        <dgm:constrLst>
                          <dgm:constr type="alignOff" val="0.65"/>
                        </dgm:constrLst>
                      </dgm:if>
                      <dgm:else name="Name64">
                        <dgm:alg type="hierRoot">
                          <dgm:param type="hierAlign" val="tR"/>
                        </dgm:alg>
                        <dgm:shape xmlns:r="http://schemas.openxmlformats.org/officeDocument/2006/relationships" r:blip="">
                          <dgm:adjLst/>
                        </dgm:shape>
                        <dgm:presOf/>
                        <dgm:constrLst>
                          <dgm:constr type="alignOff" val="0.25"/>
                        </dgm:constrLst>
                      </dgm:else>
                    </dgm:choose>
                  </dgm:if>
                  <dgm:if name="Name65" func="var" arg="hierBranch" op="equ" val="r">
                    <dgm:choose name="Name66">
                      <dgm:if name="Name67" axis="ch" ptType="asst" func="cnt" op="gte" val="1">
                        <dgm:alg type="hierRoot">
                          <dgm:param type="hierAlign" val="tL"/>
                        </dgm:alg>
                        <dgm:shape xmlns:r="http://schemas.openxmlformats.org/officeDocument/2006/relationships" r:blip="">
                          <dgm:adjLst/>
                        </dgm:shape>
                        <dgm:presOf/>
                        <dgm:constrLst>
                          <dgm:constr type="alignOff" val="0.65"/>
                        </dgm:constrLst>
                      </dgm:if>
                      <dgm:else name="Name68">
                        <dgm:alg type="hierRoot">
                          <dgm:param type="hierAlign" val="tL"/>
                        </dgm:alg>
                        <dgm:shape xmlns:r="http://schemas.openxmlformats.org/officeDocument/2006/relationships" r:blip="">
                          <dgm:adjLst/>
                        </dgm:shape>
                        <dgm:presOf/>
                        <dgm:constrLst>
                          <dgm:constr type="alignOff" val="0.25"/>
                        </dgm:constrLst>
                      </dgm:else>
                    </dgm:choose>
                  </dgm:if>
                  <dgm:if name="Name69" func="var" arg="hierBranch" op="equ" val="std">
                    <dgm:alg type="hierRoot"/>
                    <dgm:shape xmlns:r="http://schemas.openxmlformats.org/officeDocument/2006/relationships" r:blip="">
                      <dgm:adjLst/>
                    </dgm:shape>
                    <dgm:presOf/>
                    <dgm:constrLst>
                      <dgm:constr type="alignOff"/>
                      <dgm:constr type="bendDist" for="des" ptType="parTrans" refType="sp" fact="0.5"/>
                    </dgm:constrLst>
                  </dgm:if>
                  <dgm:if name="Name70" func="var" arg="hierBranch" op="equ" val="init">
                    <dgm:choose name="Name71">
                      <dgm:if name="Name72" axis="des" func="maxDepth" op="lte" val="1">
                        <dgm:choose name="Name73">
                          <dgm:if name="Name74" axis="ch" ptType="asst" func="cnt" op="gte" val="1">
                            <dgm:alg type="hierRoot">
                              <dgm:param type="hierAlign" val="tL"/>
                            </dgm:alg>
                            <dgm:shape xmlns:r="http://schemas.openxmlformats.org/officeDocument/2006/relationships" r:blip="">
                              <dgm:adjLst/>
                            </dgm:shape>
                            <dgm:presOf/>
                            <dgm:constrLst>
                              <dgm:constr type="alignOff" val="0.65"/>
                            </dgm:constrLst>
                          </dgm:if>
                          <dgm:else name="Name75">
                            <dgm:alg type="hierRoot">
                              <dgm:param type="hierAlign" val="tL"/>
                            </dgm:alg>
                            <dgm:shape xmlns:r="http://schemas.openxmlformats.org/officeDocument/2006/relationships" r:blip="">
                              <dgm:adjLst/>
                            </dgm:shape>
                            <dgm:presOf/>
                            <dgm:constrLst>
                              <dgm:constr type="alignOff" val="0.25"/>
                            </dgm:constrLst>
                          </dgm:else>
                        </dgm:choose>
                      </dgm:if>
                      <dgm:else name="Name76">
                        <dgm:alg type="hierRoot"/>
                        <dgm:shape xmlns:r="http://schemas.openxmlformats.org/officeDocument/2006/relationships" r:blip="">
                          <dgm:adjLst/>
                        </dgm:shape>
                        <dgm:presOf/>
                        <dgm:constrLst>
                          <dgm:constr type="alignOff"/>
                          <dgm:constr type="bendDist" for="des" ptType="parTrans" refType="sp" fact="0.5"/>
                        </dgm:constrLst>
                      </dgm:else>
                    </dgm:choose>
                  </dgm:if>
                  <dgm:else name="Name77">
                    <dgm:alg type="hierRoot"/>
                    <dgm:shape xmlns:r="http://schemas.openxmlformats.org/officeDocument/2006/relationships" r:blip="">
                      <dgm:adjLst/>
                    </dgm:shape>
                    <dgm:presOf/>
                    <dgm:constrLst>
                      <dgm:constr type="alignOff" val="0.65"/>
                    </dgm:constrLst>
                  </dgm:else>
                </dgm:choose>
                <dgm:ruleLst/>
                <dgm:layoutNode name="rootComposite">
                  <dgm:alg type="composite"/>
                  <dgm:shape xmlns:r="http://schemas.openxmlformats.org/officeDocument/2006/relationships" r:blip="">
                    <dgm:adjLst/>
                  </dgm:shape>
                  <dgm:presOf axis="self" ptType="node" cnt="1"/>
                  <dgm:choose name="Name78">
                    <dgm:if name="Name79" func="var" arg="hierBranch" op="equ" val="init">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if name="Name80" func="var" arg="hierBranch" op="equ" val="l">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if>
                    <dgm:if name="Name81" func="var" arg="hierBranch" op="equ" val="r">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else name="Name82">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else>
                  </dgm:choose>
                  <dgm:ruleLst/>
                  <dgm:layoutNode name="rootText">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 moveWith="rootText">
                    <dgm:alg type="sp"/>
                    <dgm:shape xmlns:r="http://schemas.openxmlformats.org/officeDocument/2006/relationships" type="rect" r:blip="" hideGeom="1">
                      <dgm:adjLst/>
                    </dgm:shape>
                    <dgm:presOf axis="self" ptType="node" cnt="1"/>
                    <dgm:constrLst/>
                    <dgm:ruleLst/>
                  </dgm:layoutNode>
                </dgm:layoutNode>
                <dgm:layoutNode name="hierChild4">
                  <dgm:choose name="Name83">
                    <dgm:if name="Name84" func="var" arg="hierBranch" op="equ" val="l">
                      <dgm:alg type="hierChild">
                        <dgm:param type="chAlign" val="r"/>
                        <dgm:param type="linDir" val="fromT"/>
                      </dgm:alg>
                    </dgm:if>
                    <dgm:if name="Name85" func="var" arg="hierBranch" op="equ" val="r">
                      <dgm:alg type="hierChild">
                        <dgm:param type="chAlign" val="l"/>
                        <dgm:param type="linDir" val="fromT"/>
                      </dgm:alg>
                    </dgm:if>
                    <dgm:if name="Name86" func="var" arg="hierBranch" op="equ" val="hang">
                      <dgm:choose name="Name87">
                        <dgm:if name="Name88" func="var" arg="dir" op="equ" val="norm">
                          <dgm:alg type="hierChild">
                            <dgm:param type="chAlign" val="l"/>
                            <dgm:param type="linDir" val="fromL"/>
                            <dgm:param type="secChAlign" val="t"/>
                            <dgm:param type="secLinDir" val="fromT"/>
                          </dgm:alg>
                        </dgm:if>
                        <dgm:else name="Name89">
                          <dgm:alg type="hierChild">
                            <dgm:param type="chAlign" val="l"/>
                            <dgm:param type="linDir" val="fromR"/>
                            <dgm:param type="secChAlign" val="t"/>
                            <dgm:param type="secLinDir" val="fromT"/>
                          </dgm:alg>
                        </dgm:else>
                      </dgm:choose>
                    </dgm:if>
                    <dgm:if name="Name90" func="var" arg="hierBranch" op="equ" val="std">
                      <dgm:choose name="Name91">
                        <dgm:if name="Name92" func="var" arg="dir" op="equ" val="norm">
                          <dgm:alg type="hierChild"/>
                        </dgm:if>
                        <dgm:else name="Name93">
                          <dgm:alg type="hierChild">
                            <dgm:param type="linDir" val="fromR"/>
                          </dgm:alg>
                        </dgm:else>
                      </dgm:choose>
                    </dgm:if>
                    <dgm:if name="Name94" func="var" arg="hierBranch" op="equ" val="init">
                      <dgm:choose name="Name95">
                        <dgm:if name="Name96" axis="des" func="maxDepth" op="lte" val="1">
                          <dgm:alg type="hierChild">
                            <dgm:param type="chAlign" val="l"/>
                            <dgm:param type="linDir" val="fromT"/>
                          </dgm:alg>
                        </dgm:if>
                        <dgm:else name="Name97">
                          <dgm:choose name="Name98">
                            <dgm:if name="Name99" func="var" arg="dir" op="equ" val="norm">
                              <dgm:alg type="hierChild"/>
                            </dgm:if>
                            <dgm:else name="Name100">
                              <dgm:alg type="hierChild">
                                <dgm:param type="linDir" val="fromR"/>
                              </dgm:alg>
                            </dgm:else>
                          </dgm:choose>
                        </dgm:else>
                      </dgm:choose>
                    </dgm:if>
                    <dgm:else name="Name101"/>
                  </dgm:choose>
                  <dgm:shape xmlns:r="http://schemas.openxmlformats.org/officeDocument/2006/relationships" r:blip="">
                    <dgm:adjLst/>
                  </dgm:shape>
                  <dgm:presOf/>
                  <dgm:constrLst/>
                  <dgm:ruleLst/>
                  <dgm:forEach name="Name102" ref="rep2a"/>
                </dgm:layoutNode>
                <dgm:layoutNode name="hierChild5">
                  <dgm:choose name="Name103">
                    <dgm:if name="Name104" func="var" arg="dir" op="equ" val="norm">
                      <dgm:alg type="hierChild">
                        <dgm:param type="chAlign" val="l"/>
                        <dgm:param type="linDir" val="fromL"/>
                        <dgm:param type="secChAlign" val="t"/>
                        <dgm:param type="secLinDir" val="fromT"/>
                      </dgm:alg>
                    </dgm:if>
                    <dgm:else name="Name105">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Name106" ref="rep2b"/>
                </dgm:layoutNode>
              </dgm:layoutNode>
            </dgm:forEach>
          </dgm:layoutNode>
          <dgm:layoutNode name="hierChild3">
            <dgm:choose name="Name107">
              <dgm:if name="Name108" func="var" arg="dir" op="equ" val="norm">
                <dgm:alg type="hierChild">
                  <dgm:param type="chAlign" val="l"/>
                  <dgm:param type="linDir" val="fromL"/>
                  <dgm:param type="secChAlign" val="t"/>
                  <dgm:param type="secLinDir" val="fromT"/>
                </dgm:alg>
              </dgm:if>
              <dgm:else name="Name109">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rep2b" axis="ch" ptType="asst">
              <dgm:forEach name="Name110" axis="precedSib" ptType="parTrans" st="-1" cnt="1">
                <dgm:layoutNode name="Name111">
                  <dgm:alg type="conn">
                    <dgm:param type="connRout" val="bend"/>
                    <dgm:param type="dim" val="1D"/>
                    <dgm:param type="endSty" val="noArr"/>
                    <dgm:param type="begPts" val="bCtr"/>
                    <dgm:param type="endPts" val="midL midR"/>
                  </dgm:alg>
                  <dgm:shape xmlns:r="http://schemas.openxmlformats.org/officeDocument/2006/relationships" type="conn" r:blip="" zOrderOff="-99999">
                    <dgm:adjLst/>
                  </dgm:shape>
                  <dgm:presOf axis="self"/>
                  <dgm:constrLst>
                    <dgm:constr type="begPad"/>
                    <dgm:constr type="endPad"/>
                  </dgm:constrLst>
                  <dgm:ruleLst/>
                </dgm:layoutNode>
              </dgm:forEach>
              <dgm:layoutNode name="hierRoot3">
                <dgm:varLst>
                  <dgm:hierBranch val="init"/>
                </dgm:varLst>
                <dgm:choose name="Name112">
                  <dgm:if name="Name113" func="var" arg="hierBranch" op="equ" val="l">
                    <dgm:alg type="hierRoot">
                      <dgm:param type="hierAlign" val="tR"/>
                    </dgm:alg>
                    <dgm:shape xmlns:r="http://schemas.openxmlformats.org/officeDocument/2006/relationships" r:blip="">
                      <dgm:adjLst/>
                    </dgm:shape>
                    <dgm:presOf/>
                    <dgm:constrLst>
                      <dgm:constr type="alignOff" val="0.65"/>
                    </dgm:constrLst>
                  </dgm:if>
                  <dgm:if name="Name114" func="var" arg="hierBranch" op="equ" val="r">
                    <dgm:alg type="hierRoot">
                      <dgm:param type="hierAlign" val="tL"/>
                    </dgm:alg>
                    <dgm:shape xmlns:r="http://schemas.openxmlformats.org/officeDocument/2006/relationships" r:blip="">
                      <dgm:adjLst/>
                    </dgm:shape>
                    <dgm:presOf/>
                    <dgm:constrLst>
                      <dgm:constr type="alignOff" val="0.65"/>
                    </dgm:constrLst>
                  </dgm:if>
                  <dgm:if name="Name115" func="var" arg="hierBranch" op="equ" val="hang">
                    <dgm:alg type="hierRoot"/>
                    <dgm:shape xmlns:r="http://schemas.openxmlformats.org/officeDocument/2006/relationships" r:blip="">
                      <dgm:adjLst/>
                    </dgm:shape>
                    <dgm:presOf/>
                    <dgm:constrLst>
                      <dgm:constr type="alignOff" val="0.65"/>
                    </dgm:constrLst>
                  </dgm:if>
                  <dgm:if name="Name116" func="var" arg="hierBranch" op="equ" val="std">
                    <dgm:alg type="hierRoot"/>
                    <dgm:shape xmlns:r="http://schemas.openxmlformats.org/officeDocument/2006/relationships" r:blip="">
                      <dgm:adjLst/>
                    </dgm:shape>
                    <dgm:presOf/>
                    <dgm:constrLst>
                      <dgm:constr type="alignOff"/>
                      <dgm:constr type="bendDist" for="des" ptType="parTrans" refType="sp" fact="0.5"/>
                    </dgm:constrLst>
                  </dgm:if>
                  <dgm:if name="Name117" func="var" arg="hierBranch" op="equ" val="init">
                    <dgm:choose name="Name118">
                      <dgm:if name="Name119" axis="des" func="maxDepth" op="lte" val="1">
                        <dgm:alg type="hierRoot">
                          <dgm:param type="hierAlign" val="tL"/>
                        </dgm:alg>
                        <dgm:shape xmlns:r="http://schemas.openxmlformats.org/officeDocument/2006/relationships" r:blip="">
                          <dgm:adjLst/>
                        </dgm:shape>
                        <dgm:presOf/>
                        <dgm:constrLst>
                          <dgm:constr type="alignOff" val="0.65"/>
                        </dgm:constrLst>
                      </dgm:if>
                      <dgm:else name="Name120">
                        <dgm:alg type="hierRoot"/>
                        <dgm:shape xmlns:r="http://schemas.openxmlformats.org/officeDocument/2006/relationships" r:blip="">
                          <dgm:adjLst/>
                        </dgm:shape>
                        <dgm:presOf/>
                        <dgm:constrLst>
                          <dgm:constr type="alignOff"/>
                          <dgm:constr type="bendDist" for="des" ptType="parTrans" refType="sp" fact="0.5"/>
                        </dgm:constrLst>
                      </dgm:else>
                    </dgm:choose>
                  </dgm:if>
                  <dgm:else name="Name121"/>
                </dgm:choose>
                <dgm:ruleLst/>
                <dgm:layoutNode name="rootComposite3">
                  <dgm:alg type="composite"/>
                  <dgm:shape xmlns:r="http://schemas.openxmlformats.org/officeDocument/2006/relationships" r:blip="">
                    <dgm:adjLst/>
                  </dgm:shape>
                  <dgm:presOf axis="self" ptType="node" cnt="1"/>
                  <dgm:choose name="Name122">
                    <dgm:if name="Name123" func="var" arg="hierBranch" op="equ" val="init">
                      <dgm:constrLst>
                        <dgm:constr type="l" for="ch" forName="rootText3"/>
                        <dgm:constr type="t" for="ch" forName="rootText3"/>
                        <dgm:constr type="w" for="ch" forName="rootText3" refType="w"/>
                        <dgm:constr type="h" for="ch" forName="rootText3" refType="h"/>
                        <dgm:constr type="l" for="ch" forName="rootConnector3"/>
                        <dgm:constr type="t" for="ch" forName="rootConnector3"/>
                        <dgm:constr type="w" for="ch" forName="rootConnector3" refType="w" refFor="ch" refForName="rootText3" fact="0.2"/>
                        <dgm:constr type="h" for="ch" forName="rootConnector3" refType="h" refFor="ch" refForName="rootText3"/>
                      </dgm:constrLst>
                    </dgm:if>
                    <dgm:if name="Name124" func="var" arg="hierBranch" op="equ" val="l">
                      <dgm:constrLst>
                        <dgm:constr type="l" for="ch" forName="rootText3"/>
                        <dgm:constr type="t" for="ch" forName="rootText3"/>
                        <dgm:constr type="w" for="ch" forName="rootText3" refType="w"/>
                        <dgm:constr type="h" for="ch" forName="rootText3" refType="h"/>
                        <dgm:constr type="r" for="ch" forName="rootConnector3" refType="w"/>
                        <dgm:constr type="t" for="ch" forName="rootConnector3"/>
                        <dgm:constr type="w" for="ch" forName="rootConnector3" refType="w" refFor="ch" refForName="rootText3" fact="0.2"/>
                        <dgm:constr type="h" for="ch" forName="rootConnector3" refType="h" refFor="ch" refForName="rootText3"/>
                      </dgm:constrLst>
                    </dgm:if>
                    <dgm:if name="Name125" func="var" arg="hierBranch" op="equ" val="r">
                      <dgm:constrLst>
                        <dgm:constr type="l" for="ch" forName="rootText3"/>
                        <dgm:constr type="t" for="ch" forName="rootText3"/>
                        <dgm:constr type="w" for="ch" forName="rootText3" refType="w"/>
                        <dgm:constr type="h" for="ch" forName="rootText3" refType="h"/>
                        <dgm:constr type="l" for="ch" forName="rootConnector3"/>
                        <dgm:constr type="t" for="ch" forName="rootConnector3"/>
                        <dgm:constr type="w" for="ch" forName="rootConnector3" refType="w" refFor="ch" refForName="rootText3" fact="0.2"/>
                        <dgm:constr type="h" for="ch" forName="rootConnector3" refType="h" refFor="ch" refForName="rootText3"/>
                      </dgm:constrLst>
                    </dgm:if>
                    <dgm:else name="Name126">
                      <dgm:constrLst>
                        <dgm:constr type="l" for="ch" forName="rootText3"/>
                        <dgm:constr type="t" for="ch" forName="rootText3"/>
                        <dgm:constr type="w" for="ch" forName="rootText3" refType="w"/>
                        <dgm:constr type="h" for="ch" forName="rootText3" refType="h"/>
                        <dgm:constr type="r" for="ch" forName="rootConnector3" refType="w"/>
                        <dgm:constr type="t" for="ch" forName="rootConnector3"/>
                        <dgm:constr type="w" for="ch" forName="rootConnector3" refType="w" refFor="ch" refForName="rootText3" fact="0.2"/>
                        <dgm:constr type="h" for="ch" forName="rootConnector3" refType="h" refFor="ch" refForName="rootText3"/>
                      </dgm:constrLst>
                    </dgm:else>
                  </dgm:choose>
                  <dgm:ruleLst/>
                  <dgm:layoutNode name="rootText3">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3" moveWith="rootText1">
                    <dgm:alg type="sp"/>
                    <dgm:shape xmlns:r="http://schemas.openxmlformats.org/officeDocument/2006/relationships" type="rect" r:blip="" hideGeom="1">
                      <dgm:adjLst/>
                    </dgm:shape>
                    <dgm:presOf axis="self" ptType="node" cnt="1"/>
                    <dgm:constrLst/>
                    <dgm:ruleLst/>
                  </dgm:layoutNode>
                </dgm:layoutNode>
                <dgm:layoutNode name="hierChild6">
                  <dgm:choose name="Name127">
                    <dgm:if name="Name128" func="var" arg="hierBranch" op="equ" val="l">
                      <dgm:alg type="hierChild">
                        <dgm:param type="chAlign" val="r"/>
                        <dgm:param type="linDir" val="fromT"/>
                      </dgm:alg>
                    </dgm:if>
                    <dgm:if name="Name129" func="var" arg="hierBranch" op="equ" val="r">
                      <dgm:alg type="hierChild">
                        <dgm:param type="chAlign" val="l"/>
                        <dgm:param type="linDir" val="fromT"/>
                      </dgm:alg>
                    </dgm:if>
                    <dgm:if name="Name130" func="var" arg="hierBranch" op="equ" val="hang">
                      <dgm:choose name="Name131">
                        <dgm:if name="Name132" func="var" arg="dir" op="equ" val="norm">
                          <dgm:alg type="hierChild">
                            <dgm:param type="chAlign" val="l"/>
                            <dgm:param type="linDir" val="fromL"/>
                            <dgm:param type="secChAlign" val="t"/>
                            <dgm:param type="secLinDir" val="fromT"/>
                          </dgm:alg>
                        </dgm:if>
                        <dgm:else name="Name133">
                          <dgm:alg type="hierChild">
                            <dgm:param type="chAlign" val="l"/>
                            <dgm:param type="linDir" val="fromR"/>
                            <dgm:param type="secChAlign" val="t"/>
                            <dgm:param type="secLinDir" val="fromT"/>
                          </dgm:alg>
                        </dgm:else>
                      </dgm:choose>
                    </dgm:if>
                    <dgm:if name="Name134" func="var" arg="hierBranch" op="equ" val="std">
                      <dgm:choose name="Name135">
                        <dgm:if name="Name136" func="var" arg="dir" op="equ" val="norm">
                          <dgm:alg type="hierChild"/>
                        </dgm:if>
                        <dgm:else name="Name137">
                          <dgm:alg type="hierChild">
                            <dgm:param type="linDir" val="fromR"/>
                          </dgm:alg>
                        </dgm:else>
                      </dgm:choose>
                    </dgm:if>
                    <dgm:if name="Name138" func="var" arg="hierBranch" op="equ" val="init">
                      <dgm:choose name="Name139">
                        <dgm:if name="Name140" axis="des" func="maxDepth" op="lte" val="1">
                          <dgm:alg type="hierChild">
                            <dgm:param type="chAlign" val="l"/>
                            <dgm:param type="linDir" val="fromT"/>
                          </dgm:alg>
                        </dgm:if>
                        <dgm:else name="Name141">
                          <dgm:alg type="hierChild"/>
                        </dgm:else>
                      </dgm:choose>
                    </dgm:if>
                    <dgm:else name="Name142"/>
                  </dgm:choose>
                  <dgm:shape xmlns:r="http://schemas.openxmlformats.org/officeDocument/2006/relationships" r:blip="">
                    <dgm:adjLst/>
                  </dgm:shape>
                  <dgm:presOf/>
                  <dgm:constrLst/>
                  <dgm:ruleLst/>
                  <dgm:forEach name="Name143" ref="rep2a"/>
                </dgm:layoutNode>
                <dgm:layoutNode name="hierChild7">
                  <dgm:choose name="Name144">
                    <dgm:if name="Name145" func="var" arg="dir" op="equ" val="norm">
                      <dgm:alg type="hierChild">
                        <dgm:param type="chAlign" val="l"/>
                        <dgm:param type="linDir" val="fromL"/>
                        <dgm:param type="secChAlign" val="t"/>
                        <dgm:param type="secLinDir" val="fromT"/>
                      </dgm:alg>
                    </dgm:if>
                    <dgm:else name="Name146">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Name147" ref="rep2b"/>
                </dgm:layoutNode>
              </dgm:layoutNode>
            </dgm:forEach>
          </dgm:layoutNode>
        </dgm:layoutNode>
      </dgm:forEach>
    </dgm:forEach>
  </dgm:layoutNode>
</dgm:layoutDef>
</file>

<file path=ppt/diagrams/layout7.xml><?xml version="1.0" encoding="utf-8"?>
<dgm:layoutDef xmlns:dgm="http://schemas.openxmlformats.org/drawingml/2006/diagram" xmlns:a="http://schemas.openxmlformats.org/drawingml/2006/main" uniqueId="urn:microsoft.com/office/officeart/2018/2/layout/IconCircleList">
  <dgm:title val="Icon Circle List"/>
  <dgm:desc val="Use to show non-sequential or grouped chunks of information accompanied by related visuals. Circular shapes can hold an icon or small picture and corresponding text box shows Level 1 text. Works best for icons or small pictures with medium-length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alg type="sp"/>
    <dgm:shape xmlns:r="http://schemas.openxmlformats.org/officeDocument/2006/relationships" r:blip="">
      <dgm:adjLst/>
    </dgm:shape>
    <dgm:presOf/>
    <dgm:choose name="Name0">
      <dgm:if name="Name1" axis="ch" ptType="node" func="cnt" op="lte" val="3">
        <dgm:constrLst>
          <dgm:constr type="w" for="ch" forName="container" refType="w"/>
          <dgm:constr type="h" for="ch" forName="container" refType="h" fact="0.4"/>
        </dgm:constrLst>
      </dgm:if>
      <dgm:else name="Name2">
        <dgm:constrLst>
          <dgm:constr type="w" for="ch" forName="container" refType="w"/>
          <dgm:constr type="h" for="ch" forName="container" refType="h"/>
        </dgm:constrLst>
      </dgm:else>
    </dgm:choose>
    <dgm:ruleLst>
      <dgm:rule type="h" for="ch" forName="container" val="INF" fact="NaN" max="NaN"/>
    </dgm:ruleLst>
    <dgm:layoutNode name="container">
      <dgm:varLst>
        <dgm:dir/>
        <dgm:resizeHandles val="exact"/>
      </dgm:varLst>
      <dgm:choose name="Name3">
        <dgm:if name="Name4" axis="self" func="var" arg="dir" op="equ" val="norm">
          <dgm:alg type="snake">
            <dgm:param type="grDir" val="tL"/>
            <dgm:param type="flowDir" val="row"/>
            <dgm:param type="contDir" val="sameDir"/>
          </dgm:alg>
        </dgm:if>
        <dgm:else name="Name5">
          <dgm:alg type="snake">
            <dgm:param type="grDir" val="tR"/>
            <dgm:param type="flowDir" val="row"/>
            <dgm:param type="contDir" val="sameDir"/>
          </dgm:alg>
        </dgm:else>
      </dgm:choose>
      <dgm:shape xmlns:r="http://schemas.openxmlformats.org/officeDocument/2006/relationships" r:blip="">
        <dgm:adjLst/>
      </dgm:shape>
      <dgm:presOf/>
      <dgm:constrLst>
        <dgm:constr type="w" for="ch" forName="compNode" refType="w"/>
        <dgm:constr type="h" for="ch" forName="compNode" refType="w" fact="0.28"/>
        <dgm:constr type="w" for="ch" forName="sibTrans" refType="w" refFor="ch" refForName="compNode" fact="0.115"/>
        <dgm:constr type="sp" refType="h" op="equ" fact="0.17"/>
        <dgm:constr type="primFontSz" for="des" ptType="node" op="equ" val="24"/>
        <dgm:constr type="h" for="des" forName="compNode" op="equ"/>
        <dgm:constr type="h" for="des" forName="iconBgRect" op="equ"/>
      </dgm:constrLst>
      <dgm:ruleLst>
        <dgm:rule type="w" for="ch" forName="compNode" val="60" fact="NaN" max="NaN"/>
      </dgm:ruleLst>
      <dgm:forEach name="Name6" axis="ch" ptType="node">
        <dgm:layoutNode name="compNode">
          <dgm:alg type="composite"/>
          <dgm:shape xmlns:r="http://schemas.openxmlformats.org/officeDocument/2006/relationships" r:blip="">
            <dgm:adjLst/>
          </dgm:shape>
          <dgm:presOf axis="self"/>
          <dgm:constrLst>
            <dgm:constr type="w" for="ch" forName="iconBgRect" refType="w" fact="0.28"/>
            <dgm:constr type="h" for="ch" forName="iconBgRect" refType="w" refFor="ch" refForName="iconBgRect"/>
            <dgm:constr type="t" for="ch" forName="iconBgRect"/>
            <dgm:constr type="l" for="ch" forName="iconBgRect"/>
            <dgm:constr type="w" for="ch" forName="iconRect" refType="w" refFor="ch" refForName="iconBgRect" fact="0.58"/>
            <dgm:constr type="h" for="ch" forName="iconRect" refType="w" refFor="ch" refForName="iconRect"/>
            <dgm:constr type="ctrX" for="ch" forName="iconRect" refType="ctrX" refFor="ch" refForName="iconBgRect"/>
            <dgm:constr type="ctrY" for="ch" forName="iconRect" refType="ctrY" refFor="ch" refForName="iconBgRect"/>
            <dgm:constr type="w" for="ch" forName="spaceRect" refType="w" fact="0.06"/>
            <dgm:constr type="h" for="ch" forName="spaceRect" refType="h" refFor="ch" refForName="iconBgRect"/>
            <dgm:constr type="t" for="ch" forName="spaceRect" refType="t" refFor="ch" refForName="iconBgRect"/>
            <dgm:constr type="l" for="ch" forName="spaceRect" refType="r" refFor="ch" refForName="iconBgRect"/>
            <dgm:constr type="h" for="ch" forName="textRect" refType="h" refFor="ch" refForName="iconBgRect"/>
            <dgm:constr type="t" for="ch" forName="textRect" refType="t" refFor="ch" refForName="iconBgRect"/>
            <dgm:constr type="l" for="ch" forName="textRect" refType="r" refFor="ch" refForName="spaceRect"/>
          </dgm:constrLst>
          <dgm:ruleLst/>
          <dgm:layoutNode name="iconBgRect" styleLbl="bgShp">
            <dgm:alg type="sp"/>
            <dgm:shape xmlns:r="http://schemas.openxmlformats.org/officeDocument/2006/relationships" type="ellipse" r:blip="">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textRect" styleLbl="revTx">
            <dgm:varLst>
              <dgm:chMax val="1"/>
              <dgm:chPref val="1"/>
            </dgm:varLst>
            <dgm:choose name="Name7">
              <dgm:if name="Name8" func="var" arg="dir" op="equ" val="norm">
                <dgm:alg type="tx">
                  <dgm:param type="txAnchorVert" val="mid"/>
                  <dgm:param type="parTxLTRAlign" val="l"/>
                  <dgm:param type="shpTxLTRAlignCh" val="l"/>
                  <dgm:param type="parTxRTLAlign" val="l"/>
                  <dgm:param type="shpTxRTLAlignCh" val="l"/>
                </dgm:alg>
              </dgm:if>
              <dgm:else name="Name9">
                <dgm:alg type="tx">
                  <dgm:param type="txAnchorVert" val="mid"/>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1" fact="NaN" max="NaN"/>
            </dgm:ruleLst>
          </dgm:layoutNode>
        </dgm:layoutNode>
        <dgm:forEach name="Name10" axis="followSib" ptType="sibTrans" cnt="1">
          <dgm:layoutNode name="sibTrans">
            <dgm:alg type="sp"/>
            <dgm:shape xmlns:r="http://schemas.openxmlformats.org/officeDocument/2006/relationships" type="rect" r:blip="" hideGeom="1">
              <dgm:adjLst/>
            </dgm:shape>
            <dgm:presOf axis="self"/>
            <dgm:constrLst/>
            <dgm:ruleLst/>
          </dgm:layoutNode>
        </dgm:forEach>
      </dgm:forEach>
    </dgm:layoutNode>
  </dgm:layoutNode>
  <dgm:extLst>
    <a:ext uri="{68A01E43-0DF5-4B5B-8FA6-DAF915123BFB}">
      <dgm1612:lstStyle xmlns:dgm1612="http://schemas.microsoft.com/office/drawing/2016/12/diagram">
        <a:lvl1pPr>
          <a:lnSpc>
            <a:spcPct val="100000"/>
          </a:lnSpc>
        </a:lvl1pPr>
      </dgm1612:lstStyle>
    </a:ext>
  </dgm:extLst>
</dgm:layoutDef>
</file>

<file path=ppt/diagrams/layout8.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9.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10.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layout11.xml><?xml version="1.0" encoding="utf-8"?>
<dgm:layoutDef xmlns:dgm="http://schemas.openxmlformats.org/drawingml/2006/diagram" xmlns:a="http://schemas.openxmlformats.org/drawingml/2006/main" uniqueId="urn:microsoft.com/office/officeart/2005/8/layout/process1">
  <dgm:title val=""/>
  <dgm:desc val=""/>
  <dgm:catLst>
    <dgm:cat type="process" pri="1000"/>
    <dgm:cat type="convert" pri="15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w" for="ch" ptType="node" refType="w"/>
      <dgm:constr type="h" for="ch" ptType="node" op="equ"/>
      <dgm:constr type="primFontSz" for="ch" ptType="node" op="equ" val="65"/>
      <dgm:constr type="w" for="ch" ptType="sibTrans" refType="w" refFor="ch" refPtType="node" op="equ" fact="0.4"/>
      <dgm:constr type="h" for="ch" ptType="sibTrans" op="equ"/>
      <dgm:constr type="primFontSz" for="des" forName="connectorText" op="equ" val="55"/>
      <dgm:constr type="primFontSz" for="des" forName="connectorText" refType="primFontSz" refFor="ch" refPtType="node" op="lte" fact="0.8"/>
    </dgm:constrLst>
    <dgm:ruleLst/>
    <dgm:forEach name="nodesForEach" axis="ch" ptType="node">
      <dgm:layoutNode name="node">
        <dgm:varLst>
          <dgm:bulletEnabled val="1"/>
        </dgm:varLst>
        <dgm:alg type="tx"/>
        <dgm:shape xmlns:r="http://schemas.openxmlformats.org/officeDocument/2006/relationships" type="roundRect" r:blip="">
          <dgm:adjLst>
            <dgm:adj idx="1" val="0.1"/>
          </dgm:adjLst>
        </dgm:shape>
        <dgm:presOf axis="desOrSelf" ptType="node"/>
        <dgm:constrLst>
          <dgm:constr type="h" refType="w" fact="0.6"/>
          <dgm:constr type="tMarg" refType="primFontSz" fact="0.3"/>
          <dgm:constr type="bMarg" refType="primFontSz" fact="0.3"/>
          <dgm:constr type="lMarg" refType="primFontSz" fact="0.3"/>
          <dgm:constr type="rMarg" refType="primFontSz" fact="0.3"/>
        </dgm:constrLst>
        <dgm:ruleLst>
          <dgm:rule type="primFontSz" val="18" fact="NaN" max="NaN"/>
          <dgm:rule type="h" val="NaN" fact="1.5" max="NaN"/>
          <dgm:rule type="primFontSz" val="5" fact="NaN" max="NaN"/>
          <dgm:rule type="h" val="INF" fact="NaN" max="NaN"/>
        </dgm:ruleLst>
      </dgm:layoutNode>
      <dgm:forEach name="sibTransForEach" axis="followSib" ptType="sibTrans" cnt="1">
        <dgm:layoutNode name="sibTrans">
          <dgm:alg type="conn">
            <dgm:param type="begPts" val="auto"/>
            <dgm:param type="endPts" val="auto"/>
          </dgm:alg>
          <dgm:shape xmlns:r="http://schemas.openxmlformats.org/officeDocument/2006/relationships" type="conn" r:blip="">
            <dgm:adjLst/>
          </dgm:shape>
          <dgm:presOf axis="self"/>
          <dgm:constrLst>
            <dgm:constr type="h" refType="w" fact="0.62"/>
            <dgm:constr type="connDist"/>
            <dgm:constr type="begPad" refType="connDist" fact="0.25"/>
            <dgm:constr type="endPad" refType="connDist" fact="0.22"/>
          </dgm:constrLst>
          <dgm:ruleLst/>
          <dgm:layoutNode name="connectorText">
            <dgm:alg type="tx">
              <dgm:param type="autoTxRot" val="grav"/>
            </dgm:alg>
            <dgm:shape xmlns:r="http://schemas.openxmlformats.org/officeDocument/2006/relationships" type="conn" r:blip="" hideGeom="1">
              <dgm:adjLst/>
            </dgm:shape>
            <dgm:presOf axis="self"/>
            <dgm:constrLst>
              <dgm:constr type="lMarg"/>
              <dgm:constr type="rMarg"/>
              <dgm:constr type="tMarg"/>
              <dgm:constr type="bMarg"/>
            </dgm:constrLst>
            <dgm:ruleLst>
              <dgm:rule type="primFontSz" val="5" fact="NaN" max="NaN"/>
            </dgm:ruleLst>
          </dgm:layoutNode>
        </dgm:layoutNode>
      </dgm:forEach>
    </dgm:forEach>
  </dgm:layoutNode>
</dgm:layoutDef>
</file>

<file path=ppt/diagrams/layout12.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layout13.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layout14.xml><?xml version="1.0" encoding="utf-8"?>
<dgm:layoutDef xmlns:dgm="http://schemas.openxmlformats.org/drawingml/2006/diagram" xmlns:a="http://schemas.openxmlformats.org/drawingml/2006/main" uniqueId="urn:microsoft.com/office/officeart/2008/layout/LinedList">
  <dgm:title val=""/>
  <dgm:desc val=""/>
  <dgm:catLst>
    <dgm:cat type="hierarchy" pri="8000"/>
    <dgm:cat type="list" pri="2500"/>
  </dgm:catLst>
  <dgm:samp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sampData>
  <dgm:style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styleData>
  <dgm:clr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clrData>
  <dgm:layoutNode name="vert0">
    <dgm:varLst>
      <dgm:dir/>
      <dgm:animOne val="branch"/>
      <dgm:animLvl val="lvl"/>
    </dgm:varLst>
    <dgm:choose name="Name0">
      <dgm:if name="Name1"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onstrLst>
      <dgm:constr type="w" for="ch" forName="horz1" refType="w"/>
      <dgm:constr type="h" for="ch" forName="horz1" refType="h"/>
      <dgm:constr type="h" for="des" forName="vert1" refType="h"/>
      <dgm:constr type="h" for="des" forName="tx1" refType="h"/>
      <dgm:constr type="h" for="des" forName="horz2" refType="h"/>
      <dgm:constr type="h" for="des" forName="vert2" refType="h"/>
      <dgm:constr type="h" for="des" forName="horz3" refType="h"/>
      <dgm:constr type="h" for="des" forName="vert3" refType="h"/>
      <dgm:constr type="h" for="des" forName="horz4" refType="h"/>
      <dgm:constr type="h" for="des" ptType="node" refType="h"/>
      <dgm:constr type="primFontSz" for="des" forName="tx1" op="equ" val="65"/>
      <dgm:constr type="primFontSz" for="des" forName="tx2" op="equ" val="65"/>
      <dgm:constr type="primFontSz" for="des" forName="tx3" op="equ" val="65"/>
      <dgm:constr type="primFontSz" for="des" forName="tx4" op="equ" val="65"/>
      <dgm:constr type="w" for="des" forName="thickLine" refType="w"/>
      <dgm:constr type="h" for="des" forName="thickLine"/>
      <dgm:constr type="h" for="des" forName="thinLine1"/>
      <dgm:constr type="h" for="des" forName="thinLine2b"/>
      <dgm:constr type="h" for="des" forName="thinLine3"/>
      <dgm:constr type="h" for="des" forName="vertSpace2a" refType="h" fact="0.05"/>
      <dgm:constr type="h" for="des" forName="vertSpace2b" refType="h" refFor="des" refForName="vertSpace2a"/>
    </dgm:constrLst>
    <dgm:forEach name="Name3" axis="ch" ptType="node">
      <dgm:layoutNode name="thickLine" styleLbl="alignNode1">
        <dgm:alg type="sp"/>
        <dgm:shape xmlns:r="http://schemas.openxmlformats.org/officeDocument/2006/relationships" type="line" r:blip="">
          <dgm:adjLst/>
        </dgm:shape>
        <dgm:presOf/>
      </dgm:layoutNode>
      <dgm:layoutNode name="horz1">
        <dgm:choose name="Name4">
          <dgm:if name="Name5" func="var" arg="dir" op="equ" val="norm">
            <dgm:alg type="lin">
              <dgm:param type="linDir" val="fromL"/>
              <dgm:param type="nodeVertAlign" val="t"/>
            </dgm:alg>
          </dgm:if>
          <dgm:else name="Name6">
            <dgm:alg type="lin">
              <dgm:param type="linDir" val="fromR"/>
              <dgm:param type="nodeVertAlign" val="t"/>
            </dgm:alg>
          </dgm:else>
        </dgm:choose>
        <dgm:shape xmlns:r="http://schemas.openxmlformats.org/officeDocument/2006/relationships" r:blip="">
          <dgm:adjLst/>
        </dgm:shape>
        <dgm:presOf/>
        <dgm:choose name="Name7">
          <dgm:if name="Name8" axis="root des" func="maxDepth" op="equ" val="1">
            <dgm:constrLst>
              <dgm:constr type="w" for="ch" forName="tx1" refType="w"/>
            </dgm:constrLst>
          </dgm:if>
          <dgm:if name="Name9" axis="root des" func="maxDepth" op="equ" val="2">
            <dgm:constrLst>
              <dgm:constr type="w" for="ch" forName="tx1" refType="w" fact="0.2"/>
              <dgm:constr type="w" for="des" forName="tx2" refType="w" fact="0.785"/>
              <dgm:constr type="w" for="des" forName="horzSpace2" refType="w" fact="0.015"/>
              <dgm:constr type="w" for="des" forName="thinLine2b" refType="w" fact="0.8"/>
            </dgm:constrLst>
          </dgm:if>
          <dgm:if name="Name10" axis="root des" func="maxDepth" op="equ" val="3">
            <dgm:constrLst>
              <dgm:constr type="w" for="ch" forName="tx1" refType="w" fact="0.2"/>
              <dgm:constr type="w" for="des" forName="tx2" refType="w" fact="0.385"/>
              <dgm:constr type="w" for="des" forName="tx3" refType="w" fact="0.385"/>
              <dgm:constr type="w" for="des" forName="horzSpace2" refType="w" fact="0.015"/>
              <dgm:constr type="w" for="des" forName="horzSpace3" refType="w" fact="0.015"/>
              <dgm:constr type="w" for="des" forName="thinLine2b" refType="w" fact="0.8"/>
              <dgm:constr type="w" for="des" forName="thinLine3" refType="w" fact="0.385"/>
            </dgm:constrLst>
          </dgm:if>
          <dgm:if name="Name11" axis="root des" func="maxDepth" op="gte" val="4">
            <dgm:constrLst>
              <dgm:constr type="w" for="ch" forName="tx1" refType="w" fact="0.2"/>
              <dgm:constr type="w" for="des" forName="tx2" refType="w" fact="0.2516"/>
              <dgm:constr type="w" for="des" forName="tx3" refType="w" fact="0.2516"/>
              <dgm:constr type="w" for="des" forName="tx4" refType="w" fact="0.2516"/>
              <dgm:constr type="w" for="des" forName="horzSpace2" refType="w" fact="0.015"/>
              <dgm:constr type="w" for="des" forName="horzSpace3" refType="w" fact="0.015"/>
              <dgm:constr type="w" for="des" forName="horzSpace4" refType="w" fact="0.015"/>
              <dgm:constr type="w" for="des" forName="thinLine2b" refType="w" fact="0.8"/>
              <dgm:constr type="w" for="des" forName="thinLine3" refType="w" fact="0.5332"/>
            </dgm:constrLst>
          </dgm:if>
          <dgm:else name="Name12"/>
        </dgm:choose>
        <dgm:layoutNode name="tx1"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1">
          <dgm:choose name="Name13">
            <dgm:if name="Name14" func="var" arg="dir" op="equ" val="norm">
              <dgm:alg type="lin">
                <dgm:param type="linDir" val="fromT"/>
                <dgm:param type="nodeHorzAlign" val="l"/>
              </dgm:alg>
            </dgm:if>
            <dgm:else name="Name15">
              <dgm:alg type="lin">
                <dgm:param type="linDir" val="fromT"/>
                <dgm:param type="nodeHorzAlign" val="r"/>
              </dgm:alg>
            </dgm:else>
          </dgm:choose>
          <dgm:shape xmlns:r="http://schemas.openxmlformats.org/officeDocument/2006/relationships" r:blip="">
            <dgm:adjLst/>
          </dgm:shape>
          <dgm:presOf/>
          <dgm:forEach name="Name16" axis="ch" ptType="node">
            <dgm:choose name="Name17">
              <dgm:if name="Name18" axis="self" ptType="node" func="pos" op="equ" val="1">
                <dgm:layoutNode name="vertSpace2a">
                  <dgm:alg type="sp"/>
                  <dgm:shape xmlns:r="http://schemas.openxmlformats.org/officeDocument/2006/relationships" r:blip="">
                    <dgm:adjLst/>
                  </dgm:shape>
                  <dgm:presOf/>
                </dgm:layoutNode>
              </dgm:if>
              <dgm:else name="Name19"/>
            </dgm:choose>
            <dgm:layoutNode name="horz2">
              <dgm:choose name="Name20">
                <dgm:if name="Name21" func="var" arg="dir" op="equ" val="norm">
                  <dgm:alg type="lin">
                    <dgm:param type="linDir" val="fromL"/>
                    <dgm:param type="nodeVertAlign" val="t"/>
                  </dgm:alg>
                </dgm:if>
                <dgm:else name="Name22">
                  <dgm:alg type="lin">
                    <dgm:param type="linDir" val="fromR"/>
                    <dgm:param type="nodeVertAlign" val="t"/>
                  </dgm:alg>
                </dgm:else>
              </dgm:choose>
              <dgm:shape xmlns:r="http://schemas.openxmlformats.org/officeDocument/2006/relationships" r:blip="">
                <dgm:adjLst/>
              </dgm:shape>
              <dgm:presOf/>
              <dgm:layoutNode name="horzSpace2">
                <dgm:alg type="sp"/>
                <dgm:shape xmlns:r="http://schemas.openxmlformats.org/officeDocument/2006/relationships" r:blip="">
                  <dgm:adjLst/>
                </dgm:shape>
                <dgm:presOf/>
              </dgm:layoutNode>
              <dgm:layoutNode name="tx2"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2">
                <dgm:choose name="Name23">
                  <dgm:if name="Name24" func="var" arg="dir" op="equ" val="norm">
                    <dgm:alg type="lin">
                      <dgm:param type="linDir" val="fromT"/>
                      <dgm:param type="nodeHorzAlign" val="l"/>
                    </dgm:alg>
                  </dgm:if>
                  <dgm:else name="Name25">
                    <dgm:alg type="lin">
                      <dgm:param type="linDir" val="fromT"/>
                      <dgm:param type="nodeHorzAlign" val="r"/>
                    </dgm:alg>
                  </dgm:else>
                </dgm:choose>
                <dgm:shape xmlns:r="http://schemas.openxmlformats.org/officeDocument/2006/relationships" r:blip="">
                  <dgm:adjLst/>
                </dgm:shape>
                <dgm:presOf/>
                <dgm:forEach name="Name26" axis="ch" ptType="node">
                  <dgm:layoutNode name="horz3">
                    <dgm:choose name="Name27">
                      <dgm:if name="Name28" func="var" arg="dir" op="equ" val="norm">
                        <dgm:alg type="lin">
                          <dgm:param type="linDir" val="fromL"/>
                          <dgm:param type="nodeVertAlign" val="t"/>
                        </dgm:alg>
                      </dgm:if>
                      <dgm:else name="Name29">
                        <dgm:alg type="lin">
                          <dgm:param type="linDir" val="fromR"/>
                          <dgm:param type="nodeVertAlign" val="t"/>
                        </dgm:alg>
                      </dgm:else>
                    </dgm:choose>
                    <dgm:shape xmlns:r="http://schemas.openxmlformats.org/officeDocument/2006/relationships" r:blip="">
                      <dgm:adjLst/>
                    </dgm:shape>
                    <dgm:presOf/>
                    <dgm:layoutNode name="horzSpace3">
                      <dgm:alg type="sp"/>
                      <dgm:shape xmlns:r="http://schemas.openxmlformats.org/officeDocument/2006/relationships" r:blip="">
                        <dgm:adjLst/>
                      </dgm:shape>
                      <dgm:presOf/>
                    </dgm:layoutNode>
                    <dgm:layoutNode name="tx3"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3">
                      <dgm:choose name="Name30">
                        <dgm:if name="Name31" func="var" arg="dir" op="equ" val="norm">
                          <dgm:alg type="lin">
                            <dgm:param type="linDir" val="fromT"/>
                            <dgm:param type="nodeHorzAlign" val="l"/>
                          </dgm:alg>
                        </dgm:if>
                        <dgm:else name="Name32">
                          <dgm:alg type="lin">
                            <dgm:param type="linDir" val="fromT"/>
                            <dgm:param type="nodeHorzAlign" val="r"/>
                          </dgm:alg>
                        </dgm:else>
                      </dgm:choose>
                      <dgm:shape xmlns:r="http://schemas.openxmlformats.org/officeDocument/2006/relationships" r:blip="">
                        <dgm:adjLst/>
                      </dgm:shape>
                      <dgm:presOf/>
                      <dgm:forEach name="Name33" axis="ch" ptType="node">
                        <dgm:layoutNode name="horz4">
                          <dgm:choose name="Name34">
                            <dgm:if name="Name35" func="var" arg="dir" op="equ" val="norm">
                              <dgm:alg type="lin">
                                <dgm:param type="linDir" val="fromL"/>
                                <dgm:param type="nodeVertAlign" val="t"/>
                              </dgm:alg>
                            </dgm:if>
                            <dgm:else name="Name36">
                              <dgm:alg type="lin">
                                <dgm:param type="linDir" val="fromR"/>
                                <dgm:param type="nodeVertAlign" val="t"/>
                              </dgm:alg>
                            </dgm:else>
                          </dgm:choose>
                          <dgm:shape xmlns:r="http://schemas.openxmlformats.org/officeDocument/2006/relationships" r:blip="">
                            <dgm:adjLst/>
                          </dgm:shape>
                          <dgm:presOf/>
                          <dgm:layoutNode name="horzSpace4">
                            <dgm:alg type="sp"/>
                            <dgm:shape xmlns:r="http://schemas.openxmlformats.org/officeDocument/2006/relationships" r:blip="">
                              <dgm:adjLst/>
                            </dgm:shape>
                            <dgm:presOf/>
                          </dgm:layoutNode>
                          <dgm:layoutNode name="tx4" styleLbl="revTx">
                            <dgm:varLst>
                              <dgm:bulletEnabled val="1"/>
                            </dgm:varLst>
                            <dgm:alg type="tx">
                              <dgm:param type="parTxLTRAlign" val="l"/>
                              <dgm:param type="parTxRTLAlign" val="r"/>
                              <dgm:param type="txAnchorVert" val="t"/>
                            </dgm:alg>
                            <dgm:shape xmlns:r="http://schemas.openxmlformats.org/officeDocument/2006/relationships" type="rect" r:blip="">
                              <dgm:adjLst/>
                            </dgm:shape>
                            <dgm:presOf axis="desOrSelf"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forEach>
                    </dgm:layoutNode>
                  </dgm:layoutNode>
                  <dgm:forEach name="Name37" axis="followSib" ptType="sibTrans" cnt="1">
                    <dgm:layoutNode name="thinLine3" styleLbl="callout">
                      <dgm:alg type="sp"/>
                      <dgm:shape xmlns:r="http://schemas.openxmlformats.org/officeDocument/2006/relationships" type="line" r:blip="">
                        <dgm:adjLst/>
                      </dgm:shape>
                      <dgm:presOf/>
                    </dgm:layoutNode>
                  </dgm:forEach>
                </dgm:forEach>
              </dgm:layoutNode>
            </dgm:layoutNode>
            <dgm:layoutNode name="thinLine2b" styleLbl="callout">
              <dgm:alg type="sp"/>
              <dgm:shape xmlns:r="http://schemas.openxmlformats.org/officeDocument/2006/relationships" type="line" r:blip="">
                <dgm:adjLst/>
              </dgm:shape>
              <dgm:presOf/>
            </dgm:layoutNode>
            <dgm:layoutNode name="vertSpace2b">
              <dgm:alg type="sp"/>
              <dgm:shape xmlns:r="http://schemas.openxmlformats.org/officeDocument/2006/relationships" r:blip="">
                <dgm:adjLst/>
              </dgm:shape>
              <dgm:presOf/>
            </dgm:layoutNode>
          </dgm:forEach>
        </dgm:layoutNode>
      </dgm:layoutNod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2">
  <dgm:title val=""/>
  <dgm:desc val=""/>
  <dgm:catLst>
    <dgm:cat type="simple" pri="10200"/>
  </dgm:catLst>
  <dgm:scene3d>
    <a:camera prst="orthographicFront"/>
    <a:lightRig rig="threePt" dir="t"/>
  </dgm:scene3d>
  <dgm:styleLbl name="node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ln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vennNode1">
    <dgm:scene3d>
      <a:camera prst="orthographicFront"/>
      <a:lightRig rig="threePt" dir="t"/>
    </dgm:scene3d>
    <dgm:sp3d/>
    <dgm:txPr/>
    <dgm:style>
      <a:lnRef idx="3">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1">
        <a:scrgbClr r="0" g="0" b="0"/>
      </a:effectRef>
      <a:fontRef idx="minor">
        <a:schemeClr val="lt1"/>
      </a:fontRef>
    </dgm:style>
  </dgm:styleLbl>
  <dgm:styleLbl name="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f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xml><?xml version="1.0" encoding="utf-8"?>
<dgm:styleDef xmlns:dgm="http://schemas.openxmlformats.org/drawingml/2006/diagram" xmlns:a="http://schemas.openxmlformats.org/drawingml/2006/main" uniqueId="urn:microsoft.com/office/officeart/2005/8/quickstyle/3d4">
  <dgm:title val=""/>
  <dgm:desc val=""/>
  <dgm:catLst>
    <dgm:cat type="3D" pri="11400"/>
  </dgm:catLst>
  <dgm:scene3d>
    <a:camera prst="orthographicFront"/>
    <a:lightRig rig="threePt" dir="t"/>
  </dgm:scene3d>
  <dgm:styleLbl name="node0">
    <dgm:scene3d>
      <a:camera prst="orthographicFront"/>
      <a:lightRig rig="chilly" dir="t"/>
    </dgm:scene3d>
    <dgm:sp3d prstMaterial="translucentPowder">
      <a:bevelT w="127000" h="25400" prst="softRound"/>
    </dgm:sp3d>
    <dgm:txPr/>
    <dgm:style>
      <a:lnRef idx="0">
        <a:scrgbClr r="0" g="0" b="0"/>
      </a:lnRef>
      <a:fillRef idx="1">
        <a:scrgbClr r="0" g="0" b="0"/>
      </a:fillRef>
      <a:effectRef idx="0">
        <a:scrgbClr r="0" g="0" b="0"/>
      </a:effectRef>
      <a:fontRef idx="minor">
        <a:schemeClr val="lt1"/>
      </a:fontRef>
    </dgm:style>
  </dgm:styleLbl>
  <dgm:styleLbl name="lnNode1">
    <dgm:scene3d>
      <a:camera prst="orthographicFront"/>
      <a:lightRig rig="chilly" dir="t"/>
    </dgm:scene3d>
    <dgm:sp3d prstMaterial="translucentPowder">
      <a:bevelT w="127000" h="25400" prst="softRound"/>
    </dgm:sp3d>
    <dgm:txPr/>
    <dgm:style>
      <a:lnRef idx="0">
        <a:scrgbClr r="0" g="0" b="0"/>
      </a:lnRef>
      <a:fillRef idx="1">
        <a:scrgbClr r="0" g="0" b="0"/>
      </a:fillRef>
      <a:effectRef idx="0">
        <a:scrgbClr r="0" g="0" b="0"/>
      </a:effectRef>
      <a:fontRef idx="minor">
        <a:schemeClr val="lt1"/>
      </a:fontRef>
    </dgm:style>
  </dgm:styleLbl>
  <dgm:styleLbl name="vennNode1">
    <dgm:scene3d>
      <a:camera prst="orthographicFront"/>
      <a:lightRig rig="chilly" dir="t"/>
    </dgm:scene3d>
    <dgm:sp3d prstMaterial="translucentPowder">
      <a:bevelT w="127000" h="25400" prst="softRound"/>
    </dgm:sp3d>
    <dgm:txPr/>
    <dgm:style>
      <a:lnRef idx="0">
        <a:scrgbClr r="0" g="0" b="0"/>
      </a:lnRef>
      <a:fillRef idx="1">
        <a:scrgbClr r="0" g="0" b="0"/>
      </a:fillRef>
      <a:effectRef idx="0">
        <a:scrgbClr r="0" g="0" b="0"/>
      </a:effectRef>
      <a:fontRef idx="minor">
        <a:schemeClr val="tx1"/>
      </a:fontRef>
    </dgm:style>
  </dgm:styleLbl>
  <dgm:styleLbl name="alignNode1">
    <dgm:scene3d>
      <a:camera prst="orthographicFront"/>
      <a:lightRig rig="chilly" dir="t"/>
    </dgm:scene3d>
    <dgm:sp3d prstMaterial="translucentPowder">
      <a:bevelT w="127000" h="25400" prst="softRound"/>
    </dgm:sp3d>
    <dgm:txPr/>
    <dgm:style>
      <a:lnRef idx="1">
        <a:scrgbClr r="0" g="0" b="0"/>
      </a:lnRef>
      <a:fillRef idx="1">
        <a:scrgbClr r="0" g="0" b="0"/>
      </a:fillRef>
      <a:effectRef idx="0">
        <a:scrgbClr r="0" g="0" b="0"/>
      </a:effectRef>
      <a:fontRef idx="minor">
        <a:schemeClr val="lt1"/>
      </a:fontRef>
    </dgm:style>
  </dgm:styleLbl>
  <dgm:styleLbl name="node1">
    <dgm:scene3d>
      <a:camera prst="orthographicFront"/>
      <a:lightRig rig="chilly" dir="t"/>
    </dgm:scene3d>
    <dgm:sp3d prstMaterial="translucentPowder">
      <a:bevelT w="127000" h="25400" prst="softRound"/>
    </dgm:sp3d>
    <dgm:txPr/>
    <dgm:style>
      <a:lnRef idx="0">
        <a:scrgbClr r="0" g="0" b="0"/>
      </a:lnRef>
      <a:fillRef idx="1">
        <a:scrgbClr r="0" g="0" b="0"/>
      </a:fillRef>
      <a:effectRef idx="0">
        <a:scrgbClr r="0" g="0" b="0"/>
      </a:effectRef>
      <a:fontRef idx="minor">
        <a:schemeClr val="lt1"/>
      </a:fontRef>
    </dgm:style>
  </dgm:styleLbl>
  <dgm:styleLbl name="node2">
    <dgm:scene3d>
      <a:camera prst="orthographicFront"/>
      <a:lightRig rig="chilly" dir="t"/>
    </dgm:scene3d>
    <dgm:sp3d prstMaterial="translucentPowder">
      <a:bevelT w="127000" h="25400" prst="softRound"/>
    </dgm:sp3d>
    <dgm:txPr/>
    <dgm:style>
      <a:lnRef idx="0">
        <a:scrgbClr r="0" g="0" b="0"/>
      </a:lnRef>
      <a:fillRef idx="1">
        <a:scrgbClr r="0" g="0" b="0"/>
      </a:fillRef>
      <a:effectRef idx="0">
        <a:scrgbClr r="0" g="0" b="0"/>
      </a:effectRef>
      <a:fontRef idx="minor">
        <a:schemeClr val="lt1"/>
      </a:fontRef>
    </dgm:style>
  </dgm:styleLbl>
  <dgm:styleLbl name="node3">
    <dgm:scene3d>
      <a:camera prst="orthographicFront"/>
      <a:lightRig rig="chilly" dir="t"/>
    </dgm:scene3d>
    <dgm:sp3d prstMaterial="translucentPowder">
      <a:bevelT w="127000" h="25400" prst="softRound"/>
    </dgm:sp3d>
    <dgm:txPr/>
    <dgm:style>
      <a:lnRef idx="0">
        <a:scrgbClr r="0" g="0" b="0"/>
      </a:lnRef>
      <a:fillRef idx="1">
        <a:scrgbClr r="0" g="0" b="0"/>
      </a:fillRef>
      <a:effectRef idx="0">
        <a:scrgbClr r="0" g="0" b="0"/>
      </a:effectRef>
      <a:fontRef idx="minor">
        <a:schemeClr val="lt1"/>
      </a:fontRef>
    </dgm:style>
  </dgm:styleLbl>
  <dgm:styleLbl name="node4">
    <dgm:scene3d>
      <a:camera prst="orthographicFront"/>
      <a:lightRig rig="chilly" dir="t"/>
    </dgm:scene3d>
    <dgm:sp3d prstMaterial="translucentPowder">
      <a:bevelT w="127000" h="25400" prst="softRound"/>
    </dgm:sp3d>
    <dgm:txPr/>
    <dgm:style>
      <a:lnRef idx="0">
        <a:scrgbClr r="0" g="0" b="0"/>
      </a:lnRef>
      <a:fillRef idx="1">
        <a:scrgbClr r="0" g="0" b="0"/>
      </a:fillRef>
      <a:effectRef idx="0">
        <a:scrgbClr r="0" g="0" b="0"/>
      </a:effectRef>
      <a:fontRef idx="minor">
        <a:schemeClr val="lt1"/>
      </a:fontRef>
    </dgm:style>
  </dgm:styleLbl>
  <dgm:styleLbl name="fgImgPlace1">
    <dgm:scene3d>
      <a:camera prst="orthographicFront"/>
      <a:lightRig rig="chilly" dir="t"/>
    </dgm:scene3d>
    <dgm:sp3d z="12700" extrusionH="12700" prstMaterial="translucentPowder">
      <a:bevelT w="25400" h="6350" prst="softRound"/>
      <a:bevelB w="0" h="0" prst="convex"/>
    </dgm:sp3d>
    <dgm:txPr/>
    <dgm:style>
      <a:lnRef idx="0">
        <a:scrgbClr r="0" g="0" b="0"/>
      </a:lnRef>
      <a:fillRef idx="1">
        <a:scrgbClr r="0" g="0" b="0"/>
      </a:fillRef>
      <a:effectRef idx="0">
        <a:scrgbClr r="0" g="0" b="0"/>
      </a:effectRef>
      <a:fontRef idx="minor"/>
    </dgm:style>
  </dgm:styleLbl>
  <dgm:styleLbl name="alignImgPlace1">
    <dgm:scene3d>
      <a:camera prst="orthographicFront"/>
      <a:lightRig rig="chilly" dir="t"/>
    </dgm:scene3d>
    <dgm:sp3d prstMaterial="translucentPowder">
      <a:bevelT w="127000" h="25400" prst="softRound"/>
    </dgm:sp3d>
    <dgm:txPr/>
    <dgm:style>
      <a:lnRef idx="0">
        <a:scrgbClr r="0" g="0" b="0"/>
      </a:lnRef>
      <a:fillRef idx="1">
        <a:scrgbClr r="0" g="0" b="0"/>
      </a:fillRef>
      <a:effectRef idx="0">
        <a:scrgbClr r="0" g="0" b="0"/>
      </a:effectRef>
      <a:fontRef idx="minor">
        <a:schemeClr val="lt1"/>
      </a:fontRef>
    </dgm:style>
  </dgm:styleLbl>
  <dgm:styleLbl name="bgImgPlace1">
    <dgm:scene3d>
      <a:camera prst="orthographicFront"/>
      <a:lightRig rig="chilly" dir="t"/>
    </dgm:scene3d>
    <dgm:sp3d z="-25700" extrusionH="63500" contourW="12700" prstMaterial="matte">
      <a:contourClr>
        <a:schemeClr val="lt1"/>
      </a:contourClr>
    </dgm:sp3d>
    <dgm:txPr/>
    <dgm:style>
      <a:lnRef idx="0">
        <a:scrgbClr r="0" g="0" b="0"/>
      </a:lnRef>
      <a:fillRef idx="1">
        <a:scrgbClr r="0" g="0" b="0"/>
      </a:fillRef>
      <a:effectRef idx="0">
        <a:scrgbClr r="0" g="0" b="0"/>
      </a:effectRef>
      <a:fontRef idx="minor"/>
    </dgm:style>
  </dgm:styleLbl>
  <dgm:styleLbl name="sibTrans2D1">
    <dgm:scene3d>
      <a:camera prst="orthographicFront"/>
      <a:lightRig rig="chilly" dir="t"/>
    </dgm:scene3d>
    <dgm:sp3d z="-70000" extrusionH="1700" prstMaterial="translucentPowder">
      <a:bevelT w="25400" h="6350" prst="softRound"/>
      <a:bevelB w="0" h="0" prst="convex"/>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chilly" dir="t"/>
    </dgm:scene3d>
    <dgm:sp3d z="12700" extrusionH="1700" prstMaterial="translucentPowder">
      <a:bevelT w="25400" h="6350" prst="softRound"/>
      <a:bevelB w="0" h="0" prst="convex"/>
    </dgm:sp3d>
    <dgm:txPr/>
    <dgm:style>
      <a:lnRef idx="0">
        <a:scrgbClr r="0" g="0" b="0"/>
      </a:lnRef>
      <a:fillRef idx="1">
        <a:scrgbClr r="0" g="0" b="0"/>
      </a:fillRef>
      <a:effectRef idx="0">
        <a:scrgbClr r="0" g="0" b="0"/>
      </a:effectRef>
      <a:fontRef idx="minor"/>
    </dgm:style>
  </dgm:styleLbl>
  <dgm:styleLbl name="bgSibTrans2D1">
    <dgm:scene3d>
      <a:camera prst="orthographicFront"/>
      <a:lightRig rig="chilly" dir="t"/>
    </dgm:scene3d>
    <dgm:sp3d z="-25700" extrusionH="1700" prstMaterial="translucentPowder">
      <a:bevelT w="25400" h="6350" prst="softRound"/>
      <a:bevelB w="0" h="0" prst="convex"/>
    </dgm:sp3d>
    <dgm:txPr/>
    <dgm:style>
      <a:lnRef idx="0">
        <a:scrgbClr r="0" g="0" b="0"/>
      </a:lnRef>
      <a:fillRef idx="1">
        <a:scrgbClr r="0" g="0" b="0"/>
      </a:fillRef>
      <a:effectRef idx="0">
        <a:scrgbClr r="0" g="0" b="0"/>
      </a:effectRef>
      <a:fontRef idx="minor"/>
    </dgm:style>
  </dgm:styleLbl>
  <dgm:styleLbl name="sibTrans1D1">
    <dgm:scene3d>
      <a:camera prst="orthographicFront"/>
      <a:lightRig rig="chilly" dir="t"/>
    </dgm:scene3d>
    <dgm:sp3d z="-40000" prstMaterial="matte"/>
    <dgm:txPr/>
    <dgm:style>
      <a:lnRef idx="1">
        <a:scrgbClr r="0" g="0" b="0"/>
      </a:lnRef>
      <a:fillRef idx="0">
        <a:scrgbClr r="0" g="0" b="0"/>
      </a:fillRef>
      <a:effectRef idx="0">
        <a:scrgbClr r="0" g="0" b="0"/>
      </a:effectRef>
      <a:fontRef idx="minor"/>
    </dgm:style>
  </dgm:styleLbl>
  <dgm:styleLbl name="callout">
    <dgm:scene3d>
      <a:camera prst="orthographicFront"/>
      <a:lightRig rig="chilly" dir="t"/>
    </dgm:scene3d>
    <dgm:sp3d z="127000" prstMaterial="matte"/>
    <dgm:txPr/>
    <dgm:style>
      <a:lnRef idx="2">
        <a:scrgbClr r="0" g="0" b="0"/>
      </a:lnRef>
      <a:fillRef idx="1">
        <a:scrgbClr r="0" g="0" b="0"/>
      </a:fillRef>
      <a:effectRef idx="0">
        <a:scrgbClr r="0" g="0" b="0"/>
      </a:effectRef>
      <a:fontRef idx="minor"/>
    </dgm:style>
  </dgm:styleLbl>
  <dgm:styleLbl name="asst0">
    <dgm:scene3d>
      <a:camera prst="orthographicFront"/>
      <a:lightRig rig="chilly" dir="t"/>
    </dgm:scene3d>
    <dgm:sp3d prstMaterial="translucentPowder">
      <a:bevelT w="127000" h="25400" prst="softRound"/>
    </dgm:sp3d>
    <dgm:txPr/>
    <dgm:style>
      <a:lnRef idx="0">
        <a:scrgbClr r="0" g="0" b="0"/>
      </a:lnRef>
      <a:fillRef idx="1">
        <a:scrgbClr r="0" g="0" b="0"/>
      </a:fillRef>
      <a:effectRef idx="0">
        <a:scrgbClr r="0" g="0" b="0"/>
      </a:effectRef>
      <a:fontRef idx="minor">
        <a:schemeClr val="lt1"/>
      </a:fontRef>
    </dgm:style>
  </dgm:styleLbl>
  <dgm:styleLbl name="asst1">
    <dgm:scene3d>
      <a:camera prst="orthographicFront"/>
      <a:lightRig rig="chilly" dir="t"/>
    </dgm:scene3d>
    <dgm:sp3d prstMaterial="translucentPowder">
      <a:bevelT w="127000" h="25400" prst="softRound"/>
    </dgm:sp3d>
    <dgm:txPr/>
    <dgm:style>
      <a:lnRef idx="0">
        <a:scrgbClr r="0" g="0" b="0"/>
      </a:lnRef>
      <a:fillRef idx="1">
        <a:scrgbClr r="0" g="0" b="0"/>
      </a:fillRef>
      <a:effectRef idx="0">
        <a:scrgbClr r="0" g="0" b="0"/>
      </a:effectRef>
      <a:fontRef idx="minor">
        <a:schemeClr val="lt1"/>
      </a:fontRef>
    </dgm:style>
  </dgm:styleLbl>
  <dgm:styleLbl name="asst2">
    <dgm:scene3d>
      <a:camera prst="orthographicFront"/>
      <a:lightRig rig="chilly" dir="t"/>
    </dgm:scene3d>
    <dgm:sp3d prstMaterial="translucentPowder">
      <a:bevelT w="127000" h="25400" prst="softRound"/>
    </dgm:sp3d>
    <dgm:txPr/>
    <dgm:style>
      <a:lnRef idx="0">
        <a:scrgbClr r="0" g="0" b="0"/>
      </a:lnRef>
      <a:fillRef idx="1">
        <a:scrgbClr r="0" g="0" b="0"/>
      </a:fillRef>
      <a:effectRef idx="0">
        <a:scrgbClr r="0" g="0" b="0"/>
      </a:effectRef>
      <a:fontRef idx="minor">
        <a:schemeClr val="lt1"/>
      </a:fontRef>
    </dgm:style>
  </dgm:styleLbl>
  <dgm:styleLbl name="asst3">
    <dgm:scene3d>
      <a:camera prst="orthographicFront"/>
      <a:lightRig rig="chilly" dir="t"/>
    </dgm:scene3d>
    <dgm:sp3d prstMaterial="translucentPowder">
      <a:bevelT w="127000" h="25400" prst="softRound"/>
    </dgm:sp3d>
    <dgm:txPr/>
    <dgm:style>
      <a:lnRef idx="0">
        <a:scrgbClr r="0" g="0" b="0"/>
      </a:lnRef>
      <a:fillRef idx="1">
        <a:scrgbClr r="0" g="0" b="0"/>
      </a:fillRef>
      <a:effectRef idx="0">
        <a:scrgbClr r="0" g="0" b="0"/>
      </a:effectRef>
      <a:fontRef idx="minor">
        <a:schemeClr val="lt1"/>
      </a:fontRef>
    </dgm:style>
  </dgm:styleLbl>
  <dgm:styleLbl name="parChTrans2D1">
    <dgm:scene3d>
      <a:camera prst="orthographicFront"/>
      <a:lightRig rig="chilly" dir="t"/>
    </dgm:scene3d>
    <dgm:sp3d z="1700" extrusionH="1700" prstMaterial="translucentPowder">
      <a:bevelT w="25400" h="6350" prst="softRound"/>
      <a:bevelB w="0" h="0" prst="convex"/>
    </dgm:sp3d>
    <dgm:txPr/>
    <dgm:style>
      <a:lnRef idx="0">
        <a:scrgbClr r="0" g="0" b="0"/>
      </a:lnRef>
      <a:fillRef idx="1">
        <a:scrgbClr r="0" g="0" b="0"/>
      </a:fillRef>
      <a:effectRef idx="0">
        <a:scrgbClr r="0" g="0" b="0"/>
      </a:effectRef>
      <a:fontRef idx="minor"/>
    </dgm:style>
  </dgm:styleLbl>
  <dgm:styleLbl name="parChTrans2D2">
    <dgm:scene3d>
      <a:camera prst="orthographicFront"/>
      <a:lightRig rig="chilly" dir="t"/>
    </dgm:scene3d>
    <dgm:sp3d z="1700" extrusionH="1700" prstMaterial="translucentPowder">
      <a:bevelT w="25400" h="6350" prst="softRound"/>
      <a:bevelB w="0" h="0" prst="convex"/>
    </dgm:sp3d>
    <dgm:txPr/>
    <dgm:style>
      <a:lnRef idx="0">
        <a:scrgbClr r="0" g="0" b="0"/>
      </a:lnRef>
      <a:fillRef idx="1">
        <a:scrgbClr r="0" g="0" b="0"/>
      </a:fillRef>
      <a:effectRef idx="0">
        <a:scrgbClr r="0" g="0" b="0"/>
      </a:effectRef>
      <a:fontRef idx="minor"/>
    </dgm:style>
  </dgm:styleLbl>
  <dgm:styleLbl name="parChTrans2D3">
    <dgm:scene3d>
      <a:camera prst="orthographicFront"/>
      <a:lightRig rig="chilly" dir="t"/>
    </dgm:scene3d>
    <dgm:sp3d extrusionH="1700" prstMaterial="translucentPowder">
      <a:bevelT w="25400" h="6350" prst="softRound"/>
      <a:bevelB w="0" h="0" prst="convex"/>
    </dgm:sp3d>
    <dgm:txPr/>
    <dgm:style>
      <a:lnRef idx="0">
        <a:scrgbClr r="0" g="0" b="0"/>
      </a:lnRef>
      <a:fillRef idx="1">
        <a:scrgbClr r="0" g="0" b="0"/>
      </a:fillRef>
      <a:effectRef idx="0">
        <a:scrgbClr r="0" g="0" b="0"/>
      </a:effectRef>
      <a:fontRef idx="minor"/>
    </dgm:style>
  </dgm:styleLbl>
  <dgm:styleLbl name="parChTrans2D4">
    <dgm:scene3d>
      <a:camera prst="orthographicFront"/>
      <a:lightRig rig="chilly" dir="t"/>
    </dgm:scene3d>
    <dgm:sp3d extrusionH="1700" prstMaterial="translucentPowder">
      <a:bevelT w="25400" h="6350" prst="softRound"/>
      <a:bevelB w="0" h="0" prst="convex"/>
    </dgm:sp3d>
    <dgm:txPr/>
    <dgm:style>
      <a:lnRef idx="0">
        <a:scrgbClr r="0" g="0" b="0"/>
      </a:lnRef>
      <a:fillRef idx="1">
        <a:scrgbClr r="0" g="0" b="0"/>
      </a:fillRef>
      <a:effectRef idx="0">
        <a:scrgbClr r="0" g="0" b="0"/>
      </a:effectRef>
      <a:fontRef idx="minor"/>
    </dgm:style>
  </dgm:styleLbl>
  <dgm:styleLbl name="parChTrans1D1">
    <dgm:scene3d>
      <a:camera prst="orthographicFront"/>
      <a:lightRig rig="chilly" dir="t"/>
    </dgm:scene3d>
    <dgm:sp3d z="-40000" prstMaterial="matte"/>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z="-40000" prstMaterial="matte"/>
    <dgm:txPr/>
    <dgm:style>
      <a:lnRef idx="2">
        <a:scrgbClr r="0" g="0" b="0"/>
      </a:lnRef>
      <a:fillRef idx="0">
        <a:scrgbClr r="0" g="0" b="0"/>
      </a:fillRef>
      <a:effectRef idx="0">
        <a:scrgbClr r="0" g="0" b="0"/>
      </a:effectRef>
      <a:fontRef idx="minor"/>
    </dgm:style>
  </dgm:styleLbl>
  <dgm:styleLbl name="parChTrans1D3">
    <dgm:scene3d>
      <a:camera prst="orthographicFront"/>
      <a:lightRig rig="chilly" dir="t"/>
    </dgm:scene3d>
    <dgm:sp3d z="-40000" prstMaterial="matte"/>
    <dgm:txPr/>
    <dgm:style>
      <a:lnRef idx="2">
        <a:scrgbClr r="0" g="0" b="0"/>
      </a:lnRef>
      <a:fillRef idx="0">
        <a:scrgbClr r="0" g="0" b="0"/>
      </a:fillRef>
      <a:effectRef idx="0">
        <a:scrgbClr r="0" g="0" b="0"/>
      </a:effectRef>
      <a:fontRef idx="minor"/>
    </dgm:style>
  </dgm:styleLbl>
  <dgm:styleLbl name="parChTrans1D4">
    <dgm:scene3d>
      <a:camera prst="orthographicFront"/>
      <a:lightRig rig="chilly" dir="t"/>
    </dgm:scene3d>
    <dgm:sp3d z="-40000" prstMaterial="matte"/>
    <dgm:txPr/>
    <dgm:style>
      <a:lnRef idx="2">
        <a:scrgbClr r="0" g="0" b="0"/>
      </a:lnRef>
      <a:fillRef idx="0">
        <a:scrgbClr r="0" g="0" b="0"/>
      </a:fillRef>
      <a:effectRef idx="0">
        <a:scrgbClr r="0" g="0" b="0"/>
      </a:effectRef>
      <a:fontRef idx="minor"/>
    </dgm:style>
  </dgm:styleLbl>
  <dgm:styleLbl name="fgAcc1">
    <dgm:scene3d>
      <a:camera prst="orthographicFront"/>
      <a:lightRig rig="chilly" dir="t"/>
    </dgm:scene3d>
    <dgm:sp3d z="12700"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conFgAcc1">
    <dgm:scene3d>
      <a:camera prst="orthographicFront"/>
      <a:lightRig rig="chilly" dir="t"/>
    </dgm:scene3d>
    <dgm:sp3d z="12700"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alignAcc1">
    <dgm:scene3d>
      <a:camera prst="orthographicFront"/>
      <a:lightRig rig="chilly" dir="t"/>
    </dgm:scene3d>
    <dgm:sp3d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trAlignAcc1">
    <dgm:scene3d>
      <a:camera prst="orthographicFront"/>
      <a:lightRig rig="chilly" dir="t"/>
    </dgm:scene3d>
    <dgm:sp3d prstMaterial="dkEdge">
      <a:bevelT w="127000" h="25400"/>
    </dgm:sp3d>
    <dgm:txPr/>
    <dgm:style>
      <a:lnRef idx="1">
        <a:scrgbClr r="0" g="0" b="0"/>
      </a:lnRef>
      <a:fillRef idx="1">
        <a:scrgbClr r="0" g="0" b="0"/>
      </a:fillRef>
      <a:effectRef idx="0">
        <a:scrgbClr r="0" g="0" b="0"/>
      </a:effectRef>
      <a:fontRef idx="minor">
        <a:schemeClr val="lt1"/>
      </a:fontRef>
    </dgm:style>
  </dgm:styleLbl>
  <dgm:styleLbl name="bgAcc1">
    <dgm:scene3d>
      <a:camera prst="orthographicFront"/>
      <a:lightRig rig="chilly" dir="t"/>
    </dgm:scene3d>
    <dgm:sp3d z="-12700"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solidFgAcc1">
    <dgm:scene3d>
      <a:camera prst="orthographicFront"/>
      <a:lightRig rig="chilly" dir="t"/>
    </dgm:scene3d>
    <dgm:sp3d z="12700"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solidAlignAcc1">
    <dgm:scene3d>
      <a:camera prst="orthographicFront"/>
      <a:lightRig rig="chilly" dir="t"/>
    </dgm:scene3d>
    <dgm:sp3d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solidBgAcc1">
    <dgm:scene3d>
      <a:camera prst="orthographicFront"/>
      <a:lightRig rig="chilly" dir="t"/>
    </dgm:scene3d>
    <dgm:sp3d z="-12700"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fgAccFollowNode1">
    <dgm:scene3d>
      <a:camera prst="orthographicFront"/>
      <a:lightRig rig="chilly" dir="t"/>
    </dgm:scene3d>
    <dgm:sp3d z="12700"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chilly" dir="t"/>
    </dgm:scene3d>
    <dgm:sp3d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bgAccFollowNode1">
    <dgm:scene3d>
      <a:camera prst="orthographicFront"/>
      <a:lightRig rig="chilly" dir="t"/>
    </dgm:scene3d>
    <dgm:sp3d z="-12700"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fgAcc0">
    <dgm:scene3d>
      <a:camera prst="orthographicFront"/>
      <a:lightRig rig="chilly" dir="t"/>
    </dgm:scene3d>
    <dgm:sp3d z="12700"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fgAcc2">
    <dgm:scene3d>
      <a:camera prst="orthographicFront"/>
      <a:lightRig rig="chilly" dir="t"/>
    </dgm:scene3d>
    <dgm:sp3d z="12700"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fgAcc3">
    <dgm:scene3d>
      <a:camera prst="orthographicFront"/>
      <a:lightRig rig="chilly" dir="t"/>
    </dgm:scene3d>
    <dgm:sp3d z="12700"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fgAcc4">
    <dgm:scene3d>
      <a:camera prst="orthographicFront"/>
      <a:lightRig rig="chilly" dir="t"/>
    </dgm:scene3d>
    <dgm:sp3d z="12700"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bgShp">
    <dgm:scene3d>
      <a:camera prst="orthographicFront"/>
      <a:lightRig rig="chilly" dir="t"/>
    </dgm:scene3d>
    <dgm:sp3d z="-12700" extrusionH="1700" prstMaterial="translucentPowder">
      <a:bevelT w="25400" h="6350" prst="softRound"/>
      <a:bevelB w="0" h="0" prst="convex"/>
    </dgm:sp3d>
    <dgm:txPr/>
    <dgm:style>
      <a:lnRef idx="0">
        <a:scrgbClr r="0" g="0" b="0"/>
      </a:lnRef>
      <a:fillRef idx="1">
        <a:scrgbClr r="0" g="0" b="0"/>
      </a:fillRef>
      <a:effectRef idx="0">
        <a:scrgbClr r="0" g="0" b="0"/>
      </a:effectRef>
      <a:fontRef idx="minor"/>
    </dgm:style>
  </dgm:styleLbl>
  <dgm:styleLbl name="dkBgShp">
    <dgm:scene3d>
      <a:camera prst="orthographicFront"/>
      <a:lightRig rig="chilly" dir="t"/>
    </dgm:scene3d>
    <dgm:sp3d extrusionH="1700" prstMaterial="translucentPowder">
      <a:bevelT w="25400" h="6350" prst="softRound"/>
      <a:bevelB w="0" h="0" prst="convex"/>
    </dgm:sp3d>
    <dgm:txPr/>
    <dgm:style>
      <a:lnRef idx="0">
        <a:scrgbClr r="0" g="0" b="0"/>
      </a:lnRef>
      <a:fillRef idx="1">
        <a:scrgbClr r="0" g="0" b="0"/>
      </a:fillRef>
      <a:effectRef idx="0">
        <a:scrgbClr r="0" g="0" b="0"/>
      </a:effectRef>
      <a:fontRef idx="minor"/>
    </dgm:style>
  </dgm:styleLbl>
  <dgm:styleLbl name="trBgShp">
    <dgm:scene3d>
      <a:camera prst="orthographicFront"/>
      <a:lightRig rig="chilly" dir="t"/>
    </dgm:scene3d>
    <dgm:sp3d z="-152400" prstMaterial="matte"/>
    <dgm:txPr/>
    <dgm:style>
      <a:lnRef idx="0">
        <a:scrgbClr r="0" g="0" b="0"/>
      </a:lnRef>
      <a:fillRef idx="1">
        <a:scrgbClr r="0" g="0" b="0"/>
      </a:fillRef>
      <a:effectRef idx="0">
        <a:scrgbClr r="0" g="0" b="0"/>
      </a:effectRef>
      <a:fontRef idx="minor"/>
    </dgm:style>
  </dgm:styleLbl>
  <dgm:styleLbl name="fgShp">
    <dgm:scene3d>
      <a:camera prst="orthographicFront"/>
      <a:lightRig rig="chilly" dir="t"/>
    </dgm:scene3d>
    <dgm:sp3d z="12700" extrusionH="1700" prstMaterial="translucentPowder">
      <a:bevelT w="25400" h="6350" prst="softRound"/>
      <a:bevelB w="0" h="0" prst="convex"/>
    </dgm:sp3d>
    <dgm:txPr/>
    <dgm:style>
      <a:lnRef idx="0">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6.xml><?xml version="1.0" encoding="utf-8"?>
<dgm:styleDef xmlns:dgm="http://schemas.openxmlformats.org/drawingml/2006/diagram" xmlns:a="http://schemas.openxmlformats.org/drawingml/2006/main" uniqueId="urn:microsoft.com/office/officeart/2005/8/quickstyle/3d4">
  <dgm:title val=""/>
  <dgm:desc val=""/>
  <dgm:catLst>
    <dgm:cat type="3D" pri="11400"/>
  </dgm:catLst>
  <dgm:scene3d>
    <a:camera prst="orthographicFront"/>
    <a:lightRig rig="threePt" dir="t"/>
  </dgm:scene3d>
  <dgm:styleLbl name="node0">
    <dgm:scene3d>
      <a:camera prst="orthographicFront"/>
      <a:lightRig rig="chilly" dir="t"/>
    </dgm:scene3d>
    <dgm:sp3d prstMaterial="translucentPowder">
      <a:bevelT w="127000" h="25400" prst="softRound"/>
    </dgm:sp3d>
    <dgm:txPr/>
    <dgm:style>
      <a:lnRef idx="0">
        <a:scrgbClr r="0" g="0" b="0"/>
      </a:lnRef>
      <a:fillRef idx="1">
        <a:scrgbClr r="0" g="0" b="0"/>
      </a:fillRef>
      <a:effectRef idx="0">
        <a:scrgbClr r="0" g="0" b="0"/>
      </a:effectRef>
      <a:fontRef idx="minor">
        <a:schemeClr val="lt1"/>
      </a:fontRef>
    </dgm:style>
  </dgm:styleLbl>
  <dgm:styleLbl name="lnNode1">
    <dgm:scene3d>
      <a:camera prst="orthographicFront"/>
      <a:lightRig rig="chilly" dir="t"/>
    </dgm:scene3d>
    <dgm:sp3d prstMaterial="translucentPowder">
      <a:bevelT w="127000" h="25400" prst="softRound"/>
    </dgm:sp3d>
    <dgm:txPr/>
    <dgm:style>
      <a:lnRef idx="0">
        <a:scrgbClr r="0" g="0" b="0"/>
      </a:lnRef>
      <a:fillRef idx="1">
        <a:scrgbClr r="0" g="0" b="0"/>
      </a:fillRef>
      <a:effectRef idx="0">
        <a:scrgbClr r="0" g="0" b="0"/>
      </a:effectRef>
      <a:fontRef idx="minor">
        <a:schemeClr val="lt1"/>
      </a:fontRef>
    </dgm:style>
  </dgm:styleLbl>
  <dgm:styleLbl name="vennNode1">
    <dgm:scene3d>
      <a:camera prst="orthographicFront"/>
      <a:lightRig rig="chilly" dir="t"/>
    </dgm:scene3d>
    <dgm:sp3d prstMaterial="translucentPowder">
      <a:bevelT w="127000" h="25400" prst="softRound"/>
    </dgm:sp3d>
    <dgm:txPr/>
    <dgm:style>
      <a:lnRef idx="0">
        <a:scrgbClr r="0" g="0" b="0"/>
      </a:lnRef>
      <a:fillRef idx="1">
        <a:scrgbClr r="0" g="0" b="0"/>
      </a:fillRef>
      <a:effectRef idx="0">
        <a:scrgbClr r="0" g="0" b="0"/>
      </a:effectRef>
      <a:fontRef idx="minor">
        <a:schemeClr val="tx1"/>
      </a:fontRef>
    </dgm:style>
  </dgm:styleLbl>
  <dgm:styleLbl name="alignNode1">
    <dgm:scene3d>
      <a:camera prst="orthographicFront"/>
      <a:lightRig rig="chilly" dir="t"/>
    </dgm:scene3d>
    <dgm:sp3d prstMaterial="translucentPowder">
      <a:bevelT w="127000" h="25400" prst="softRound"/>
    </dgm:sp3d>
    <dgm:txPr/>
    <dgm:style>
      <a:lnRef idx="1">
        <a:scrgbClr r="0" g="0" b="0"/>
      </a:lnRef>
      <a:fillRef idx="1">
        <a:scrgbClr r="0" g="0" b="0"/>
      </a:fillRef>
      <a:effectRef idx="0">
        <a:scrgbClr r="0" g="0" b="0"/>
      </a:effectRef>
      <a:fontRef idx="minor">
        <a:schemeClr val="lt1"/>
      </a:fontRef>
    </dgm:style>
  </dgm:styleLbl>
  <dgm:styleLbl name="node1">
    <dgm:scene3d>
      <a:camera prst="orthographicFront"/>
      <a:lightRig rig="chilly" dir="t"/>
    </dgm:scene3d>
    <dgm:sp3d prstMaterial="translucentPowder">
      <a:bevelT w="127000" h="25400" prst="softRound"/>
    </dgm:sp3d>
    <dgm:txPr/>
    <dgm:style>
      <a:lnRef idx="0">
        <a:scrgbClr r="0" g="0" b="0"/>
      </a:lnRef>
      <a:fillRef idx="1">
        <a:scrgbClr r="0" g="0" b="0"/>
      </a:fillRef>
      <a:effectRef idx="0">
        <a:scrgbClr r="0" g="0" b="0"/>
      </a:effectRef>
      <a:fontRef idx="minor">
        <a:schemeClr val="lt1"/>
      </a:fontRef>
    </dgm:style>
  </dgm:styleLbl>
  <dgm:styleLbl name="node2">
    <dgm:scene3d>
      <a:camera prst="orthographicFront"/>
      <a:lightRig rig="chilly" dir="t"/>
    </dgm:scene3d>
    <dgm:sp3d prstMaterial="translucentPowder">
      <a:bevelT w="127000" h="25400" prst="softRound"/>
    </dgm:sp3d>
    <dgm:txPr/>
    <dgm:style>
      <a:lnRef idx="0">
        <a:scrgbClr r="0" g="0" b="0"/>
      </a:lnRef>
      <a:fillRef idx="1">
        <a:scrgbClr r="0" g="0" b="0"/>
      </a:fillRef>
      <a:effectRef idx="0">
        <a:scrgbClr r="0" g="0" b="0"/>
      </a:effectRef>
      <a:fontRef idx="minor">
        <a:schemeClr val="lt1"/>
      </a:fontRef>
    </dgm:style>
  </dgm:styleLbl>
  <dgm:styleLbl name="node3">
    <dgm:scene3d>
      <a:camera prst="orthographicFront"/>
      <a:lightRig rig="chilly" dir="t"/>
    </dgm:scene3d>
    <dgm:sp3d prstMaterial="translucentPowder">
      <a:bevelT w="127000" h="25400" prst="softRound"/>
    </dgm:sp3d>
    <dgm:txPr/>
    <dgm:style>
      <a:lnRef idx="0">
        <a:scrgbClr r="0" g="0" b="0"/>
      </a:lnRef>
      <a:fillRef idx="1">
        <a:scrgbClr r="0" g="0" b="0"/>
      </a:fillRef>
      <a:effectRef idx="0">
        <a:scrgbClr r="0" g="0" b="0"/>
      </a:effectRef>
      <a:fontRef idx="minor">
        <a:schemeClr val="lt1"/>
      </a:fontRef>
    </dgm:style>
  </dgm:styleLbl>
  <dgm:styleLbl name="node4">
    <dgm:scene3d>
      <a:camera prst="orthographicFront"/>
      <a:lightRig rig="chilly" dir="t"/>
    </dgm:scene3d>
    <dgm:sp3d prstMaterial="translucentPowder">
      <a:bevelT w="127000" h="25400" prst="softRound"/>
    </dgm:sp3d>
    <dgm:txPr/>
    <dgm:style>
      <a:lnRef idx="0">
        <a:scrgbClr r="0" g="0" b="0"/>
      </a:lnRef>
      <a:fillRef idx="1">
        <a:scrgbClr r="0" g="0" b="0"/>
      </a:fillRef>
      <a:effectRef idx="0">
        <a:scrgbClr r="0" g="0" b="0"/>
      </a:effectRef>
      <a:fontRef idx="minor">
        <a:schemeClr val="lt1"/>
      </a:fontRef>
    </dgm:style>
  </dgm:styleLbl>
  <dgm:styleLbl name="fgImgPlace1">
    <dgm:scene3d>
      <a:camera prst="orthographicFront"/>
      <a:lightRig rig="chilly" dir="t"/>
    </dgm:scene3d>
    <dgm:sp3d z="12700" extrusionH="12700" prstMaterial="translucentPowder">
      <a:bevelT w="25400" h="6350" prst="softRound"/>
      <a:bevelB w="0" h="0" prst="convex"/>
    </dgm:sp3d>
    <dgm:txPr/>
    <dgm:style>
      <a:lnRef idx="0">
        <a:scrgbClr r="0" g="0" b="0"/>
      </a:lnRef>
      <a:fillRef idx="1">
        <a:scrgbClr r="0" g="0" b="0"/>
      </a:fillRef>
      <a:effectRef idx="0">
        <a:scrgbClr r="0" g="0" b="0"/>
      </a:effectRef>
      <a:fontRef idx="minor"/>
    </dgm:style>
  </dgm:styleLbl>
  <dgm:styleLbl name="alignImgPlace1">
    <dgm:scene3d>
      <a:camera prst="orthographicFront"/>
      <a:lightRig rig="chilly" dir="t"/>
    </dgm:scene3d>
    <dgm:sp3d prstMaterial="translucentPowder">
      <a:bevelT w="127000" h="25400" prst="softRound"/>
    </dgm:sp3d>
    <dgm:txPr/>
    <dgm:style>
      <a:lnRef idx="0">
        <a:scrgbClr r="0" g="0" b="0"/>
      </a:lnRef>
      <a:fillRef idx="1">
        <a:scrgbClr r="0" g="0" b="0"/>
      </a:fillRef>
      <a:effectRef idx="0">
        <a:scrgbClr r="0" g="0" b="0"/>
      </a:effectRef>
      <a:fontRef idx="minor">
        <a:schemeClr val="lt1"/>
      </a:fontRef>
    </dgm:style>
  </dgm:styleLbl>
  <dgm:styleLbl name="bgImgPlace1">
    <dgm:scene3d>
      <a:camera prst="orthographicFront"/>
      <a:lightRig rig="chilly" dir="t"/>
    </dgm:scene3d>
    <dgm:sp3d z="-25700" extrusionH="63500" contourW="12700" prstMaterial="matte">
      <a:contourClr>
        <a:schemeClr val="lt1"/>
      </a:contourClr>
    </dgm:sp3d>
    <dgm:txPr/>
    <dgm:style>
      <a:lnRef idx="0">
        <a:scrgbClr r="0" g="0" b="0"/>
      </a:lnRef>
      <a:fillRef idx="1">
        <a:scrgbClr r="0" g="0" b="0"/>
      </a:fillRef>
      <a:effectRef idx="0">
        <a:scrgbClr r="0" g="0" b="0"/>
      </a:effectRef>
      <a:fontRef idx="minor"/>
    </dgm:style>
  </dgm:styleLbl>
  <dgm:styleLbl name="sibTrans2D1">
    <dgm:scene3d>
      <a:camera prst="orthographicFront"/>
      <a:lightRig rig="chilly" dir="t"/>
    </dgm:scene3d>
    <dgm:sp3d z="-70000" extrusionH="1700" prstMaterial="translucentPowder">
      <a:bevelT w="25400" h="6350" prst="softRound"/>
      <a:bevelB w="0" h="0" prst="convex"/>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chilly" dir="t"/>
    </dgm:scene3d>
    <dgm:sp3d z="12700" extrusionH="1700" prstMaterial="translucentPowder">
      <a:bevelT w="25400" h="6350" prst="softRound"/>
      <a:bevelB w="0" h="0" prst="convex"/>
    </dgm:sp3d>
    <dgm:txPr/>
    <dgm:style>
      <a:lnRef idx="0">
        <a:scrgbClr r="0" g="0" b="0"/>
      </a:lnRef>
      <a:fillRef idx="1">
        <a:scrgbClr r="0" g="0" b="0"/>
      </a:fillRef>
      <a:effectRef idx="0">
        <a:scrgbClr r="0" g="0" b="0"/>
      </a:effectRef>
      <a:fontRef idx="minor"/>
    </dgm:style>
  </dgm:styleLbl>
  <dgm:styleLbl name="bgSibTrans2D1">
    <dgm:scene3d>
      <a:camera prst="orthographicFront"/>
      <a:lightRig rig="chilly" dir="t"/>
    </dgm:scene3d>
    <dgm:sp3d z="-25700" extrusionH="1700" prstMaterial="translucentPowder">
      <a:bevelT w="25400" h="6350" prst="softRound"/>
      <a:bevelB w="0" h="0" prst="convex"/>
    </dgm:sp3d>
    <dgm:txPr/>
    <dgm:style>
      <a:lnRef idx="0">
        <a:scrgbClr r="0" g="0" b="0"/>
      </a:lnRef>
      <a:fillRef idx="1">
        <a:scrgbClr r="0" g="0" b="0"/>
      </a:fillRef>
      <a:effectRef idx="0">
        <a:scrgbClr r="0" g="0" b="0"/>
      </a:effectRef>
      <a:fontRef idx="minor"/>
    </dgm:style>
  </dgm:styleLbl>
  <dgm:styleLbl name="sibTrans1D1">
    <dgm:scene3d>
      <a:camera prst="orthographicFront"/>
      <a:lightRig rig="chilly" dir="t"/>
    </dgm:scene3d>
    <dgm:sp3d z="-40000" prstMaterial="matte"/>
    <dgm:txPr/>
    <dgm:style>
      <a:lnRef idx="1">
        <a:scrgbClr r="0" g="0" b="0"/>
      </a:lnRef>
      <a:fillRef idx="0">
        <a:scrgbClr r="0" g="0" b="0"/>
      </a:fillRef>
      <a:effectRef idx="0">
        <a:scrgbClr r="0" g="0" b="0"/>
      </a:effectRef>
      <a:fontRef idx="minor"/>
    </dgm:style>
  </dgm:styleLbl>
  <dgm:styleLbl name="callout">
    <dgm:scene3d>
      <a:camera prst="orthographicFront"/>
      <a:lightRig rig="chilly" dir="t"/>
    </dgm:scene3d>
    <dgm:sp3d z="127000" prstMaterial="matte"/>
    <dgm:txPr/>
    <dgm:style>
      <a:lnRef idx="2">
        <a:scrgbClr r="0" g="0" b="0"/>
      </a:lnRef>
      <a:fillRef idx="1">
        <a:scrgbClr r="0" g="0" b="0"/>
      </a:fillRef>
      <a:effectRef idx="0">
        <a:scrgbClr r="0" g="0" b="0"/>
      </a:effectRef>
      <a:fontRef idx="minor"/>
    </dgm:style>
  </dgm:styleLbl>
  <dgm:styleLbl name="asst0">
    <dgm:scene3d>
      <a:camera prst="orthographicFront"/>
      <a:lightRig rig="chilly" dir="t"/>
    </dgm:scene3d>
    <dgm:sp3d prstMaterial="translucentPowder">
      <a:bevelT w="127000" h="25400" prst="softRound"/>
    </dgm:sp3d>
    <dgm:txPr/>
    <dgm:style>
      <a:lnRef idx="0">
        <a:scrgbClr r="0" g="0" b="0"/>
      </a:lnRef>
      <a:fillRef idx="1">
        <a:scrgbClr r="0" g="0" b="0"/>
      </a:fillRef>
      <a:effectRef idx="0">
        <a:scrgbClr r="0" g="0" b="0"/>
      </a:effectRef>
      <a:fontRef idx="minor">
        <a:schemeClr val="lt1"/>
      </a:fontRef>
    </dgm:style>
  </dgm:styleLbl>
  <dgm:styleLbl name="asst1">
    <dgm:scene3d>
      <a:camera prst="orthographicFront"/>
      <a:lightRig rig="chilly" dir="t"/>
    </dgm:scene3d>
    <dgm:sp3d prstMaterial="translucentPowder">
      <a:bevelT w="127000" h="25400" prst="softRound"/>
    </dgm:sp3d>
    <dgm:txPr/>
    <dgm:style>
      <a:lnRef idx="0">
        <a:scrgbClr r="0" g="0" b="0"/>
      </a:lnRef>
      <a:fillRef idx="1">
        <a:scrgbClr r="0" g="0" b="0"/>
      </a:fillRef>
      <a:effectRef idx="0">
        <a:scrgbClr r="0" g="0" b="0"/>
      </a:effectRef>
      <a:fontRef idx="minor">
        <a:schemeClr val="lt1"/>
      </a:fontRef>
    </dgm:style>
  </dgm:styleLbl>
  <dgm:styleLbl name="asst2">
    <dgm:scene3d>
      <a:camera prst="orthographicFront"/>
      <a:lightRig rig="chilly" dir="t"/>
    </dgm:scene3d>
    <dgm:sp3d prstMaterial="translucentPowder">
      <a:bevelT w="127000" h="25400" prst="softRound"/>
    </dgm:sp3d>
    <dgm:txPr/>
    <dgm:style>
      <a:lnRef idx="0">
        <a:scrgbClr r="0" g="0" b="0"/>
      </a:lnRef>
      <a:fillRef idx="1">
        <a:scrgbClr r="0" g="0" b="0"/>
      </a:fillRef>
      <a:effectRef idx="0">
        <a:scrgbClr r="0" g="0" b="0"/>
      </a:effectRef>
      <a:fontRef idx="minor">
        <a:schemeClr val="lt1"/>
      </a:fontRef>
    </dgm:style>
  </dgm:styleLbl>
  <dgm:styleLbl name="asst3">
    <dgm:scene3d>
      <a:camera prst="orthographicFront"/>
      <a:lightRig rig="chilly" dir="t"/>
    </dgm:scene3d>
    <dgm:sp3d prstMaterial="translucentPowder">
      <a:bevelT w="127000" h="25400" prst="softRound"/>
    </dgm:sp3d>
    <dgm:txPr/>
    <dgm:style>
      <a:lnRef idx="0">
        <a:scrgbClr r="0" g="0" b="0"/>
      </a:lnRef>
      <a:fillRef idx="1">
        <a:scrgbClr r="0" g="0" b="0"/>
      </a:fillRef>
      <a:effectRef idx="0">
        <a:scrgbClr r="0" g="0" b="0"/>
      </a:effectRef>
      <a:fontRef idx="minor">
        <a:schemeClr val="lt1"/>
      </a:fontRef>
    </dgm:style>
  </dgm:styleLbl>
  <dgm:styleLbl name="parChTrans2D1">
    <dgm:scene3d>
      <a:camera prst="orthographicFront"/>
      <a:lightRig rig="chilly" dir="t"/>
    </dgm:scene3d>
    <dgm:sp3d z="1700" extrusionH="1700" prstMaterial="translucentPowder">
      <a:bevelT w="25400" h="6350" prst="softRound"/>
      <a:bevelB w="0" h="0" prst="convex"/>
    </dgm:sp3d>
    <dgm:txPr/>
    <dgm:style>
      <a:lnRef idx="0">
        <a:scrgbClr r="0" g="0" b="0"/>
      </a:lnRef>
      <a:fillRef idx="1">
        <a:scrgbClr r="0" g="0" b="0"/>
      </a:fillRef>
      <a:effectRef idx="0">
        <a:scrgbClr r="0" g="0" b="0"/>
      </a:effectRef>
      <a:fontRef idx="minor"/>
    </dgm:style>
  </dgm:styleLbl>
  <dgm:styleLbl name="parChTrans2D2">
    <dgm:scene3d>
      <a:camera prst="orthographicFront"/>
      <a:lightRig rig="chilly" dir="t"/>
    </dgm:scene3d>
    <dgm:sp3d z="1700" extrusionH="1700" prstMaterial="translucentPowder">
      <a:bevelT w="25400" h="6350" prst="softRound"/>
      <a:bevelB w="0" h="0" prst="convex"/>
    </dgm:sp3d>
    <dgm:txPr/>
    <dgm:style>
      <a:lnRef idx="0">
        <a:scrgbClr r="0" g="0" b="0"/>
      </a:lnRef>
      <a:fillRef idx="1">
        <a:scrgbClr r="0" g="0" b="0"/>
      </a:fillRef>
      <a:effectRef idx="0">
        <a:scrgbClr r="0" g="0" b="0"/>
      </a:effectRef>
      <a:fontRef idx="minor"/>
    </dgm:style>
  </dgm:styleLbl>
  <dgm:styleLbl name="parChTrans2D3">
    <dgm:scene3d>
      <a:camera prst="orthographicFront"/>
      <a:lightRig rig="chilly" dir="t"/>
    </dgm:scene3d>
    <dgm:sp3d extrusionH="1700" prstMaterial="translucentPowder">
      <a:bevelT w="25400" h="6350" prst="softRound"/>
      <a:bevelB w="0" h="0" prst="convex"/>
    </dgm:sp3d>
    <dgm:txPr/>
    <dgm:style>
      <a:lnRef idx="0">
        <a:scrgbClr r="0" g="0" b="0"/>
      </a:lnRef>
      <a:fillRef idx="1">
        <a:scrgbClr r="0" g="0" b="0"/>
      </a:fillRef>
      <a:effectRef idx="0">
        <a:scrgbClr r="0" g="0" b="0"/>
      </a:effectRef>
      <a:fontRef idx="minor"/>
    </dgm:style>
  </dgm:styleLbl>
  <dgm:styleLbl name="parChTrans2D4">
    <dgm:scene3d>
      <a:camera prst="orthographicFront"/>
      <a:lightRig rig="chilly" dir="t"/>
    </dgm:scene3d>
    <dgm:sp3d extrusionH="1700" prstMaterial="translucentPowder">
      <a:bevelT w="25400" h="6350" prst="softRound"/>
      <a:bevelB w="0" h="0" prst="convex"/>
    </dgm:sp3d>
    <dgm:txPr/>
    <dgm:style>
      <a:lnRef idx="0">
        <a:scrgbClr r="0" g="0" b="0"/>
      </a:lnRef>
      <a:fillRef idx="1">
        <a:scrgbClr r="0" g="0" b="0"/>
      </a:fillRef>
      <a:effectRef idx="0">
        <a:scrgbClr r="0" g="0" b="0"/>
      </a:effectRef>
      <a:fontRef idx="minor"/>
    </dgm:style>
  </dgm:styleLbl>
  <dgm:styleLbl name="parChTrans1D1">
    <dgm:scene3d>
      <a:camera prst="orthographicFront"/>
      <a:lightRig rig="chilly" dir="t"/>
    </dgm:scene3d>
    <dgm:sp3d z="-40000" prstMaterial="matte"/>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z="-40000" prstMaterial="matte"/>
    <dgm:txPr/>
    <dgm:style>
      <a:lnRef idx="2">
        <a:scrgbClr r="0" g="0" b="0"/>
      </a:lnRef>
      <a:fillRef idx="0">
        <a:scrgbClr r="0" g="0" b="0"/>
      </a:fillRef>
      <a:effectRef idx="0">
        <a:scrgbClr r="0" g="0" b="0"/>
      </a:effectRef>
      <a:fontRef idx="minor"/>
    </dgm:style>
  </dgm:styleLbl>
  <dgm:styleLbl name="parChTrans1D3">
    <dgm:scene3d>
      <a:camera prst="orthographicFront"/>
      <a:lightRig rig="chilly" dir="t"/>
    </dgm:scene3d>
    <dgm:sp3d z="-40000" prstMaterial="matte"/>
    <dgm:txPr/>
    <dgm:style>
      <a:lnRef idx="2">
        <a:scrgbClr r="0" g="0" b="0"/>
      </a:lnRef>
      <a:fillRef idx="0">
        <a:scrgbClr r="0" g="0" b="0"/>
      </a:fillRef>
      <a:effectRef idx="0">
        <a:scrgbClr r="0" g="0" b="0"/>
      </a:effectRef>
      <a:fontRef idx="minor"/>
    </dgm:style>
  </dgm:styleLbl>
  <dgm:styleLbl name="parChTrans1D4">
    <dgm:scene3d>
      <a:camera prst="orthographicFront"/>
      <a:lightRig rig="chilly" dir="t"/>
    </dgm:scene3d>
    <dgm:sp3d z="-40000" prstMaterial="matte"/>
    <dgm:txPr/>
    <dgm:style>
      <a:lnRef idx="2">
        <a:scrgbClr r="0" g="0" b="0"/>
      </a:lnRef>
      <a:fillRef idx="0">
        <a:scrgbClr r="0" g="0" b="0"/>
      </a:fillRef>
      <a:effectRef idx="0">
        <a:scrgbClr r="0" g="0" b="0"/>
      </a:effectRef>
      <a:fontRef idx="minor"/>
    </dgm:style>
  </dgm:styleLbl>
  <dgm:styleLbl name="fgAcc1">
    <dgm:scene3d>
      <a:camera prst="orthographicFront"/>
      <a:lightRig rig="chilly" dir="t"/>
    </dgm:scene3d>
    <dgm:sp3d z="12700"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conFgAcc1">
    <dgm:scene3d>
      <a:camera prst="orthographicFront"/>
      <a:lightRig rig="chilly" dir="t"/>
    </dgm:scene3d>
    <dgm:sp3d z="12700"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alignAcc1">
    <dgm:scene3d>
      <a:camera prst="orthographicFront"/>
      <a:lightRig rig="chilly" dir="t"/>
    </dgm:scene3d>
    <dgm:sp3d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trAlignAcc1">
    <dgm:scene3d>
      <a:camera prst="orthographicFront"/>
      <a:lightRig rig="chilly" dir="t"/>
    </dgm:scene3d>
    <dgm:sp3d prstMaterial="dkEdge">
      <a:bevelT w="127000" h="25400"/>
    </dgm:sp3d>
    <dgm:txPr/>
    <dgm:style>
      <a:lnRef idx="1">
        <a:scrgbClr r="0" g="0" b="0"/>
      </a:lnRef>
      <a:fillRef idx="1">
        <a:scrgbClr r="0" g="0" b="0"/>
      </a:fillRef>
      <a:effectRef idx="0">
        <a:scrgbClr r="0" g="0" b="0"/>
      </a:effectRef>
      <a:fontRef idx="minor">
        <a:schemeClr val="lt1"/>
      </a:fontRef>
    </dgm:style>
  </dgm:styleLbl>
  <dgm:styleLbl name="bgAcc1">
    <dgm:scene3d>
      <a:camera prst="orthographicFront"/>
      <a:lightRig rig="chilly" dir="t"/>
    </dgm:scene3d>
    <dgm:sp3d z="-12700"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solidFgAcc1">
    <dgm:scene3d>
      <a:camera prst="orthographicFront"/>
      <a:lightRig rig="chilly" dir="t"/>
    </dgm:scene3d>
    <dgm:sp3d z="12700"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solidAlignAcc1">
    <dgm:scene3d>
      <a:camera prst="orthographicFront"/>
      <a:lightRig rig="chilly" dir="t"/>
    </dgm:scene3d>
    <dgm:sp3d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solidBgAcc1">
    <dgm:scene3d>
      <a:camera prst="orthographicFront"/>
      <a:lightRig rig="chilly" dir="t"/>
    </dgm:scene3d>
    <dgm:sp3d z="-12700"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fgAccFollowNode1">
    <dgm:scene3d>
      <a:camera prst="orthographicFront"/>
      <a:lightRig rig="chilly" dir="t"/>
    </dgm:scene3d>
    <dgm:sp3d z="12700"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chilly" dir="t"/>
    </dgm:scene3d>
    <dgm:sp3d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bgAccFollowNode1">
    <dgm:scene3d>
      <a:camera prst="orthographicFront"/>
      <a:lightRig rig="chilly" dir="t"/>
    </dgm:scene3d>
    <dgm:sp3d z="-12700"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fgAcc0">
    <dgm:scene3d>
      <a:camera prst="orthographicFront"/>
      <a:lightRig rig="chilly" dir="t"/>
    </dgm:scene3d>
    <dgm:sp3d z="12700"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fgAcc2">
    <dgm:scene3d>
      <a:camera prst="orthographicFront"/>
      <a:lightRig rig="chilly" dir="t"/>
    </dgm:scene3d>
    <dgm:sp3d z="12700"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fgAcc3">
    <dgm:scene3d>
      <a:camera prst="orthographicFront"/>
      <a:lightRig rig="chilly" dir="t"/>
    </dgm:scene3d>
    <dgm:sp3d z="12700"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fgAcc4">
    <dgm:scene3d>
      <a:camera prst="orthographicFront"/>
      <a:lightRig rig="chilly" dir="t"/>
    </dgm:scene3d>
    <dgm:sp3d z="12700"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bgShp">
    <dgm:scene3d>
      <a:camera prst="orthographicFront"/>
      <a:lightRig rig="chilly" dir="t"/>
    </dgm:scene3d>
    <dgm:sp3d z="-12700" extrusionH="1700" prstMaterial="translucentPowder">
      <a:bevelT w="25400" h="6350" prst="softRound"/>
      <a:bevelB w="0" h="0" prst="convex"/>
    </dgm:sp3d>
    <dgm:txPr/>
    <dgm:style>
      <a:lnRef idx="0">
        <a:scrgbClr r="0" g="0" b="0"/>
      </a:lnRef>
      <a:fillRef idx="1">
        <a:scrgbClr r="0" g="0" b="0"/>
      </a:fillRef>
      <a:effectRef idx="0">
        <a:scrgbClr r="0" g="0" b="0"/>
      </a:effectRef>
      <a:fontRef idx="minor"/>
    </dgm:style>
  </dgm:styleLbl>
  <dgm:styleLbl name="dkBgShp">
    <dgm:scene3d>
      <a:camera prst="orthographicFront"/>
      <a:lightRig rig="chilly" dir="t"/>
    </dgm:scene3d>
    <dgm:sp3d extrusionH="1700" prstMaterial="translucentPowder">
      <a:bevelT w="25400" h="6350" prst="softRound"/>
      <a:bevelB w="0" h="0" prst="convex"/>
    </dgm:sp3d>
    <dgm:txPr/>
    <dgm:style>
      <a:lnRef idx="0">
        <a:scrgbClr r="0" g="0" b="0"/>
      </a:lnRef>
      <a:fillRef idx="1">
        <a:scrgbClr r="0" g="0" b="0"/>
      </a:fillRef>
      <a:effectRef idx="0">
        <a:scrgbClr r="0" g="0" b="0"/>
      </a:effectRef>
      <a:fontRef idx="minor"/>
    </dgm:style>
  </dgm:styleLbl>
  <dgm:styleLbl name="trBgShp">
    <dgm:scene3d>
      <a:camera prst="orthographicFront"/>
      <a:lightRig rig="chilly" dir="t"/>
    </dgm:scene3d>
    <dgm:sp3d z="-152400" prstMaterial="matte"/>
    <dgm:txPr/>
    <dgm:style>
      <a:lnRef idx="0">
        <a:scrgbClr r="0" g="0" b="0"/>
      </a:lnRef>
      <a:fillRef idx="1">
        <a:scrgbClr r="0" g="0" b="0"/>
      </a:fillRef>
      <a:effectRef idx="0">
        <a:scrgbClr r="0" g="0" b="0"/>
      </a:effectRef>
      <a:fontRef idx="minor"/>
    </dgm:style>
  </dgm:styleLbl>
  <dgm:styleLbl name="fgShp">
    <dgm:scene3d>
      <a:camera prst="orthographicFront"/>
      <a:lightRig rig="chilly" dir="t"/>
    </dgm:scene3d>
    <dgm:sp3d z="12700" extrusionH="1700" prstMaterial="translucentPowder">
      <a:bevelT w="25400" h="6350" prst="softRound"/>
      <a:bevelB w="0" h="0" prst="convex"/>
    </dgm:sp3d>
    <dgm:txPr/>
    <dgm:style>
      <a:lnRef idx="0">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7.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8.xml><?xml version="1.0" encoding="utf-8"?>
<dgm:styleDef xmlns:dgm="http://schemas.openxmlformats.org/drawingml/2006/diagram" xmlns:a="http://schemas.openxmlformats.org/drawingml/2006/main" uniqueId="urn:microsoft.com/office/officeart/2005/8/quickstyle/simple2">
  <dgm:title val=""/>
  <dgm:desc val=""/>
  <dgm:catLst>
    <dgm:cat type="simple" pri="10200"/>
  </dgm:catLst>
  <dgm:scene3d>
    <a:camera prst="orthographicFront"/>
    <a:lightRig rig="threePt" dir="t"/>
  </dgm:scene3d>
  <dgm:styleLbl name="node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ln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vennNode1">
    <dgm:scene3d>
      <a:camera prst="orthographicFront"/>
      <a:lightRig rig="threePt" dir="t"/>
    </dgm:scene3d>
    <dgm:sp3d/>
    <dgm:txPr/>
    <dgm:style>
      <a:lnRef idx="3">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1">
        <a:scrgbClr r="0" g="0" b="0"/>
      </a:effectRef>
      <a:fontRef idx="minor">
        <a:schemeClr val="lt1"/>
      </a:fontRef>
    </dgm:style>
  </dgm:styleLbl>
  <dgm:styleLbl name="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f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9.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0.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Üst Bilgi Yer Tutucusu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tr-TR"/>
          </a:p>
        </p:txBody>
      </p:sp>
      <p:sp>
        <p:nvSpPr>
          <p:cNvPr id="3" name="Veri Yer Tutucusu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DAA5788-3A33-4AB3-9BF1-E911D266AB0F}" type="datetimeFigureOut">
              <a:rPr lang="tr-TR" smtClean="0"/>
              <a:t>7.04.2025</a:t>
            </a:fld>
            <a:endParaRPr lang="tr-TR"/>
          </a:p>
        </p:txBody>
      </p:sp>
      <p:sp>
        <p:nvSpPr>
          <p:cNvPr id="4" name="Slayt Resmi Yer Tutucusu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tr-TR"/>
          </a:p>
        </p:txBody>
      </p:sp>
      <p:sp>
        <p:nvSpPr>
          <p:cNvPr id="5" name="Not Yer Tutucusu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tr-TR"/>
              <a:t>Asıl metin stillerini düzenlemek için tıklayın</a:t>
            </a:r>
          </a:p>
          <a:p>
            <a:pPr lvl="1"/>
            <a:r>
              <a:rPr lang="tr-TR"/>
              <a:t>İkinci düzey</a:t>
            </a:r>
          </a:p>
          <a:p>
            <a:pPr lvl="2"/>
            <a:r>
              <a:rPr lang="tr-TR"/>
              <a:t>Üçüncü düzey</a:t>
            </a:r>
          </a:p>
          <a:p>
            <a:pPr lvl="3"/>
            <a:r>
              <a:rPr lang="tr-TR"/>
              <a:t>Dördüncü düzey</a:t>
            </a:r>
          </a:p>
          <a:p>
            <a:pPr lvl="4"/>
            <a:r>
              <a:rPr lang="tr-TR"/>
              <a:t>Beşinci düzey</a:t>
            </a:r>
          </a:p>
        </p:txBody>
      </p:sp>
      <p:sp>
        <p:nvSpPr>
          <p:cNvPr id="6" name="Alt Bilgi Yer Tutucusu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tr-TR"/>
          </a:p>
        </p:txBody>
      </p:sp>
      <p:sp>
        <p:nvSpPr>
          <p:cNvPr id="7" name="Slayt Numarası Yer Tutucusu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300F515-8458-41EB-A872-8B48CCB6B867}" type="slidenum">
              <a:rPr lang="tr-TR" smtClean="0"/>
              <a:t>‹#›</a:t>
            </a:fld>
            <a:endParaRPr lang="tr-TR"/>
          </a:p>
        </p:txBody>
      </p:sp>
    </p:spTree>
    <p:extLst>
      <p:ext uri="{BB962C8B-B14F-4D97-AF65-F5344CB8AC3E}">
        <p14:creationId xmlns:p14="http://schemas.microsoft.com/office/powerpoint/2010/main" val="329183403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73.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7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ayt Resmi Yer Tutucusu 1"/>
          <p:cNvSpPr>
            <a:spLocks noGrp="1" noRot="1" noChangeAspect="1"/>
          </p:cNvSpPr>
          <p:nvPr>
            <p:ph type="sldImg"/>
          </p:nvPr>
        </p:nvSpPr>
        <p:spPr/>
      </p:sp>
      <p:sp>
        <p:nvSpPr>
          <p:cNvPr id="3" name="Not Yer Tutucusu 2"/>
          <p:cNvSpPr>
            <a:spLocks noGrp="1"/>
          </p:cNvSpPr>
          <p:nvPr>
            <p:ph type="body" idx="1"/>
          </p:nvPr>
        </p:nvSpPr>
        <p:spPr/>
        <p:txBody>
          <a:bodyPr/>
          <a:lstStyle/>
          <a:p>
            <a:endParaRPr lang="tr-TR" dirty="0"/>
          </a:p>
          <a:p>
            <a:endParaRPr lang="tr-TR" dirty="0"/>
          </a:p>
        </p:txBody>
      </p:sp>
      <p:sp>
        <p:nvSpPr>
          <p:cNvPr id="4" name="Slayt Numarası Yer Tutucusu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DC89FA38-288F-4614-A2F3-52FA34C3F9BA}" type="slidenum">
              <a:rPr kumimoji="0" lang="tr-TR"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a:t>
            </a:fld>
            <a:endParaRPr kumimoji="0" lang="tr-TR"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44728152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ayt Resmi Yer Tutucusu 1"/>
          <p:cNvSpPr>
            <a:spLocks noGrp="1" noRot="1" noChangeAspect="1"/>
          </p:cNvSpPr>
          <p:nvPr>
            <p:ph type="sldImg"/>
          </p:nvPr>
        </p:nvSpPr>
        <p:spPr/>
      </p:sp>
      <p:sp>
        <p:nvSpPr>
          <p:cNvPr id="3" name="Not Yer Tutucusu 2"/>
          <p:cNvSpPr>
            <a:spLocks noGrp="1"/>
          </p:cNvSpPr>
          <p:nvPr>
            <p:ph type="body" idx="1"/>
          </p:nvPr>
        </p:nvSpPr>
        <p:spPr/>
        <p:txBody>
          <a:bodyPr/>
          <a:lstStyle/>
          <a:p>
            <a:r>
              <a:rPr lang="tr-TR" dirty="0"/>
              <a:t>İşte işletmelerin kuruluş amaçlarına ulaşabilmesi, faaliyetlerini etkin ve verimli şekilde yerine getirebilmesi için bazı fonksiyonların işletmenin yöneticileri tarafından yerine getirilmesi gerekmektedir. Bu fonksiyonlar işletmelerin rekabet koşullarında ayakta kalabilmesi ve yaşamlarını sürdürebilmesiyle yakından ilgili faaliyetlerdir.  İşletmelerde bir yanda kaynaklar/girdiler, diğer yanda yönetim sürecinin sonucu olan mal ve hizmetler/çıktılar vardır. Kaynakların (girdilerin) mal ve hizmetler (çıktılar) haline dönüştürülmesi bir sürecin sonucudur. Bu süreçte girdiler ve faaliyetler planlanacak (planlama), sonra buna uygun bir yapı kurulacak (organize etme), daha sonra bu yapı faaliyete geçirilecek (yürütme) ve bunlar yapılırken işlerin doğru olup olmadığı denetlenecektir (kontrol) (</a:t>
            </a:r>
            <a:r>
              <a:rPr lang="tr-TR" dirty="0" err="1"/>
              <a:t>Mirze</a:t>
            </a:r>
            <a:r>
              <a:rPr lang="tr-TR" dirty="0"/>
              <a:t>, 2010: 119).</a:t>
            </a:r>
          </a:p>
          <a:p>
            <a:r>
              <a:rPr lang="tr-TR" dirty="0"/>
              <a:t> İşletmelerde yönetim, diğer fonksiyonlarla adeta iç içe girmiş bir özellik taşımaktadır. Bir yönetim sürecini oluşturan bu fonksiyonların her biri diğerini etkileyen bir sistem görüntüsündedir. Dolayısıyla bir yönetimin başarısı her şeyden önce bu fonksiyonların etkili ve verimli bir biçimde, başarılı bir şekilde koordine edilmesinde yatmaktadır. Yine bu fonksiyonların gereği gibi yönetilmemesi de işletmelerde başarısızlıkların altında yatan sebeplerden en önemlisini oluşturmaktadır</a:t>
            </a:r>
          </a:p>
        </p:txBody>
      </p:sp>
      <p:sp>
        <p:nvSpPr>
          <p:cNvPr id="4" name="Slayt Numarası Yer Tutucusu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DC89FA38-288F-4614-A2F3-52FA34C3F9BA}" type="slidenum">
              <a:rPr kumimoji="0" lang="tr-TR"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a:t>
            </a:fld>
            <a:endParaRPr kumimoji="0" lang="tr-TR"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39239165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ayt Resmi Yer Tutucusu 1"/>
          <p:cNvSpPr>
            <a:spLocks noGrp="1" noRot="1" noChangeAspect="1"/>
          </p:cNvSpPr>
          <p:nvPr>
            <p:ph type="sldImg"/>
          </p:nvPr>
        </p:nvSpPr>
        <p:spPr/>
      </p:sp>
      <p:sp>
        <p:nvSpPr>
          <p:cNvPr id="3" name="Not Yer Tutucusu 2"/>
          <p:cNvSpPr>
            <a:spLocks noGrp="1"/>
          </p:cNvSpPr>
          <p:nvPr>
            <p:ph type="body" idx="1"/>
          </p:nvPr>
        </p:nvSpPr>
        <p:spPr/>
        <p:txBody>
          <a:bodyPr/>
          <a:lstStyle/>
          <a:p>
            <a:endParaRPr lang="tr-TR" dirty="0"/>
          </a:p>
        </p:txBody>
      </p:sp>
      <p:sp>
        <p:nvSpPr>
          <p:cNvPr id="4" name="Slayt Numarası Yer Tutucusu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DC89FA38-288F-4614-A2F3-52FA34C3F9BA}" type="slidenum">
              <a:rPr kumimoji="0" lang="tr-TR"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a:t>
            </a:fld>
            <a:endParaRPr kumimoji="0" lang="tr-TR"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81728096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ayt Resmi Yer Tutucusu 1"/>
          <p:cNvSpPr>
            <a:spLocks noGrp="1" noRot="1" noChangeAspect="1"/>
          </p:cNvSpPr>
          <p:nvPr>
            <p:ph type="sldImg"/>
          </p:nvPr>
        </p:nvSpPr>
        <p:spPr/>
      </p:sp>
      <p:sp>
        <p:nvSpPr>
          <p:cNvPr id="3" name="Not Yer Tutucusu 2"/>
          <p:cNvSpPr>
            <a:spLocks noGrp="1"/>
          </p:cNvSpPr>
          <p:nvPr>
            <p:ph type="body" idx="1"/>
          </p:nvPr>
        </p:nvSpPr>
        <p:spPr/>
        <p:txBody>
          <a:bodyPr/>
          <a:lstStyle/>
          <a:p>
            <a:endParaRPr lang="tr-TR" dirty="0"/>
          </a:p>
        </p:txBody>
      </p:sp>
      <p:sp>
        <p:nvSpPr>
          <p:cNvPr id="4" name="Slayt Numarası Yer Tutucusu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DC89FA38-288F-4614-A2F3-52FA34C3F9BA}" type="slidenum">
              <a:rPr kumimoji="0" lang="tr-TR"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6</a:t>
            </a:fld>
            <a:endParaRPr kumimoji="0" lang="tr-TR"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246487791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ayt Resmi Yer Tutucusu 1"/>
          <p:cNvSpPr>
            <a:spLocks noGrp="1" noRot="1" noChangeAspect="1"/>
          </p:cNvSpPr>
          <p:nvPr>
            <p:ph type="sldImg"/>
          </p:nvPr>
        </p:nvSpPr>
        <p:spPr/>
      </p:sp>
      <p:sp>
        <p:nvSpPr>
          <p:cNvPr id="3" name="Not Yer Tutucusu 2"/>
          <p:cNvSpPr>
            <a:spLocks noGrp="1"/>
          </p:cNvSpPr>
          <p:nvPr>
            <p:ph type="body" idx="1"/>
          </p:nvPr>
        </p:nvSpPr>
        <p:spPr/>
        <p:txBody>
          <a:bodyPr/>
          <a:lstStyle/>
          <a:p>
            <a:endParaRPr lang="tr-TR" dirty="0"/>
          </a:p>
        </p:txBody>
      </p:sp>
      <p:sp>
        <p:nvSpPr>
          <p:cNvPr id="4" name="Slayt Numarası Yer Tutucusu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DC89FA38-288F-4614-A2F3-52FA34C3F9BA}" type="slidenum">
              <a:rPr kumimoji="0" lang="tr-TR"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10</a:t>
            </a:fld>
            <a:endParaRPr kumimoji="0" lang="tr-TR"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60826723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ayt Resmi Yer Tutucusu 1"/>
          <p:cNvSpPr>
            <a:spLocks noGrp="1" noRot="1" noChangeAspect="1"/>
          </p:cNvSpPr>
          <p:nvPr>
            <p:ph type="sldImg"/>
          </p:nvPr>
        </p:nvSpPr>
        <p:spPr/>
      </p:sp>
      <p:sp>
        <p:nvSpPr>
          <p:cNvPr id="3" name="Not Yer Tutucusu 2"/>
          <p:cNvSpPr>
            <a:spLocks noGrp="1"/>
          </p:cNvSpPr>
          <p:nvPr>
            <p:ph type="body" idx="1"/>
          </p:nvPr>
        </p:nvSpPr>
        <p:spPr/>
        <p:txBody>
          <a:bodyPr/>
          <a:lstStyle/>
          <a:p>
            <a:r>
              <a:rPr lang="tr-TR" sz="1200" dirty="0"/>
              <a:t>Misyon sözcük anlamı itibariyle, ‘bir kimseye veya kurula verilen özel görev’ olarak tanımlanmaktadır. Bir yönetim kavramı olarak misyon, işletmenin ne yapmak ve hangi amaçla yapmak üzere kurulduğunu, kendisini nasıl görmek istediğini, işletmenin varlık nedenini ifade eder. Varlık nedenini yazılı hale getirerek açıklayan bir işletmenin tüm çalışanları neyi neden yaptıklarını daha iyi anlamakta, inisiyatif kullanabilmekte ve kendi kişisel yeteneklerinin işletmeye nasıl katkıda bulunabileceğine daha iyi karar verebilmektedir</a:t>
            </a:r>
          </a:p>
          <a:p>
            <a:endParaRPr lang="tr-TR" sz="1200" dirty="0"/>
          </a:p>
          <a:p>
            <a:r>
              <a:rPr lang="tr-TR" sz="1200" dirty="0"/>
              <a:t>Bu açıklamalar doğrultusunda yöneticilerin işletmenin misyonu çerçevesinde bir plan geliştirmeye ihtiyaç duyacakları, dolayısıyla planlamayı vazgeçilmesi mümkün olmayan bir faaliyet olarak kabul edecekleri açıktır.</a:t>
            </a:r>
            <a:endParaRPr lang="tr-TR" dirty="0"/>
          </a:p>
        </p:txBody>
      </p:sp>
      <p:sp>
        <p:nvSpPr>
          <p:cNvPr id="4" name="Slayt Numarası Yer Tutucusu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DC89FA38-288F-4614-A2F3-52FA34C3F9BA}" type="slidenum">
              <a:rPr kumimoji="0" lang="tr-TR"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11</a:t>
            </a:fld>
            <a:endParaRPr kumimoji="0" lang="tr-TR"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280754953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ayt Resmi Yer Tutucusu 1"/>
          <p:cNvSpPr>
            <a:spLocks noGrp="1" noRot="1" noChangeAspect="1"/>
          </p:cNvSpPr>
          <p:nvPr>
            <p:ph type="sldImg"/>
          </p:nvPr>
        </p:nvSpPr>
        <p:spPr/>
      </p:sp>
      <p:sp>
        <p:nvSpPr>
          <p:cNvPr id="3" name="Not Yer Tutucusu 2"/>
          <p:cNvSpPr>
            <a:spLocks noGrp="1"/>
          </p:cNvSpPr>
          <p:nvPr>
            <p:ph type="body" idx="1"/>
          </p:nvPr>
        </p:nvSpPr>
        <p:spPr/>
        <p:txBody>
          <a:bodyPr/>
          <a:lstStyle/>
          <a:p>
            <a:endParaRPr lang="tr-TR" dirty="0"/>
          </a:p>
        </p:txBody>
      </p:sp>
      <p:sp>
        <p:nvSpPr>
          <p:cNvPr id="4" name="Slayt Numarası Yer Tutucusu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DC89FA38-288F-4614-A2F3-52FA34C3F9BA}" type="slidenum">
              <a:rPr kumimoji="0" lang="tr-TR"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12</a:t>
            </a:fld>
            <a:endParaRPr kumimoji="0" lang="tr-TR"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232314642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ayt Resmi Yer Tutucusu 1"/>
          <p:cNvSpPr>
            <a:spLocks noGrp="1" noRot="1" noChangeAspect="1"/>
          </p:cNvSpPr>
          <p:nvPr>
            <p:ph type="sldImg"/>
          </p:nvPr>
        </p:nvSpPr>
        <p:spPr/>
      </p:sp>
      <p:sp>
        <p:nvSpPr>
          <p:cNvPr id="3" name="Not Yer Tutucusu 2"/>
          <p:cNvSpPr>
            <a:spLocks noGrp="1"/>
          </p:cNvSpPr>
          <p:nvPr>
            <p:ph type="body" idx="1"/>
          </p:nvPr>
        </p:nvSpPr>
        <p:spPr/>
        <p:txBody>
          <a:bodyPr/>
          <a:lstStyle/>
          <a:p>
            <a:endParaRPr lang="tr-TR" dirty="0"/>
          </a:p>
        </p:txBody>
      </p:sp>
      <p:sp>
        <p:nvSpPr>
          <p:cNvPr id="4" name="Slayt Numarası Yer Tutucusu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DC89FA38-288F-4614-A2F3-52FA34C3F9BA}" type="slidenum">
              <a:rPr kumimoji="0" lang="tr-TR"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13</a:t>
            </a:fld>
            <a:endParaRPr kumimoji="0" lang="tr-TR"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209789261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ayt Resmi Yer Tutucusu 1"/>
          <p:cNvSpPr>
            <a:spLocks noGrp="1" noRot="1" noChangeAspect="1"/>
          </p:cNvSpPr>
          <p:nvPr>
            <p:ph type="sldImg"/>
          </p:nvPr>
        </p:nvSpPr>
        <p:spPr/>
      </p:sp>
      <p:sp>
        <p:nvSpPr>
          <p:cNvPr id="3" name="Not Yer Tutucusu 2"/>
          <p:cNvSpPr>
            <a:spLocks noGrp="1"/>
          </p:cNvSpPr>
          <p:nvPr>
            <p:ph type="body" idx="1"/>
          </p:nvPr>
        </p:nvSpPr>
        <p:spPr/>
        <p:txBody>
          <a:bodyPr/>
          <a:lstStyle/>
          <a:p>
            <a:endParaRPr lang="tr-TR" dirty="0"/>
          </a:p>
        </p:txBody>
      </p:sp>
      <p:sp>
        <p:nvSpPr>
          <p:cNvPr id="4" name="Slayt Numarası Yer Tutucusu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DC89FA38-288F-4614-A2F3-52FA34C3F9BA}" type="slidenum">
              <a:rPr kumimoji="0" lang="tr-TR"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14</a:t>
            </a:fld>
            <a:endParaRPr kumimoji="0" lang="tr-TR"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210317588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ayt Resmi Yer Tutucusu 1"/>
          <p:cNvSpPr>
            <a:spLocks noGrp="1" noRot="1" noChangeAspect="1"/>
          </p:cNvSpPr>
          <p:nvPr>
            <p:ph type="sldImg"/>
          </p:nvPr>
        </p:nvSpPr>
        <p:spPr/>
      </p:sp>
      <p:sp>
        <p:nvSpPr>
          <p:cNvPr id="3" name="Not Yer Tutucusu 2"/>
          <p:cNvSpPr>
            <a:spLocks noGrp="1"/>
          </p:cNvSpPr>
          <p:nvPr>
            <p:ph type="body" idx="1"/>
          </p:nvPr>
        </p:nvSpPr>
        <p:spPr/>
        <p:txBody>
          <a:bodyPr/>
          <a:lstStyle/>
          <a:p>
            <a:endParaRPr lang="tr-TR" dirty="0"/>
          </a:p>
        </p:txBody>
      </p:sp>
      <p:sp>
        <p:nvSpPr>
          <p:cNvPr id="4" name="Slayt Numarası Yer Tutucusu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DC89FA38-288F-4614-A2F3-52FA34C3F9BA}" type="slidenum">
              <a:rPr kumimoji="0" lang="tr-TR"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15</a:t>
            </a:fld>
            <a:endParaRPr kumimoji="0" lang="tr-TR"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3213394282"/>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ayt Resmi Yer Tutucusu 1"/>
          <p:cNvSpPr>
            <a:spLocks noGrp="1" noRot="1" noChangeAspect="1"/>
          </p:cNvSpPr>
          <p:nvPr>
            <p:ph type="sldImg"/>
          </p:nvPr>
        </p:nvSpPr>
        <p:spPr/>
      </p:sp>
      <p:sp>
        <p:nvSpPr>
          <p:cNvPr id="3" name="Not Yer Tutucusu 2"/>
          <p:cNvSpPr>
            <a:spLocks noGrp="1"/>
          </p:cNvSpPr>
          <p:nvPr>
            <p:ph type="body" idx="1"/>
          </p:nvPr>
        </p:nvSpPr>
        <p:spPr/>
        <p:txBody>
          <a:bodyPr/>
          <a:lstStyle/>
          <a:p>
            <a:endParaRPr lang="tr-TR" dirty="0"/>
          </a:p>
        </p:txBody>
      </p:sp>
      <p:sp>
        <p:nvSpPr>
          <p:cNvPr id="4" name="Slayt Numarası Yer Tutucusu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DC89FA38-288F-4614-A2F3-52FA34C3F9BA}" type="slidenum">
              <a:rPr kumimoji="0" lang="tr-TR"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16</a:t>
            </a:fld>
            <a:endParaRPr kumimoji="0" lang="tr-TR"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020727148"/>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ayt Resmi Yer Tutucusu 1"/>
          <p:cNvSpPr>
            <a:spLocks noGrp="1" noRot="1" noChangeAspect="1"/>
          </p:cNvSpPr>
          <p:nvPr>
            <p:ph type="sldImg"/>
          </p:nvPr>
        </p:nvSpPr>
        <p:spPr/>
      </p:sp>
      <p:sp>
        <p:nvSpPr>
          <p:cNvPr id="3" name="Not Yer Tutucusu 2"/>
          <p:cNvSpPr>
            <a:spLocks noGrp="1"/>
          </p:cNvSpPr>
          <p:nvPr>
            <p:ph type="body" idx="1"/>
          </p:nvPr>
        </p:nvSpPr>
        <p:spPr/>
        <p:txBody>
          <a:bodyPr/>
          <a:lstStyle/>
          <a:p>
            <a:endParaRPr lang="tr-TR"/>
          </a:p>
        </p:txBody>
      </p:sp>
      <p:sp>
        <p:nvSpPr>
          <p:cNvPr id="4" name="Slayt Numarası Yer Tutucusu 3"/>
          <p:cNvSpPr>
            <a:spLocks noGrp="1"/>
          </p:cNvSpPr>
          <p:nvPr>
            <p:ph type="sldNum" sz="quarter" idx="5"/>
          </p:nvPr>
        </p:nvSpPr>
        <p:spPr/>
        <p:txBody>
          <a:bodyPr/>
          <a:lstStyle/>
          <a:p>
            <a:fld id="{6300F515-8458-41EB-A872-8B48CCB6B867}" type="slidenum">
              <a:rPr lang="tr-TR" smtClean="0"/>
              <a:t>17</a:t>
            </a:fld>
            <a:endParaRPr lang="tr-TR"/>
          </a:p>
        </p:txBody>
      </p:sp>
    </p:spTree>
    <p:extLst>
      <p:ext uri="{BB962C8B-B14F-4D97-AF65-F5344CB8AC3E}">
        <p14:creationId xmlns:p14="http://schemas.microsoft.com/office/powerpoint/2010/main" val="1499291788"/>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ayt Resmi Yer Tutucusu 1"/>
          <p:cNvSpPr>
            <a:spLocks noGrp="1" noRot="1" noChangeAspect="1"/>
          </p:cNvSpPr>
          <p:nvPr>
            <p:ph type="sldImg"/>
          </p:nvPr>
        </p:nvSpPr>
        <p:spPr/>
      </p:sp>
      <p:sp>
        <p:nvSpPr>
          <p:cNvPr id="3" name="Not Yer Tutucusu 2"/>
          <p:cNvSpPr>
            <a:spLocks noGrp="1"/>
          </p:cNvSpPr>
          <p:nvPr>
            <p:ph type="body" idx="1"/>
          </p:nvPr>
        </p:nvSpPr>
        <p:spPr/>
        <p:txBody>
          <a:bodyPr/>
          <a:lstStyle/>
          <a:p>
            <a:endParaRPr lang="tr-TR"/>
          </a:p>
        </p:txBody>
      </p:sp>
      <p:sp>
        <p:nvSpPr>
          <p:cNvPr id="4" name="Slayt Numarası Yer Tutucusu 3"/>
          <p:cNvSpPr>
            <a:spLocks noGrp="1"/>
          </p:cNvSpPr>
          <p:nvPr>
            <p:ph type="sldNum" sz="quarter" idx="5"/>
          </p:nvPr>
        </p:nvSpPr>
        <p:spPr/>
        <p:txBody>
          <a:bodyPr/>
          <a:lstStyle/>
          <a:p>
            <a:fld id="{6300F515-8458-41EB-A872-8B48CCB6B867}" type="slidenum">
              <a:rPr lang="tr-TR" smtClean="0"/>
              <a:t>18</a:t>
            </a:fld>
            <a:endParaRPr lang="tr-TR"/>
          </a:p>
        </p:txBody>
      </p:sp>
    </p:spTree>
    <p:extLst>
      <p:ext uri="{BB962C8B-B14F-4D97-AF65-F5344CB8AC3E}">
        <p14:creationId xmlns:p14="http://schemas.microsoft.com/office/powerpoint/2010/main" val="308117360"/>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ayt Resmi Yer Tutucusu 1"/>
          <p:cNvSpPr>
            <a:spLocks noGrp="1" noRot="1" noChangeAspect="1"/>
          </p:cNvSpPr>
          <p:nvPr>
            <p:ph type="sldImg"/>
          </p:nvPr>
        </p:nvSpPr>
        <p:spPr/>
      </p:sp>
      <p:sp>
        <p:nvSpPr>
          <p:cNvPr id="3" name="Not Yer Tutucusu 2"/>
          <p:cNvSpPr>
            <a:spLocks noGrp="1"/>
          </p:cNvSpPr>
          <p:nvPr>
            <p:ph type="body" idx="1"/>
          </p:nvPr>
        </p:nvSpPr>
        <p:spPr/>
        <p:txBody>
          <a:bodyPr/>
          <a:lstStyle/>
          <a:p>
            <a:pPr algn="l"/>
            <a:endParaRPr lang="tr-TR" dirty="0"/>
          </a:p>
        </p:txBody>
      </p:sp>
      <p:sp>
        <p:nvSpPr>
          <p:cNvPr id="4" name="Slayt Numarası Yer Tutucusu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DC89FA38-288F-4614-A2F3-52FA34C3F9BA}" type="slidenum">
              <a:rPr kumimoji="0" lang="tr-TR"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20</a:t>
            </a:fld>
            <a:endParaRPr kumimoji="0" lang="tr-TR"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3836943316"/>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ayt Resmi Yer Tutucusu 1"/>
          <p:cNvSpPr>
            <a:spLocks noGrp="1" noRot="1" noChangeAspect="1"/>
          </p:cNvSpPr>
          <p:nvPr>
            <p:ph type="sldImg"/>
          </p:nvPr>
        </p:nvSpPr>
        <p:spPr/>
      </p:sp>
      <p:sp>
        <p:nvSpPr>
          <p:cNvPr id="3" name="Not Yer Tutucusu 2"/>
          <p:cNvSpPr>
            <a:spLocks noGrp="1"/>
          </p:cNvSpPr>
          <p:nvPr>
            <p:ph type="body" idx="1"/>
          </p:nvPr>
        </p:nvSpPr>
        <p:spPr/>
        <p:txBody>
          <a:bodyPr/>
          <a:lstStyle/>
          <a:p>
            <a:pPr algn="l"/>
            <a:endParaRPr lang="tr-TR" dirty="0"/>
          </a:p>
        </p:txBody>
      </p:sp>
      <p:sp>
        <p:nvSpPr>
          <p:cNvPr id="4" name="Slayt Numarası Yer Tutucusu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DC89FA38-288F-4614-A2F3-52FA34C3F9BA}" type="slidenum">
              <a:rPr kumimoji="0" lang="tr-TR"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21</a:t>
            </a:fld>
            <a:endParaRPr kumimoji="0" lang="tr-TR"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2430910282"/>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ayt Resmi Yer Tutucusu 1"/>
          <p:cNvSpPr>
            <a:spLocks noGrp="1" noRot="1" noChangeAspect="1"/>
          </p:cNvSpPr>
          <p:nvPr>
            <p:ph type="sldImg"/>
          </p:nvPr>
        </p:nvSpPr>
        <p:spPr/>
      </p:sp>
      <p:sp>
        <p:nvSpPr>
          <p:cNvPr id="3" name="Not Yer Tutucusu 2"/>
          <p:cNvSpPr>
            <a:spLocks noGrp="1"/>
          </p:cNvSpPr>
          <p:nvPr>
            <p:ph type="body" idx="1"/>
          </p:nvPr>
        </p:nvSpPr>
        <p:spPr/>
        <p:txBody>
          <a:bodyPr/>
          <a:lstStyle/>
          <a:p>
            <a:pPr algn="l"/>
            <a:endParaRPr lang="tr-TR" dirty="0"/>
          </a:p>
        </p:txBody>
      </p:sp>
      <p:sp>
        <p:nvSpPr>
          <p:cNvPr id="4" name="Slayt Numarası Yer Tutucusu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DC89FA38-288F-4614-A2F3-52FA34C3F9BA}" type="slidenum">
              <a:rPr kumimoji="0" lang="tr-TR"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22</a:t>
            </a:fld>
            <a:endParaRPr kumimoji="0" lang="tr-TR"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481834429"/>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ayt Resmi Yer Tutucusu 1"/>
          <p:cNvSpPr>
            <a:spLocks noGrp="1" noRot="1" noChangeAspect="1"/>
          </p:cNvSpPr>
          <p:nvPr>
            <p:ph type="sldImg"/>
          </p:nvPr>
        </p:nvSpPr>
        <p:spPr/>
      </p:sp>
      <p:sp>
        <p:nvSpPr>
          <p:cNvPr id="3" name="Not Yer Tutucusu 2"/>
          <p:cNvSpPr>
            <a:spLocks noGrp="1"/>
          </p:cNvSpPr>
          <p:nvPr>
            <p:ph type="body" idx="1"/>
          </p:nvPr>
        </p:nvSpPr>
        <p:spPr/>
        <p:txBody>
          <a:bodyPr/>
          <a:lstStyle/>
          <a:p>
            <a:pPr algn="l"/>
            <a:r>
              <a:rPr lang="tr-TR" b="0" i="1" dirty="0">
                <a:solidFill>
                  <a:srgbClr val="0D0D0D"/>
                </a:solidFill>
                <a:effectLst/>
                <a:latin typeface="Söhne"/>
              </a:rPr>
              <a:t>.</a:t>
            </a:r>
            <a:endParaRPr lang="tr-TR" dirty="0"/>
          </a:p>
        </p:txBody>
      </p:sp>
      <p:sp>
        <p:nvSpPr>
          <p:cNvPr id="4" name="Slayt Numarası Yer Tutucusu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DC89FA38-288F-4614-A2F3-52FA34C3F9BA}" type="slidenum">
              <a:rPr kumimoji="0" lang="tr-TR"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23</a:t>
            </a:fld>
            <a:endParaRPr kumimoji="0" lang="tr-TR"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3316076678"/>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ayt Resmi Yer Tutucusu 1"/>
          <p:cNvSpPr>
            <a:spLocks noGrp="1" noRot="1" noChangeAspect="1"/>
          </p:cNvSpPr>
          <p:nvPr>
            <p:ph type="sldImg"/>
          </p:nvPr>
        </p:nvSpPr>
        <p:spPr/>
      </p:sp>
      <p:sp>
        <p:nvSpPr>
          <p:cNvPr id="3" name="Not Yer Tutucusu 2"/>
          <p:cNvSpPr>
            <a:spLocks noGrp="1"/>
          </p:cNvSpPr>
          <p:nvPr>
            <p:ph type="body" idx="1"/>
          </p:nvPr>
        </p:nvSpPr>
        <p:spPr/>
        <p:txBody>
          <a:bodyPr/>
          <a:lstStyle/>
          <a:p>
            <a:pPr algn="l"/>
            <a:endParaRPr lang="tr-TR" dirty="0"/>
          </a:p>
        </p:txBody>
      </p:sp>
      <p:sp>
        <p:nvSpPr>
          <p:cNvPr id="4" name="Slayt Numarası Yer Tutucusu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DC89FA38-288F-4614-A2F3-52FA34C3F9BA}" type="slidenum">
              <a:rPr kumimoji="0" lang="tr-TR"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24</a:t>
            </a:fld>
            <a:endParaRPr kumimoji="0" lang="tr-TR"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617455562"/>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ayt Resmi Yer Tutucusu 1"/>
          <p:cNvSpPr>
            <a:spLocks noGrp="1" noRot="1" noChangeAspect="1"/>
          </p:cNvSpPr>
          <p:nvPr>
            <p:ph type="sldImg"/>
          </p:nvPr>
        </p:nvSpPr>
        <p:spPr/>
      </p:sp>
      <p:sp>
        <p:nvSpPr>
          <p:cNvPr id="3" name="Not Yer Tutucusu 2"/>
          <p:cNvSpPr>
            <a:spLocks noGrp="1"/>
          </p:cNvSpPr>
          <p:nvPr>
            <p:ph type="body" idx="1"/>
          </p:nvPr>
        </p:nvSpPr>
        <p:spPr/>
        <p:txBody>
          <a:bodyPr/>
          <a:lstStyle/>
          <a:p>
            <a:endParaRPr lang="tr-TR" dirty="0"/>
          </a:p>
        </p:txBody>
      </p:sp>
      <p:sp>
        <p:nvSpPr>
          <p:cNvPr id="4" name="Slayt Numarası Yer Tutucusu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DC89FA38-288F-4614-A2F3-52FA34C3F9BA}" type="slidenum">
              <a:rPr kumimoji="0" lang="tr-TR"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25</a:t>
            </a:fld>
            <a:endParaRPr kumimoji="0" lang="tr-TR"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3641928947"/>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ayt Resmi Yer Tutucusu 1"/>
          <p:cNvSpPr>
            <a:spLocks noGrp="1" noRot="1" noChangeAspect="1"/>
          </p:cNvSpPr>
          <p:nvPr>
            <p:ph type="sldImg"/>
          </p:nvPr>
        </p:nvSpPr>
        <p:spPr/>
      </p:sp>
      <p:sp>
        <p:nvSpPr>
          <p:cNvPr id="3" name="Not Yer Tutucusu 2"/>
          <p:cNvSpPr>
            <a:spLocks noGrp="1"/>
          </p:cNvSpPr>
          <p:nvPr>
            <p:ph type="body" idx="1"/>
          </p:nvPr>
        </p:nvSpPr>
        <p:spPr/>
        <p:txBody>
          <a:bodyPr/>
          <a:lstStyle/>
          <a:p>
            <a:pPr algn="l">
              <a:buFont typeface="+mj-lt"/>
              <a:buAutoNum type="arabicPeriod"/>
            </a:pPr>
            <a:r>
              <a:rPr lang="tr-TR" b="1" i="0" dirty="0">
                <a:solidFill>
                  <a:srgbClr val="0D0D0D"/>
                </a:solidFill>
                <a:effectLst/>
                <a:latin typeface="Söhne"/>
              </a:rPr>
              <a:t>Bölük:</a:t>
            </a:r>
            <a:endParaRPr lang="tr-TR" b="0" i="0" dirty="0">
              <a:solidFill>
                <a:srgbClr val="0D0D0D"/>
              </a:solidFill>
              <a:effectLst/>
              <a:latin typeface="Söhne"/>
            </a:endParaRPr>
          </a:p>
          <a:p>
            <a:pPr marL="742950" lvl="1" indent="-285750" algn="l">
              <a:buFont typeface="+mj-lt"/>
              <a:buAutoNum type="arabicPeriod"/>
            </a:pPr>
            <a:r>
              <a:rPr lang="tr-TR" b="0" i="0" dirty="0">
                <a:solidFill>
                  <a:srgbClr val="0D0D0D"/>
                </a:solidFill>
                <a:effectLst/>
                <a:latin typeface="Söhne"/>
              </a:rPr>
              <a:t>Sayılar: 100-300 askeri personel.</a:t>
            </a:r>
          </a:p>
          <a:p>
            <a:pPr algn="l">
              <a:buFont typeface="+mj-lt"/>
              <a:buAutoNum type="arabicPeriod"/>
            </a:pPr>
            <a:r>
              <a:rPr lang="tr-TR" b="1" i="0" dirty="0">
                <a:solidFill>
                  <a:srgbClr val="0D0D0D"/>
                </a:solidFill>
                <a:effectLst/>
                <a:latin typeface="Söhne"/>
              </a:rPr>
              <a:t>Tabur:</a:t>
            </a:r>
            <a:endParaRPr lang="tr-TR" b="0" i="0" dirty="0">
              <a:solidFill>
                <a:srgbClr val="0D0D0D"/>
              </a:solidFill>
              <a:effectLst/>
              <a:latin typeface="Söhne"/>
            </a:endParaRPr>
          </a:p>
          <a:p>
            <a:pPr marL="742950" lvl="1" indent="-285750" algn="l">
              <a:buFont typeface="+mj-lt"/>
              <a:buAutoNum type="arabicPeriod"/>
            </a:pPr>
            <a:r>
              <a:rPr lang="tr-TR" b="0" i="0" dirty="0">
                <a:solidFill>
                  <a:srgbClr val="0D0D0D"/>
                </a:solidFill>
                <a:effectLst/>
                <a:latin typeface="Söhne"/>
              </a:rPr>
              <a:t>Sayılar: 500-1,200 askeri personel.</a:t>
            </a:r>
          </a:p>
          <a:p>
            <a:pPr algn="l">
              <a:buFont typeface="+mj-lt"/>
              <a:buAutoNum type="arabicPeriod"/>
            </a:pPr>
            <a:r>
              <a:rPr lang="tr-TR" b="1" i="0" dirty="0">
                <a:solidFill>
                  <a:srgbClr val="0D0D0D"/>
                </a:solidFill>
                <a:effectLst/>
                <a:latin typeface="Söhne"/>
              </a:rPr>
              <a:t>Tugay:</a:t>
            </a:r>
            <a:endParaRPr lang="tr-TR" b="0" i="0" dirty="0">
              <a:solidFill>
                <a:srgbClr val="0D0D0D"/>
              </a:solidFill>
              <a:effectLst/>
              <a:latin typeface="Söhne"/>
            </a:endParaRPr>
          </a:p>
          <a:p>
            <a:pPr marL="742950" lvl="1" indent="-285750" algn="l">
              <a:buFont typeface="+mj-lt"/>
              <a:buAutoNum type="arabicPeriod"/>
            </a:pPr>
            <a:r>
              <a:rPr lang="tr-TR" b="0" i="0" dirty="0">
                <a:solidFill>
                  <a:srgbClr val="0D0D0D"/>
                </a:solidFill>
                <a:effectLst/>
                <a:latin typeface="Söhne"/>
              </a:rPr>
              <a:t>Sayılar: 3,000-5,000 askeri personel.</a:t>
            </a:r>
          </a:p>
          <a:p>
            <a:pPr algn="l">
              <a:buFont typeface="+mj-lt"/>
              <a:buAutoNum type="arabicPeriod"/>
            </a:pPr>
            <a:r>
              <a:rPr lang="tr-TR" b="1" i="0" dirty="0">
                <a:solidFill>
                  <a:srgbClr val="0D0D0D"/>
                </a:solidFill>
                <a:effectLst/>
                <a:latin typeface="Söhne"/>
              </a:rPr>
              <a:t>Tümen:</a:t>
            </a:r>
            <a:endParaRPr lang="tr-TR" b="0" i="0" dirty="0">
              <a:solidFill>
                <a:srgbClr val="0D0D0D"/>
              </a:solidFill>
              <a:effectLst/>
              <a:latin typeface="Söhne"/>
            </a:endParaRPr>
          </a:p>
          <a:p>
            <a:pPr marL="742950" lvl="1" indent="-285750" algn="l">
              <a:buFont typeface="+mj-lt"/>
              <a:buAutoNum type="arabicPeriod"/>
            </a:pPr>
            <a:r>
              <a:rPr lang="tr-TR" b="0" i="0" dirty="0">
                <a:solidFill>
                  <a:srgbClr val="0D0D0D"/>
                </a:solidFill>
                <a:effectLst/>
                <a:latin typeface="Söhne"/>
              </a:rPr>
              <a:t>Sayılar: 10,000-20,000 askeri personel.</a:t>
            </a:r>
          </a:p>
          <a:p>
            <a:pPr algn="l">
              <a:buFont typeface="+mj-lt"/>
              <a:buAutoNum type="arabicPeriod"/>
            </a:pPr>
            <a:r>
              <a:rPr lang="tr-TR" b="1" i="0" dirty="0">
                <a:solidFill>
                  <a:srgbClr val="0D0D0D"/>
                </a:solidFill>
                <a:effectLst/>
                <a:latin typeface="Söhne"/>
              </a:rPr>
              <a:t>Kolordu:</a:t>
            </a:r>
            <a:endParaRPr lang="tr-TR" b="0" i="0" dirty="0">
              <a:solidFill>
                <a:srgbClr val="0D0D0D"/>
              </a:solidFill>
              <a:effectLst/>
              <a:latin typeface="Söhne"/>
            </a:endParaRPr>
          </a:p>
          <a:p>
            <a:pPr marL="742950" lvl="1" indent="-285750" algn="l">
              <a:buFont typeface="+mj-lt"/>
              <a:buAutoNum type="arabicPeriod"/>
            </a:pPr>
            <a:r>
              <a:rPr lang="tr-TR" b="0" i="0" dirty="0">
                <a:solidFill>
                  <a:srgbClr val="0D0D0D"/>
                </a:solidFill>
                <a:effectLst/>
                <a:latin typeface="Söhne"/>
              </a:rPr>
              <a:t>Sayılar: 20,000-40,000 askeri personel.</a:t>
            </a:r>
          </a:p>
          <a:p>
            <a:pPr algn="l">
              <a:buFont typeface="+mj-lt"/>
              <a:buAutoNum type="arabicPeriod"/>
            </a:pPr>
            <a:r>
              <a:rPr lang="tr-TR" b="1" i="0" dirty="0">
                <a:solidFill>
                  <a:srgbClr val="0D0D0D"/>
                </a:solidFill>
                <a:effectLst/>
                <a:latin typeface="Söhne"/>
              </a:rPr>
              <a:t>Ordu:</a:t>
            </a:r>
            <a:endParaRPr lang="tr-TR" b="0" i="0" dirty="0">
              <a:solidFill>
                <a:srgbClr val="0D0D0D"/>
              </a:solidFill>
              <a:effectLst/>
              <a:latin typeface="Söhne"/>
            </a:endParaRPr>
          </a:p>
          <a:p>
            <a:pPr marL="742950" lvl="1" indent="-285750" algn="l">
              <a:buFont typeface="+mj-lt"/>
              <a:buAutoNum type="arabicPeriod"/>
            </a:pPr>
            <a:r>
              <a:rPr lang="tr-TR" b="0" i="0" dirty="0">
                <a:solidFill>
                  <a:srgbClr val="0D0D0D"/>
                </a:solidFill>
                <a:effectLst/>
                <a:latin typeface="Söhne"/>
              </a:rPr>
              <a:t>Sayılar: Yüz binlerce askeri personel.</a:t>
            </a:r>
          </a:p>
          <a:p>
            <a:endParaRPr lang="tr-TR" dirty="0"/>
          </a:p>
        </p:txBody>
      </p:sp>
      <p:sp>
        <p:nvSpPr>
          <p:cNvPr id="4" name="Slayt Numarası Yer Tutucusu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DC89FA38-288F-4614-A2F3-52FA34C3F9BA}" type="slidenum">
              <a:rPr kumimoji="0" lang="tr-TR"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26</a:t>
            </a:fld>
            <a:endParaRPr kumimoji="0" lang="tr-TR"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29467391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ayt Resmi Yer Tutucusu 1"/>
          <p:cNvSpPr>
            <a:spLocks noGrp="1" noRot="1" noChangeAspect="1"/>
          </p:cNvSpPr>
          <p:nvPr>
            <p:ph type="sldImg"/>
          </p:nvPr>
        </p:nvSpPr>
        <p:spPr/>
      </p:sp>
      <p:sp>
        <p:nvSpPr>
          <p:cNvPr id="3" name="Not Yer Tutucusu 2"/>
          <p:cNvSpPr>
            <a:spLocks noGrp="1"/>
          </p:cNvSpPr>
          <p:nvPr>
            <p:ph type="body" idx="1"/>
          </p:nvPr>
        </p:nvSpPr>
        <p:spPr/>
        <p:txBody>
          <a:bodyPr/>
          <a:lstStyle/>
          <a:p>
            <a:endParaRPr lang="tr-TR" dirty="0"/>
          </a:p>
        </p:txBody>
      </p:sp>
      <p:sp>
        <p:nvSpPr>
          <p:cNvPr id="4" name="Slayt Numarası Yer Tutucusu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DC89FA38-288F-4614-A2F3-52FA34C3F9BA}" type="slidenum">
              <a:rPr kumimoji="0" lang="tr-TR"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27</a:t>
            </a:fld>
            <a:endParaRPr kumimoji="0" lang="tr-TR"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168860116"/>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ayt Resmi Yer Tutucusu 1"/>
          <p:cNvSpPr>
            <a:spLocks noGrp="1" noRot="1" noChangeAspect="1"/>
          </p:cNvSpPr>
          <p:nvPr>
            <p:ph type="sldImg"/>
          </p:nvPr>
        </p:nvSpPr>
        <p:spPr/>
      </p:sp>
      <p:sp>
        <p:nvSpPr>
          <p:cNvPr id="3" name="Not Yer Tutucusu 2"/>
          <p:cNvSpPr>
            <a:spLocks noGrp="1"/>
          </p:cNvSpPr>
          <p:nvPr>
            <p:ph type="body" idx="1"/>
          </p:nvPr>
        </p:nvSpPr>
        <p:spPr/>
        <p:txBody>
          <a:bodyPr/>
          <a:lstStyle/>
          <a:p>
            <a:endParaRPr lang="tr-TR" dirty="0"/>
          </a:p>
        </p:txBody>
      </p:sp>
      <p:sp>
        <p:nvSpPr>
          <p:cNvPr id="4" name="Slayt Numarası Yer Tutucusu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DC89FA38-288F-4614-A2F3-52FA34C3F9BA}" type="slidenum">
              <a:rPr kumimoji="0" lang="tr-TR"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28</a:t>
            </a:fld>
            <a:endParaRPr kumimoji="0" lang="tr-TR"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913712630"/>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ayt Resmi Yer Tutucusu 1"/>
          <p:cNvSpPr>
            <a:spLocks noGrp="1" noRot="1" noChangeAspect="1"/>
          </p:cNvSpPr>
          <p:nvPr>
            <p:ph type="sldImg"/>
          </p:nvPr>
        </p:nvSpPr>
        <p:spPr/>
      </p:sp>
      <p:sp>
        <p:nvSpPr>
          <p:cNvPr id="3" name="Not Yer Tutucusu 2"/>
          <p:cNvSpPr>
            <a:spLocks noGrp="1"/>
          </p:cNvSpPr>
          <p:nvPr>
            <p:ph type="body" idx="1"/>
          </p:nvPr>
        </p:nvSpPr>
        <p:spPr/>
        <p:txBody>
          <a:bodyPr/>
          <a:lstStyle/>
          <a:p>
            <a:endParaRPr lang="tr-TR" dirty="0"/>
          </a:p>
        </p:txBody>
      </p:sp>
      <p:sp>
        <p:nvSpPr>
          <p:cNvPr id="4" name="Slayt Numarası Yer Tutucusu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DC89FA38-288F-4614-A2F3-52FA34C3F9BA}" type="slidenum">
              <a:rPr kumimoji="0" lang="tr-TR"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29</a:t>
            </a:fld>
            <a:endParaRPr kumimoji="0" lang="tr-TR"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2122461654"/>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ayt Resmi Yer Tutucusu 1"/>
          <p:cNvSpPr>
            <a:spLocks noGrp="1" noRot="1" noChangeAspect="1"/>
          </p:cNvSpPr>
          <p:nvPr>
            <p:ph type="sldImg"/>
          </p:nvPr>
        </p:nvSpPr>
        <p:spPr/>
      </p:sp>
      <p:sp>
        <p:nvSpPr>
          <p:cNvPr id="3" name="Not Yer Tutucusu 2"/>
          <p:cNvSpPr>
            <a:spLocks noGrp="1"/>
          </p:cNvSpPr>
          <p:nvPr>
            <p:ph type="body" idx="1"/>
          </p:nvPr>
        </p:nvSpPr>
        <p:spPr/>
        <p:txBody>
          <a:bodyPr/>
          <a:lstStyle/>
          <a:p>
            <a:endParaRPr lang="tr-TR" dirty="0"/>
          </a:p>
        </p:txBody>
      </p:sp>
      <p:sp>
        <p:nvSpPr>
          <p:cNvPr id="4" name="Slayt Numarası Yer Tutucusu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DC89FA38-288F-4614-A2F3-52FA34C3F9BA}" type="slidenum">
              <a:rPr kumimoji="0" lang="tr-TR"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30</a:t>
            </a:fld>
            <a:endParaRPr kumimoji="0" lang="tr-TR"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2515979893"/>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ayt Resmi Yer Tutucusu 1"/>
          <p:cNvSpPr>
            <a:spLocks noGrp="1" noRot="1" noChangeAspect="1"/>
          </p:cNvSpPr>
          <p:nvPr>
            <p:ph type="sldImg"/>
          </p:nvPr>
        </p:nvSpPr>
        <p:spPr/>
      </p:sp>
      <p:sp>
        <p:nvSpPr>
          <p:cNvPr id="3" name="Not Yer Tutucusu 2"/>
          <p:cNvSpPr>
            <a:spLocks noGrp="1"/>
          </p:cNvSpPr>
          <p:nvPr>
            <p:ph type="body" idx="1"/>
          </p:nvPr>
        </p:nvSpPr>
        <p:spPr/>
        <p:txBody>
          <a:bodyPr/>
          <a:lstStyle/>
          <a:p>
            <a:endParaRPr lang="tr-TR" dirty="0"/>
          </a:p>
        </p:txBody>
      </p:sp>
      <p:sp>
        <p:nvSpPr>
          <p:cNvPr id="4" name="Slayt Numarası Yer Tutucusu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DC89FA38-288F-4614-A2F3-52FA34C3F9BA}" type="slidenum">
              <a:rPr kumimoji="0" lang="tr-TR"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31</a:t>
            </a:fld>
            <a:endParaRPr kumimoji="0" lang="tr-TR"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3286603429"/>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ayt Resmi Yer Tutucusu 1"/>
          <p:cNvSpPr>
            <a:spLocks noGrp="1" noRot="1" noChangeAspect="1"/>
          </p:cNvSpPr>
          <p:nvPr>
            <p:ph type="sldImg"/>
          </p:nvPr>
        </p:nvSpPr>
        <p:spPr/>
      </p:sp>
      <p:sp>
        <p:nvSpPr>
          <p:cNvPr id="3" name="Not Yer Tutucusu 2"/>
          <p:cNvSpPr>
            <a:spLocks noGrp="1"/>
          </p:cNvSpPr>
          <p:nvPr>
            <p:ph type="body" idx="1"/>
          </p:nvPr>
        </p:nvSpPr>
        <p:spPr/>
        <p:txBody>
          <a:bodyPr/>
          <a:lstStyle/>
          <a:p>
            <a:endParaRPr lang="tr-TR" dirty="0"/>
          </a:p>
        </p:txBody>
      </p:sp>
      <p:sp>
        <p:nvSpPr>
          <p:cNvPr id="4" name="Slayt Numarası Yer Tutucusu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DC89FA38-288F-4614-A2F3-52FA34C3F9BA}" type="slidenum">
              <a:rPr kumimoji="0" lang="tr-TR"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32</a:t>
            </a:fld>
            <a:endParaRPr kumimoji="0" lang="tr-TR"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385390755"/>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ayt Resmi Yer Tutucusu 1"/>
          <p:cNvSpPr>
            <a:spLocks noGrp="1" noRot="1" noChangeAspect="1"/>
          </p:cNvSpPr>
          <p:nvPr>
            <p:ph type="sldImg"/>
          </p:nvPr>
        </p:nvSpPr>
        <p:spPr/>
      </p:sp>
      <p:sp>
        <p:nvSpPr>
          <p:cNvPr id="3" name="Not Yer Tutucusu 2"/>
          <p:cNvSpPr>
            <a:spLocks noGrp="1"/>
          </p:cNvSpPr>
          <p:nvPr>
            <p:ph type="body" idx="1"/>
          </p:nvPr>
        </p:nvSpPr>
        <p:spPr/>
        <p:txBody>
          <a:bodyPr/>
          <a:lstStyle/>
          <a:p>
            <a:endParaRPr lang="tr-TR" b="0" i="0" dirty="0">
              <a:solidFill>
                <a:srgbClr val="0D0D0D"/>
              </a:solidFill>
              <a:effectLst/>
              <a:latin typeface="Söhne"/>
            </a:endParaRPr>
          </a:p>
        </p:txBody>
      </p:sp>
      <p:sp>
        <p:nvSpPr>
          <p:cNvPr id="4" name="Slayt Numarası Yer Tutucusu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DC89FA38-288F-4614-A2F3-52FA34C3F9BA}" type="slidenum">
              <a:rPr kumimoji="0" lang="tr-TR"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33</a:t>
            </a:fld>
            <a:endParaRPr kumimoji="0" lang="tr-TR"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2663108872"/>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ayt Resmi Yer Tutucusu 1"/>
          <p:cNvSpPr>
            <a:spLocks noGrp="1" noRot="1" noChangeAspect="1"/>
          </p:cNvSpPr>
          <p:nvPr>
            <p:ph type="sldImg"/>
          </p:nvPr>
        </p:nvSpPr>
        <p:spPr/>
      </p:sp>
      <p:sp>
        <p:nvSpPr>
          <p:cNvPr id="3" name="Not Yer Tutucusu 2"/>
          <p:cNvSpPr>
            <a:spLocks noGrp="1"/>
          </p:cNvSpPr>
          <p:nvPr>
            <p:ph type="body" idx="1"/>
          </p:nvPr>
        </p:nvSpPr>
        <p:spPr/>
        <p:txBody>
          <a:bodyPr/>
          <a:lstStyle/>
          <a:p>
            <a:r>
              <a:rPr lang="tr-TR" b="0" i="0" dirty="0">
                <a:solidFill>
                  <a:srgbClr val="0D0D0D"/>
                </a:solidFill>
                <a:effectLst/>
                <a:latin typeface="Söhne"/>
              </a:rPr>
              <a:t>Bu detaylandırılmış açıklamalar, örgütlerin karşılaştığı güçlükleri daha ayrıntılı bir şekilde anlamanıza yardımcı olabilir. Ancak her örgüt, benzersiz bir yapıya ve çevresel koşullara sahip olduğu için, karşılaşılan güçlükler özel durumlara bağlı olarak değişiklik gösterebilir.</a:t>
            </a:r>
            <a:endParaRPr lang="tr-TR" dirty="0"/>
          </a:p>
        </p:txBody>
      </p:sp>
      <p:sp>
        <p:nvSpPr>
          <p:cNvPr id="4" name="Slayt Numarası Yer Tutucusu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DC89FA38-288F-4614-A2F3-52FA34C3F9BA}" type="slidenum">
              <a:rPr kumimoji="0" lang="tr-TR"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40</a:t>
            </a:fld>
            <a:endParaRPr kumimoji="0" lang="tr-TR"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507940736"/>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ayt Resmi Yer Tutucusu 1"/>
          <p:cNvSpPr>
            <a:spLocks noGrp="1" noRot="1" noChangeAspect="1"/>
          </p:cNvSpPr>
          <p:nvPr>
            <p:ph type="sldImg"/>
          </p:nvPr>
        </p:nvSpPr>
        <p:spPr/>
      </p:sp>
      <p:sp>
        <p:nvSpPr>
          <p:cNvPr id="3" name="Not Yer Tutucusu 2"/>
          <p:cNvSpPr>
            <a:spLocks noGrp="1"/>
          </p:cNvSpPr>
          <p:nvPr>
            <p:ph type="body" idx="1"/>
          </p:nvPr>
        </p:nvSpPr>
        <p:spPr/>
        <p:txBody>
          <a:bodyPr/>
          <a:lstStyle/>
          <a:p>
            <a:r>
              <a:rPr lang="tr-TR" dirty="0"/>
              <a:t>2 ana ilke</a:t>
            </a:r>
          </a:p>
          <a:p>
            <a:r>
              <a:rPr lang="tr-TR" dirty="0"/>
              <a:t>amaç birliği</a:t>
            </a:r>
          </a:p>
          <a:p>
            <a:r>
              <a:rPr lang="tr-TR" dirty="0"/>
              <a:t>emir birliği</a:t>
            </a:r>
          </a:p>
        </p:txBody>
      </p:sp>
      <p:sp>
        <p:nvSpPr>
          <p:cNvPr id="4" name="Slayt Numarası Yer Tutucusu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D6DF7F0C-8E18-4B4E-977B-7BCE00467CDA}" type="slidenum">
              <a:rPr kumimoji="0" lang="tr-TR"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41</a:t>
            </a:fld>
            <a:endParaRPr kumimoji="0" lang="tr-TR"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663588826"/>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ayt Resmi Yer Tutucusu 1"/>
          <p:cNvSpPr>
            <a:spLocks noGrp="1" noRot="1" noChangeAspect="1"/>
          </p:cNvSpPr>
          <p:nvPr>
            <p:ph type="sldImg"/>
          </p:nvPr>
        </p:nvSpPr>
        <p:spPr/>
      </p:sp>
      <p:sp>
        <p:nvSpPr>
          <p:cNvPr id="3" name="Not Yer Tutucusu 2"/>
          <p:cNvSpPr>
            <a:spLocks noGrp="1"/>
          </p:cNvSpPr>
          <p:nvPr>
            <p:ph type="body" idx="1"/>
          </p:nvPr>
        </p:nvSpPr>
        <p:spPr/>
        <p:txBody>
          <a:bodyPr/>
          <a:lstStyle/>
          <a:p>
            <a:endParaRPr lang="tr-TR" dirty="0"/>
          </a:p>
        </p:txBody>
      </p:sp>
      <p:sp>
        <p:nvSpPr>
          <p:cNvPr id="4" name="Slayt Numarası Yer Tutucusu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D6DF7F0C-8E18-4B4E-977B-7BCE00467CDA}" type="slidenum">
              <a:rPr kumimoji="0" lang="tr-TR"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42</a:t>
            </a:fld>
            <a:endParaRPr kumimoji="0" lang="tr-TR"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306647864"/>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ayt Resmi Yer Tutucusu 1"/>
          <p:cNvSpPr>
            <a:spLocks noGrp="1" noRot="1" noChangeAspect="1"/>
          </p:cNvSpPr>
          <p:nvPr>
            <p:ph type="sldImg"/>
          </p:nvPr>
        </p:nvSpPr>
        <p:spPr/>
      </p:sp>
      <p:sp>
        <p:nvSpPr>
          <p:cNvPr id="3" name="Not Yer Tutucusu 2"/>
          <p:cNvSpPr>
            <a:spLocks noGrp="1"/>
          </p:cNvSpPr>
          <p:nvPr>
            <p:ph type="body" idx="1"/>
          </p:nvPr>
        </p:nvSpPr>
        <p:spPr/>
        <p:txBody>
          <a:bodyPr/>
          <a:lstStyle/>
          <a:p>
            <a:r>
              <a:rPr lang="tr-TR" dirty="0"/>
              <a:t>Birçok ilke olmasına rağmen temel ilkeler amaç </a:t>
            </a:r>
            <a:r>
              <a:rPr lang="tr-TR" dirty="0" err="1"/>
              <a:t>bilriği</a:t>
            </a:r>
            <a:r>
              <a:rPr lang="tr-TR" dirty="0"/>
              <a:t> ve kumanda ilkesidir</a:t>
            </a:r>
          </a:p>
        </p:txBody>
      </p:sp>
      <p:sp>
        <p:nvSpPr>
          <p:cNvPr id="4" name="Slayt Numarası Yer Tutucusu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D6DF7F0C-8E18-4B4E-977B-7BCE00467CDA}" type="slidenum">
              <a:rPr kumimoji="0" lang="tr-TR"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43</a:t>
            </a:fld>
            <a:endParaRPr kumimoji="0" lang="tr-TR"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845398858"/>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ayt Resmi Yer Tutucusu 1"/>
          <p:cNvSpPr>
            <a:spLocks noGrp="1" noRot="1" noChangeAspect="1"/>
          </p:cNvSpPr>
          <p:nvPr>
            <p:ph type="sldImg"/>
          </p:nvPr>
        </p:nvSpPr>
        <p:spPr/>
      </p:sp>
      <p:sp>
        <p:nvSpPr>
          <p:cNvPr id="3" name="Not Yer Tutucusu 2"/>
          <p:cNvSpPr>
            <a:spLocks noGrp="1"/>
          </p:cNvSpPr>
          <p:nvPr>
            <p:ph type="body" idx="1"/>
          </p:nvPr>
        </p:nvSpPr>
        <p:spPr/>
        <p:txBody>
          <a:bodyPr/>
          <a:lstStyle/>
          <a:p>
            <a:endParaRPr lang="tr-TR" dirty="0"/>
          </a:p>
        </p:txBody>
      </p:sp>
      <p:sp>
        <p:nvSpPr>
          <p:cNvPr id="4" name="Slayt Numarası Yer Tutucusu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D6DF7F0C-8E18-4B4E-977B-7BCE00467CDA}" type="slidenum">
              <a:rPr kumimoji="0" lang="tr-TR"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44</a:t>
            </a:fld>
            <a:endParaRPr kumimoji="0" lang="tr-TR"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529528947"/>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ayt Resmi Yer Tutucusu 1"/>
          <p:cNvSpPr>
            <a:spLocks noGrp="1" noRot="1" noChangeAspect="1"/>
          </p:cNvSpPr>
          <p:nvPr>
            <p:ph type="sldImg"/>
          </p:nvPr>
        </p:nvSpPr>
        <p:spPr/>
      </p:sp>
      <p:sp>
        <p:nvSpPr>
          <p:cNvPr id="3" name="Not Yer Tutucusu 2"/>
          <p:cNvSpPr>
            <a:spLocks noGrp="1"/>
          </p:cNvSpPr>
          <p:nvPr>
            <p:ph type="body" idx="1"/>
          </p:nvPr>
        </p:nvSpPr>
        <p:spPr/>
        <p:txBody>
          <a:bodyPr/>
          <a:lstStyle/>
          <a:p>
            <a:endParaRPr lang="tr-TR" dirty="0"/>
          </a:p>
        </p:txBody>
      </p:sp>
      <p:sp>
        <p:nvSpPr>
          <p:cNvPr id="4" name="Slayt Numarası Yer Tutucusu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D6DF7F0C-8E18-4B4E-977B-7BCE00467CDA}" type="slidenum">
              <a:rPr kumimoji="0" lang="tr-TR"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45</a:t>
            </a:fld>
            <a:endParaRPr kumimoji="0" lang="tr-TR"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290814875"/>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ayt Resmi Yer Tutucusu 1"/>
          <p:cNvSpPr>
            <a:spLocks noGrp="1" noRot="1" noChangeAspect="1"/>
          </p:cNvSpPr>
          <p:nvPr>
            <p:ph type="sldImg"/>
          </p:nvPr>
        </p:nvSpPr>
        <p:spPr/>
      </p:sp>
      <p:sp>
        <p:nvSpPr>
          <p:cNvPr id="3" name="Not Yer Tutucusu 2"/>
          <p:cNvSpPr>
            <a:spLocks noGrp="1"/>
          </p:cNvSpPr>
          <p:nvPr>
            <p:ph type="body" idx="1"/>
          </p:nvPr>
        </p:nvSpPr>
        <p:spPr/>
        <p:txBody>
          <a:bodyPr/>
          <a:lstStyle/>
          <a:p>
            <a:endParaRPr lang="tr-TR" dirty="0"/>
          </a:p>
        </p:txBody>
      </p:sp>
      <p:sp>
        <p:nvSpPr>
          <p:cNvPr id="4" name="Slayt Numarası Yer Tutucusu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D6DF7F0C-8E18-4B4E-977B-7BCE00467CDA}" type="slidenum">
              <a:rPr kumimoji="0" lang="tr-TR"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46</a:t>
            </a:fld>
            <a:endParaRPr kumimoji="0" lang="tr-TR"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200492676"/>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ayt Resmi Yer Tutucusu 1"/>
          <p:cNvSpPr>
            <a:spLocks noGrp="1" noRot="1" noChangeAspect="1"/>
          </p:cNvSpPr>
          <p:nvPr>
            <p:ph type="sldImg"/>
          </p:nvPr>
        </p:nvSpPr>
        <p:spPr/>
      </p:sp>
      <p:sp>
        <p:nvSpPr>
          <p:cNvPr id="3" name="Not Yer Tutucusu 2"/>
          <p:cNvSpPr>
            <a:spLocks noGrp="1"/>
          </p:cNvSpPr>
          <p:nvPr>
            <p:ph type="body" idx="1"/>
          </p:nvPr>
        </p:nvSpPr>
        <p:spPr/>
        <p:txBody>
          <a:bodyPr/>
          <a:lstStyle/>
          <a:p>
            <a:r>
              <a:rPr lang="tr-TR" b="0" i="0" dirty="0">
                <a:solidFill>
                  <a:srgbClr val="0D0D0D"/>
                </a:solidFill>
                <a:effectLst/>
                <a:latin typeface="Söhne"/>
              </a:rPr>
              <a:t>Ancak, günümüzdeki sosyal, siyasi ve teknolojik değişikliklerin etkisiyle, liderlik ve otorite kavramları da </a:t>
            </a:r>
            <a:r>
              <a:rPr lang="tr-TR" b="0" i="0" dirty="0" err="1">
                <a:solidFill>
                  <a:srgbClr val="0D0D0D"/>
                </a:solidFill>
                <a:effectLst/>
                <a:latin typeface="Söhne"/>
              </a:rPr>
              <a:t>evrilmektedir</a:t>
            </a:r>
            <a:r>
              <a:rPr lang="tr-TR" b="0" i="0" dirty="0">
                <a:solidFill>
                  <a:srgbClr val="0D0D0D"/>
                </a:solidFill>
                <a:effectLst/>
                <a:latin typeface="Söhne"/>
              </a:rPr>
              <a:t>. Özellikle dijital dönüşüm, küreselleşme ve iş dünyasındaki değişen dinamikler, liderlik ve otoritenin nasıl anlaşıldığını ve uygulandığını etkilemektedir. Bu nedenle, </a:t>
            </a:r>
            <a:r>
              <a:rPr lang="tr-TR" b="0" i="0" dirty="0" err="1">
                <a:solidFill>
                  <a:srgbClr val="0D0D0D"/>
                </a:solidFill>
                <a:effectLst/>
                <a:latin typeface="Söhne"/>
              </a:rPr>
              <a:t>Weber'in</a:t>
            </a:r>
            <a:r>
              <a:rPr lang="tr-TR" b="0" i="0" dirty="0">
                <a:solidFill>
                  <a:srgbClr val="0D0D0D"/>
                </a:solidFill>
                <a:effectLst/>
                <a:latin typeface="Söhne"/>
              </a:rPr>
              <a:t> otorite tiplerinin günümüzdeki bağlamlarda nasıl değerlendirildiği ve yorumlandığı konusunda güncel araştırmalara ve literatüre bakmak önemlidir.</a:t>
            </a:r>
            <a:endParaRPr lang="tr-TR" dirty="0"/>
          </a:p>
        </p:txBody>
      </p:sp>
      <p:sp>
        <p:nvSpPr>
          <p:cNvPr id="4" name="Slayt Numarası Yer Tutucusu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D6DF7F0C-8E18-4B4E-977B-7BCE00467CDA}" type="slidenum">
              <a:rPr kumimoji="0" lang="tr-TR"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48</a:t>
            </a:fld>
            <a:endParaRPr kumimoji="0" lang="tr-TR"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576141810"/>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ayt Resmi Yer Tutucusu 1"/>
          <p:cNvSpPr>
            <a:spLocks noGrp="1" noRot="1" noChangeAspect="1"/>
          </p:cNvSpPr>
          <p:nvPr>
            <p:ph type="sldImg"/>
          </p:nvPr>
        </p:nvSpPr>
        <p:spPr/>
      </p:sp>
      <p:sp>
        <p:nvSpPr>
          <p:cNvPr id="3" name="Not Yer Tutucusu 2"/>
          <p:cNvSpPr>
            <a:spLocks noGrp="1"/>
          </p:cNvSpPr>
          <p:nvPr>
            <p:ph type="body" idx="1"/>
          </p:nvPr>
        </p:nvSpPr>
        <p:spPr/>
        <p:txBody>
          <a:bodyPr/>
          <a:lstStyle/>
          <a:p>
            <a:r>
              <a:rPr lang="tr-TR" b="0" i="0" dirty="0">
                <a:solidFill>
                  <a:srgbClr val="0D0D0D"/>
                </a:solidFill>
                <a:effectLst/>
                <a:latin typeface="Söhne"/>
              </a:rPr>
              <a:t>Yetki, bir kişiye veya bir pozisyona belirli görevleri yerine getirme, kararlar alma ve kaynakları kullanma yeteneği veren resmi bir onay veya izin anlamına gelir</a:t>
            </a:r>
          </a:p>
          <a:p>
            <a:endParaRPr lang="tr-TR" b="0" i="0" dirty="0">
              <a:solidFill>
                <a:srgbClr val="0D0D0D"/>
              </a:solidFill>
              <a:effectLst/>
              <a:latin typeface="Söhne"/>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tr-TR" b="0" i="0" dirty="0">
                <a:solidFill>
                  <a:srgbClr val="0D0D0D"/>
                </a:solidFill>
                <a:effectLst/>
                <a:latin typeface="Söhne"/>
              </a:rPr>
              <a:t>Bu yetki türleri, organizasyonlardaki liderlerin ve yöneticilerin rol ve sorumluluklarını tanımlamak için kullanılır. Belirli bir liderin sahip olduğu yetki türleri, organizasyonun yapısına, kültürüne ve liderlik tarzına bağlı olarak değişebilir. Bu yetkiler, liderlerin çalışanları yönlendirme, organizasyonun hedeflerine ulaşma ve etkili bir şekilde yönetme süreçlerine katkıda bulunur.</a:t>
            </a:r>
          </a:p>
          <a:p>
            <a:endParaRPr lang="tr-TR" dirty="0"/>
          </a:p>
        </p:txBody>
      </p:sp>
      <p:sp>
        <p:nvSpPr>
          <p:cNvPr id="4" name="Slayt Numarası Yer Tutucusu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D6DF7F0C-8E18-4B4E-977B-7BCE00467CDA}" type="slidenum">
              <a:rPr kumimoji="0" lang="tr-TR"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49</a:t>
            </a:fld>
            <a:endParaRPr kumimoji="0" lang="tr-TR"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478719003"/>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ayt Resmi Yer Tutucusu 1"/>
          <p:cNvSpPr>
            <a:spLocks noGrp="1" noRot="1" noChangeAspect="1"/>
          </p:cNvSpPr>
          <p:nvPr>
            <p:ph type="sldImg"/>
          </p:nvPr>
        </p:nvSpPr>
        <p:spPr/>
      </p:sp>
      <p:sp>
        <p:nvSpPr>
          <p:cNvPr id="3" name="Not Yer Tutucusu 2"/>
          <p:cNvSpPr>
            <a:spLocks noGrp="1"/>
          </p:cNvSpPr>
          <p:nvPr>
            <p:ph type="body" idx="1"/>
          </p:nvPr>
        </p:nvSpPr>
        <p:spPr/>
        <p:txBody>
          <a:bodyPr/>
          <a:lstStyle/>
          <a:p>
            <a:endParaRPr lang="tr-TR" dirty="0"/>
          </a:p>
        </p:txBody>
      </p:sp>
      <p:sp>
        <p:nvSpPr>
          <p:cNvPr id="4" name="Slayt Numarası Yer Tutucusu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D6DF7F0C-8E18-4B4E-977B-7BCE00467CDA}" type="slidenum">
              <a:rPr kumimoji="0" lang="tr-TR"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50</a:t>
            </a:fld>
            <a:endParaRPr kumimoji="0" lang="tr-TR"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739325820"/>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ayt Resmi Yer Tutucusu 1"/>
          <p:cNvSpPr>
            <a:spLocks noGrp="1" noRot="1" noChangeAspect="1"/>
          </p:cNvSpPr>
          <p:nvPr>
            <p:ph type="sldImg"/>
          </p:nvPr>
        </p:nvSpPr>
        <p:spPr/>
      </p:sp>
      <p:sp>
        <p:nvSpPr>
          <p:cNvPr id="3" name="Not Yer Tutucusu 2"/>
          <p:cNvSpPr>
            <a:spLocks noGrp="1"/>
          </p:cNvSpPr>
          <p:nvPr>
            <p:ph type="body" idx="1"/>
          </p:nvPr>
        </p:nvSpPr>
        <p:spPr/>
        <p:txBody>
          <a:bodyPr/>
          <a:lstStyle/>
          <a:p>
            <a:endParaRPr lang="tr-TR" dirty="0"/>
          </a:p>
        </p:txBody>
      </p:sp>
      <p:sp>
        <p:nvSpPr>
          <p:cNvPr id="4" name="Slayt Numarası Yer Tutucusu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D6DF7F0C-8E18-4B4E-977B-7BCE00467CDA}" type="slidenum">
              <a:rPr kumimoji="0" lang="tr-TR"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51</a:t>
            </a:fld>
            <a:endParaRPr kumimoji="0" lang="tr-TR"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052482893"/>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ayt Resmi Yer Tutucusu 1"/>
          <p:cNvSpPr>
            <a:spLocks noGrp="1" noRot="1" noChangeAspect="1"/>
          </p:cNvSpPr>
          <p:nvPr>
            <p:ph type="sldImg"/>
          </p:nvPr>
        </p:nvSpPr>
        <p:spPr/>
      </p:sp>
      <p:sp>
        <p:nvSpPr>
          <p:cNvPr id="3" name="Not Yer Tutucusu 2"/>
          <p:cNvSpPr>
            <a:spLocks noGrp="1"/>
          </p:cNvSpPr>
          <p:nvPr>
            <p:ph type="body" idx="1"/>
          </p:nvPr>
        </p:nvSpPr>
        <p:spPr/>
        <p:txBody>
          <a:bodyPr/>
          <a:lstStyle/>
          <a:p>
            <a:endParaRPr lang="tr-TR" dirty="0"/>
          </a:p>
        </p:txBody>
      </p:sp>
      <p:sp>
        <p:nvSpPr>
          <p:cNvPr id="4" name="Slayt Numarası Yer Tutucusu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D6DF7F0C-8E18-4B4E-977B-7BCE00467CDA}" type="slidenum">
              <a:rPr kumimoji="0" lang="tr-TR"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52</a:t>
            </a:fld>
            <a:endParaRPr kumimoji="0" lang="tr-TR"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859341793"/>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ayt Resmi Yer Tutucusu 1"/>
          <p:cNvSpPr>
            <a:spLocks noGrp="1" noRot="1" noChangeAspect="1"/>
          </p:cNvSpPr>
          <p:nvPr>
            <p:ph type="sldImg"/>
          </p:nvPr>
        </p:nvSpPr>
        <p:spPr/>
      </p:sp>
      <p:sp>
        <p:nvSpPr>
          <p:cNvPr id="3" name="Not Yer Tutucusu 2"/>
          <p:cNvSpPr>
            <a:spLocks noGrp="1"/>
          </p:cNvSpPr>
          <p:nvPr>
            <p:ph type="body" idx="1"/>
          </p:nvPr>
        </p:nvSpPr>
        <p:spPr/>
        <p:txBody>
          <a:bodyPr/>
          <a:lstStyle/>
          <a:p>
            <a:endParaRPr lang="tr-TR" dirty="0"/>
          </a:p>
        </p:txBody>
      </p:sp>
      <p:sp>
        <p:nvSpPr>
          <p:cNvPr id="4" name="Slayt Numarası Yer Tutucusu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D6DF7F0C-8E18-4B4E-977B-7BCE00467CDA}" type="slidenum">
              <a:rPr kumimoji="0" lang="tr-TR"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53</a:t>
            </a:fld>
            <a:endParaRPr kumimoji="0" lang="tr-TR"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411856892"/>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ayt Resmi Yer Tutucusu 1"/>
          <p:cNvSpPr>
            <a:spLocks noGrp="1" noRot="1" noChangeAspect="1"/>
          </p:cNvSpPr>
          <p:nvPr>
            <p:ph type="sldImg"/>
          </p:nvPr>
        </p:nvSpPr>
        <p:spPr/>
      </p:sp>
      <p:sp>
        <p:nvSpPr>
          <p:cNvPr id="3" name="Not Yer Tutucusu 2"/>
          <p:cNvSpPr>
            <a:spLocks noGrp="1"/>
          </p:cNvSpPr>
          <p:nvPr>
            <p:ph type="body" idx="1"/>
          </p:nvPr>
        </p:nvSpPr>
        <p:spPr/>
        <p:txBody>
          <a:bodyPr/>
          <a:lstStyle/>
          <a:p>
            <a:endParaRPr lang="tr-TR" dirty="0"/>
          </a:p>
        </p:txBody>
      </p:sp>
      <p:sp>
        <p:nvSpPr>
          <p:cNvPr id="4" name="Slayt Numarası Yer Tutucusu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D6DF7F0C-8E18-4B4E-977B-7BCE00467CDA}" type="slidenum">
              <a:rPr kumimoji="0" lang="tr-TR"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54</a:t>
            </a:fld>
            <a:endParaRPr kumimoji="0" lang="tr-TR"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153220039"/>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ayt Resmi Yer Tutucusu 1"/>
          <p:cNvSpPr>
            <a:spLocks noGrp="1" noRot="1" noChangeAspect="1"/>
          </p:cNvSpPr>
          <p:nvPr>
            <p:ph type="sldImg"/>
          </p:nvPr>
        </p:nvSpPr>
        <p:spPr/>
      </p:sp>
      <p:sp>
        <p:nvSpPr>
          <p:cNvPr id="3" name="Not Yer Tutucusu 2"/>
          <p:cNvSpPr>
            <a:spLocks noGrp="1"/>
          </p:cNvSpPr>
          <p:nvPr>
            <p:ph type="body" idx="1"/>
          </p:nvPr>
        </p:nvSpPr>
        <p:spPr/>
        <p:txBody>
          <a:bodyPr/>
          <a:lstStyle/>
          <a:p>
            <a:endParaRPr lang="tr-TR" dirty="0"/>
          </a:p>
        </p:txBody>
      </p:sp>
      <p:sp>
        <p:nvSpPr>
          <p:cNvPr id="4" name="Slayt Numarası Yer Tutucusu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D6DF7F0C-8E18-4B4E-977B-7BCE00467CDA}" type="slidenum">
              <a:rPr kumimoji="0" lang="tr-TR"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55</a:t>
            </a:fld>
            <a:endParaRPr kumimoji="0" lang="tr-TR"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588201060"/>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ayt Resmi Yer Tutucusu 1"/>
          <p:cNvSpPr>
            <a:spLocks noGrp="1" noRot="1" noChangeAspect="1"/>
          </p:cNvSpPr>
          <p:nvPr>
            <p:ph type="sldImg"/>
          </p:nvPr>
        </p:nvSpPr>
        <p:spPr/>
      </p:sp>
      <p:sp>
        <p:nvSpPr>
          <p:cNvPr id="3" name="Not Yer Tutucusu 2"/>
          <p:cNvSpPr>
            <a:spLocks noGrp="1"/>
          </p:cNvSpPr>
          <p:nvPr>
            <p:ph type="body" idx="1"/>
          </p:nvPr>
        </p:nvSpPr>
        <p:spPr/>
        <p:txBody>
          <a:bodyPr/>
          <a:lstStyle/>
          <a:p>
            <a:endParaRPr lang="tr-TR" dirty="0"/>
          </a:p>
        </p:txBody>
      </p:sp>
      <p:sp>
        <p:nvSpPr>
          <p:cNvPr id="4" name="Slayt Numarası Yer Tutucusu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D6DF7F0C-8E18-4B4E-977B-7BCE00467CDA}" type="slidenum">
              <a:rPr kumimoji="0" lang="tr-TR"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56</a:t>
            </a:fld>
            <a:endParaRPr kumimoji="0" lang="tr-TR"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047128900"/>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ayt Resmi Yer Tutucusu 1"/>
          <p:cNvSpPr>
            <a:spLocks noGrp="1" noRot="1" noChangeAspect="1"/>
          </p:cNvSpPr>
          <p:nvPr>
            <p:ph type="sldImg"/>
          </p:nvPr>
        </p:nvSpPr>
        <p:spPr/>
      </p:sp>
      <p:sp>
        <p:nvSpPr>
          <p:cNvPr id="3" name="Not Yer Tutucusu 2"/>
          <p:cNvSpPr>
            <a:spLocks noGrp="1"/>
          </p:cNvSpPr>
          <p:nvPr>
            <p:ph type="body" idx="1"/>
          </p:nvPr>
        </p:nvSpPr>
        <p:spPr/>
        <p:txBody>
          <a:bodyPr/>
          <a:lstStyle/>
          <a:p>
            <a:endParaRPr lang="tr-TR" dirty="0"/>
          </a:p>
        </p:txBody>
      </p:sp>
      <p:sp>
        <p:nvSpPr>
          <p:cNvPr id="4" name="Slayt Numarası Yer Tutucusu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D6DF7F0C-8E18-4B4E-977B-7BCE00467CDA}" type="slidenum">
              <a:rPr kumimoji="0" lang="tr-TR"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57</a:t>
            </a:fld>
            <a:endParaRPr kumimoji="0" lang="tr-TR"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4657833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ayt Resmi Yer Tutucusu 1"/>
          <p:cNvSpPr>
            <a:spLocks noGrp="1" noRot="1" noChangeAspect="1"/>
          </p:cNvSpPr>
          <p:nvPr>
            <p:ph type="sldImg"/>
          </p:nvPr>
        </p:nvSpPr>
        <p:spPr/>
      </p:sp>
      <p:sp>
        <p:nvSpPr>
          <p:cNvPr id="3" name="Not Yer Tutucusu 2"/>
          <p:cNvSpPr>
            <a:spLocks noGrp="1"/>
          </p:cNvSpPr>
          <p:nvPr>
            <p:ph type="body" idx="1"/>
          </p:nvPr>
        </p:nvSpPr>
        <p:spPr/>
        <p:txBody>
          <a:bodyPr/>
          <a:lstStyle/>
          <a:p>
            <a:endParaRPr lang="tr-TR" dirty="0"/>
          </a:p>
        </p:txBody>
      </p:sp>
      <p:sp>
        <p:nvSpPr>
          <p:cNvPr id="4" name="Slayt Numarası Yer Tutucusu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D6DF7F0C-8E18-4B4E-977B-7BCE00467CDA}" type="slidenum">
              <a:rPr kumimoji="0" lang="tr-TR"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58</a:t>
            </a:fld>
            <a:endParaRPr kumimoji="0" lang="tr-TR"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657508042"/>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ayt Resmi Yer Tutucusu 1"/>
          <p:cNvSpPr>
            <a:spLocks noGrp="1" noRot="1" noChangeAspect="1"/>
          </p:cNvSpPr>
          <p:nvPr>
            <p:ph type="sldImg"/>
          </p:nvPr>
        </p:nvSpPr>
        <p:spPr/>
      </p:sp>
      <p:sp>
        <p:nvSpPr>
          <p:cNvPr id="3" name="Not Yer Tutucusu 2"/>
          <p:cNvSpPr>
            <a:spLocks noGrp="1"/>
          </p:cNvSpPr>
          <p:nvPr>
            <p:ph type="body" idx="1"/>
          </p:nvPr>
        </p:nvSpPr>
        <p:spPr/>
        <p:txBody>
          <a:bodyPr/>
          <a:lstStyle/>
          <a:p>
            <a:endParaRPr lang="tr-TR" dirty="0"/>
          </a:p>
        </p:txBody>
      </p:sp>
      <p:sp>
        <p:nvSpPr>
          <p:cNvPr id="4" name="Slayt Numarası Yer Tutucusu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D6DF7F0C-8E18-4B4E-977B-7BCE00467CDA}" type="slidenum">
              <a:rPr kumimoji="0" lang="tr-TR"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59</a:t>
            </a:fld>
            <a:endParaRPr kumimoji="0" lang="tr-TR"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3092148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ayt Resmi Yer Tutucusu 1"/>
          <p:cNvSpPr>
            <a:spLocks noGrp="1" noRot="1" noChangeAspect="1"/>
          </p:cNvSpPr>
          <p:nvPr>
            <p:ph type="sldImg"/>
          </p:nvPr>
        </p:nvSpPr>
        <p:spPr/>
      </p:sp>
      <p:sp>
        <p:nvSpPr>
          <p:cNvPr id="3" name="Not Yer Tutucusu 2"/>
          <p:cNvSpPr>
            <a:spLocks noGrp="1"/>
          </p:cNvSpPr>
          <p:nvPr>
            <p:ph type="body" idx="1"/>
          </p:nvPr>
        </p:nvSpPr>
        <p:spPr/>
        <p:txBody>
          <a:bodyPr/>
          <a:lstStyle/>
          <a:p>
            <a:r>
              <a:rPr lang="tr-TR" b="0" i="0" dirty="0" err="1">
                <a:solidFill>
                  <a:srgbClr val="0D0D0D"/>
                </a:solidFill>
                <a:effectLst/>
                <a:latin typeface="Söhne"/>
              </a:rPr>
              <a:t>Stereotip</a:t>
            </a:r>
            <a:r>
              <a:rPr lang="tr-TR" b="0" i="0" dirty="0">
                <a:solidFill>
                  <a:srgbClr val="0D0D0D"/>
                </a:solidFill>
                <a:effectLst/>
                <a:latin typeface="Söhne"/>
              </a:rPr>
              <a:t>, belli bir gruba veya kategoriye ait insanlar hakkında genelleyici, basitleştirici ve sıkça önyargılı bir şekilde yapılan genel inanç, düşünce veya algıdır. </a:t>
            </a:r>
            <a:r>
              <a:rPr lang="tr-TR" b="0" i="0" dirty="0" err="1">
                <a:solidFill>
                  <a:srgbClr val="0D0D0D"/>
                </a:solidFill>
                <a:effectLst/>
                <a:latin typeface="Söhne"/>
              </a:rPr>
              <a:t>Stereotipler</a:t>
            </a:r>
            <a:r>
              <a:rPr lang="tr-TR" b="0" i="0" dirty="0">
                <a:solidFill>
                  <a:srgbClr val="0D0D0D"/>
                </a:solidFill>
                <a:effectLst/>
                <a:latin typeface="Söhne"/>
              </a:rPr>
              <a:t>, bir kişi veya gruptaki bireylerin genel özellikleri, davranışları veya yetenekleri hakkında yanlış veya aşırı basitleştirilmiş önyargılardan kaynaklanabilir.</a:t>
            </a:r>
            <a:endParaRPr lang="tr-TR" dirty="0"/>
          </a:p>
        </p:txBody>
      </p:sp>
      <p:sp>
        <p:nvSpPr>
          <p:cNvPr id="4" name="Slayt Numarası Yer Tutucusu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D6DF7F0C-8E18-4B4E-977B-7BCE00467CDA}" type="slidenum">
              <a:rPr kumimoji="0" lang="tr-TR"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61</a:t>
            </a:fld>
            <a:endParaRPr kumimoji="0" lang="tr-TR"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176907494"/>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ayt Resmi Yer Tutucusu 1"/>
          <p:cNvSpPr>
            <a:spLocks noGrp="1" noRot="1" noChangeAspect="1"/>
          </p:cNvSpPr>
          <p:nvPr>
            <p:ph type="sldImg"/>
          </p:nvPr>
        </p:nvSpPr>
        <p:spPr/>
      </p:sp>
      <p:sp>
        <p:nvSpPr>
          <p:cNvPr id="3" name="Not Yer Tutucusu 2"/>
          <p:cNvSpPr>
            <a:spLocks noGrp="1"/>
          </p:cNvSpPr>
          <p:nvPr>
            <p:ph type="body" idx="1"/>
          </p:nvPr>
        </p:nvSpPr>
        <p:spPr/>
        <p:txBody>
          <a:bodyPr/>
          <a:lstStyle/>
          <a:p>
            <a:endParaRPr lang="tr-TR" dirty="0"/>
          </a:p>
        </p:txBody>
      </p:sp>
      <p:sp>
        <p:nvSpPr>
          <p:cNvPr id="4" name="Slayt Numarası Yer Tutucusu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D6DF7F0C-8E18-4B4E-977B-7BCE00467CDA}" type="slidenum">
              <a:rPr kumimoji="0" lang="tr-TR"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64</a:t>
            </a:fld>
            <a:endParaRPr kumimoji="0" lang="tr-TR"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93472998"/>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ayt Resmi Yer Tutucusu 1"/>
          <p:cNvSpPr>
            <a:spLocks noGrp="1" noRot="1" noChangeAspect="1"/>
          </p:cNvSpPr>
          <p:nvPr>
            <p:ph type="sldImg"/>
          </p:nvPr>
        </p:nvSpPr>
        <p:spPr/>
      </p:sp>
      <p:sp>
        <p:nvSpPr>
          <p:cNvPr id="3" name="Not Yer Tutucusu 2"/>
          <p:cNvSpPr>
            <a:spLocks noGrp="1"/>
          </p:cNvSpPr>
          <p:nvPr>
            <p:ph type="body" idx="1"/>
          </p:nvPr>
        </p:nvSpPr>
        <p:spPr/>
        <p:txBody>
          <a:bodyPr/>
          <a:lstStyle/>
          <a:p>
            <a:endParaRPr lang="tr-TR" dirty="0"/>
          </a:p>
        </p:txBody>
      </p:sp>
      <p:sp>
        <p:nvSpPr>
          <p:cNvPr id="4" name="Slayt Numarası Yer Tutucusu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D6DF7F0C-8E18-4B4E-977B-7BCE00467CDA}" type="slidenum">
              <a:rPr kumimoji="0" lang="tr-TR"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65</a:t>
            </a:fld>
            <a:endParaRPr kumimoji="0" lang="tr-TR"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441798919"/>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ayt Resmi Yer Tutucusu 1"/>
          <p:cNvSpPr>
            <a:spLocks noGrp="1" noRot="1" noChangeAspect="1"/>
          </p:cNvSpPr>
          <p:nvPr>
            <p:ph type="sldImg"/>
          </p:nvPr>
        </p:nvSpPr>
        <p:spPr/>
      </p:sp>
      <p:sp>
        <p:nvSpPr>
          <p:cNvPr id="3" name="Not Yer Tutucusu 2"/>
          <p:cNvSpPr>
            <a:spLocks noGrp="1"/>
          </p:cNvSpPr>
          <p:nvPr>
            <p:ph type="body" idx="1"/>
          </p:nvPr>
        </p:nvSpPr>
        <p:spPr/>
        <p:txBody>
          <a:bodyPr/>
          <a:lstStyle/>
          <a:p>
            <a:endParaRPr lang="tr-TR" dirty="0"/>
          </a:p>
        </p:txBody>
      </p:sp>
      <p:sp>
        <p:nvSpPr>
          <p:cNvPr id="4" name="Slayt Numarası Yer Tutucusu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D6DF7F0C-8E18-4B4E-977B-7BCE00467CDA}" type="slidenum">
              <a:rPr kumimoji="0" lang="tr-TR"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66</a:t>
            </a:fld>
            <a:endParaRPr kumimoji="0" lang="tr-TR"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584872566"/>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ayt Resmi Yer Tutucusu 1"/>
          <p:cNvSpPr>
            <a:spLocks noGrp="1" noRot="1" noChangeAspect="1"/>
          </p:cNvSpPr>
          <p:nvPr>
            <p:ph type="sldImg"/>
          </p:nvPr>
        </p:nvSpPr>
        <p:spPr/>
      </p:sp>
      <p:sp>
        <p:nvSpPr>
          <p:cNvPr id="3" name="Not Yer Tutucusu 2"/>
          <p:cNvSpPr>
            <a:spLocks noGrp="1"/>
          </p:cNvSpPr>
          <p:nvPr>
            <p:ph type="body" idx="1"/>
          </p:nvPr>
        </p:nvSpPr>
        <p:spPr/>
        <p:txBody>
          <a:bodyPr/>
          <a:lstStyle/>
          <a:p>
            <a:endParaRPr lang="tr-TR" dirty="0"/>
          </a:p>
        </p:txBody>
      </p:sp>
      <p:sp>
        <p:nvSpPr>
          <p:cNvPr id="4" name="Slayt Numarası Yer Tutucusu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D6DF7F0C-8E18-4B4E-977B-7BCE00467CDA}" type="slidenum">
              <a:rPr kumimoji="0" lang="tr-TR"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67</a:t>
            </a:fld>
            <a:endParaRPr kumimoji="0" lang="tr-TR"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742815926"/>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ayt Resmi Yer Tutucusu 1"/>
          <p:cNvSpPr>
            <a:spLocks noGrp="1" noRot="1" noChangeAspect="1"/>
          </p:cNvSpPr>
          <p:nvPr>
            <p:ph type="sldImg"/>
          </p:nvPr>
        </p:nvSpPr>
        <p:spPr/>
      </p:sp>
      <p:sp>
        <p:nvSpPr>
          <p:cNvPr id="3" name="Not Yer Tutucusu 2"/>
          <p:cNvSpPr>
            <a:spLocks noGrp="1"/>
          </p:cNvSpPr>
          <p:nvPr>
            <p:ph type="body" idx="1"/>
          </p:nvPr>
        </p:nvSpPr>
        <p:spPr/>
        <p:txBody>
          <a:bodyPr/>
          <a:lstStyle/>
          <a:p>
            <a:endParaRPr lang="tr-TR" dirty="0"/>
          </a:p>
        </p:txBody>
      </p:sp>
      <p:sp>
        <p:nvSpPr>
          <p:cNvPr id="4" name="Slayt Numarası Yer Tutucusu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D6DF7F0C-8E18-4B4E-977B-7BCE00467CDA}" type="slidenum">
              <a:rPr kumimoji="0" lang="tr-TR"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68</a:t>
            </a:fld>
            <a:endParaRPr kumimoji="0" lang="tr-TR"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756532007"/>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ayt Resmi Yer Tutucusu 1"/>
          <p:cNvSpPr>
            <a:spLocks noGrp="1" noRot="1" noChangeAspect="1"/>
          </p:cNvSpPr>
          <p:nvPr>
            <p:ph type="sldImg"/>
          </p:nvPr>
        </p:nvSpPr>
        <p:spPr/>
      </p:sp>
      <p:sp>
        <p:nvSpPr>
          <p:cNvPr id="3" name="Not Yer Tutucusu 2"/>
          <p:cNvSpPr>
            <a:spLocks noGrp="1"/>
          </p:cNvSpPr>
          <p:nvPr>
            <p:ph type="body" idx="1"/>
          </p:nvPr>
        </p:nvSpPr>
        <p:spPr/>
        <p:txBody>
          <a:bodyPr/>
          <a:lstStyle/>
          <a:p>
            <a:endParaRPr lang="tr-TR" dirty="0"/>
          </a:p>
        </p:txBody>
      </p:sp>
      <p:sp>
        <p:nvSpPr>
          <p:cNvPr id="4" name="Slayt Numarası Yer Tutucusu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D6DF7F0C-8E18-4B4E-977B-7BCE00467CDA}" type="slidenum">
              <a:rPr kumimoji="0" lang="tr-TR"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69</a:t>
            </a:fld>
            <a:endParaRPr kumimoji="0" lang="tr-TR"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794101164"/>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ayt Resmi Yer Tutucusu 1"/>
          <p:cNvSpPr>
            <a:spLocks noGrp="1" noRot="1" noChangeAspect="1"/>
          </p:cNvSpPr>
          <p:nvPr>
            <p:ph type="sldImg"/>
          </p:nvPr>
        </p:nvSpPr>
        <p:spPr/>
      </p:sp>
      <p:sp>
        <p:nvSpPr>
          <p:cNvPr id="3" name="Not Yer Tutucusu 2"/>
          <p:cNvSpPr>
            <a:spLocks noGrp="1"/>
          </p:cNvSpPr>
          <p:nvPr>
            <p:ph type="body" idx="1"/>
          </p:nvPr>
        </p:nvSpPr>
        <p:spPr/>
        <p:txBody>
          <a:bodyPr/>
          <a:lstStyle/>
          <a:p>
            <a:endParaRPr lang="tr-TR" dirty="0"/>
          </a:p>
        </p:txBody>
      </p:sp>
      <p:sp>
        <p:nvSpPr>
          <p:cNvPr id="4" name="Slayt Numarası Yer Tutucusu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D6DF7F0C-8E18-4B4E-977B-7BCE00467CDA}" type="slidenum">
              <a:rPr kumimoji="0" lang="tr-TR"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70</a:t>
            </a:fld>
            <a:endParaRPr kumimoji="0" lang="tr-TR"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066121"/>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ayt Resmi Yer Tutucusu 1"/>
          <p:cNvSpPr>
            <a:spLocks noGrp="1" noRot="1" noChangeAspect="1"/>
          </p:cNvSpPr>
          <p:nvPr>
            <p:ph type="sldImg"/>
          </p:nvPr>
        </p:nvSpPr>
        <p:spPr/>
      </p:sp>
      <p:sp>
        <p:nvSpPr>
          <p:cNvPr id="3" name="Not Yer Tutucusu 2"/>
          <p:cNvSpPr>
            <a:spLocks noGrp="1"/>
          </p:cNvSpPr>
          <p:nvPr>
            <p:ph type="body" idx="1"/>
          </p:nvPr>
        </p:nvSpPr>
        <p:spPr/>
        <p:txBody>
          <a:bodyPr/>
          <a:lstStyle/>
          <a:p>
            <a:endParaRPr lang="tr-TR" dirty="0"/>
          </a:p>
        </p:txBody>
      </p:sp>
      <p:sp>
        <p:nvSpPr>
          <p:cNvPr id="4" name="Slayt Numarası Yer Tutucusu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D6DF7F0C-8E18-4B4E-977B-7BCE00467CDA}" type="slidenum">
              <a:rPr kumimoji="0" lang="tr-TR"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71</a:t>
            </a:fld>
            <a:endParaRPr kumimoji="0" lang="tr-TR"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522930382"/>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ayt Resmi Yer Tutucusu 1"/>
          <p:cNvSpPr>
            <a:spLocks noGrp="1" noRot="1" noChangeAspect="1"/>
          </p:cNvSpPr>
          <p:nvPr>
            <p:ph type="sldImg"/>
          </p:nvPr>
        </p:nvSpPr>
        <p:spPr/>
      </p:sp>
      <p:sp>
        <p:nvSpPr>
          <p:cNvPr id="3" name="Not Yer Tutucusu 2"/>
          <p:cNvSpPr>
            <a:spLocks noGrp="1"/>
          </p:cNvSpPr>
          <p:nvPr>
            <p:ph type="body" idx="1"/>
          </p:nvPr>
        </p:nvSpPr>
        <p:spPr/>
        <p:txBody>
          <a:bodyPr/>
          <a:lstStyle/>
          <a:p>
            <a:endParaRPr lang="tr-TR" dirty="0"/>
          </a:p>
        </p:txBody>
      </p:sp>
      <p:sp>
        <p:nvSpPr>
          <p:cNvPr id="4" name="Slayt Numarası Yer Tutucusu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D6DF7F0C-8E18-4B4E-977B-7BCE00467CDA}" type="slidenum">
              <a:rPr kumimoji="0" lang="tr-TR"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73</a:t>
            </a:fld>
            <a:endParaRPr kumimoji="0" lang="tr-TR"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924304434"/>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ayt Resmi Yer Tutucusu 1"/>
          <p:cNvSpPr>
            <a:spLocks noGrp="1" noRot="1" noChangeAspect="1"/>
          </p:cNvSpPr>
          <p:nvPr>
            <p:ph type="sldImg"/>
          </p:nvPr>
        </p:nvSpPr>
        <p:spPr/>
      </p:sp>
      <p:sp>
        <p:nvSpPr>
          <p:cNvPr id="3" name="Not Yer Tutucusu 2"/>
          <p:cNvSpPr>
            <a:spLocks noGrp="1"/>
          </p:cNvSpPr>
          <p:nvPr>
            <p:ph type="body" idx="1"/>
          </p:nvPr>
        </p:nvSpPr>
        <p:spPr/>
        <p:txBody>
          <a:bodyPr/>
          <a:lstStyle/>
          <a:p>
            <a:endParaRPr lang="tr-TR" dirty="0"/>
          </a:p>
        </p:txBody>
      </p:sp>
      <p:sp>
        <p:nvSpPr>
          <p:cNvPr id="4" name="Slayt Numarası Yer Tutucusu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D6DF7F0C-8E18-4B4E-977B-7BCE00467CDA}" type="slidenum">
              <a:rPr kumimoji="0" lang="tr-TR"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77</a:t>
            </a:fld>
            <a:endParaRPr kumimoji="0" lang="tr-TR"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8955381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98DE6C8-AB1D-4204-BC9C-3366B0BF0435}"/>
              </a:ext>
            </a:extLst>
          </p:cNvPr>
          <p:cNvSpPr>
            <a:spLocks noGrp="1"/>
          </p:cNvSpPr>
          <p:nvPr>
            <p:ph type="ctrTitle"/>
          </p:nvPr>
        </p:nvSpPr>
        <p:spPr>
          <a:xfrm>
            <a:off x="704088" y="889820"/>
            <a:ext cx="9989574" cy="3598606"/>
          </a:xfrm>
        </p:spPr>
        <p:txBody>
          <a:bodyPr anchor="t">
            <a:normAutofit/>
          </a:bodyPr>
          <a:lstStyle>
            <a:lvl1pPr algn="l">
              <a:defRPr sz="5400"/>
            </a:lvl1pPr>
          </a:lstStyle>
          <a:p>
            <a:r>
              <a:rPr lang="en-US"/>
              <a:t>Click to edit Master title style</a:t>
            </a:r>
            <a:endParaRPr lang="en-US" dirty="0"/>
          </a:p>
        </p:txBody>
      </p:sp>
      <p:sp>
        <p:nvSpPr>
          <p:cNvPr id="3" name="Subtitle 2">
            <a:extLst>
              <a:ext uri="{FF2B5EF4-FFF2-40B4-BE49-F238E27FC236}">
                <a16:creationId xmlns:a16="http://schemas.microsoft.com/office/drawing/2014/main" id="{7A7B9009-EE50-4EE5-B6EB-CD6EC83D3FA3}"/>
              </a:ext>
            </a:extLst>
          </p:cNvPr>
          <p:cNvSpPr>
            <a:spLocks noGrp="1"/>
          </p:cNvSpPr>
          <p:nvPr>
            <p:ph type="subTitle" idx="1"/>
          </p:nvPr>
        </p:nvSpPr>
        <p:spPr>
          <a:xfrm>
            <a:off x="704088" y="4488426"/>
            <a:ext cx="6991776" cy="1302774"/>
          </a:xfrm>
        </p:spPr>
        <p:txBody>
          <a:bodyPr anchor="b">
            <a:normAutofit/>
          </a:bodyPr>
          <a:lstStyle>
            <a:lvl1pPr marL="0" indent="0" algn="l">
              <a:buNone/>
              <a:defRPr sz="20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a:extLst>
              <a:ext uri="{FF2B5EF4-FFF2-40B4-BE49-F238E27FC236}">
                <a16:creationId xmlns:a16="http://schemas.microsoft.com/office/drawing/2014/main" id="{99C8667E-058A-436F-B8EA-5B3A99D43D09}"/>
              </a:ext>
            </a:extLst>
          </p:cNvPr>
          <p:cNvSpPr>
            <a:spLocks noGrp="1"/>
          </p:cNvSpPr>
          <p:nvPr>
            <p:ph type="dt" sz="half" idx="10"/>
          </p:nvPr>
        </p:nvSpPr>
        <p:spPr/>
        <p:txBody>
          <a:bodyPr/>
          <a:lstStyle/>
          <a:p>
            <a:fld id="{D1D1EADE-8E88-4C7C-8AC5-FB148DE4940E}" type="datetime1">
              <a:rPr lang="en-US" smtClean="0"/>
              <a:t>4/7/25</a:t>
            </a:fld>
            <a:endParaRPr lang="en-US"/>
          </a:p>
        </p:txBody>
      </p:sp>
      <p:sp>
        <p:nvSpPr>
          <p:cNvPr id="5" name="Footer Placeholder 4">
            <a:extLst>
              <a:ext uri="{FF2B5EF4-FFF2-40B4-BE49-F238E27FC236}">
                <a16:creationId xmlns:a16="http://schemas.microsoft.com/office/drawing/2014/main" id="{52680305-1AD7-482D-BFFD-6CDB83AB39A4}"/>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BE5762A1-52E9-402D-B65E-DF193E44CE83}"/>
              </a:ext>
            </a:extLst>
          </p:cNvPr>
          <p:cNvSpPr>
            <a:spLocks noGrp="1"/>
          </p:cNvSpPr>
          <p:nvPr>
            <p:ph type="sldNum" sz="quarter" idx="12"/>
          </p:nvPr>
        </p:nvSpPr>
        <p:spPr/>
        <p:txBody>
          <a:bodyPr/>
          <a:lstStyle/>
          <a:p>
            <a:fld id="{87E7843D-FF13-4365-9478-9625B70A2705}" type="slidenum">
              <a:rPr lang="en-US" smtClean="0"/>
              <a:t>‹#›</a:t>
            </a:fld>
            <a:endParaRPr lang="en-US"/>
          </a:p>
        </p:txBody>
      </p:sp>
    </p:spTree>
    <p:extLst>
      <p:ext uri="{BB962C8B-B14F-4D97-AF65-F5344CB8AC3E}">
        <p14:creationId xmlns:p14="http://schemas.microsoft.com/office/powerpoint/2010/main" val="289562642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987CA6-BFD9-4CB1-8892-F6B062E82445}"/>
              </a:ext>
            </a:extLst>
          </p:cNvPr>
          <p:cNvSpPr>
            <a:spLocks noGrp="1"/>
          </p:cNvSpPr>
          <p:nvPr>
            <p:ph type="title"/>
          </p:nvPr>
        </p:nvSpPr>
        <p:spPr/>
        <p:txBody>
          <a:body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E0CDA8C3-9C0C-4E52-9A62-E4DB159E6B0E}"/>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7CC3EC35-E02F-41FF-9232-F90692A902FC}"/>
              </a:ext>
            </a:extLst>
          </p:cNvPr>
          <p:cNvSpPr>
            <a:spLocks noGrp="1"/>
          </p:cNvSpPr>
          <p:nvPr>
            <p:ph type="dt" sz="half" idx="10"/>
          </p:nvPr>
        </p:nvSpPr>
        <p:spPr/>
        <p:txBody>
          <a:bodyPr/>
          <a:lstStyle/>
          <a:p>
            <a:fld id="{157B6794-849E-4626-908B-D15793550EFB}" type="datetime1">
              <a:rPr lang="en-US" smtClean="0"/>
              <a:t>4/7/25</a:t>
            </a:fld>
            <a:endParaRPr lang="en-US"/>
          </a:p>
        </p:txBody>
      </p:sp>
      <p:sp>
        <p:nvSpPr>
          <p:cNvPr id="5" name="Footer Placeholder 4">
            <a:extLst>
              <a:ext uri="{FF2B5EF4-FFF2-40B4-BE49-F238E27FC236}">
                <a16:creationId xmlns:a16="http://schemas.microsoft.com/office/drawing/2014/main" id="{39D13D38-5DF1-443B-8A12-71E834FDC6A1}"/>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F25E644A-4A37-4757-9809-5B035E2874E6}"/>
              </a:ext>
            </a:extLst>
          </p:cNvPr>
          <p:cNvSpPr>
            <a:spLocks noGrp="1"/>
          </p:cNvSpPr>
          <p:nvPr>
            <p:ph type="sldNum" sz="quarter" idx="12"/>
          </p:nvPr>
        </p:nvSpPr>
        <p:spPr/>
        <p:txBody>
          <a:bodyPr/>
          <a:lstStyle/>
          <a:p>
            <a:fld id="{87E7843D-FF13-4365-9478-9625B70A2705}" type="slidenum">
              <a:rPr lang="en-US" smtClean="0"/>
              <a:t>‹#›</a:t>
            </a:fld>
            <a:endParaRPr lang="en-US"/>
          </a:p>
        </p:txBody>
      </p:sp>
    </p:spTree>
    <p:extLst>
      <p:ext uri="{BB962C8B-B14F-4D97-AF65-F5344CB8AC3E}">
        <p14:creationId xmlns:p14="http://schemas.microsoft.com/office/powerpoint/2010/main" val="81695394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0E6578B-CD85-4BF1-A729-E8E8079B595F}"/>
              </a:ext>
            </a:extLst>
          </p:cNvPr>
          <p:cNvSpPr>
            <a:spLocks noGrp="1"/>
          </p:cNvSpPr>
          <p:nvPr>
            <p:ph type="title"/>
          </p:nvPr>
        </p:nvSpPr>
        <p:spPr>
          <a:xfrm>
            <a:off x="715383" y="1709738"/>
            <a:ext cx="10632067" cy="2852737"/>
          </a:xfrm>
        </p:spPr>
        <p:txBody>
          <a:bodyPr anchor="b"/>
          <a:lstStyle>
            <a:lvl1pPr>
              <a:defRPr sz="6000"/>
            </a:lvl1p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A58448C1-C13F-4826-8347-EEB00A6643D6}"/>
              </a:ext>
            </a:extLst>
          </p:cNvPr>
          <p:cNvSpPr>
            <a:spLocks noGrp="1"/>
          </p:cNvSpPr>
          <p:nvPr>
            <p:ph type="body" idx="1"/>
          </p:nvPr>
        </p:nvSpPr>
        <p:spPr>
          <a:xfrm>
            <a:off x="715383" y="4589463"/>
            <a:ext cx="10632067"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5806546A-957F-4C4D-9744-1177AD258E10}"/>
              </a:ext>
            </a:extLst>
          </p:cNvPr>
          <p:cNvSpPr>
            <a:spLocks noGrp="1"/>
          </p:cNvSpPr>
          <p:nvPr>
            <p:ph type="dt" sz="half" idx="10"/>
          </p:nvPr>
        </p:nvSpPr>
        <p:spPr/>
        <p:txBody>
          <a:bodyPr/>
          <a:lstStyle/>
          <a:p>
            <a:fld id="{63DB64E7-5594-42A3-ADBF-E95A7ACEAD64}" type="datetime1">
              <a:rPr lang="en-US" smtClean="0"/>
              <a:t>4/7/25</a:t>
            </a:fld>
            <a:endParaRPr lang="en-US"/>
          </a:p>
        </p:txBody>
      </p:sp>
      <p:sp>
        <p:nvSpPr>
          <p:cNvPr id="5" name="Footer Placeholder 4">
            <a:extLst>
              <a:ext uri="{FF2B5EF4-FFF2-40B4-BE49-F238E27FC236}">
                <a16:creationId xmlns:a16="http://schemas.microsoft.com/office/drawing/2014/main" id="{B1DB149C-CC63-4E3A-A83D-EF637EB51979}"/>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EDB94775-7982-41EC-B584-D51224D38F77}"/>
              </a:ext>
            </a:extLst>
          </p:cNvPr>
          <p:cNvSpPr>
            <a:spLocks noGrp="1"/>
          </p:cNvSpPr>
          <p:nvPr>
            <p:ph type="sldNum" sz="quarter" idx="12"/>
          </p:nvPr>
        </p:nvSpPr>
        <p:spPr/>
        <p:txBody>
          <a:bodyPr/>
          <a:lstStyle/>
          <a:p>
            <a:fld id="{87E7843D-FF13-4365-9478-9625B70A2705}" type="slidenum">
              <a:rPr lang="en-US" smtClean="0"/>
              <a:t>‹#›</a:t>
            </a:fld>
            <a:endParaRPr lang="en-US"/>
          </a:p>
        </p:txBody>
      </p:sp>
    </p:spTree>
    <p:extLst>
      <p:ext uri="{BB962C8B-B14F-4D97-AF65-F5344CB8AC3E}">
        <p14:creationId xmlns:p14="http://schemas.microsoft.com/office/powerpoint/2010/main" val="196687845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CE4BD8-507D-48E4-A624-F16A741C3609}"/>
              </a:ext>
            </a:extLst>
          </p:cNvPr>
          <p:cNvSpPr>
            <a:spLocks noGrp="1"/>
          </p:cNvSpPr>
          <p:nvPr>
            <p:ph type="title"/>
          </p:nvPr>
        </p:nvSpPr>
        <p:spPr>
          <a:xfrm>
            <a:off x="700635" y="914400"/>
            <a:ext cx="10691265" cy="1307592"/>
          </a:xfrm>
        </p:spPr>
        <p:txBody>
          <a:body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810A07E4-3A39-457C-A059-7DFB6039D947}"/>
              </a:ext>
            </a:extLst>
          </p:cNvPr>
          <p:cNvSpPr>
            <a:spLocks noGrp="1"/>
          </p:cNvSpPr>
          <p:nvPr>
            <p:ph sz="half" idx="1"/>
          </p:nvPr>
        </p:nvSpPr>
        <p:spPr>
          <a:xfrm>
            <a:off x="704088" y="2221992"/>
            <a:ext cx="5212080" cy="373989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a:extLst>
              <a:ext uri="{FF2B5EF4-FFF2-40B4-BE49-F238E27FC236}">
                <a16:creationId xmlns:a16="http://schemas.microsoft.com/office/drawing/2014/main" id="{7B141E17-47CE-4A78-B0FA-0E9786DA67C5}"/>
              </a:ext>
            </a:extLst>
          </p:cNvPr>
          <p:cNvSpPr>
            <a:spLocks noGrp="1"/>
          </p:cNvSpPr>
          <p:nvPr>
            <p:ph sz="half" idx="2"/>
          </p:nvPr>
        </p:nvSpPr>
        <p:spPr>
          <a:xfrm>
            <a:off x="6181344" y="2221992"/>
            <a:ext cx="5212080" cy="373989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a:extLst>
              <a:ext uri="{FF2B5EF4-FFF2-40B4-BE49-F238E27FC236}">
                <a16:creationId xmlns:a16="http://schemas.microsoft.com/office/drawing/2014/main" id="{89F02C13-D3ED-4044-9716-F29D79A184C9}"/>
              </a:ext>
            </a:extLst>
          </p:cNvPr>
          <p:cNvSpPr>
            <a:spLocks noGrp="1"/>
          </p:cNvSpPr>
          <p:nvPr>
            <p:ph type="dt" sz="half" idx="10"/>
          </p:nvPr>
        </p:nvSpPr>
        <p:spPr/>
        <p:txBody>
          <a:bodyPr/>
          <a:lstStyle/>
          <a:p>
            <a:fld id="{18462B0B-D248-4FFB-8695-AD7FA4B1284A}" type="datetime1">
              <a:rPr lang="en-US" smtClean="0"/>
              <a:t>4/7/25</a:t>
            </a:fld>
            <a:endParaRPr lang="en-US"/>
          </a:p>
        </p:txBody>
      </p:sp>
      <p:sp>
        <p:nvSpPr>
          <p:cNvPr id="6" name="Footer Placeholder 5">
            <a:extLst>
              <a:ext uri="{FF2B5EF4-FFF2-40B4-BE49-F238E27FC236}">
                <a16:creationId xmlns:a16="http://schemas.microsoft.com/office/drawing/2014/main" id="{8AF334AD-FB29-4355-B5CF-85E61B4F3409}"/>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BA5AA154-790C-4774-9C21-8C543E733F26}"/>
              </a:ext>
            </a:extLst>
          </p:cNvPr>
          <p:cNvSpPr>
            <a:spLocks noGrp="1"/>
          </p:cNvSpPr>
          <p:nvPr>
            <p:ph type="sldNum" sz="quarter" idx="12"/>
          </p:nvPr>
        </p:nvSpPr>
        <p:spPr/>
        <p:txBody>
          <a:bodyPr/>
          <a:lstStyle/>
          <a:p>
            <a:fld id="{87E7843D-FF13-4365-9478-9625B70A2705}" type="slidenum">
              <a:rPr lang="en-US" smtClean="0"/>
              <a:t>‹#›</a:t>
            </a:fld>
            <a:endParaRPr lang="en-US"/>
          </a:p>
        </p:txBody>
      </p:sp>
    </p:spTree>
    <p:extLst>
      <p:ext uri="{BB962C8B-B14F-4D97-AF65-F5344CB8AC3E}">
        <p14:creationId xmlns:p14="http://schemas.microsoft.com/office/powerpoint/2010/main" val="157644733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E07DD35-7673-4F88-86B0-634883B5E345}"/>
              </a:ext>
            </a:extLst>
          </p:cNvPr>
          <p:cNvSpPr>
            <a:spLocks noGrp="1"/>
          </p:cNvSpPr>
          <p:nvPr>
            <p:ph type="title"/>
          </p:nvPr>
        </p:nvSpPr>
        <p:spPr>
          <a:xfrm>
            <a:off x="704087" y="929147"/>
            <a:ext cx="10689336" cy="798451"/>
          </a:xfrm>
        </p:spPr>
        <p:txBody>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5EC820D7-3E0B-47C6-A583-C4C839C5AF03}"/>
              </a:ext>
            </a:extLst>
          </p:cNvPr>
          <p:cNvSpPr>
            <a:spLocks noGrp="1"/>
          </p:cNvSpPr>
          <p:nvPr>
            <p:ph type="body" idx="1"/>
          </p:nvPr>
        </p:nvSpPr>
        <p:spPr>
          <a:xfrm>
            <a:off x="704088" y="1756538"/>
            <a:ext cx="5212080" cy="657225"/>
          </a:xfrm>
        </p:spPr>
        <p:txBody>
          <a:bodyPr anchor="b">
            <a:normAutofit/>
          </a:bodyPr>
          <a:lstStyle>
            <a:lvl1pPr marL="0" indent="0">
              <a:buNone/>
              <a:defRPr sz="1600" b="1">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6A839A7B-97D5-400F-B802-A0FF28FE9F15}"/>
              </a:ext>
            </a:extLst>
          </p:cNvPr>
          <p:cNvSpPr>
            <a:spLocks noGrp="1"/>
          </p:cNvSpPr>
          <p:nvPr>
            <p:ph sz="half" idx="2"/>
          </p:nvPr>
        </p:nvSpPr>
        <p:spPr>
          <a:xfrm>
            <a:off x="704088" y="2442702"/>
            <a:ext cx="5212080" cy="351918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a:extLst>
              <a:ext uri="{FF2B5EF4-FFF2-40B4-BE49-F238E27FC236}">
                <a16:creationId xmlns:a16="http://schemas.microsoft.com/office/drawing/2014/main" id="{C2E0ECA2-DBF1-4681-9DFA-93AFD1B371DB}"/>
              </a:ext>
            </a:extLst>
          </p:cNvPr>
          <p:cNvSpPr>
            <a:spLocks noGrp="1"/>
          </p:cNvSpPr>
          <p:nvPr>
            <p:ph type="body" sz="quarter" idx="3"/>
          </p:nvPr>
        </p:nvSpPr>
        <p:spPr>
          <a:xfrm>
            <a:off x="6181344" y="1756538"/>
            <a:ext cx="5212080" cy="657225"/>
          </a:xfrm>
        </p:spPr>
        <p:txBody>
          <a:bodyPr anchor="b">
            <a:normAutofit/>
          </a:bodyPr>
          <a:lstStyle>
            <a:lvl1pPr marL="0" indent="0">
              <a:buNone/>
              <a:defRPr sz="1600" b="1">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390EBBBB-517F-4ED7-9E51-CF0F7590B4D4}"/>
              </a:ext>
            </a:extLst>
          </p:cNvPr>
          <p:cNvSpPr>
            <a:spLocks noGrp="1"/>
          </p:cNvSpPr>
          <p:nvPr>
            <p:ph sz="quarter" idx="4"/>
          </p:nvPr>
        </p:nvSpPr>
        <p:spPr>
          <a:xfrm>
            <a:off x="6181344" y="2442702"/>
            <a:ext cx="5212080" cy="351918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a:extLst>
              <a:ext uri="{FF2B5EF4-FFF2-40B4-BE49-F238E27FC236}">
                <a16:creationId xmlns:a16="http://schemas.microsoft.com/office/drawing/2014/main" id="{2511B5C7-1E37-478F-B4B0-C7202FFE41B9}"/>
              </a:ext>
            </a:extLst>
          </p:cNvPr>
          <p:cNvSpPr>
            <a:spLocks noGrp="1"/>
          </p:cNvSpPr>
          <p:nvPr>
            <p:ph type="dt" sz="half" idx="10"/>
          </p:nvPr>
        </p:nvSpPr>
        <p:spPr/>
        <p:txBody>
          <a:bodyPr/>
          <a:lstStyle/>
          <a:p>
            <a:fld id="{D0378EFB-9159-4510-B73F-4F0409ADE937}" type="datetime1">
              <a:rPr lang="en-US" smtClean="0"/>
              <a:t>4/7/25</a:t>
            </a:fld>
            <a:endParaRPr lang="en-US"/>
          </a:p>
        </p:txBody>
      </p:sp>
      <p:sp>
        <p:nvSpPr>
          <p:cNvPr id="8" name="Footer Placeholder 7">
            <a:extLst>
              <a:ext uri="{FF2B5EF4-FFF2-40B4-BE49-F238E27FC236}">
                <a16:creationId xmlns:a16="http://schemas.microsoft.com/office/drawing/2014/main" id="{9153F7EF-507C-4CB3-86C5-8B34FFFC1D86}"/>
              </a:ext>
            </a:extLst>
          </p:cNvPr>
          <p:cNvSpPr>
            <a:spLocks noGrp="1"/>
          </p:cNvSpPr>
          <p:nvPr>
            <p:ph type="ftr" sz="quarter" idx="11"/>
          </p:nvPr>
        </p:nvSpPr>
        <p:spPr/>
        <p:txBody>
          <a:bodyPr/>
          <a:lstStyle/>
          <a:p>
            <a:endParaRPr lang="en-US" dirty="0"/>
          </a:p>
        </p:txBody>
      </p:sp>
      <p:sp>
        <p:nvSpPr>
          <p:cNvPr id="9" name="Slide Number Placeholder 8">
            <a:extLst>
              <a:ext uri="{FF2B5EF4-FFF2-40B4-BE49-F238E27FC236}">
                <a16:creationId xmlns:a16="http://schemas.microsoft.com/office/drawing/2014/main" id="{58E3DEA6-E4EB-4C2A-8B4F-55EC965B6219}"/>
              </a:ext>
            </a:extLst>
          </p:cNvPr>
          <p:cNvSpPr>
            <a:spLocks noGrp="1"/>
          </p:cNvSpPr>
          <p:nvPr>
            <p:ph type="sldNum" sz="quarter" idx="12"/>
          </p:nvPr>
        </p:nvSpPr>
        <p:spPr/>
        <p:txBody>
          <a:bodyPr/>
          <a:lstStyle/>
          <a:p>
            <a:fld id="{87E7843D-FF13-4365-9478-9625B70A2705}" type="slidenum">
              <a:rPr lang="en-US" smtClean="0"/>
              <a:t>‹#›</a:t>
            </a:fld>
            <a:endParaRPr lang="en-US"/>
          </a:p>
        </p:txBody>
      </p:sp>
    </p:spTree>
    <p:extLst>
      <p:ext uri="{BB962C8B-B14F-4D97-AF65-F5344CB8AC3E}">
        <p14:creationId xmlns:p14="http://schemas.microsoft.com/office/powerpoint/2010/main" val="195694840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032964-A933-4B98-A141-A4B316DAFA9F}"/>
              </a:ext>
            </a:extLst>
          </p:cNvPr>
          <p:cNvSpPr>
            <a:spLocks noGrp="1"/>
          </p:cNvSpPr>
          <p:nvPr>
            <p:ph type="title"/>
          </p:nvPr>
        </p:nvSpPr>
        <p:spPr/>
        <p:txBody>
          <a:bodyPr/>
          <a:lstStyle/>
          <a:p>
            <a:r>
              <a:rPr lang="en-US"/>
              <a:t>Click to edit Master title style</a:t>
            </a:r>
            <a:endParaRPr lang="en-US" dirty="0"/>
          </a:p>
        </p:txBody>
      </p:sp>
      <p:sp>
        <p:nvSpPr>
          <p:cNvPr id="3" name="Date Placeholder 2">
            <a:extLst>
              <a:ext uri="{FF2B5EF4-FFF2-40B4-BE49-F238E27FC236}">
                <a16:creationId xmlns:a16="http://schemas.microsoft.com/office/drawing/2014/main" id="{5D684C9D-23DA-42B0-9DD3-7592F72E8DC9}"/>
              </a:ext>
            </a:extLst>
          </p:cNvPr>
          <p:cNvSpPr>
            <a:spLocks noGrp="1"/>
          </p:cNvSpPr>
          <p:nvPr>
            <p:ph type="dt" sz="half" idx="10"/>
          </p:nvPr>
        </p:nvSpPr>
        <p:spPr/>
        <p:txBody>
          <a:bodyPr/>
          <a:lstStyle/>
          <a:p>
            <a:fld id="{89BC9412-2452-4BED-A324-9D8C115361AD}" type="datetime1">
              <a:rPr lang="en-US" smtClean="0"/>
              <a:t>4/7/25</a:t>
            </a:fld>
            <a:endParaRPr lang="en-US"/>
          </a:p>
        </p:txBody>
      </p:sp>
      <p:sp>
        <p:nvSpPr>
          <p:cNvPr id="4" name="Footer Placeholder 3">
            <a:extLst>
              <a:ext uri="{FF2B5EF4-FFF2-40B4-BE49-F238E27FC236}">
                <a16:creationId xmlns:a16="http://schemas.microsoft.com/office/drawing/2014/main" id="{68BF8F05-876F-49D8-AE30-5BB2A91ECD59}"/>
              </a:ext>
            </a:extLst>
          </p:cNvPr>
          <p:cNvSpPr>
            <a:spLocks noGrp="1"/>
          </p:cNvSpPr>
          <p:nvPr>
            <p:ph type="ftr" sz="quarter" idx="11"/>
          </p:nvPr>
        </p:nvSpPr>
        <p:spPr/>
        <p:txBody>
          <a:bodyPr/>
          <a:lstStyle/>
          <a:p>
            <a:endParaRPr lang="en-US" dirty="0"/>
          </a:p>
        </p:txBody>
      </p:sp>
      <p:sp>
        <p:nvSpPr>
          <p:cNvPr id="5" name="Slide Number Placeholder 4">
            <a:extLst>
              <a:ext uri="{FF2B5EF4-FFF2-40B4-BE49-F238E27FC236}">
                <a16:creationId xmlns:a16="http://schemas.microsoft.com/office/drawing/2014/main" id="{153D20DA-9260-4577-BB51-789570A243AF}"/>
              </a:ext>
            </a:extLst>
          </p:cNvPr>
          <p:cNvSpPr>
            <a:spLocks noGrp="1"/>
          </p:cNvSpPr>
          <p:nvPr>
            <p:ph type="sldNum" sz="quarter" idx="12"/>
          </p:nvPr>
        </p:nvSpPr>
        <p:spPr/>
        <p:txBody>
          <a:bodyPr/>
          <a:lstStyle/>
          <a:p>
            <a:fld id="{87E7843D-FF13-4365-9478-9625B70A2705}" type="slidenum">
              <a:rPr lang="en-US" smtClean="0"/>
              <a:t>‹#›</a:t>
            </a:fld>
            <a:endParaRPr lang="en-US"/>
          </a:p>
        </p:txBody>
      </p:sp>
    </p:spTree>
    <p:extLst>
      <p:ext uri="{BB962C8B-B14F-4D97-AF65-F5344CB8AC3E}">
        <p14:creationId xmlns:p14="http://schemas.microsoft.com/office/powerpoint/2010/main" val="389096077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AD2C1F24-E0A1-45A7-8EF5-92CD9799341C}"/>
              </a:ext>
            </a:extLst>
          </p:cNvPr>
          <p:cNvSpPr>
            <a:spLocks noGrp="1"/>
          </p:cNvSpPr>
          <p:nvPr>
            <p:ph type="dt" sz="half" idx="10"/>
          </p:nvPr>
        </p:nvSpPr>
        <p:spPr/>
        <p:txBody>
          <a:bodyPr/>
          <a:lstStyle/>
          <a:p>
            <a:fld id="{F5318F62-D251-40E8-A23C-F4CFE9FEAB41}" type="datetime1">
              <a:rPr lang="en-US" smtClean="0"/>
              <a:t>4/7/25</a:t>
            </a:fld>
            <a:endParaRPr lang="en-US"/>
          </a:p>
        </p:txBody>
      </p:sp>
      <p:sp>
        <p:nvSpPr>
          <p:cNvPr id="3" name="Footer Placeholder 2">
            <a:extLst>
              <a:ext uri="{FF2B5EF4-FFF2-40B4-BE49-F238E27FC236}">
                <a16:creationId xmlns:a16="http://schemas.microsoft.com/office/drawing/2014/main" id="{3E021C19-210E-46B0-9036-5D8AECC9260C}"/>
              </a:ext>
            </a:extLst>
          </p:cNvPr>
          <p:cNvSpPr>
            <a:spLocks noGrp="1"/>
          </p:cNvSpPr>
          <p:nvPr>
            <p:ph type="ftr" sz="quarter" idx="11"/>
          </p:nvPr>
        </p:nvSpPr>
        <p:spPr/>
        <p:txBody>
          <a:bodyPr/>
          <a:lstStyle/>
          <a:p>
            <a:endParaRPr lang="en-US" dirty="0"/>
          </a:p>
        </p:txBody>
      </p:sp>
      <p:sp>
        <p:nvSpPr>
          <p:cNvPr id="4" name="Slide Number Placeholder 3">
            <a:extLst>
              <a:ext uri="{FF2B5EF4-FFF2-40B4-BE49-F238E27FC236}">
                <a16:creationId xmlns:a16="http://schemas.microsoft.com/office/drawing/2014/main" id="{1A880FEF-487E-44DF-8615-DF2210419602}"/>
              </a:ext>
            </a:extLst>
          </p:cNvPr>
          <p:cNvSpPr>
            <a:spLocks noGrp="1"/>
          </p:cNvSpPr>
          <p:nvPr>
            <p:ph type="sldNum" sz="quarter" idx="12"/>
          </p:nvPr>
        </p:nvSpPr>
        <p:spPr/>
        <p:txBody>
          <a:bodyPr/>
          <a:lstStyle/>
          <a:p>
            <a:fld id="{87E7843D-FF13-4365-9478-9625B70A2705}" type="slidenum">
              <a:rPr lang="en-US" smtClean="0"/>
              <a:t>‹#›</a:t>
            </a:fld>
            <a:endParaRPr lang="en-US"/>
          </a:p>
        </p:txBody>
      </p:sp>
    </p:spTree>
    <p:extLst>
      <p:ext uri="{BB962C8B-B14F-4D97-AF65-F5344CB8AC3E}">
        <p14:creationId xmlns:p14="http://schemas.microsoft.com/office/powerpoint/2010/main" val="339756457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A568EE-74C8-43A6-90BC-2DDD965CF64A}"/>
              </a:ext>
            </a:extLst>
          </p:cNvPr>
          <p:cNvSpPr>
            <a:spLocks noGrp="1"/>
          </p:cNvSpPr>
          <p:nvPr>
            <p:ph type="title"/>
          </p:nvPr>
        </p:nvSpPr>
        <p:spPr>
          <a:xfrm>
            <a:off x="704088" y="1069848"/>
            <a:ext cx="4093599" cy="1316736"/>
          </a:xfrm>
        </p:spPr>
        <p:txBody>
          <a:bodyPr anchor="b"/>
          <a:lstStyle>
            <a:lvl1pPr>
              <a:defRPr sz="3200"/>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971C35AC-CAE3-48CF-A3E4-A075C9FDD71B}"/>
              </a:ext>
            </a:extLst>
          </p:cNvPr>
          <p:cNvSpPr>
            <a:spLocks noGrp="1"/>
          </p:cNvSpPr>
          <p:nvPr>
            <p:ph idx="1"/>
          </p:nvPr>
        </p:nvSpPr>
        <p:spPr>
          <a:xfrm>
            <a:off x="5183188" y="1069848"/>
            <a:ext cx="6172200" cy="4791202"/>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a:extLst>
              <a:ext uri="{FF2B5EF4-FFF2-40B4-BE49-F238E27FC236}">
                <a16:creationId xmlns:a16="http://schemas.microsoft.com/office/drawing/2014/main" id="{2D9D03EA-5FAD-4609-A2B8-624E426847E3}"/>
              </a:ext>
            </a:extLst>
          </p:cNvPr>
          <p:cNvSpPr>
            <a:spLocks noGrp="1"/>
          </p:cNvSpPr>
          <p:nvPr>
            <p:ph type="body" sz="half" idx="2"/>
          </p:nvPr>
        </p:nvSpPr>
        <p:spPr>
          <a:xfrm>
            <a:off x="704088" y="2551176"/>
            <a:ext cx="4093599" cy="3319272"/>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0B58D2EA-2191-4216-B64D-067BDFE12375}"/>
              </a:ext>
            </a:extLst>
          </p:cNvPr>
          <p:cNvSpPr>
            <a:spLocks noGrp="1"/>
          </p:cNvSpPr>
          <p:nvPr>
            <p:ph type="dt" sz="half" idx="10"/>
          </p:nvPr>
        </p:nvSpPr>
        <p:spPr/>
        <p:txBody>
          <a:bodyPr/>
          <a:lstStyle/>
          <a:p>
            <a:fld id="{44F76144-149E-4874-93A5-554A0357CF82}" type="datetime1">
              <a:rPr lang="en-US" smtClean="0"/>
              <a:t>4/7/25</a:t>
            </a:fld>
            <a:endParaRPr lang="en-US"/>
          </a:p>
        </p:txBody>
      </p:sp>
      <p:sp>
        <p:nvSpPr>
          <p:cNvPr id="6" name="Footer Placeholder 5">
            <a:extLst>
              <a:ext uri="{FF2B5EF4-FFF2-40B4-BE49-F238E27FC236}">
                <a16:creationId xmlns:a16="http://schemas.microsoft.com/office/drawing/2014/main" id="{78042128-DAB4-481C-BEE6-3523E8E88BAD}"/>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AE50E382-C500-4A4C-A7C6-43860383AB91}"/>
              </a:ext>
            </a:extLst>
          </p:cNvPr>
          <p:cNvSpPr>
            <a:spLocks noGrp="1"/>
          </p:cNvSpPr>
          <p:nvPr>
            <p:ph type="sldNum" sz="quarter" idx="12"/>
          </p:nvPr>
        </p:nvSpPr>
        <p:spPr/>
        <p:txBody>
          <a:bodyPr/>
          <a:lstStyle/>
          <a:p>
            <a:fld id="{87E7843D-FF13-4365-9478-9625B70A2705}" type="slidenum">
              <a:rPr lang="en-US" smtClean="0"/>
              <a:t>‹#›</a:t>
            </a:fld>
            <a:endParaRPr lang="en-US"/>
          </a:p>
        </p:txBody>
      </p:sp>
    </p:spTree>
    <p:extLst>
      <p:ext uri="{BB962C8B-B14F-4D97-AF65-F5344CB8AC3E}">
        <p14:creationId xmlns:p14="http://schemas.microsoft.com/office/powerpoint/2010/main" val="113963133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9FE98B-EACF-4251-A8AF-0D9EDD17C664}"/>
              </a:ext>
            </a:extLst>
          </p:cNvPr>
          <p:cNvSpPr>
            <a:spLocks noGrp="1"/>
          </p:cNvSpPr>
          <p:nvPr>
            <p:ph type="title"/>
          </p:nvPr>
        </p:nvSpPr>
        <p:spPr>
          <a:xfrm>
            <a:off x="704088" y="1066800"/>
            <a:ext cx="4103431" cy="1317523"/>
          </a:xfrm>
        </p:spPr>
        <p:txBody>
          <a:bodyPr anchor="b"/>
          <a:lstStyle>
            <a:lvl1pPr>
              <a:defRPr sz="3200"/>
            </a:lvl1pPr>
          </a:lstStyle>
          <a:p>
            <a:r>
              <a:rPr lang="en-US"/>
              <a:t>Click to edit Master title style</a:t>
            </a:r>
            <a:endParaRPr lang="en-US" dirty="0"/>
          </a:p>
        </p:txBody>
      </p:sp>
      <p:sp>
        <p:nvSpPr>
          <p:cNvPr id="3" name="Picture Placeholder 2">
            <a:extLst>
              <a:ext uri="{FF2B5EF4-FFF2-40B4-BE49-F238E27FC236}">
                <a16:creationId xmlns:a16="http://schemas.microsoft.com/office/drawing/2014/main" id="{3905F473-761A-4002-AF70-9FF878D0139E}"/>
              </a:ext>
            </a:extLst>
          </p:cNvPr>
          <p:cNvSpPr>
            <a:spLocks noGrp="1"/>
          </p:cNvSpPr>
          <p:nvPr>
            <p:ph type="pic" idx="1"/>
          </p:nvPr>
        </p:nvSpPr>
        <p:spPr>
          <a:xfrm>
            <a:off x="5183188" y="1066800"/>
            <a:ext cx="6172200" cy="479425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a:extLst>
              <a:ext uri="{FF2B5EF4-FFF2-40B4-BE49-F238E27FC236}">
                <a16:creationId xmlns:a16="http://schemas.microsoft.com/office/drawing/2014/main" id="{FA0C2E6A-F834-4540-BB00-E13CB45DC362}"/>
              </a:ext>
            </a:extLst>
          </p:cNvPr>
          <p:cNvSpPr>
            <a:spLocks noGrp="1"/>
          </p:cNvSpPr>
          <p:nvPr>
            <p:ph type="body" sz="half" idx="2"/>
          </p:nvPr>
        </p:nvSpPr>
        <p:spPr>
          <a:xfrm>
            <a:off x="704088" y="2552700"/>
            <a:ext cx="4103431" cy="33162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F0C38EAB-AD63-415C-B263-BA1D8FBE3CB0}"/>
              </a:ext>
            </a:extLst>
          </p:cNvPr>
          <p:cNvSpPr>
            <a:spLocks noGrp="1"/>
          </p:cNvSpPr>
          <p:nvPr>
            <p:ph type="dt" sz="half" idx="10"/>
          </p:nvPr>
        </p:nvSpPr>
        <p:spPr/>
        <p:txBody>
          <a:bodyPr/>
          <a:lstStyle/>
          <a:p>
            <a:fld id="{50BA65D8-0540-4835-AE5C-25D29DBA01BE}" type="datetime1">
              <a:rPr lang="en-US" smtClean="0"/>
              <a:t>4/7/25</a:t>
            </a:fld>
            <a:endParaRPr lang="en-US"/>
          </a:p>
        </p:txBody>
      </p:sp>
      <p:sp>
        <p:nvSpPr>
          <p:cNvPr id="6" name="Footer Placeholder 5">
            <a:extLst>
              <a:ext uri="{FF2B5EF4-FFF2-40B4-BE49-F238E27FC236}">
                <a16:creationId xmlns:a16="http://schemas.microsoft.com/office/drawing/2014/main" id="{422E5541-B6DE-45E8-BCFE-0DFC4F574079}"/>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DBB78D45-289B-46AF-8CB9-E6150BEA17ED}"/>
              </a:ext>
            </a:extLst>
          </p:cNvPr>
          <p:cNvSpPr>
            <a:spLocks noGrp="1"/>
          </p:cNvSpPr>
          <p:nvPr>
            <p:ph type="sldNum" sz="quarter" idx="12"/>
          </p:nvPr>
        </p:nvSpPr>
        <p:spPr/>
        <p:txBody>
          <a:bodyPr/>
          <a:lstStyle/>
          <a:p>
            <a:fld id="{87E7843D-FF13-4365-9478-9625B70A2705}" type="slidenum">
              <a:rPr lang="en-US" smtClean="0"/>
              <a:t>‹#›</a:t>
            </a:fld>
            <a:endParaRPr lang="en-US"/>
          </a:p>
        </p:txBody>
      </p:sp>
    </p:spTree>
    <p:extLst>
      <p:ext uri="{BB962C8B-B14F-4D97-AF65-F5344CB8AC3E}">
        <p14:creationId xmlns:p14="http://schemas.microsoft.com/office/powerpoint/2010/main" val="394998369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D6359C1-C098-4BF4-A55D-782F4E606B8A}"/>
              </a:ext>
            </a:extLst>
          </p:cNvPr>
          <p:cNvSpPr>
            <a:spLocks noGrp="1"/>
          </p:cNvSpPr>
          <p:nvPr>
            <p:ph type="title"/>
          </p:nvPr>
        </p:nvSpPr>
        <p:spPr/>
        <p:txBody>
          <a:bodyPr/>
          <a:lstStyle/>
          <a:p>
            <a:r>
              <a:rPr lang="en-US"/>
              <a:t>Click to edit Master title style</a:t>
            </a:r>
            <a:endParaRPr lang="en-US" dirty="0"/>
          </a:p>
        </p:txBody>
      </p:sp>
      <p:sp>
        <p:nvSpPr>
          <p:cNvPr id="3" name="Vertical Text Placeholder 2">
            <a:extLst>
              <a:ext uri="{FF2B5EF4-FFF2-40B4-BE49-F238E27FC236}">
                <a16:creationId xmlns:a16="http://schemas.microsoft.com/office/drawing/2014/main" id="{3D343C7E-1E8B-4D38-9B81-1AA2A8978EDE}"/>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C8A70B00-53AE-4D3F-91BE-A8D789ED9864}"/>
              </a:ext>
            </a:extLst>
          </p:cNvPr>
          <p:cNvSpPr>
            <a:spLocks noGrp="1"/>
          </p:cNvSpPr>
          <p:nvPr>
            <p:ph type="dt" sz="half" idx="10"/>
          </p:nvPr>
        </p:nvSpPr>
        <p:spPr/>
        <p:txBody>
          <a:bodyPr/>
          <a:lstStyle/>
          <a:p>
            <a:fld id="{EC3C8B9C-477D-492A-96AD-1FC2CC997A73}" type="datetime1">
              <a:rPr lang="en-US" smtClean="0"/>
              <a:t>4/7/25</a:t>
            </a:fld>
            <a:endParaRPr lang="en-US"/>
          </a:p>
        </p:txBody>
      </p:sp>
      <p:sp>
        <p:nvSpPr>
          <p:cNvPr id="5" name="Footer Placeholder 4">
            <a:extLst>
              <a:ext uri="{FF2B5EF4-FFF2-40B4-BE49-F238E27FC236}">
                <a16:creationId xmlns:a16="http://schemas.microsoft.com/office/drawing/2014/main" id="{06647FC7-8124-4F70-A849-B6BCC5189CC3}"/>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B47CEBE4-50DC-47DB-B699-CCC024336C9F}"/>
              </a:ext>
            </a:extLst>
          </p:cNvPr>
          <p:cNvSpPr>
            <a:spLocks noGrp="1"/>
          </p:cNvSpPr>
          <p:nvPr>
            <p:ph type="sldNum" sz="quarter" idx="12"/>
          </p:nvPr>
        </p:nvSpPr>
        <p:spPr/>
        <p:txBody>
          <a:bodyPr/>
          <a:lstStyle/>
          <a:p>
            <a:fld id="{87E7843D-FF13-4365-9478-9625B70A2705}" type="slidenum">
              <a:rPr lang="en-US" smtClean="0"/>
              <a:t>‹#›</a:t>
            </a:fld>
            <a:endParaRPr lang="en-US"/>
          </a:p>
        </p:txBody>
      </p:sp>
    </p:spTree>
    <p:extLst>
      <p:ext uri="{BB962C8B-B14F-4D97-AF65-F5344CB8AC3E}">
        <p14:creationId xmlns:p14="http://schemas.microsoft.com/office/powerpoint/2010/main" val="404570592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4B418279-D3B8-4C6A-AB74-9DE377771270}"/>
              </a:ext>
            </a:extLst>
          </p:cNvPr>
          <p:cNvSpPr>
            <a:spLocks noGrp="1"/>
          </p:cNvSpPr>
          <p:nvPr>
            <p:ph type="title" orient="vert"/>
          </p:nvPr>
        </p:nvSpPr>
        <p:spPr>
          <a:xfrm>
            <a:off x="9242322" y="997974"/>
            <a:ext cx="2349043" cy="4984956"/>
          </a:xfrm>
        </p:spPr>
        <p:txBody>
          <a:bodyPr vert="eaVert"/>
          <a:lstStyle/>
          <a:p>
            <a:r>
              <a:rPr lang="en-US"/>
              <a:t>Click to edit Master title style</a:t>
            </a:r>
            <a:endParaRPr lang="en-US" dirty="0"/>
          </a:p>
        </p:txBody>
      </p:sp>
      <p:sp>
        <p:nvSpPr>
          <p:cNvPr id="3" name="Vertical Text Placeholder 2">
            <a:extLst>
              <a:ext uri="{FF2B5EF4-FFF2-40B4-BE49-F238E27FC236}">
                <a16:creationId xmlns:a16="http://schemas.microsoft.com/office/drawing/2014/main" id="{E28F733C-9309-4197-BACA-207CDC8935C9}"/>
              </a:ext>
            </a:extLst>
          </p:cNvPr>
          <p:cNvSpPr>
            <a:spLocks noGrp="1"/>
          </p:cNvSpPr>
          <p:nvPr>
            <p:ph type="body" orient="vert" idx="1"/>
          </p:nvPr>
        </p:nvSpPr>
        <p:spPr>
          <a:xfrm>
            <a:off x="768927" y="997973"/>
            <a:ext cx="8473395" cy="4984956"/>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56ACD4D0-5BE6-412D-B08B-5DFFD593513E}"/>
              </a:ext>
            </a:extLst>
          </p:cNvPr>
          <p:cNvSpPr>
            <a:spLocks noGrp="1"/>
          </p:cNvSpPr>
          <p:nvPr>
            <p:ph type="dt" sz="half" idx="10"/>
          </p:nvPr>
        </p:nvSpPr>
        <p:spPr/>
        <p:txBody>
          <a:bodyPr/>
          <a:lstStyle/>
          <a:p>
            <a:fld id="{42D3AED5-E26D-4E29-B1B3-7847B6779594}" type="datetime1">
              <a:rPr lang="en-US" smtClean="0"/>
              <a:t>4/7/25</a:t>
            </a:fld>
            <a:endParaRPr lang="en-US"/>
          </a:p>
        </p:txBody>
      </p:sp>
      <p:sp>
        <p:nvSpPr>
          <p:cNvPr id="5" name="Footer Placeholder 4">
            <a:extLst>
              <a:ext uri="{FF2B5EF4-FFF2-40B4-BE49-F238E27FC236}">
                <a16:creationId xmlns:a16="http://schemas.microsoft.com/office/drawing/2014/main" id="{55021651-B786-4A39-A10F-F5231D0A2C5E}"/>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74504D2D-9379-40DE-9F45-3004BE54F16B}"/>
              </a:ext>
            </a:extLst>
          </p:cNvPr>
          <p:cNvSpPr>
            <a:spLocks noGrp="1"/>
          </p:cNvSpPr>
          <p:nvPr>
            <p:ph type="sldNum" sz="quarter" idx="12"/>
          </p:nvPr>
        </p:nvSpPr>
        <p:spPr/>
        <p:txBody>
          <a:bodyPr/>
          <a:lstStyle/>
          <a:p>
            <a:fld id="{87E7843D-FF13-4365-9478-9625B70A2705}" type="slidenum">
              <a:rPr lang="en-US" smtClean="0"/>
              <a:t>‹#›</a:t>
            </a:fld>
            <a:endParaRPr lang="en-US"/>
          </a:p>
        </p:txBody>
      </p:sp>
    </p:spTree>
    <p:extLst>
      <p:ext uri="{BB962C8B-B14F-4D97-AF65-F5344CB8AC3E}">
        <p14:creationId xmlns:p14="http://schemas.microsoft.com/office/powerpoint/2010/main" val="316143394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28" name="Freeform: Shape 27">
            <a:extLst>
              <a:ext uri="{FF2B5EF4-FFF2-40B4-BE49-F238E27FC236}">
                <a16:creationId xmlns:a16="http://schemas.microsoft.com/office/drawing/2014/main" id="{9B0F7D69-D93C-4C38-A23D-76E000D691CD}"/>
              </a:ext>
            </a:extLst>
          </p:cNvPr>
          <p:cNvSpPr/>
          <p:nvPr/>
        </p:nvSpPr>
        <p:spPr>
          <a:xfrm>
            <a:off x="0" y="0"/>
            <a:ext cx="3496422" cy="6858000"/>
          </a:xfrm>
          <a:custGeom>
            <a:avLst/>
            <a:gdLst>
              <a:gd name="connsiteX0" fmla="*/ 0 w 3496422"/>
              <a:gd name="connsiteY0" fmla="*/ 0 h 6858000"/>
              <a:gd name="connsiteX1" fmla="*/ 1873399 w 3496422"/>
              <a:gd name="connsiteY1" fmla="*/ 0 h 6858000"/>
              <a:gd name="connsiteX2" fmla="*/ 1895523 w 3496422"/>
              <a:gd name="connsiteY2" fmla="*/ 14997 h 6858000"/>
              <a:gd name="connsiteX3" fmla="*/ 3496422 w 3496422"/>
              <a:gd name="connsiteY3" fmla="*/ 3621656 h 6858000"/>
              <a:gd name="connsiteX4" fmla="*/ 1622072 w 3496422"/>
              <a:gd name="connsiteY4" fmla="*/ 6374814 h 6858000"/>
              <a:gd name="connsiteX5" fmla="*/ 1105424 w 3496422"/>
              <a:gd name="connsiteY5" fmla="*/ 6780599 h 6858000"/>
              <a:gd name="connsiteX6" fmla="*/ 993668 w 3496422"/>
              <a:gd name="connsiteY6" fmla="*/ 6858000 h 6858000"/>
              <a:gd name="connsiteX7" fmla="*/ 0 w 3496422"/>
              <a:gd name="connsiteY7"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496422" h="6858000">
                <a:moveTo>
                  <a:pt x="0" y="0"/>
                </a:moveTo>
                <a:lnTo>
                  <a:pt x="1873399" y="0"/>
                </a:lnTo>
                <a:lnTo>
                  <a:pt x="1895523" y="14997"/>
                </a:lnTo>
                <a:cubicBezTo>
                  <a:pt x="2922686" y="754641"/>
                  <a:pt x="3496422" y="2093192"/>
                  <a:pt x="3496422" y="3621656"/>
                </a:cubicBezTo>
                <a:cubicBezTo>
                  <a:pt x="3496422" y="4969131"/>
                  <a:pt x="2567697" y="5602839"/>
                  <a:pt x="1622072" y="6374814"/>
                </a:cubicBezTo>
                <a:cubicBezTo>
                  <a:pt x="1449869" y="6515397"/>
                  <a:pt x="1279242" y="6653108"/>
                  <a:pt x="1105424" y="6780599"/>
                </a:cubicBezTo>
                <a:lnTo>
                  <a:pt x="993668" y="6858000"/>
                </a:lnTo>
                <a:lnTo>
                  <a:pt x="0" y="6858000"/>
                </a:lnTo>
                <a:close/>
              </a:path>
            </a:pathLst>
          </a:custGeom>
          <a:solidFill>
            <a:srgbClr val="FFFFFF">
              <a:alpha val="6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 name="Title 1"/>
          <p:cNvSpPr>
            <a:spLocks noGrp="1"/>
          </p:cNvSpPr>
          <p:nvPr>
            <p:ph type="ctrTitle"/>
          </p:nvPr>
        </p:nvSpPr>
        <p:spPr>
          <a:xfrm>
            <a:off x="4654295" y="1346268"/>
            <a:ext cx="7060135" cy="3285207"/>
          </a:xfrm>
        </p:spPr>
        <p:txBody>
          <a:bodyPr anchor="b">
            <a:noAutofit/>
          </a:bodyPr>
          <a:lstStyle>
            <a:lvl1pPr algn="l">
              <a:lnSpc>
                <a:spcPct val="120000"/>
              </a:lnSpc>
              <a:defRPr sz="5400" baseline="0">
                <a:solidFill>
                  <a:schemeClr val="tx1">
                    <a:lumMod val="85000"/>
                    <a:lumOff val="15000"/>
                  </a:schemeClr>
                </a:solidFill>
              </a:defRPr>
            </a:lvl1pPr>
          </a:lstStyle>
          <a:p>
            <a:r>
              <a:rPr lang="en-US"/>
              <a:t>Click to edit Master title style</a:t>
            </a:r>
            <a:endParaRPr lang="en-US" dirty="0"/>
          </a:p>
        </p:txBody>
      </p:sp>
      <p:sp>
        <p:nvSpPr>
          <p:cNvPr id="3" name="Subtitle 2"/>
          <p:cNvSpPr>
            <a:spLocks noGrp="1"/>
          </p:cNvSpPr>
          <p:nvPr>
            <p:ph type="subTitle" idx="1"/>
          </p:nvPr>
        </p:nvSpPr>
        <p:spPr>
          <a:xfrm>
            <a:off x="4662312" y="4631475"/>
            <a:ext cx="7052117" cy="1150200"/>
          </a:xfrm>
        </p:spPr>
        <p:txBody>
          <a:bodyPr lIns="109728" tIns="109728" rIns="109728" bIns="91440" anchor="t">
            <a:normAutofit/>
          </a:bodyPr>
          <a:lstStyle>
            <a:lvl1pPr marL="0" indent="0" algn="l">
              <a:lnSpc>
                <a:spcPct val="130000"/>
              </a:lnSpc>
              <a:buNone/>
              <a:defRPr sz="2400" baseline="0">
                <a:solidFill>
                  <a:schemeClr val="tx1">
                    <a:lumMod val="85000"/>
                    <a:lumOff val="15000"/>
                  </a:schemeClr>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10" name="Date Placeholder 9">
            <a:extLst>
              <a:ext uri="{FF2B5EF4-FFF2-40B4-BE49-F238E27FC236}">
                <a16:creationId xmlns:a16="http://schemas.microsoft.com/office/drawing/2014/main" id="{123E5C65-E22A-4865-9449-10140D62B655}"/>
              </a:ext>
            </a:extLst>
          </p:cNvPr>
          <p:cNvSpPr>
            <a:spLocks noGrp="1"/>
          </p:cNvSpPr>
          <p:nvPr>
            <p:ph type="dt" sz="half" idx="10"/>
          </p:nvPr>
        </p:nvSpPr>
        <p:spPr>
          <a:xfrm>
            <a:off x="4654295" y="617415"/>
            <a:ext cx="7123723" cy="457200"/>
          </a:xfrm>
        </p:spPr>
        <p:txBody>
          <a:bodyPr/>
          <a:lstStyle>
            <a:lvl1pPr algn="l">
              <a:defRPr/>
            </a:lvl1pPr>
          </a:lstStyle>
          <a:p>
            <a:fld id="{12241623-A064-4BED-B073-BA4D61433402}" type="datetime1">
              <a:rPr lang="en-US" smtClean="0"/>
              <a:t>4/7/25</a:t>
            </a:fld>
            <a:endParaRPr lang="en-US" dirty="0"/>
          </a:p>
        </p:txBody>
      </p:sp>
      <p:sp>
        <p:nvSpPr>
          <p:cNvPr id="24" name="Footer Placeholder 23">
            <a:extLst>
              <a:ext uri="{FF2B5EF4-FFF2-40B4-BE49-F238E27FC236}">
                <a16:creationId xmlns:a16="http://schemas.microsoft.com/office/drawing/2014/main" id="{EF9C3DE0-E7F5-4B4D-B5AF-CDE724CE79A3}"/>
              </a:ext>
            </a:extLst>
          </p:cNvPr>
          <p:cNvSpPr>
            <a:spLocks noGrp="1"/>
          </p:cNvSpPr>
          <p:nvPr>
            <p:ph type="ftr" sz="quarter" idx="11"/>
          </p:nvPr>
        </p:nvSpPr>
        <p:spPr>
          <a:xfrm>
            <a:off x="4654295" y="6170490"/>
            <a:ext cx="5588349" cy="457200"/>
          </a:xfrm>
        </p:spPr>
        <p:txBody>
          <a:bodyPr/>
          <a:lstStyle/>
          <a:p>
            <a:endParaRPr lang="en-US" dirty="0"/>
          </a:p>
        </p:txBody>
      </p:sp>
      <p:sp>
        <p:nvSpPr>
          <p:cNvPr id="25" name="Slide Number Placeholder 24">
            <a:extLst>
              <a:ext uri="{FF2B5EF4-FFF2-40B4-BE49-F238E27FC236}">
                <a16:creationId xmlns:a16="http://schemas.microsoft.com/office/drawing/2014/main" id="{48C1E146-840A-4217-B63E-62E5CF8909C2}"/>
              </a:ext>
            </a:extLst>
          </p:cNvPr>
          <p:cNvSpPr>
            <a:spLocks noGrp="1"/>
          </p:cNvSpPr>
          <p:nvPr>
            <p:ph type="sldNum" sz="quarter" idx="12"/>
          </p:nvPr>
        </p:nvSpPr>
        <p:spPr>
          <a:xfrm>
            <a:off x="10515600" y="6170490"/>
            <a:ext cx="1198829" cy="457200"/>
          </a:xfrm>
        </p:spPr>
        <p:txBody>
          <a:bodyPr/>
          <a:lstStyle>
            <a:lvl1pPr algn="r">
              <a:defRPr/>
            </a:lvl1pPr>
          </a:lstStyle>
          <a:p>
            <a:fld id="{FAEF9944-A4F6-4C59-AEBD-678D6480B8EA}" type="slidenum">
              <a:rPr lang="en-US" smtClean="0"/>
              <a:pPr/>
              <a:t>‹#›</a:t>
            </a:fld>
            <a:endParaRPr lang="en-US" dirty="0"/>
          </a:p>
        </p:txBody>
      </p:sp>
      <p:sp>
        <p:nvSpPr>
          <p:cNvPr id="4" name="Freeform: Shape 3">
            <a:extLst>
              <a:ext uri="{FF2B5EF4-FFF2-40B4-BE49-F238E27FC236}">
                <a16:creationId xmlns:a16="http://schemas.microsoft.com/office/drawing/2014/main" id="{8CD419D4-EA9D-42D9-BF62-B07F0B7B672B}"/>
              </a:ext>
            </a:extLst>
          </p:cNvPr>
          <p:cNvSpPr/>
          <p:nvPr/>
        </p:nvSpPr>
        <p:spPr>
          <a:xfrm>
            <a:off x="1375409" y="0"/>
            <a:ext cx="2529723" cy="6858000"/>
          </a:xfrm>
          <a:custGeom>
            <a:avLst/>
            <a:gdLst>
              <a:gd name="connsiteX0" fmla="*/ 1258269 w 2529723"/>
              <a:gd name="connsiteY0" fmla="*/ 0 h 6858000"/>
              <a:gd name="connsiteX1" fmla="*/ 1275627 w 2529723"/>
              <a:gd name="connsiteY1" fmla="*/ 0 h 6858000"/>
              <a:gd name="connsiteX2" fmla="*/ 1302560 w 2529723"/>
              <a:gd name="connsiteY2" fmla="*/ 24338 h 6858000"/>
              <a:gd name="connsiteX3" fmla="*/ 2522825 w 2529723"/>
              <a:gd name="connsiteY3" fmla="*/ 3678515 h 6858000"/>
              <a:gd name="connsiteX4" fmla="*/ 557500 w 2529723"/>
              <a:gd name="connsiteY4" fmla="*/ 6451411 h 6858000"/>
              <a:gd name="connsiteX5" fmla="*/ 32482 w 2529723"/>
              <a:gd name="connsiteY5" fmla="*/ 6849373 h 6858000"/>
              <a:gd name="connsiteX6" fmla="*/ 19531 w 2529723"/>
              <a:gd name="connsiteY6" fmla="*/ 6858000 h 6858000"/>
              <a:gd name="connsiteX7" fmla="*/ 0 w 2529723"/>
              <a:gd name="connsiteY7" fmla="*/ 6858000 h 6858000"/>
              <a:gd name="connsiteX8" fmla="*/ 14202 w 2529723"/>
              <a:gd name="connsiteY8" fmla="*/ 6848540 h 6858000"/>
              <a:gd name="connsiteX9" fmla="*/ 539221 w 2529723"/>
              <a:gd name="connsiteY9" fmla="*/ 6450578 h 6858000"/>
              <a:gd name="connsiteX10" fmla="*/ 2504546 w 2529723"/>
              <a:gd name="connsiteY10" fmla="*/ 3677682 h 6858000"/>
              <a:gd name="connsiteX11" fmla="*/ 1284280 w 2529723"/>
              <a:gd name="connsiteY11" fmla="*/ 23504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529723" h="6858000">
                <a:moveTo>
                  <a:pt x="1258269" y="0"/>
                </a:moveTo>
                <a:lnTo>
                  <a:pt x="1275627" y="0"/>
                </a:lnTo>
                <a:lnTo>
                  <a:pt x="1302560" y="24338"/>
                </a:lnTo>
                <a:cubicBezTo>
                  <a:pt x="2156831" y="855667"/>
                  <a:pt x="2590622" y="2191755"/>
                  <a:pt x="2522825" y="3678515"/>
                </a:cubicBezTo>
                <a:cubicBezTo>
                  <a:pt x="2459072" y="5076606"/>
                  <a:pt x="1519830" y="5692656"/>
                  <a:pt x="557500" y="6451411"/>
                </a:cubicBezTo>
                <a:cubicBezTo>
                  <a:pt x="382255" y="6589587"/>
                  <a:pt x="208689" y="6724853"/>
                  <a:pt x="32482" y="6849373"/>
                </a:cubicBezTo>
                <a:lnTo>
                  <a:pt x="19531" y="6858000"/>
                </a:lnTo>
                <a:lnTo>
                  <a:pt x="0" y="6858000"/>
                </a:lnTo>
                <a:lnTo>
                  <a:pt x="14202" y="6848540"/>
                </a:lnTo>
                <a:cubicBezTo>
                  <a:pt x="190409" y="6724020"/>
                  <a:pt x="363976" y="6588754"/>
                  <a:pt x="539221" y="6450578"/>
                </a:cubicBezTo>
                <a:cubicBezTo>
                  <a:pt x="1501550" y="5691822"/>
                  <a:pt x="2440792" y="5075773"/>
                  <a:pt x="2504546" y="3677682"/>
                </a:cubicBezTo>
                <a:cubicBezTo>
                  <a:pt x="2572343" y="2190921"/>
                  <a:pt x="2138551" y="854834"/>
                  <a:pt x="1284280" y="23504"/>
                </a:cubicBezTo>
                <a:close/>
              </a:path>
            </a:pathLst>
          </a:cu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Meiryo"/>
              <a:ea typeface="+mn-ea"/>
              <a:cs typeface="+mn-cs"/>
            </a:endParaRPr>
          </a:p>
        </p:txBody>
      </p:sp>
      <p:sp>
        <p:nvSpPr>
          <p:cNvPr id="5" name="Freeform: Shape 4">
            <a:extLst>
              <a:ext uri="{FF2B5EF4-FFF2-40B4-BE49-F238E27FC236}">
                <a16:creationId xmlns:a16="http://schemas.microsoft.com/office/drawing/2014/main" id="{1C6FEC9B-9608-4181-A9E5-A1B80E72021C}"/>
              </a:ext>
            </a:extLst>
          </p:cNvPr>
          <p:cNvSpPr/>
          <p:nvPr/>
        </p:nvSpPr>
        <p:spPr>
          <a:xfrm>
            <a:off x="1155402" y="0"/>
            <a:ext cx="2536434" cy="6858000"/>
          </a:xfrm>
          <a:custGeom>
            <a:avLst/>
            <a:gdLst>
              <a:gd name="connsiteX0" fmla="*/ 879731 w 2536434"/>
              <a:gd name="connsiteY0" fmla="*/ 0 h 6858000"/>
              <a:gd name="connsiteX1" fmla="*/ 913411 w 2536434"/>
              <a:gd name="connsiteY1" fmla="*/ 0 h 6858000"/>
              <a:gd name="connsiteX2" fmla="*/ 935535 w 2536434"/>
              <a:gd name="connsiteY2" fmla="*/ 14997 h 6858000"/>
              <a:gd name="connsiteX3" fmla="*/ 2536434 w 2536434"/>
              <a:gd name="connsiteY3" fmla="*/ 3621656 h 6858000"/>
              <a:gd name="connsiteX4" fmla="*/ 662084 w 2536434"/>
              <a:gd name="connsiteY4" fmla="*/ 6374814 h 6858000"/>
              <a:gd name="connsiteX5" fmla="*/ 145436 w 2536434"/>
              <a:gd name="connsiteY5" fmla="*/ 6780599 h 6858000"/>
              <a:gd name="connsiteX6" fmla="*/ 33680 w 2536434"/>
              <a:gd name="connsiteY6" fmla="*/ 6858000 h 6858000"/>
              <a:gd name="connsiteX7" fmla="*/ 0 w 2536434"/>
              <a:gd name="connsiteY7" fmla="*/ 6858000 h 6858000"/>
              <a:gd name="connsiteX8" fmla="*/ 111756 w 2536434"/>
              <a:gd name="connsiteY8" fmla="*/ 6780599 h 6858000"/>
              <a:gd name="connsiteX9" fmla="*/ 628404 w 2536434"/>
              <a:gd name="connsiteY9" fmla="*/ 6374814 h 6858000"/>
              <a:gd name="connsiteX10" fmla="*/ 2502754 w 2536434"/>
              <a:gd name="connsiteY10" fmla="*/ 3621656 h 6858000"/>
              <a:gd name="connsiteX11" fmla="*/ 901855 w 2536434"/>
              <a:gd name="connsiteY11" fmla="*/ 14997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536434" h="6858000">
                <a:moveTo>
                  <a:pt x="879731" y="0"/>
                </a:moveTo>
                <a:lnTo>
                  <a:pt x="913411" y="0"/>
                </a:lnTo>
                <a:lnTo>
                  <a:pt x="935535" y="14997"/>
                </a:lnTo>
                <a:cubicBezTo>
                  <a:pt x="1962698" y="754641"/>
                  <a:pt x="2536434" y="2093192"/>
                  <a:pt x="2536434" y="3621656"/>
                </a:cubicBezTo>
                <a:cubicBezTo>
                  <a:pt x="2536434" y="4969131"/>
                  <a:pt x="1607709" y="5602839"/>
                  <a:pt x="662084" y="6374814"/>
                </a:cubicBezTo>
                <a:cubicBezTo>
                  <a:pt x="489881" y="6515397"/>
                  <a:pt x="319254" y="6653108"/>
                  <a:pt x="145436" y="6780599"/>
                </a:cubicBezTo>
                <a:lnTo>
                  <a:pt x="33680" y="6858000"/>
                </a:lnTo>
                <a:lnTo>
                  <a:pt x="0" y="6858000"/>
                </a:lnTo>
                <a:lnTo>
                  <a:pt x="111756" y="6780599"/>
                </a:lnTo>
                <a:cubicBezTo>
                  <a:pt x="285574" y="6653108"/>
                  <a:pt x="456201" y="6515397"/>
                  <a:pt x="628404" y="6374814"/>
                </a:cubicBezTo>
                <a:cubicBezTo>
                  <a:pt x="1574029" y="5602839"/>
                  <a:pt x="2502754" y="4969131"/>
                  <a:pt x="2502754" y="3621656"/>
                </a:cubicBezTo>
                <a:cubicBezTo>
                  <a:pt x="2502754" y="2093192"/>
                  <a:pt x="1929018" y="754641"/>
                  <a:pt x="901855" y="14997"/>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Meiryo"/>
              <a:ea typeface="+mn-ea"/>
              <a:cs typeface="+mn-cs"/>
            </a:endParaRPr>
          </a:p>
        </p:txBody>
      </p:sp>
      <p:sp>
        <p:nvSpPr>
          <p:cNvPr id="6" name="Freeform: Shape 5">
            <a:extLst>
              <a:ext uri="{FF2B5EF4-FFF2-40B4-BE49-F238E27FC236}">
                <a16:creationId xmlns:a16="http://schemas.microsoft.com/office/drawing/2014/main" id="{AB1564ED-F26F-451D-97D6-A6EC3E83FD55}"/>
              </a:ext>
            </a:extLst>
          </p:cNvPr>
          <p:cNvSpPr/>
          <p:nvPr/>
        </p:nvSpPr>
        <p:spPr>
          <a:xfrm>
            <a:off x="924161" y="0"/>
            <a:ext cx="2261351" cy="6858000"/>
          </a:xfrm>
          <a:custGeom>
            <a:avLst/>
            <a:gdLst>
              <a:gd name="connsiteX0" fmla="*/ 879731 w 2521425"/>
              <a:gd name="connsiteY0" fmla="*/ 0 h 6858000"/>
              <a:gd name="connsiteX1" fmla="*/ 898402 w 2521425"/>
              <a:gd name="connsiteY1" fmla="*/ 0 h 6858000"/>
              <a:gd name="connsiteX2" fmla="*/ 920526 w 2521425"/>
              <a:gd name="connsiteY2" fmla="*/ 14997 h 6858000"/>
              <a:gd name="connsiteX3" fmla="*/ 2521425 w 2521425"/>
              <a:gd name="connsiteY3" fmla="*/ 3621656 h 6858000"/>
              <a:gd name="connsiteX4" fmla="*/ 647075 w 2521425"/>
              <a:gd name="connsiteY4" fmla="*/ 6374814 h 6858000"/>
              <a:gd name="connsiteX5" fmla="*/ 130427 w 2521425"/>
              <a:gd name="connsiteY5" fmla="*/ 6780599 h 6858000"/>
              <a:gd name="connsiteX6" fmla="*/ 18671 w 2521425"/>
              <a:gd name="connsiteY6" fmla="*/ 6858000 h 6858000"/>
              <a:gd name="connsiteX7" fmla="*/ 0 w 2521425"/>
              <a:gd name="connsiteY7" fmla="*/ 6858000 h 6858000"/>
              <a:gd name="connsiteX8" fmla="*/ 111756 w 2521425"/>
              <a:gd name="connsiteY8" fmla="*/ 6780599 h 6858000"/>
              <a:gd name="connsiteX9" fmla="*/ 628404 w 2521425"/>
              <a:gd name="connsiteY9" fmla="*/ 6374814 h 6858000"/>
              <a:gd name="connsiteX10" fmla="*/ 2502754 w 2521425"/>
              <a:gd name="connsiteY10" fmla="*/ 3621656 h 6858000"/>
              <a:gd name="connsiteX11" fmla="*/ 901855 w 2521425"/>
              <a:gd name="connsiteY11" fmla="*/ 14997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521425" h="6858000">
                <a:moveTo>
                  <a:pt x="879731" y="0"/>
                </a:moveTo>
                <a:lnTo>
                  <a:pt x="898402" y="0"/>
                </a:lnTo>
                <a:lnTo>
                  <a:pt x="920526" y="14997"/>
                </a:lnTo>
                <a:cubicBezTo>
                  <a:pt x="1947689" y="754641"/>
                  <a:pt x="2521425" y="2093192"/>
                  <a:pt x="2521425" y="3621656"/>
                </a:cubicBezTo>
                <a:cubicBezTo>
                  <a:pt x="2521425" y="4969131"/>
                  <a:pt x="1592700" y="5602839"/>
                  <a:pt x="647075" y="6374814"/>
                </a:cubicBezTo>
                <a:cubicBezTo>
                  <a:pt x="474872" y="6515397"/>
                  <a:pt x="304245" y="6653108"/>
                  <a:pt x="130427" y="6780599"/>
                </a:cubicBezTo>
                <a:lnTo>
                  <a:pt x="18671" y="6858000"/>
                </a:lnTo>
                <a:lnTo>
                  <a:pt x="0" y="6858000"/>
                </a:lnTo>
                <a:lnTo>
                  <a:pt x="111756" y="6780599"/>
                </a:lnTo>
                <a:cubicBezTo>
                  <a:pt x="285574" y="6653108"/>
                  <a:pt x="456201" y="6515397"/>
                  <a:pt x="628404" y="6374814"/>
                </a:cubicBezTo>
                <a:cubicBezTo>
                  <a:pt x="1574029" y="5602839"/>
                  <a:pt x="2502754" y="4969131"/>
                  <a:pt x="2502754" y="3621656"/>
                </a:cubicBezTo>
                <a:cubicBezTo>
                  <a:pt x="2502754" y="2093192"/>
                  <a:pt x="1929018" y="754641"/>
                  <a:pt x="901855" y="14997"/>
                </a:cubicBezTo>
                <a:close/>
              </a:path>
            </a:pathLst>
          </a:custGeom>
          <a:solidFill>
            <a:schemeClr val="bg2">
              <a:lumMod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Meiryo"/>
              <a:ea typeface="+mn-ea"/>
              <a:cs typeface="+mn-cs"/>
            </a:endParaRPr>
          </a:p>
        </p:txBody>
      </p:sp>
    </p:spTree>
    <p:extLst>
      <p:ext uri="{BB962C8B-B14F-4D97-AF65-F5344CB8AC3E}">
        <p14:creationId xmlns:p14="http://schemas.microsoft.com/office/powerpoint/2010/main" val="476802805"/>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0" name="Date Placeholder 9">
            <a:extLst>
              <a:ext uri="{FF2B5EF4-FFF2-40B4-BE49-F238E27FC236}">
                <a16:creationId xmlns:a16="http://schemas.microsoft.com/office/drawing/2014/main" id="{6923EF53-7767-4C94-BEF6-D452927945DA}"/>
              </a:ext>
            </a:extLst>
          </p:cNvPr>
          <p:cNvSpPr>
            <a:spLocks noGrp="1"/>
          </p:cNvSpPr>
          <p:nvPr>
            <p:ph type="dt" sz="half" idx="10"/>
          </p:nvPr>
        </p:nvSpPr>
        <p:spPr/>
        <p:txBody>
          <a:bodyPr/>
          <a:lstStyle/>
          <a:p>
            <a:fld id="{22F3E5F3-28EE-488F-BD53-B744C06C3DEC}" type="datetime1">
              <a:rPr lang="en-US" smtClean="0"/>
              <a:t>4/7/25</a:t>
            </a:fld>
            <a:endParaRPr lang="en-US" dirty="0"/>
          </a:p>
        </p:txBody>
      </p:sp>
      <p:sp>
        <p:nvSpPr>
          <p:cNvPr id="11" name="Footer Placeholder 10">
            <a:extLst>
              <a:ext uri="{FF2B5EF4-FFF2-40B4-BE49-F238E27FC236}">
                <a16:creationId xmlns:a16="http://schemas.microsoft.com/office/drawing/2014/main" id="{ACF12700-F905-4CFA-970C-C81E05A64D5B}"/>
              </a:ext>
            </a:extLst>
          </p:cNvPr>
          <p:cNvSpPr>
            <a:spLocks noGrp="1"/>
          </p:cNvSpPr>
          <p:nvPr>
            <p:ph type="ftr" sz="quarter" idx="11"/>
          </p:nvPr>
        </p:nvSpPr>
        <p:spPr/>
        <p:txBody>
          <a:bodyPr/>
          <a:lstStyle/>
          <a:p>
            <a:endParaRPr lang="en-US" dirty="0"/>
          </a:p>
        </p:txBody>
      </p:sp>
      <p:sp>
        <p:nvSpPr>
          <p:cNvPr id="12" name="Slide Number Placeholder 11">
            <a:extLst>
              <a:ext uri="{FF2B5EF4-FFF2-40B4-BE49-F238E27FC236}">
                <a16:creationId xmlns:a16="http://schemas.microsoft.com/office/drawing/2014/main" id="{DA1B1EE2-BCA3-432B-A32D-B04C7F1DD93F}"/>
              </a:ext>
            </a:extLst>
          </p:cNvPr>
          <p:cNvSpPr>
            <a:spLocks noGrp="1"/>
          </p:cNvSpPr>
          <p:nvPr>
            <p:ph type="sldNum" sz="quarter" idx="12"/>
          </p:nvPr>
        </p:nvSpPr>
        <p:spPr/>
        <p:txBody>
          <a:bodyPr/>
          <a:lstStyle/>
          <a:p>
            <a:pPr algn="l"/>
            <a:fld id="{FAEF9944-A4F6-4C59-AEBD-678D6480B8EA}" type="slidenum">
              <a:rPr lang="en-US" smtClean="0"/>
              <a:pPr algn="l"/>
              <a:t>‹#›</a:t>
            </a:fld>
            <a:endParaRPr lang="en-US" dirty="0"/>
          </a:p>
        </p:txBody>
      </p:sp>
    </p:spTree>
    <p:extLst>
      <p:ext uri="{BB962C8B-B14F-4D97-AF65-F5344CB8AC3E}">
        <p14:creationId xmlns:p14="http://schemas.microsoft.com/office/powerpoint/2010/main" val="3664764150"/>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grpSp>
        <p:nvGrpSpPr>
          <p:cNvPr id="7" name="Group 6">
            <a:extLst>
              <a:ext uri="{FF2B5EF4-FFF2-40B4-BE49-F238E27FC236}">
                <a16:creationId xmlns:a16="http://schemas.microsoft.com/office/drawing/2014/main" id="{B84A89F5-6982-40AE-8108-88B93E85C8FF}"/>
              </a:ext>
            </a:extLst>
          </p:cNvPr>
          <p:cNvGrpSpPr/>
          <p:nvPr/>
        </p:nvGrpSpPr>
        <p:grpSpPr>
          <a:xfrm>
            <a:off x="3124577" y="0"/>
            <a:ext cx="4389519" cy="2916937"/>
            <a:chOff x="3124577" y="0"/>
            <a:chExt cx="4389519" cy="2916937"/>
          </a:xfrm>
        </p:grpSpPr>
        <p:sp>
          <p:nvSpPr>
            <p:cNvPr id="49" name="Freeform: Shape 48">
              <a:extLst>
                <a:ext uri="{FF2B5EF4-FFF2-40B4-BE49-F238E27FC236}">
                  <a16:creationId xmlns:a16="http://schemas.microsoft.com/office/drawing/2014/main" id="{B80BED93-E30B-4492-A268-84C33CA4F067}"/>
                </a:ext>
              </a:extLst>
            </p:cNvPr>
            <p:cNvSpPr/>
            <p:nvPr/>
          </p:nvSpPr>
          <p:spPr>
            <a:xfrm>
              <a:off x="3320637" y="0"/>
              <a:ext cx="4013331" cy="2742133"/>
            </a:xfrm>
            <a:custGeom>
              <a:avLst/>
              <a:gdLst>
                <a:gd name="connsiteX0" fmla="*/ 294151 w 4013331"/>
                <a:gd name="connsiteY0" fmla="*/ 0 h 2742133"/>
                <a:gd name="connsiteX1" fmla="*/ 3844057 w 4013331"/>
                <a:gd name="connsiteY1" fmla="*/ 0 h 2742133"/>
                <a:gd name="connsiteX2" fmla="*/ 3892490 w 4013331"/>
                <a:gd name="connsiteY2" fmla="*/ 131440 h 2742133"/>
                <a:gd name="connsiteX3" fmla="*/ 4013331 w 4013331"/>
                <a:gd name="connsiteY3" fmla="*/ 941251 h 2742133"/>
                <a:gd name="connsiteX4" fmla="*/ 3804827 w 4013331"/>
                <a:gd name="connsiteY4" fmla="*/ 1540292 h 2742133"/>
                <a:gd name="connsiteX5" fmla="*/ 3187498 w 4013331"/>
                <a:gd name="connsiteY5" fmla="*/ 2098087 h 2742133"/>
                <a:gd name="connsiteX6" fmla="*/ 3051769 w 4013331"/>
                <a:gd name="connsiteY6" fmla="*/ 2204787 h 2742133"/>
                <a:gd name="connsiteX7" fmla="*/ 1936476 w 4013331"/>
                <a:gd name="connsiteY7" fmla="*/ 2742133 h 2742133"/>
                <a:gd name="connsiteX8" fmla="*/ 467303 w 4013331"/>
                <a:gd name="connsiteY8" fmla="*/ 1868695 h 2742133"/>
                <a:gd name="connsiteX9" fmla="*/ 310732 w 4013331"/>
                <a:gd name="connsiteY9" fmla="*/ 1645244 h 2742133"/>
                <a:gd name="connsiteX10" fmla="*/ 0 w 4013331"/>
                <a:gd name="connsiteY10" fmla="*/ 941251 h 2742133"/>
                <a:gd name="connsiteX11" fmla="*/ 187749 w 4013331"/>
                <a:gd name="connsiteY11" fmla="*/ 183076 h 2742133"/>
                <a:gd name="connsiteX12" fmla="*/ 288888 w 4013331"/>
                <a:gd name="connsiteY12" fmla="*/ 7329 h 27421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4013331" h="2742133">
                  <a:moveTo>
                    <a:pt x="294151" y="0"/>
                  </a:moveTo>
                  <a:lnTo>
                    <a:pt x="3844057" y="0"/>
                  </a:lnTo>
                  <a:lnTo>
                    <a:pt x="3892490" y="131440"/>
                  </a:lnTo>
                  <a:cubicBezTo>
                    <a:pt x="3971777" y="378867"/>
                    <a:pt x="4013331" y="652783"/>
                    <a:pt x="4013331" y="941251"/>
                  </a:cubicBezTo>
                  <a:cubicBezTo>
                    <a:pt x="4013331" y="1171430"/>
                    <a:pt x="3948997" y="1356167"/>
                    <a:pt x="3804827" y="1540292"/>
                  </a:cubicBezTo>
                  <a:cubicBezTo>
                    <a:pt x="3654026" y="1732895"/>
                    <a:pt x="3427436" y="1910292"/>
                    <a:pt x="3187498" y="2098087"/>
                  </a:cubicBezTo>
                  <a:cubicBezTo>
                    <a:pt x="3143231" y="2132693"/>
                    <a:pt x="3097499" y="2168522"/>
                    <a:pt x="3051769" y="2204787"/>
                  </a:cubicBezTo>
                  <a:cubicBezTo>
                    <a:pt x="2642425" y="2529345"/>
                    <a:pt x="2343664" y="2742133"/>
                    <a:pt x="1936476" y="2742133"/>
                  </a:cubicBezTo>
                  <a:cubicBezTo>
                    <a:pt x="1316045" y="2742133"/>
                    <a:pt x="876647" y="2480932"/>
                    <a:pt x="467303" y="1868695"/>
                  </a:cubicBezTo>
                  <a:cubicBezTo>
                    <a:pt x="413736" y="1788559"/>
                    <a:pt x="361372" y="1715679"/>
                    <a:pt x="310732" y="1645244"/>
                  </a:cubicBezTo>
                  <a:cubicBezTo>
                    <a:pt x="100850" y="1353195"/>
                    <a:pt x="0" y="1201315"/>
                    <a:pt x="0" y="941251"/>
                  </a:cubicBezTo>
                  <a:cubicBezTo>
                    <a:pt x="0" y="683021"/>
                    <a:pt x="63214" y="427935"/>
                    <a:pt x="187749" y="183076"/>
                  </a:cubicBezTo>
                  <a:cubicBezTo>
                    <a:pt x="218215" y="123194"/>
                    <a:pt x="251953" y="64578"/>
                    <a:pt x="288888" y="7329"/>
                  </a:cubicBezTo>
                  <a:close/>
                </a:path>
              </a:pathLst>
            </a:custGeom>
            <a:solidFill>
              <a:srgbClr val="FFFFFF">
                <a:alpha val="6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Meiryo"/>
                <a:ea typeface="+mn-ea"/>
                <a:cs typeface="+mn-cs"/>
              </a:endParaRPr>
            </a:p>
          </p:txBody>
        </p:sp>
        <p:sp>
          <p:nvSpPr>
            <p:cNvPr id="50" name="Freeform: Shape 49">
              <a:extLst>
                <a:ext uri="{FF2B5EF4-FFF2-40B4-BE49-F238E27FC236}">
                  <a16:creationId xmlns:a16="http://schemas.microsoft.com/office/drawing/2014/main" id="{965F60C1-CD8B-4326-9B24-3D197CF382A6}"/>
                </a:ext>
              </a:extLst>
            </p:cNvPr>
            <p:cNvSpPr/>
            <p:nvPr/>
          </p:nvSpPr>
          <p:spPr>
            <a:xfrm>
              <a:off x="3566319" y="0"/>
              <a:ext cx="3401415" cy="2440484"/>
            </a:xfrm>
            <a:custGeom>
              <a:avLst/>
              <a:gdLst>
                <a:gd name="connsiteX0" fmla="*/ 332917 w 3401415"/>
                <a:gd name="connsiteY0" fmla="*/ 0 h 2440484"/>
                <a:gd name="connsiteX1" fmla="*/ 3207137 w 3401415"/>
                <a:gd name="connsiteY1" fmla="*/ 0 h 2440484"/>
                <a:gd name="connsiteX2" fmla="*/ 3242654 w 3401415"/>
                <a:gd name="connsiteY2" fmla="*/ 74937 h 2440484"/>
                <a:gd name="connsiteX3" fmla="*/ 3401415 w 3401415"/>
                <a:gd name="connsiteY3" fmla="*/ 914184 h 2440484"/>
                <a:gd name="connsiteX4" fmla="*/ 3224702 w 3401415"/>
                <a:gd name="connsiteY4" fmla="*/ 1421888 h 2440484"/>
                <a:gd name="connsiteX5" fmla="*/ 2701498 w 3401415"/>
                <a:gd name="connsiteY5" fmla="*/ 1894635 h 2440484"/>
                <a:gd name="connsiteX6" fmla="*/ 2586463 w 3401415"/>
                <a:gd name="connsiteY6" fmla="*/ 1985068 h 2440484"/>
                <a:gd name="connsiteX7" fmla="*/ 1641219 w 3401415"/>
                <a:gd name="connsiteY7" fmla="*/ 2440484 h 2440484"/>
                <a:gd name="connsiteX8" fmla="*/ 396053 w 3401415"/>
                <a:gd name="connsiteY8" fmla="*/ 1700219 h 2440484"/>
                <a:gd name="connsiteX9" fmla="*/ 263354 w 3401415"/>
                <a:gd name="connsiteY9" fmla="*/ 1510839 h 2440484"/>
                <a:gd name="connsiteX10" fmla="*/ 0 w 3401415"/>
                <a:gd name="connsiteY10" fmla="*/ 914184 h 2440484"/>
                <a:gd name="connsiteX11" fmla="*/ 159122 w 3401415"/>
                <a:gd name="connsiteY11" fmla="*/ 271610 h 2440484"/>
                <a:gd name="connsiteX12" fmla="*/ 244841 w 3401415"/>
                <a:gd name="connsiteY12" fmla="*/ 122658 h 24404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401415" h="2440484">
                  <a:moveTo>
                    <a:pt x="332917" y="0"/>
                  </a:moveTo>
                  <a:lnTo>
                    <a:pt x="3207137" y="0"/>
                  </a:lnTo>
                  <a:lnTo>
                    <a:pt x="3242654" y="74937"/>
                  </a:lnTo>
                  <a:cubicBezTo>
                    <a:pt x="3346386" y="322243"/>
                    <a:pt x="3401415" y="608579"/>
                    <a:pt x="3401415" y="914184"/>
                  </a:cubicBezTo>
                  <a:cubicBezTo>
                    <a:pt x="3401415" y="1109268"/>
                    <a:pt x="3346890" y="1265837"/>
                    <a:pt x="3224702" y="1421888"/>
                  </a:cubicBezTo>
                  <a:cubicBezTo>
                    <a:pt x="3096894" y="1585125"/>
                    <a:pt x="2904852" y="1735475"/>
                    <a:pt x="2701498" y="1894635"/>
                  </a:cubicBezTo>
                  <a:cubicBezTo>
                    <a:pt x="2663980" y="1923966"/>
                    <a:pt x="2625221" y="1954332"/>
                    <a:pt x="2586463" y="1985068"/>
                  </a:cubicBezTo>
                  <a:cubicBezTo>
                    <a:pt x="2239532" y="2260140"/>
                    <a:pt x="1986324" y="2440484"/>
                    <a:pt x="1641219" y="2440484"/>
                  </a:cubicBezTo>
                  <a:cubicBezTo>
                    <a:pt x="1115386" y="2440484"/>
                    <a:pt x="742984" y="2219109"/>
                    <a:pt x="396053" y="1700219"/>
                  </a:cubicBezTo>
                  <a:cubicBezTo>
                    <a:pt x="350653" y="1632303"/>
                    <a:pt x="306273" y="1570535"/>
                    <a:pt x="263354" y="1510839"/>
                  </a:cubicBezTo>
                  <a:cubicBezTo>
                    <a:pt x="85473" y="1263318"/>
                    <a:pt x="0" y="1134597"/>
                    <a:pt x="0" y="914184"/>
                  </a:cubicBezTo>
                  <a:cubicBezTo>
                    <a:pt x="0" y="695327"/>
                    <a:pt x="53576" y="479135"/>
                    <a:pt x="159122" y="271610"/>
                  </a:cubicBezTo>
                  <a:cubicBezTo>
                    <a:pt x="184943" y="220858"/>
                    <a:pt x="213538" y="171179"/>
                    <a:pt x="244841" y="122658"/>
                  </a:cubicBezTo>
                  <a:close/>
                </a:path>
              </a:pathLst>
            </a:custGeom>
            <a:noFill/>
            <a:ln w="15875">
              <a:solidFill>
                <a:schemeClr val="bg2">
                  <a:lumMod val="90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Meiryo"/>
                <a:ea typeface="+mn-ea"/>
                <a:cs typeface="+mn-cs"/>
              </a:endParaRPr>
            </a:p>
          </p:txBody>
        </p:sp>
        <p:sp>
          <p:nvSpPr>
            <p:cNvPr id="51" name="Freeform: Shape 50">
              <a:extLst>
                <a:ext uri="{FF2B5EF4-FFF2-40B4-BE49-F238E27FC236}">
                  <a16:creationId xmlns:a16="http://schemas.microsoft.com/office/drawing/2014/main" id="{69511D06-104E-440E-8049-4CDCE4B87E96}"/>
                </a:ext>
              </a:extLst>
            </p:cNvPr>
            <p:cNvSpPr/>
            <p:nvPr/>
          </p:nvSpPr>
          <p:spPr>
            <a:xfrm>
              <a:off x="3232490" y="0"/>
              <a:ext cx="4164597" cy="2817185"/>
            </a:xfrm>
            <a:custGeom>
              <a:avLst/>
              <a:gdLst>
                <a:gd name="connsiteX0" fmla="*/ 237339 w 4130517"/>
                <a:gd name="connsiteY0" fmla="*/ 0 h 2806419"/>
                <a:gd name="connsiteX1" fmla="*/ 3997489 w 4130517"/>
                <a:gd name="connsiteY1" fmla="*/ 0 h 2806419"/>
                <a:gd name="connsiteX2" fmla="*/ 4006148 w 4130517"/>
                <a:gd name="connsiteY2" fmla="*/ 24333 h 2806419"/>
                <a:gd name="connsiteX3" fmla="*/ 4130517 w 4130517"/>
                <a:gd name="connsiteY3" fmla="*/ 887307 h 2806419"/>
                <a:gd name="connsiteX4" fmla="*/ 3915925 w 4130517"/>
                <a:gd name="connsiteY4" fmla="*/ 1525677 h 2806419"/>
                <a:gd name="connsiteX5" fmla="*/ 3280571 w 4130517"/>
                <a:gd name="connsiteY5" fmla="*/ 2120090 h 2806419"/>
                <a:gd name="connsiteX6" fmla="*/ 3140878 w 4130517"/>
                <a:gd name="connsiteY6" fmla="*/ 2233796 h 2806419"/>
                <a:gd name="connsiteX7" fmla="*/ 1993019 w 4130517"/>
                <a:gd name="connsiteY7" fmla="*/ 2806419 h 2806419"/>
                <a:gd name="connsiteX8" fmla="*/ 480948 w 4130517"/>
                <a:gd name="connsiteY8" fmla="*/ 1875638 h 2806419"/>
                <a:gd name="connsiteX9" fmla="*/ 319805 w 4130517"/>
                <a:gd name="connsiteY9" fmla="*/ 1637519 h 2806419"/>
                <a:gd name="connsiteX10" fmla="*/ 0 w 4130517"/>
                <a:gd name="connsiteY10" fmla="*/ 887307 h 2806419"/>
                <a:gd name="connsiteX11" fmla="*/ 193231 w 4130517"/>
                <a:gd name="connsiteY11" fmla="*/ 79360 h 28064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130517" h="2806419">
                  <a:moveTo>
                    <a:pt x="237339" y="0"/>
                  </a:moveTo>
                  <a:lnTo>
                    <a:pt x="3997489" y="0"/>
                  </a:lnTo>
                  <a:lnTo>
                    <a:pt x="4006148" y="24333"/>
                  </a:lnTo>
                  <a:cubicBezTo>
                    <a:pt x="4087750" y="288004"/>
                    <a:pt x="4130517" y="579903"/>
                    <a:pt x="4130517" y="887307"/>
                  </a:cubicBezTo>
                  <a:cubicBezTo>
                    <a:pt x="4130517" y="1132599"/>
                    <a:pt x="4064304" y="1329464"/>
                    <a:pt x="3915925" y="1525677"/>
                  </a:cubicBezTo>
                  <a:cubicBezTo>
                    <a:pt x="3760721" y="1730924"/>
                    <a:pt x="3527514" y="1919967"/>
                    <a:pt x="3280571" y="2120090"/>
                  </a:cubicBezTo>
                  <a:cubicBezTo>
                    <a:pt x="3235011" y="2156968"/>
                    <a:pt x="3187944" y="2195151"/>
                    <a:pt x="3140878" y="2233796"/>
                  </a:cubicBezTo>
                  <a:cubicBezTo>
                    <a:pt x="2719582" y="2579662"/>
                    <a:pt x="2412097" y="2806419"/>
                    <a:pt x="1993019" y="2806419"/>
                  </a:cubicBezTo>
                  <a:cubicBezTo>
                    <a:pt x="1354472" y="2806419"/>
                    <a:pt x="902244" y="2528070"/>
                    <a:pt x="480948" y="1875638"/>
                  </a:cubicBezTo>
                  <a:cubicBezTo>
                    <a:pt x="425816" y="1790244"/>
                    <a:pt x="371924" y="1712578"/>
                    <a:pt x="319805" y="1637519"/>
                  </a:cubicBezTo>
                  <a:cubicBezTo>
                    <a:pt x="103795" y="1326296"/>
                    <a:pt x="0" y="1164446"/>
                    <a:pt x="0" y="887307"/>
                  </a:cubicBezTo>
                  <a:cubicBezTo>
                    <a:pt x="0" y="612125"/>
                    <a:pt x="65060" y="340293"/>
                    <a:pt x="193231" y="79360"/>
                  </a:cubicBezTo>
                  <a:close/>
                </a:path>
              </a:pathLst>
            </a:custGeom>
            <a:noFill/>
            <a:ln w="19050">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Meiryo"/>
                <a:ea typeface="+mn-ea"/>
                <a:cs typeface="+mn-cs"/>
              </a:endParaRPr>
            </a:p>
          </p:txBody>
        </p:sp>
        <p:sp>
          <p:nvSpPr>
            <p:cNvPr id="52" name="Freeform: Shape 51">
              <a:extLst>
                <a:ext uri="{FF2B5EF4-FFF2-40B4-BE49-F238E27FC236}">
                  <a16:creationId xmlns:a16="http://schemas.microsoft.com/office/drawing/2014/main" id="{164F6B39-7B0A-4839-9F52-1FFA2044F248}"/>
                </a:ext>
              </a:extLst>
            </p:cNvPr>
            <p:cNvSpPr/>
            <p:nvPr/>
          </p:nvSpPr>
          <p:spPr>
            <a:xfrm>
              <a:off x="3124577" y="0"/>
              <a:ext cx="4389519" cy="2916937"/>
            </a:xfrm>
            <a:custGeom>
              <a:avLst/>
              <a:gdLst>
                <a:gd name="connsiteX0" fmla="*/ 208215 w 4389519"/>
                <a:gd name="connsiteY0" fmla="*/ 0 h 2916937"/>
                <a:gd name="connsiteX1" fmla="*/ 4284014 w 4389519"/>
                <a:gd name="connsiteY1" fmla="*/ 0 h 2916937"/>
                <a:gd name="connsiteX2" fmla="*/ 4335794 w 4389519"/>
                <a:gd name="connsiteY2" fmla="*/ 207911 h 2916937"/>
                <a:gd name="connsiteX3" fmla="*/ 4376420 w 4389519"/>
                <a:gd name="connsiteY3" fmla="*/ 1078865 h 2916937"/>
                <a:gd name="connsiteX4" fmla="*/ 4090147 w 4389519"/>
                <a:gd name="connsiteY4" fmla="*/ 1734728 h 2916937"/>
                <a:gd name="connsiteX5" fmla="*/ 3362552 w 4389519"/>
                <a:gd name="connsiteY5" fmla="*/ 2305097 h 2916937"/>
                <a:gd name="connsiteX6" fmla="*/ 3204152 w 4389519"/>
                <a:gd name="connsiteY6" fmla="*/ 2412521 h 2916937"/>
                <a:gd name="connsiteX7" fmla="*/ 1936072 w 4389519"/>
                <a:gd name="connsiteY7" fmla="*/ 2912360 h 2916937"/>
                <a:gd name="connsiteX8" fmla="*/ 421690 w 4389519"/>
                <a:gd name="connsiteY8" fmla="*/ 1787063 h 2916937"/>
                <a:gd name="connsiteX9" fmla="*/ 273167 w 4389519"/>
                <a:gd name="connsiteY9" fmla="*/ 1520080 h 2916937"/>
                <a:gd name="connsiteX10" fmla="*/ 4118 w 4389519"/>
                <a:gd name="connsiteY10" fmla="*/ 696338 h 2916937"/>
                <a:gd name="connsiteX11" fmla="*/ 175984 w 4389519"/>
                <a:gd name="connsiteY11" fmla="*/ 60381 h 29169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389519" h="2916937">
                  <a:moveTo>
                    <a:pt x="208215" y="0"/>
                  </a:moveTo>
                  <a:lnTo>
                    <a:pt x="4284014" y="0"/>
                  </a:lnTo>
                  <a:lnTo>
                    <a:pt x="4335794" y="207911"/>
                  </a:lnTo>
                  <a:cubicBezTo>
                    <a:pt x="4388748" y="479686"/>
                    <a:pt x="4403109" y="773803"/>
                    <a:pt x="4376420" y="1078865"/>
                  </a:cubicBezTo>
                  <a:cubicBezTo>
                    <a:pt x="4353703" y="1338514"/>
                    <a:pt x="4265383" y="1540772"/>
                    <a:pt x="4090147" y="1734728"/>
                  </a:cubicBezTo>
                  <a:cubicBezTo>
                    <a:pt x="3906850" y="1937616"/>
                    <a:pt x="3642485" y="2116128"/>
                    <a:pt x="3362552" y="2305097"/>
                  </a:cubicBezTo>
                  <a:cubicBezTo>
                    <a:pt x="3310910" y="2339914"/>
                    <a:pt x="3257553" y="2375972"/>
                    <a:pt x="3204152" y="2412521"/>
                  </a:cubicBezTo>
                  <a:cubicBezTo>
                    <a:pt x="2726165" y="2739616"/>
                    <a:pt x="2379682" y="2951171"/>
                    <a:pt x="1936072" y="2912360"/>
                  </a:cubicBezTo>
                  <a:cubicBezTo>
                    <a:pt x="1260148" y="2853224"/>
                    <a:pt x="807225" y="2516700"/>
                    <a:pt x="421690" y="1787063"/>
                  </a:cubicBezTo>
                  <a:cubicBezTo>
                    <a:pt x="371240" y="1691563"/>
                    <a:pt x="321385" y="1604361"/>
                    <a:pt x="273167" y="1520080"/>
                  </a:cubicBezTo>
                  <a:cubicBezTo>
                    <a:pt x="73334" y="1170636"/>
                    <a:pt x="-21548" y="989700"/>
                    <a:pt x="4118" y="696338"/>
                  </a:cubicBezTo>
                  <a:cubicBezTo>
                    <a:pt x="23232" y="477870"/>
                    <a:pt x="80908" y="264786"/>
                    <a:pt x="175984" y="60381"/>
                  </a:cubicBezTo>
                  <a:close/>
                </a:path>
              </a:pathLst>
            </a:custGeom>
            <a:noFill/>
            <a:ln w="19050">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Meiryo"/>
                <a:ea typeface="+mn-ea"/>
                <a:cs typeface="+mn-cs"/>
              </a:endParaRPr>
            </a:p>
          </p:txBody>
        </p:sp>
      </p:grpSp>
      <p:grpSp>
        <p:nvGrpSpPr>
          <p:cNvPr id="8" name="Group 7">
            <a:extLst>
              <a:ext uri="{FF2B5EF4-FFF2-40B4-BE49-F238E27FC236}">
                <a16:creationId xmlns:a16="http://schemas.microsoft.com/office/drawing/2014/main" id="{03099122-D80B-4389-A1CF-52C635217F4B}"/>
              </a:ext>
            </a:extLst>
          </p:cNvPr>
          <p:cNvGrpSpPr/>
          <p:nvPr/>
        </p:nvGrpSpPr>
        <p:grpSpPr>
          <a:xfrm>
            <a:off x="8122942" y="0"/>
            <a:ext cx="4069058" cy="3547008"/>
            <a:chOff x="8122942" y="0"/>
            <a:chExt cx="4069058" cy="3547008"/>
          </a:xfrm>
        </p:grpSpPr>
        <p:sp>
          <p:nvSpPr>
            <p:cNvPr id="54" name="Freeform: Shape 53">
              <a:extLst>
                <a:ext uri="{FF2B5EF4-FFF2-40B4-BE49-F238E27FC236}">
                  <a16:creationId xmlns:a16="http://schemas.microsoft.com/office/drawing/2014/main" id="{CA535D59-CDAA-4AA9-84AC-A6142E857FE2}"/>
                </a:ext>
              </a:extLst>
            </p:cNvPr>
            <p:cNvSpPr/>
            <p:nvPr/>
          </p:nvSpPr>
          <p:spPr>
            <a:xfrm>
              <a:off x="8122942" y="0"/>
              <a:ext cx="4069058" cy="3547008"/>
            </a:xfrm>
            <a:custGeom>
              <a:avLst/>
              <a:gdLst>
                <a:gd name="connsiteX0" fmla="*/ 305212 w 4069058"/>
                <a:gd name="connsiteY0" fmla="*/ 0 h 3547008"/>
                <a:gd name="connsiteX1" fmla="*/ 4069058 w 4069058"/>
                <a:gd name="connsiteY1" fmla="*/ 0 h 3547008"/>
                <a:gd name="connsiteX2" fmla="*/ 4069058 w 4069058"/>
                <a:gd name="connsiteY2" fmla="*/ 2865785 h 3547008"/>
                <a:gd name="connsiteX3" fmla="*/ 3996814 w 4069058"/>
                <a:gd name="connsiteY3" fmla="*/ 2947457 h 3547008"/>
                <a:gd name="connsiteX4" fmla="*/ 2732780 w 4069058"/>
                <a:gd name="connsiteY4" fmla="*/ 3541640 h 3547008"/>
                <a:gd name="connsiteX5" fmla="*/ 1317550 w 4069058"/>
                <a:gd name="connsiteY5" fmla="*/ 3015110 h 3547008"/>
                <a:gd name="connsiteX6" fmla="*/ 1140977 w 4069058"/>
                <a:gd name="connsiteY6" fmla="*/ 2901419 h 3547008"/>
                <a:gd name="connsiteX7" fmla="*/ 330269 w 4069058"/>
                <a:gd name="connsiteY7" fmla="*/ 2297252 h 3547008"/>
                <a:gd name="connsiteX8" fmla="*/ 13299 w 4069058"/>
                <a:gd name="connsiteY8" fmla="*/ 1599966 h 3547008"/>
                <a:gd name="connsiteX9" fmla="*/ 217457 w 4069058"/>
                <a:gd name="connsiteY9" fmla="*/ 178659 h 354700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4069058" h="3547008">
                  <a:moveTo>
                    <a:pt x="305212" y="0"/>
                  </a:moveTo>
                  <a:lnTo>
                    <a:pt x="4069058" y="0"/>
                  </a:lnTo>
                  <a:lnTo>
                    <a:pt x="4069058" y="2865785"/>
                  </a:lnTo>
                  <a:lnTo>
                    <a:pt x="3996814" y="2947457"/>
                  </a:lnTo>
                  <a:cubicBezTo>
                    <a:pt x="3654887" y="3311545"/>
                    <a:pt x="3252443" y="3496175"/>
                    <a:pt x="2732780" y="3541640"/>
                  </a:cubicBezTo>
                  <a:cubicBezTo>
                    <a:pt x="2236701" y="3585041"/>
                    <a:pt x="1850359" y="3361306"/>
                    <a:pt x="1317550" y="3015110"/>
                  </a:cubicBezTo>
                  <a:cubicBezTo>
                    <a:pt x="1258026" y="2976425"/>
                    <a:pt x="1198546" y="2938265"/>
                    <a:pt x="1140977" y="2901419"/>
                  </a:cubicBezTo>
                  <a:cubicBezTo>
                    <a:pt x="828927" y="2701433"/>
                    <a:pt x="534230" y="2512513"/>
                    <a:pt x="330269" y="2297252"/>
                  </a:cubicBezTo>
                  <a:cubicBezTo>
                    <a:pt x="135278" y="2091465"/>
                    <a:pt x="37487" y="1876435"/>
                    <a:pt x="13299" y="1599966"/>
                  </a:cubicBezTo>
                  <a:cubicBezTo>
                    <a:pt x="-32170" y="1080250"/>
                    <a:pt x="39709" y="589889"/>
                    <a:pt x="217457" y="178659"/>
                  </a:cubicBezTo>
                  <a:close/>
                </a:path>
              </a:pathLst>
            </a:custGeom>
            <a:noFill/>
            <a:ln w="19050">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Meiryo"/>
                <a:ea typeface="+mn-ea"/>
                <a:cs typeface="+mn-cs"/>
              </a:endParaRPr>
            </a:p>
          </p:txBody>
        </p:sp>
        <p:sp>
          <p:nvSpPr>
            <p:cNvPr id="55" name="Freeform: Shape 54">
              <a:extLst>
                <a:ext uri="{FF2B5EF4-FFF2-40B4-BE49-F238E27FC236}">
                  <a16:creationId xmlns:a16="http://schemas.microsoft.com/office/drawing/2014/main" id="{CD6948CC-6D51-4092-887C-B0664DC102C7}"/>
                </a:ext>
              </a:extLst>
            </p:cNvPr>
            <p:cNvSpPr/>
            <p:nvPr/>
          </p:nvSpPr>
          <p:spPr>
            <a:xfrm flipH="1">
              <a:off x="8319994" y="0"/>
              <a:ext cx="3872006" cy="3321595"/>
            </a:xfrm>
            <a:custGeom>
              <a:avLst/>
              <a:gdLst>
                <a:gd name="connsiteX0" fmla="*/ 3466434 w 3872006"/>
                <a:gd name="connsiteY0" fmla="*/ 0 h 3321595"/>
                <a:gd name="connsiteX1" fmla="*/ 65800 w 3872006"/>
                <a:gd name="connsiteY1" fmla="*/ 0 h 3321595"/>
                <a:gd name="connsiteX2" fmla="*/ 0 w 3872006"/>
                <a:gd name="connsiteY2" fmla="*/ 59511 h 3321595"/>
                <a:gd name="connsiteX3" fmla="*/ 0 w 3872006"/>
                <a:gd name="connsiteY3" fmla="*/ 2518435 h 3321595"/>
                <a:gd name="connsiteX4" fmla="*/ 80122 w 3872006"/>
                <a:gd name="connsiteY4" fmla="*/ 2618704 h 3321595"/>
                <a:gd name="connsiteX5" fmla="*/ 1549501 w 3872006"/>
                <a:gd name="connsiteY5" fmla="*/ 3321595 h 3321595"/>
                <a:gd name="connsiteX6" fmla="*/ 2796711 w 3872006"/>
                <a:gd name="connsiteY6" fmla="*/ 2749441 h 3321595"/>
                <a:gd name="connsiteX7" fmla="*/ 2948494 w 3872006"/>
                <a:gd name="connsiteY7" fmla="*/ 2635829 h 3321595"/>
                <a:gd name="connsiteX8" fmla="*/ 3638840 w 3872006"/>
                <a:gd name="connsiteY8" fmla="*/ 2041901 h 3321595"/>
                <a:gd name="connsiteX9" fmla="*/ 3872006 w 3872006"/>
                <a:gd name="connsiteY9" fmla="*/ 1404055 h 3321595"/>
                <a:gd name="connsiteX10" fmla="*/ 3467973 w 3872006"/>
                <a:gd name="connsiteY10" fmla="*/ 1974 h 33215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3872006" h="3321595">
                  <a:moveTo>
                    <a:pt x="3466434" y="0"/>
                  </a:moveTo>
                  <a:lnTo>
                    <a:pt x="65800" y="0"/>
                  </a:lnTo>
                  <a:lnTo>
                    <a:pt x="0" y="59511"/>
                  </a:lnTo>
                  <a:lnTo>
                    <a:pt x="0" y="2518435"/>
                  </a:lnTo>
                  <a:lnTo>
                    <a:pt x="80122" y="2618704"/>
                  </a:lnTo>
                  <a:cubicBezTo>
                    <a:pt x="490323" y="3108658"/>
                    <a:pt x="942414" y="3321595"/>
                    <a:pt x="1549501" y="3321595"/>
                  </a:cubicBezTo>
                  <a:cubicBezTo>
                    <a:pt x="2004852" y="3321595"/>
                    <a:pt x="2338950" y="3095023"/>
                    <a:pt x="2796711" y="2749441"/>
                  </a:cubicBezTo>
                  <a:cubicBezTo>
                    <a:pt x="2847850" y="2710827"/>
                    <a:pt x="2898991" y="2672676"/>
                    <a:pt x="2948494" y="2635829"/>
                  </a:cubicBezTo>
                  <a:cubicBezTo>
                    <a:pt x="3216812" y="2435869"/>
                    <a:pt x="3470203" y="2246981"/>
                    <a:pt x="3638840" y="2041901"/>
                  </a:cubicBezTo>
                  <a:cubicBezTo>
                    <a:pt x="3800062" y="1845849"/>
                    <a:pt x="3872006" y="1649145"/>
                    <a:pt x="3872006" y="1404055"/>
                  </a:cubicBezTo>
                  <a:cubicBezTo>
                    <a:pt x="3872006" y="866538"/>
                    <a:pt x="3729694" y="376466"/>
                    <a:pt x="3467973" y="1974"/>
                  </a:cubicBezTo>
                  <a:close/>
                </a:path>
              </a:pathLst>
            </a:custGeom>
            <a:solidFill>
              <a:srgbClr val="FFFFFF">
                <a:alpha val="6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56" name="Freeform: Shape 55">
              <a:extLst>
                <a:ext uri="{FF2B5EF4-FFF2-40B4-BE49-F238E27FC236}">
                  <a16:creationId xmlns:a16="http://schemas.microsoft.com/office/drawing/2014/main" id="{F5F9FD94-99CC-42AD-8E66-CF99E8FD5A94}"/>
                </a:ext>
              </a:extLst>
            </p:cNvPr>
            <p:cNvSpPr/>
            <p:nvPr/>
          </p:nvSpPr>
          <p:spPr>
            <a:xfrm flipH="1">
              <a:off x="8729240" y="9274"/>
              <a:ext cx="3462454" cy="3010961"/>
            </a:xfrm>
            <a:custGeom>
              <a:avLst/>
              <a:gdLst>
                <a:gd name="connsiteX0" fmla="*/ 2953507 w 3462454"/>
                <a:gd name="connsiteY0" fmla="*/ 0 h 3010961"/>
                <a:gd name="connsiteX1" fmla="*/ 477652 w 3462454"/>
                <a:gd name="connsiteY1" fmla="*/ 0 h 3010961"/>
                <a:gd name="connsiteX2" fmla="*/ 327396 w 3462454"/>
                <a:gd name="connsiteY2" fmla="*/ 113681 h 3010961"/>
                <a:gd name="connsiteX3" fmla="*/ 46554 w 3462454"/>
                <a:gd name="connsiteY3" fmla="*/ 391785 h 3010961"/>
                <a:gd name="connsiteX4" fmla="*/ 0 w 3462454"/>
                <a:gd name="connsiteY4" fmla="*/ 453516 h 3010961"/>
                <a:gd name="connsiteX5" fmla="*/ 0 w 3462454"/>
                <a:gd name="connsiteY5" fmla="*/ 2083461 h 3010961"/>
                <a:gd name="connsiteX6" fmla="*/ 26382 w 3462454"/>
                <a:gd name="connsiteY6" fmla="*/ 2118637 h 3010961"/>
                <a:gd name="connsiteX7" fmla="*/ 101620 w 3462454"/>
                <a:gd name="connsiteY7" fmla="*/ 2222744 h 3010961"/>
                <a:gd name="connsiteX8" fmla="*/ 1494064 w 3462454"/>
                <a:gd name="connsiteY8" fmla="*/ 3010961 h 3010961"/>
                <a:gd name="connsiteX9" fmla="*/ 2551110 w 3462454"/>
                <a:gd name="connsiteY9" fmla="*/ 2526044 h 3010961"/>
                <a:gd name="connsiteX10" fmla="*/ 2679751 w 3462454"/>
                <a:gd name="connsiteY10" fmla="*/ 2429754 h 3010961"/>
                <a:gd name="connsiteX11" fmla="*/ 3264840 w 3462454"/>
                <a:gd name="connsiteY11" fmla="*/ 1926383 h 3010961"/>
                <a:gd name="connsiteX12" fmla="*/ 3462454 w 3462454"/>
                <a:gd name="connsiteY12" fmla="*/ 1385790 h 3010961"/>
                <a:gd name="connsiteX13" fmla="*/ 3018820 w 3462454"/>
                <a:gd name="connsiteY13" fmla="*/ 67626 h 30109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462454" h="3010961">
                  <a:moveTo>
                    <a:pt x="2953507" y="0"/>
                  </a:moveTo>
                  <a:lnTo>
                    <a:pt x="477652" y="0"/>
                  </a:lnTo>
                  <a:lnTo>
                    <a:pt x="327396" y="113681"/>
                  </a:lnTo>
                  <a:cubicBezTo>
                    <a:pt x="222344" y="200626"/>
                    <a:pt x="128536" y="293564"/>
                    <a:pt x="46554" y="391785"/>
                  </a:cubicBezTo>
                  <a:lnTo>
                    <a:pt x="0" y="453516"/>
                  </a:lnTo>
                  <a:lnTo>
                    <a:pt x="0" y="2083461"/>
                  </a:lnTo>
                  <a:lnTo>
                    <a:pt x="26382" y="2118637"/>
                  </a:lnTo>
                  <a:cubicBezTo>
                    <a:pt x="51135" y="2152065"/>
                    <a:pt x="76235" y="2186586"/>
                    <a:pt x="101620" y="2222744"/>
                  </a:cubicBezTo>
                  <a:cubicBezTo>
                    <a:pt x="489585" y="2775245"/>
                    <a:pt x="906035" y="3010961"/>
                    <a:pt x="1494064" y="3010961"/>
                  </a:cubicBezTo>
                  <a:cubicBezTo>
                    <a:pt x="1879987" y="3010961"/>
                    <a:pt x="2163144" y="2818935"/>
                    <a:pt x="2551110" y="2526044"/>
                  </a:cubicBezTo>
                  <a:cubicBezTo>
                    <a:pt x="2594452" y="2493317"/>
                    <a:pt x="2637795" y="2460984"/>
                    <a:pt x="2679751" y="2429754"/>
                  </a:cubicBezTo>
                  <a:cubicBezTo>
                    <a:pt x="2907158" y="2260282"/>
                    <a:pt x="3121914" y="2100194"/>
                    <a:pt x="3264840" y="1926383"/>
                  </a:cubicBezTo>
                  <a:cubicBezTo>
                    <a:pt x="3401480" y="1760224"/>
                    <a:pt x="3462454" y="1593511"/>
                    <a:pt x="3462454" y="1385790"/>
                  </a:cubicBezTo>
                  <a:cubicBezTo>
                    <a:pt x="3462454" y="865148"/>
                    <a:pt x="3304918" y="397028"/>
                    <a:pt x="3018820" y="67626"/>
                  </a:cubicBezTo>
                  <a:close/>
                </a:path>
              </a:pathLst>
            </a:custGeom>
            <a:noFill/>
            <a:ln w="15875">
              <a:solidFill>
                <a:schemeClr val="bg2">
                  <a:lumMod val="90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57" name="Freeform: Shape 56">
              <a:extLst>
                <a:ext uri="{FF2B5EF4-FFF2-40B4-BE49-F238E27FC236}">
                  <a16:creationId xmlns:a16="http://schemas.microsoft.com/office/drawing/2014/main" id="{F47D3E70-A759-410D-B5DB-855218E138C3}"/>
                </a:ext>
              </a:extLst>
            </p:cNvPr>
            <p:cNvSpPr/>
            <p:nvPr/>
          </p:nvSpPr>
          <p:spPr>
            <a:xfrm flipH="1">
              <a:off x="8243247" y="9274"/>
              <a:ext cx="3948447" cy="3411460"/>
            </a:xfrm>
            <a:custGeom>
              <a:avLst/>
              <a:gdLst>
                <a:gd name="connsiteX0" fmla="*/ 3564894 w 3904481"/>
                <a:gd name="connsiteY0" fmla="*/ 0 h 3411460"/>
                <a:gd name="connsiteX1" fmla="*/ 0 w 3904481"/>
                <a:gd name="connsiteY1" fmla="*/ 0 h 3411460"/>
                <a:gd name="connsiteX2" fmla="*/ 0 w 3904481"/>
                <a:gd name="connsiteY2" fmla="*/ 2659993 h 3411460"/>
                <a:gd name="connsiteX3" fmla="*/ 1876 w 3904481"/>
                <a:gd name="connsiteY3" fmla="*/ 2662425 h 3411460"/>
                <a:gd name="connsiteX4" fmla="*/ 1514161 w 3904481"/>
                <a:gd name="connsiteY4" fmla="*/ 3411460 h 3411460"/>
                <a:gd name="connsiteX5" fmla="*/ 2797788 w 3904481"/>
                <a:gd name="connsiteY5" fmla="*/ 2801744 h 3411460"/>
                <a:gd name="connsiteX6" fmla="*/ 2954004 w 3904481"/>
                <a:gd name="connsiteY6" fmla="*/ 2680673 h 3411460"/>
                <a:gd name="connsiteX7" fmla="*/ 3664508 w 3904481"/>
                <a:gd name="connsiteY7" fmla="*/ 2047754 h 3411460"/>
                <a:gd name="connsiteX8" fmla="*/ 3904481 w 3904481"/>
                <a:gd name="connsiteY8" fmla="*/ 1368033 h 3411460"/>
                <a:gd name="connsiteX9" fmla="*/ 3596499 w 3904481"/>
                <a:gd name="connsiteY9" fmla="*/ 52268 h 34114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904481" h="3411460">
                  <a:moveTo>
                    <a:pt x="3564894" y="0"/>
                  </a:moveTo>
                  <a:lnTo>
                    <a:pt x="0" y="0"/>
                  </a:lnTo>
                  <a:lnTo>
                    <a:pt x="0" y="2659993"/>
                  </a:lnTo>
                  <a:lnTo>
                    <a:pt x="1876" y="2662425"/>
                  </a:lnTo>
                  <a:cubicBezTo>
                    <a:pt x="424055" y="3184544"/>
                    <a:pt x="889346" y="3411460"/>
                    <a:pt x="1514161" y="3411460"/>
                  </a:cubicBezTo>
                  <a:cubicBezTo>
                    <a:pt x="1982808" y="3411460"/>
                    <a:pt x="2326661" y="3170014"/>
                    <a:pt x="2797788" y="2801744"/>
                  </a:cubicBezTo>
                  <a:cubicBezTo>
                    <a:pt x="2850420" y="2760595"/>
                    <a:pt x="2903054" y="2719940"/>
                    <a:pt x="2954004" y="2680673"/>
                  </a:cubicBezTo>
                  <a:cubicBezTo>
                    <a:pt x="3230156" y="2467586"/>
                    <a:pt x="3490946" y="2266297"/>
                    <a:pt x="3664508" y="2047754"/>
                  </a:cubicBezTo>
                  <a:cubicBezTo>
                    <a:pt x="3830437" y="1838832"/>
                    <a:pt x="3904481" y="1629214"/>
                    <a:pt x="3904481" y="1368033"/>
                  </a:cubicBezTo>
                  <a:cubicBezTo>
                    <a:pt x="3904481" y="877057"/>
                    <a:pt x="3796872" y="423228"/>
                    <a:pt x="3596499" y="52268"/>
                  </a:cubicBezTo>
                  <a:close/>
                </a:path>
              </a:pathLst>
            </a:custGeom>
            <a:noFill/>
            <a:ln w="19050">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grpSp>
      <p:grpSp>
        <p:nvGrpSpPr>
          <p:cNvPr id="9" name="Group 8">
            <a:extLst>
              <a:ext uri="{FF2B5EF4-FFF2-40B4-BE49-F238E27FC236}">
                <a16:creationId xmlns:a16="http://schemas.microsoft.com/office/drawing/2014/main" id="{90302A25-2D4F-4AD5-B0E9-C12184C3599E}"/>
              </a:ext>
            </a:extLst>
          </p:cNvPr>
          <p:cNvGrpSpPr/>
          <p:nvPr/>
        </p:nvGrpSpPr>
        <p:grpSpPr>
          <a:xfrm>
            <a:off x="-1" y="1355238"/>
            <a:ext cx="4381339" cy="5510713"/>
            <a:chOff x="0" y="1347287"/>
            <a:chExt cx="4259808" cy="5510713"/>
          </a:xfrm>
        </p:grpSpPr>
        <p:sp>
          <p:nvSpPr>
            <p:cNvPr id="59" name="Freeform: Shape 58">
              <a:extLst>
                <a:ext uri="{FF2B5EF4-FFF2-40B4-BE49-F238E27FC236}">
                  <a16:creationId xmlns:a16="http://schemas.microsoft.com/office/drawing/2014/main" id="{E227AF03-773A-4B1E-8FED-67198038E60D}"/>
                </a:ext>
              </a:extLst>
            </p:cNvPr>
            <p:cNvSpPr/>
            <p:nvPr/>
          </p:nvSpPr>
          <p:spPr>
            <a:xfrm>
              <a:off x="0" y="1676545"/>
              <a:ext cx="4174269" cy="5181455"/>
            </a:xfrm>
            <a:custGeom>
              <a:avLst/>
              <a:gdLst>
                <a:gd name="connsiteX0" fmla="*/ 1155130 w 4174269"/>
                <a:gd name="connsiteY0" fmla="*/ 990 h 5181455"/>
                <a:gd name="connsiteX1" fmla="*/ 2396955 w 4174269"/>
                <a:gd name="connsiteY1" fmla="*/ 367328 h 5181455"/>
                <a:gd name="connsiteX2" fmla="*/ 3827960 w 4174269"/>
                <a:gd name="connsiteY2" fmla="*/ 4749328 h 5181455"/>
                <a:gd name="connsiteX3" fmla="*/ 3561502 w 4174269"/>
                <a:gd name="connsiteY3" fmla="*/ 5090948 h 5181455"/>
                <a:gd name="connsiteX4" fmla="*/ 3452726 w 4174269"/>
                <a:gd name="connsiteY4" fmla="*/ 5181455 h 5181455"/>
                <a:gd name="connsiteX5" fmla="*/ 0 w 4174269"/>
                <a:gd name="connsiteY5" fmla="*/ 5181455 h 5181455"/>
                <a:gd name="connsiteX6" fmla="*/ 0 w 4174269"/>
                <a:gd name="connsiteY6" fmla="*/ 251605 h 5181455"/>
                <a:gd name="connsiteX7" fmla="*/ 157396 w 4174269"/>
                <a:gd name="connsiteY7" fmla="*/ 182600 h 5181455"/>
                <a:gd name="connsiteX8" fmla="*/ 1155130 w 4174269"/>
                <a:gd name="connsiteY8" fmla="*/ 990 h 518145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174269" h="5181455">
                  <a:moveTo>
                    <a:pt x="1155130" y="990"/>
                  </a:moveTo>
                  <a:cubicBezTo>
                    <a:pt x="1564667" y="12730"/>
                    <a:pt x="1984593" y="129250"/>
                    <a:pt x="2396955" y="367328"/>
                  </a:cubicBezTo>
                  <a:cubicBezTo>
                    <a:pt x="3871760" y="1218807"/>
                    <a:pt x="4678347" y="3276416"/>
                    <a:pt x="3827960" y="4749328"/>
                  </a:cubicBezTo>
                  <a:cubicBezTo>
                    <a:pt x="3748235" y="4887417"/>
                    <a:pt x="3658928" y="4998272"/>
                    <a:pt x="3561502" y="5090948"/>
                  </a:cubicBezTo>
                  <a:lnTo>
                    <a:pt x="3452726" y="5181455"/>
                  </a:lnTo>
                  <a:lnTo>
                    <a:pt x="0" y="5181455"/>
                  </a:lnTo>
                  <a:lnTo>
                    <a:pt x="0" y="251605"/>
                  </a:lnTo>
                  <a:lnTo>
                    <a:pt x="157396" y="182600"/>
                  </a:lnTo>
                  <a:cubicBezTo>
                    <a:pt x="475610" y="54980"/>
                    <a:pt x="811718" y="-8854"/>
                    <a:pt x="1155130" y="990"/>
                  </a:cubicBezTo>
                  <a:close/>
                </a:path>
              </a:pathLst>
            </a:custGeom>
            <a:solidFill>
              <a:srgbClr val="FFFFFF">
                <a:alpha val="6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Meiryo"/>
                <a:ea typeface="+mn-ea"/>
                <a:cs typeface="+mn-cs"/>
              </a:endParaRPr>
            </a:p>
          </p:txBody>
        </p:sp>
        <p:sp>
          <p:nvSpPr>
            <p:cNvPr id="60" name="Freeform: Shape 59">
              <a:extLst>
                <a:ext uri="{FF2B5EF4-FFF2-40B4-BE49-F238E27FC236}">
                  <a16:creationId xmlns:a16="http://schemas.microsoft.com/office/drawing/2014/main" id="{D6FE8FAD-8A4A-49E1-AFAF-A074482295A9}"/>
                </a:ext>
              </a:extLst>
            </p:cNvPr>
            <p:cNvSpPr/>
            <p:nvPr/>
          </p:nvSpPr>
          <p:spPr>
            <a:xfrm>
              <a:off x="0" y="1347287"/>
              <a:ext cx="4259808" cy="5510713"/>
            </a:xfrm>
            <a:custGeom>
              <a:avLst/>
              <a:gdLst>
                <a:gd name="connsiteX0" fmla="*/ 948905 w 4259808"/>
                <a:gd name="connsiteY0" fmla="*/ 1556 h 5510713"/>
                <a:gd name="connsiteX1" fmla="*/ 2304106 w 4259808"/>
                <a:gd name="connsiteY1" fmla="*/ 405867 h 5510713"/>
                <a:gd name="connsiteX2" fmla="*/ 3890982 w 4259808"/>
                <a:gd name="connsiteY2" fmla="*/ 5156588 h 5510713"/>
                <a:gd name="connsiteX3" fmla="*/ 3680329 w 4259808"/>
                <a:gd name="connsiteY3" fmla="*/ 5445948 h 5510713"/>
                <a:gd name="connsiteX4" fmla="*/ 3616504 w 4259808"/>
                <a:gd name="connsiteY4" fmla="*/ 5510713 h 5510713"/>
                <a:gd name="connsiteX5" fmla="*/ 0 w 4259808"/>
                <a:gd name="connsiteY5" fmla="*/ 5510713 h 5510713"/>
                <a:gd name="connsiteX6" fmla="*/ 0 w 4259808"/>
                <a:gd name="connsiteY6" fmla="*/ 144797 h 5510713"/>
                <a:gd name="connsiteX7" fmla="*/ 164164 w 4259808"/>
                <a:gd name="connsiteY7" fmla="*/ 92266 h 5510713"/>
                <a:gd name="connsiteX8" fmla="*/ 948905 w 4259808"/>
                <a:gd name="connsiteY8" fmla="*/ 1556 h 55107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259808" h="5510713">
                  <a:moveTo>
                    <a:pt x="948905" y="1556"/>
                  </a:moveTo>
                  <a:cubicBezTo>
                    <a:pt x="1395136" y="16867"/>
                    <a:pt x="1853354" y="145625"/>
                    <a:pt x="2304106" y="405867"/>
                  </a:cubicBezTo>
                  <a:cubicBezTo>
                    <a:pt x="3916211" y="1336616"/>
                    <a:pt x="4808028" y="3568218"/>
                    <a:pt x="3890982" y="5156588"/>
                  </a:cubicBezTo>
                  <a:cubicBezTo>
                    <a:pt x="3826502" y="5268272"/>
                    <a:pt x="3756052" y="5363347"/>
                    <a:pt x="3680329" y="5445948"/>
                  </a:cubicBezTo>
                  <a:lnTo>
                    <a:pt x="3616504" y="5510713"/>
                  </a:lnTo>
                  <a:lnTo>
                    <a:pt x="0" y="5510713"/>
                  </a:lnTo>
                  <a:lnTo>
                    <a:pt x="0" y="144797"/>
                  </a:lnTo>
                  <a:lnTo>
                    <a:pt x="164164" y="92266"/>
                  </a:lnTo>
                  <a:cubicBezTo>
                    <a:pt x="418657" y="23914"/>
                    <a:pt x="681631" y="-7614"/>
                    <a:pt x="948905" y="1556"/>
                  </a:cubicBezTo>
                  <a:close/>
                </a:path>
              </a:pathLst>
            </a:custGeom>
            <a:noFill/>
            <a:ln w="19050">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Meiryo"/>
                <a:ea typeface="+mn-ea"/>
                <a:cs typeface="+mn-cs"/>
              </a:endParaRPr>
            </a:p>
          </p:txBody>
        </p:sp>
        <p:sp>
          <p:nvSpPr>
            <p:cNvPr id="61" name="Freeform: Shape 60">
              <a:extLst>
                <a:ext uri="{FF2B5EF4-FFF2-40B4-BE49-F238E27FC236}">
                  <a16:creationId xmlns:a16="http://schemas.microsoft.com/office/drawing/2014/main" id="{0A7C4DFB-FDFD-4F28-8B00-287EB75C79EB}"/>
                </a:ext>
              </a:extLst>
            </p:cNvPr>
            <p:cNvSpPr/>
            <p:nvPr/>
          </p:nvSpPr>
          <p:spPr>
            <a:xfrm>
              <a:off x="0" y="1592806"/>
              <a:ext cx="4029221" cy="5265194"/>
            </a:xfrm>
            <a:custGeom>
              <a:avLst/>
              <a:gdLst>
                <a:gd name="connsiteX0" fmla="*/ 812878 w 4029221"/>
                <a:gd name="connsiteY0" fmla="*/ 840 h 5265194"/>
                <a:gd name="connsiteX1" fmla="*/ 960980 w 4029221"/>
                <a:gd name="connsiteY1" fmla="*/ 1442 h 5265194"/>
                <a:gd name="connsiteX2" fmla="*/ 2216856 w 4029221"/>
                <a:gd name="connsiteY2" fmla="*/ 376120 h 5265194"/>
                <a:gd name="connsiteX3" fmla="*/ 3687427 w 4029221"/>
                <a:gd name="connsiteY3" fmla="*/ 4778650 h 5265194"/>
                <a:gd name="connsiteX4" fmla="*/ 3267677 w 4029221"/>
                <a:gd name="connsiteY4" fmla="*/ 5245601 h 5265194"/>
                <a:gd name="connsiteX5" fmla="*/ 3237167 w 4029221"/>
                <a:gd name="connsiteY5" fmla="*/ 5265194 h 5265194"/>
                <a:gd name="connsiteX6" fmla="*/ 0 w 4029221"/>
                <a:gd name="connsiteY6" fmla="*/ 5265194 h 5265194"/>
                <a:gd name="connsiteX7" fmla="*/ 0 w 4029221"/>
                <a:gd name="connsiteY7" fmla="*/ 162790 h 5265194"/>
                <a:gd name="connsiteX8" fmla="*/ 58408 w 4029221"/>
                <a:gd name="connsiteY8" fmla="*/ 139352 h 5265194"/>
                <a:gd name="connsiteX9" fmla="*/ 812878 w 4029221"/>
                <a:gd name="connsiteY9" fmla="*/ 840 h 52651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4029221" h="5265194">
                  <a:moveTo>
                    <a:pt x="812878" y="840"/>
                  </a:moveTo>
                  <a:cubicBezTo>
                    <a:pt x="862065" y="-449"/>
                    <a:pt x="911443" y="-258"/>
                    <a:pt x="960980" y="1442"/>
                  </a:cubicBezTo>
                  <a:cubicBezTo>
                    <a:pt x="1374507" y="15631"/>
                    <a:pt x="1799140" y="134952"/>
                    <a:pt x="2216856" y="376120"/>
                  </a:cubicBezTo>
                  <a:cubicBezTo>
                    <a:pt x="3710806" y="1238652"/>
                    <a:pt x="4537261" y="3306696"/>
                    <a:pt x="3687427" y="4778650"/>
                  </a:cubicBezTo>
                  <a:cubicBezTo>
                    <a:pt x="3567917" y="4985647"/>
                    <a:pt x="3426282" y="5131074"/>
                    <a:pt x="3267677" y="5245601"/>
                  </a:cubicBezTo>
                  <a:lnTo>
                    <a:pt x="3237167" y="5265194"/>
                  </a:lnTo>
                  <a:lnTo>
                    <a:pt x="0" y="5265194"/>
                  </a:lnTo>
                  <a:lnTo>
                    <a:pt x="0" y="162790"/>
                  </a:lnTo>
                  <a:lnTo>
                    <a:pt x="58408" y="139352"/>
                  </a:lnTo>
                  <a:cubicBezTo>
                    <a:pt x="301661" y="55163"/>
                    <a:pt x="554646" y="7607"/>
                    <a:pt x="812878" y="840"/>
                  </a:cubicBezTo>
                  <a:close/>
                </a:path>
              </a:pathLst>
            </a:custGeom>
            <a:noFill/>
            <a:ln w="19050">
              <a:solidFill>
                <a:schemeClr val="bg2">
                  <a:lumMod val="90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Meiryo"/>
                <a:ea typeface="+mn-ea"/>
                <a:cs typeface="+mn-cs"/>
              </a:endParaRPr>
            </a:p>
          </p:txBody>
        </p:sp>
        <p:sp>
          <p:nvSpPr>
            <p:cNvPr id="62" name="Freeform: Shape 61">
              <a:extLst>
                <a:ext uri="{FF2B5EF4-FFF2-40B4-BE49-F238E27FC236}">
                  <a16:creationId xmlns:a16="http://schemas.microsoft.com/office/drawing/2014/main" id="{B6E867DF-0B62-429A-A554-CBE585048439}"/>
                </a:ext>
              </a:extLst>
            </p:cNvPr>
            <p:cNvSpPr/>
            <p:nvPr/>
          </p:nvSpPr>
          <p:spPr>
            <a:xfrm>
              <a:off x="0" y="2147333"/>
              <a:ext cx="3702048" cy="4710667"/>
            </a:xfrm>
            <a:custGeom>
              <a:avLst/>
              <a:gdLst>
                <a:gd name="connsiteX0" fmla="*/ 1057511 w 3702048"/>
                <a:gd name="connsiteY0" fmla="*/ 1243 h 4710667"/>
                <a:gd name="connsiteX1" fmla="*/ 2139959 w 3702048"/>
                <a:gd name="connsiteY1" fmla="*/ 324180 h 4710667"/>
                <a:gd name="connsiteX2" fmla="*/ 3407455 w 3702048"/>
                <a:gd name="connsiteY2" fmla="*/ 4118750 h 4710667"/>
                <a:gd name="connsiteX3" fmla="*/ 2754080 w 3702048"/>
                <a:gd name="connsiteY3" fmla="*/ 4690965 h 4710667"/>
                <a:gd name="connsiteX4" fmla="*/ 2711405 w 3702048"/>
                <a:gd name="connsiteY4" fmla="*/ 4710667 h 4710667"/>
                <a:gd name="connsiteX5" fmla="*/ 0 w 3702048"/>
                <a:gd name="connsiteY5" fmla="*/ 4710667 h 4710667"/>
                <a:gd name="connsiteX6" fmla="*/ 0 w 3702048"/>
                <a:gd name="connsiteY6" fmla="*/ 239601 h 4710667"/>
                <a:gd name="connsiteX7" fmla="*/ 72857 w 3702048"/>
                <a:gd name="connsiteY7" fmla="*/ 203063 h 4710667"/>
                <a:gd name="connsiteX8" fmla="*/ 1057511 w 3702048"/>
                <a:gd name="connsiteY8" fmla="*/ 1243 h 47106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702048" h="4710667">
                  <a:moveTo>
                    <a:pt x="1057511" y="1243"/>
                  </a:moveTo>
                  <a:cubicBezTo>
                    <a:pt x="1413932" y="13473"/>
                    <a:pt x="1779927" y="116316"/>
                    <a:pt x="2139959" y="324180"/>
                  </a:cubicBezTo>
                  <a:cubicBezTo>
                    <a:pt x="3427605" y="1067603"/>
                    <a:pt x="4139931" y="2850064"/>
                    <a:pt x="3407455" y="4118750"/>
                  </a:cubicBezTo>
                  <a:cubicBezTo>
                    <a:pt x="3235777" y="4416105"/>
                    <a:pt x="3011128" y="4566048"/>
                    <a:pt x="2754080" y="4690965"/>
                  </a:cubicBezTo>
                  <a:lnTo>
                    <a:pt x="2711405" y="4710667"/>
                  </a:lnTo>
                  <a:lnTo>
                    <a:pt x="0" y="4710667"/>
                  </a:lnTo>
                  <a:lnTo>
                    <a:pt x="0" y="239601"/>
                  </a:lnTo>
                  <a:lnTo>
                    <a:pt x="72857" y="203063"/>
                  </a:lnTo>
                  <a:cubicBezTo>
                    <a:pt x="383165" y="61024"/>
                    <a:pt x="715942" y="-10476"/>
                    <a:pt x="1057511" y="1243"/>
                  </a:cubicBezTo>
                  <a:close/>
                </a:path>
              </a:pathLst>
            </a:custGeom>
            <a:noFill/>
            <a:ln w="15875">
              <a:solidFill>
                <a:schemeClr val="bg2">
                  <a:lumMod val="90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Meiryo"/>
                <a:ea typeface="+mn-ea"/>
                <a:cs typeface="+mn-cs"/>
              </a:endParaRPr>
            </a:p>
          </p:txBody>
        </p:sp>
      </p:grpSp>
      <p:sp>
        <p:nvSpPr>
          <p:cNvPr id="2" name="Title 1"/>
          <p:cNvSpPr>
            <a:spLocks noGrp="1"/>
          </p:cNvSpPr>
          <p:nvPr>
            <p:ph type="title"/>
          </p:nvPr>
        </p:nvSpPr>
        <p:spPr>
          <a:xfrm>
            <a:off x="4654296" y="3420734"/>
            <a:ext cx="6665976" cy="2129674"/>
          </a:xfrm>
        </p:spPr>
        <p:txBody>
          <a:bodyPr anchor="b">
            <a:noAutofit/>
          </a:bodyPr>
          <a:lstStyle>
            <a:lvl1pPr algn="l">
              <a:lnSpc>
                <a:spcPct val="110000"/>
              </a:lnSpc>
              <a:defRPr sz="4800" cap="none" baseline="0">
                <a:solidFill>
                  <a:schemeClr val="tx1">
                    <a:lumMod val="75000"/>
                    <a:lumOff val="25000"/>
                  </a:schemeClr>
                </a:solidFill>
              </a:defRPr>
            </a:lvl1pPr>
          </a:lstStyle>
          <a:p>
            <a:r>
              <a:rPr lang="en-US"/>
              <a:t>Click to edit Master title style</a:t>
            </a:r>
            <a:endParaRPr lang="en-US" dirty="0"/>
          </a:p>
        </p:txBody>
      </p:sp>
      <p:sp>
        <p:nvSpPr>
          <p:cNvPr id="23" name="Footer Placeholder 22">
            <a:extLst>
              <a:ext uri="{FF2B5EF4-FFF2-40B4-BE49-F238E27FC236}">
                <a16:creationId xmlns:a16="http://schemas.microsoft.com/office/drawing/2014/main" id="{E197B67B-BA44-4D2A-B31D-35A89323C4B1}"/>
              </a:ext>
            </a:extLst>
          </p:cNvPr>
          <p:cNvSpPr>
            <a:spLocks noGrp="1"/>
          </p:cNvSpPr>
          <p:nvPr>
            <p:ph type="ftr" sz="quarter" idx="11"/>
          </p:nvPr>
        </p:nvSpPr>
        <p:spPr>
          <a:xfrm>
            <a:off x="4654296" y="6170490"/>
            <a:ext cx="5713314" cy="457200"/>
          </a:xfrm>
        </p:spPr>
        <p:txBody>
          <a:bodyPr/>
          <a:lstStyle/>
          <a:p>
            <a:endParaRPr lang="en-US" dirty="0"/>
          </a:p>
        </p:txBody>
      </p:sp>
      <p:sp>
        <p:nvSpPr>
          <p:cNvPr id="27" name="Slide Number Placeholder 26">
            <a:extLst>
              <a:ext uri="{FF2B5EF4-FFF2-40B4-BE49-F238E27FC236}">
                <a16:creationId xmlns:a16="http://schemas.microsoft.com/office/drawing/2014/main" id="{1D718595-24D3-4517-A62E-C1F493407AAE}"/>
              </a:ext>
            </a:extLst>
          </p:cNvPr>
          <p:cNvSpPr>
            <a:spLocks noGrp="1"/>
          </p:cNvSpPr>
          <p:nvPr>
            <p:ph type="sldNum" sz="quarter" idx="12"/>
          </p:nvPr>
        </p:nvSpPr>
        <p:spPr/>
        <p:txBody>
          <a:bodyPr/>
          <a:lstStyle/>
          <a:p>
            <a:pPr algn="l"/>
            <a:fld id="{FAEF9944-A4F6-4C59-AEBD-678D6480B8EA}" type="slidenum">
              <a:rPr lang="en-US" smtClean="0"/>
              <a:pPr algn="l"/>
              <a:t>‹#›</a:t>
            </a:fld>
            <a:endParaRPr lang="en-US" dirty="0"/>
          </a:p>
        </p:txBody>
      </p:sp>
      <p:sp>
        <p:nvSpPr>
          <p:cNvPr id="3" name="Text Placeholder 2"/>
          <p:cNvSpPr>
            <a:spLocks noGrp="1"/>
          </p:cNvSpPr>
          <p:nvPr>
            <p:ph type="body" idx="1"/>
          </p:nvPr>
        </p:nvSpPr>
        <p:spPr>
          <a:xfrm>
            <a:off x="4654295" y="5550408"/>
            <a:ext cx="6665975" cy="512064"/>
          </a:xfrm>
        </p:spPr>
        <p:txBody>
          <a:bodyPr>
            <a:normAutofit/>
          </a:bodyPr>
          <a:lstStyle>
            <a:lvl1pPr marL="0" indent="0" algn="l">
              <a:lnSpc>
                <a:spcPct val="130000"/>
              </a:lnSpc>
              <a:spcBef>
                <a:spcPts val="0"/>
              </a:spcBef>
              <a:buNone/>
              <a:defRPr sz="2000" baseline="0">
                <a:solidFill>
                  <a:schemeClr val="tx1">
                    <a:lumMod val="75000"/>
                    <a:lumOff val="2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18" name="Date Placeholder 17">
            <a:extLst>
              <a:ext uri="{FF2B5EF4-FFF2-40B4-BE49-F238E27FC236}">
                <a16:creationId xmlns:a16="http://schemas.microsoft.com/office/drawing/2014/main" id="{3C6217BB-A228-414D-92D9-E1D1EFEB8BE6}"/>
              </a:ext>
            </a:extLst>
          </p:cNvPr>
          <p:cNvSpPr>
            <a:spLocks noGrp="1"/>
          </p:cNvSpPr>
          <p:nvPr>
            <p:ph type="dt" sz="half" idx="10"/>
          </p:nvPr>
        </p:nvSpPr>
        <p:spPr>
          <a:xfrm>
            <a:off x="640080" y="6170491"/>
            <a:ext cx="2840083" cy="457200"/>
          </a:xfrm>
        </p:spPr>
        <p:txBody>
          <a:bodyPr/>
          <a:lstStyle>
            <a:lvl1pPr algn="l">
              <a:defRPr/>
            </a:lvl1pPr>
          </a:lstStyle>
          <a:p>
            <a:fld id="{E72EB70D-CD01-44DA-83B3-8FEB3383D307}" type="datetime1">
              <a:rPr lang="en-US" smtClean="0"/>
              <a:t>4/7/25</a:t>
            </a:fld>
            <a:endParaRPr lang="en-US" dirty="0"/>
          </a:p>
        </p:txBody>
      </p:sp>
    </p:spTree>
    <p:extLst>
      <p:ext uri="{BB962C8B-B14F-4D97-AF65-F5344CB8AC3E}">
        <p14:creationId xmlns:p14="http://schemas.microsoft.com/office/powerpoint/2010/main" val="1307658342"/>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920240" y="2438399"/>
            <a:ext cx="4160520" cy="365760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530290" y="2438399"/>
            <a:ext cx="4160520" cy="365760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8" name="Date Placeholder 7">
            <a:extLst>
              <a:ext uri="{FF2B5EF4-FFF2-40B4-BE49-F238E27FC236}">
                <a16:creationId xmlns:a16="http://schemas.microsoft.com/office/drawing/2014/main" id="{7C1D6427-F07F-4D50-B151-455100AF70FF}"/>
              </a:ext>
            </a:extLst>
          </p:cNvPr>
          <p:cNvSpPr>
            <a:spLocks noGrp="1"/>
          </p:cNvSpPr>
          <p:nvPr>
            <p:ph type="dt" sz="half" idx="10"/>
          </p:nvPr>
        </p:nvSpPr>
        <p:spPr/>
        <p:txBody>
          <a:bodyPr/>
          <a:lstStyle/>
          <a:p>
            <a:fld id="{D0158CFD-9357-46BE-A189-D637A67C8730}" type="datetime1">
              <a:rPr lang="en-US" smtClean="0"/>
              <a:t>4/7/25</a:t>
            </a:fld>
            <a:endParaRPr lang="en-US" dirty="0"/>
          </a:p>
        </p:txBody>
      </p:sp>
      <p:sp>
        <p:nvSpPr>
          <p:cNvPr id="9" name="Footer Placeholder 8">
            <a:extLst>
              <a:ext uri="{FF2B5EF4-FFF2-40B4-BE49-F238E27FC236}">
                <a16:creationId xmlns:a16="http://schemas.microsoft.com/office/drawing/2014/main" id="{479EFBB2-C5E0-4D57-AB1D-3AA907ECFD72}"/>
              </a:ext>
            </a:extLst>
          </p:cNvPr>
          <p:cNvSpPr>
            <a:spLocks noGrp="1"/>
          </p:cNvSpPr>
          <p:nvPr>
            <p:ph type="ftr" sz="quarter" idx="11"/>
          </p:nvPr>
        </p:nvSpPr>
        <p:spPr/>
        <p:txBody>
          <a:bodyPr/>
          <a:lstStyle/>
          <a:p>
            <a:endParaRPr lang="en-US" dirty="0"/>
          </a:p>
        </p:txBody>
      </p:sp>
      <p:sp>
        <p:nvSpPr>
          <p:cNvPr id="10" name="Slide Number Placeholder 9">
            <a:extLst>
              <a:ext uri="{FF2B5EF4-FFF2-40B4-BE49-F238E27FC236}">
                <a16:creationId xmlns:a16="http://schemas.microsoft.com/office/drawing/2014/main" id="{7AE6B7E1-F60B-4D08-9052-423D6FBFAD64}"/>
              </a:ext>
            </a:extLst>
          </p:cNvPr>
          <p:cNvSpPr>
            <a:spLocks noGrp="1"/>
          </p:cNvSpPr>
          <p:nvPr>
            <p:ph type="sldNum" sz="quarter" idx="12"/>
          </p:nvPr>
        </p:nvSpPr>
        <p:spPr/>
        <p:txBody>
          <a:bodyPr/>
          <a:lstStyle/>
          <a:p>
            <a:pPr algn="l"/>
            <a:fld id="{FAEF9944-A4F6-4C59-AEBD-678D6480B8EA}" type="slidenum">
              <a:rPr lang="en-US" smtClean="0"/>
              <a:pPr algn="l"/>
              <a:t>‹#›</a:t>
            </a:fld>
            <a:endParaRPr lang="en-US" dirty="0"/>
          </a:p>
        </p:txBody>
      </p:sp>
    </p:spTree>
    <p:extLst>
      <p:ext uri="{BB962C8B-B14F-4D97-AF65-F5344CB8AC3E}">
        <p14:creationId xmlns:p14="http://schemas.microsoft.com/office/powerpoint/2010/main" val="260933609"/>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p:cSld name="Comparison">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1920241" y="2456408"/>
            <a:ext cx="4160520" cy="823912"/>
          </a:xfrm>
        </p:spPr>
        <p:txBody>
          <a:bodyPr anchor="b">
            <a:normAutofit/>
          </a:bodyPr>
          <a:lstStyle>
            <a:lvl1pPr marL="0" indent="0">
              <a:lnSpc>
                <a:spcPct val="130000"/>
              </a:lnSpc>
              <a:buNone/>
              <a:defRPr sz="1800" b="1" cap="all" baseline="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920241" y="3316639"/>
            <a:ext cx="4160520" cy="277936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530290" y="2456408"/>
            <a:ext cx="4160520" cy="823912"/>
          </a:xfrm>
        </p:spPr>
        <p:txBody>
          <a:bodyPr anchor="b">
            <a:normAutofit/>
          </a:bodyPr>
          <a:lstStyle>
            <a:lvl1pPr marL="0" indent="0">
              <a:lnSpc>
                <a:spcPct val="99000"/>
              </a:lnSpc>
              <a:buNone/>
              <a:defRPr lang="en-US" sz="1800" b="1" kern="1200" cap="all" spc="150" baseline="0" dirty="0">
                <a:solidFill>
                  <a:schemeClr val="accent1"/>
                </a:solidFill>
                <a:latin typeface="+mn-lt"/>
                <a:ea typeface="+mn-ea"/>
                <a:cs typeface="+mn-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marL="0" lvl="0" indent="0" algn="l" defTabSz="914400" rtl="0" eaLnBrk="1" latinLnBrk="0" hangingPunct="1">
              <a:lnSpc>
                <a:spcPct val="130000"/>
              </a:lnSpc>
              <a:spcBef>
                <a:spcPts val="930"/>
              </a:spcBef>
              <a:buFont typeface="Corbel" panose="020B0503020204020204" pitchFamily="34" charset="0"/>
              <a:buNone/>
            </a:pPr>
            <a:r>
              <a:rPr lang="en-US"/>
              <a:t>Click to edit Master text styles</a:t>
            </a:r>
          </a:p>
        </p:txBody>
      </p:sp>
      <p:sp>
        <p:nvSpPr>
          <p:cNvPr id="6" name="Content Placeholder 5"/>
          <p:cNvSpPr>
            <a:spLocks noGrp="1"/>
          </p:cNvSpPr>
          <p:nvPr>
            <p:ph sz="quarter" idx="4"/>
          </p:nvPr>
        </p:nvSpPr>
        <p:spPr>
          <a:xfrm>
            <a:off x="6530290" y="3316639"/>
            <a:ext cx="4160520" cy="277936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0" name="Date Placeholder 9">
            <a:extLst>
              <a:ext uri="{FF2B5EF4-FFF2-40B4-BE49-F238E27FC236}">
                <a16:creationId xmlns:a16="http://schemas.microsoft.com/office/drawing/2014/main" id="{3771BF97-4D2A-43A4-8CDC-2250017EB045}"/>
              </a:ext>
            </a:extLst>
          </p:cNvPr>
          <p:cNvSpPr>
            <a:spLocks noGrp="1"/>
          </p:cNvSpPr>
          <p:nvPr>
            <p:ph type="dt" sz="half" idx="10"/>
          </p:nvPr>
        </p:nvSpPr>
        <p:spPr/>
        <p:txBody>
          <a:bodyPr/>
          <a:lstStyle/>
          <a:p>
            <a:fld id="{7B4742EE-B331-4632-BD10-A82FED6B6FC0}" type="datetime1">
              <a:rPr lang="en-US" smtClean="0"/>
              <a:t>4/7/25</a:t>
            </a:fld>
            <a:endParaRPr lang="en-US" dirty="0"/>
          </a:p>
        </p:txBody>
      </p:sp>
      <p:sp>
        <p:nvSpPr>
          <p:cNvPr id="11" name="Footer Placeholder 10">
            <a:extLst>
              <a:ext uri="{FF2B5EF4-FFF2-40B4-BE49-F238E27FC236}">
                <a16:creationId xmlns:a16="http://schemas.microsoft.com/office/drawing/2014/main" id="{6020661A-DA07-4679-9226-945B5DD2480C}"/>
              </a:ext>
            </a:extLst>
          </p:cNvPr>
          <p:cNvSpPr>
            <a:spLocks noGrp="1"/>
          </p:cNvSpPr>
          <p:nvPr>
            <p:ph type="ftr" sz="quarter" idx="11"/>
          </p:nvPr>
        </p:nvSpPr>
        <p:spPr/>
        <p:txBody>
          <a:bodyPr/>
          <a:lstStyle/>
          <a:p>
            <a:endParaRPr lang="en-US" dirty="0"/>
          </a:p>
        </p:txBody>
      </p:sp>
      <p:sp>
        <p:nvSpPr>
          <p:cNvPr id="12" name="Slide Number Placeholder 11">
            <a:extLst>
              <a:ext uri="{FF2B5EF4-FFF2-40B4-BE49-F238E27FC236}">
                <a16:creationId xmlns:a16="http://schemas.microsoft.com/office/drawing/2014/main" id="{EEFCE38B-E087-4988-BC3A-FE3B55E70D7E}"/>
              </a:ext>
            </a:extLst>
          </p:cNvPr>
          <p:cNvSpPr>
            <a:spLocks noGrp="1"/>
          </p:cNvSpPr>
          <p:nvPr>
            <p:ph type="sldNum" sz="quarter" idx="12"/>
          </p:nvPr>
        </p:nvSpPr>
        <p:spPr/>
        <p:txBody>
          <a:bodyPr/>
          <a:lstStyle/>
          <a:p>
            <a:pPr algn="l"/>
            <a:fld id="{FAEF9944-A4F6-4C59-AEBD-678D6480B8EA}" type="slidenum">
              <a:rPr lang="en-US" smtClean="0"/>
              <a:pPr algn="l"/>
              <a:t>‹#›</a:t>
            </a:fld>
            <a:endParaRPr lang="en-US" dirty="0"/>
          </a:p>
        </p:txBody>
      </p:sp>
      <p:sp>
        <p:nvSpPr>
          <p:cNvPr id="13" name="Title 12">
            <a:extLst>
              <a:ext uri="{FF2B5EF4-FFF2-40B4-BE49-F238E27FC236}">
                <a16:creationId xmlns:a16="http://schemas.microsoft.com/office/drawing/2014/main" id="{D3BC439C-E995-4E1F-8DE9-75C32785E00F}"/>
              </a:ext>
            </a:extLst>
          </p:cNvPr>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1188665650"/>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6" name="Date Placeholder 5">
            <a:extLst>
              <a:ext uri="{FF2B5EF4-FFF2-40B4-BE49-F238E27FC236}">
                <a16:creationId xmlns:a16="http://schemas.microsoft.com/office/drawing/2014/main" id="{CF30096C-3491-4EF2-ABB2-D57F3F4B5BD5}"/>
              </a:ext>
            </a:extLst>
          </p:cNvPr>
          <p:cNvSpPr>
            <a:spLocks noGrp="1"/>
          </p:cNvSpPr>
          <p:nvPr>
            <p:ph type="dt" sz="half" idx="10"/>
          </p:nvPr>
        </p:nvSpPr>
        <p:spPr/>
        <p:txBody>
          <a:bodyPr/>
          <a:lstStyle/>
          <a:p>
            <a:fld id="{451BA835-D13F-49F4-8F11-5D576AC65FAD}" type="datetime1">
              <a:rPr lang="en-US" smtClean="0"/>
              <a:t>4/7/25</a:t>
            </a:fld>
            <a:endParaRPr lang="en-US" dirty="0"/>
          </a:p>
        </p:txBody>
      </p:sp>
      <p:sp>
        <p:nvSpPr>
          <p:cNvPr id="7" name="Footer Placeholder 6">
            <a:extLst>
              <a:ext uri="{FF2B5EF4-FFF2-40B4-BE49-F238E27FC236}">
                <a16:creationId xmlns:a16="http://schemas.microsoft.com/office/drawing/2014/main" id="{79DA3A85-7147-4F32-944A-B079AF5147E2}"/>
              </a:ext>
            </a:extLst>
          </p:cNvPr>
          <p:cNvSpPr>
            <a:spLocks noGrp="1"/>
          </p:cNvSpPr>
          <p:nvPr>
            <p:ph type="ftr" sz="quarter" idx="11"/>
          </p:nvPr>
        </p:nvSpPr>
        <p:spPr/>
        <p:txBody>
          <a:bodyPr/>
          <a:lstStyle/>
          <a:p>
            <a:endParaRPr lang="en-US" dirty="0"/>
          </a:p>
        </p:txBody>
      </p:sp>
      <p:sp>
        <p:nvSpPr>
          <p:cNvPr id="8" name="Slide Number Placeholder 7">
            <a:extLst>
              <a:ext uri="{FF2B5EF4-FFF2-40B4-BE49-F238E27FC236}">
                <a16:creationId xmlns:a16="http://schemas.microsoft.com/office/drawing/2014/main" id="{EEDDF50D-95C0-4DA2-BBC6-41774FAC1404}"/>
              </a:ext>
            </a:extLst>
          </p:cNvPr>
          <p:cNvSpPr>
            <a:spLocks noGrp="1"/>
          </p:cNvSpPr>
          <p:nvPr>
            <p:ph type="sldNum" sz="quarter" idx="12"/>
          </p:nvPr>
        </p:nvSpPr>
        <p:spPr/>
        <p:txBody>
          <a:bodyPr/>
          <a:lstStyle/>
          <a:p>
            <a:pPr algn="l"/>
            <a:fld id="{FAEF9944-A4F6-4C59-AEBD-678D6480B8EA}" type="slidenum">
              <a:rPr lang="en-US" smtClean="0"/>
              <a:pPr algn="l"/>
              <a:t>‹#›</a:t>
            </a:fld>
            <a:endParaRPr lang="en-US" dirty="0"/>
          </a:p>
        </p:txBody>
      </p:sp>
    </p:spTree>
    <p:extLst>
      <p:ext uri="{BB962C8B-B14F-4D97-AF65-F5344CB8AC3E}">
        <p14:creationId xmlns:p14="http://schemas.microsoft.com/office/powerpoint/2010/main" val="3195268758"/>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showMasterSp="0" type="blank" preserve="1">
  <p:cSld name="Blank">
    <p:bg>
      <p:bgPr>
        <a:solidFill>
          <a:schemeClr val="bg2"/>
        </a:solidFill>
        <a:effectLst/>
      </p:bgPr>
    </p:bg>
    <p:spTree>
      <p:nvGrpSpPr>
        <p:cNvPr id="1" name=""/>
        <p:cNvGrpSpPr/>
        <p:nvPr/>
      </p:nvGrpSpPr>
      <p:grpSpPr>
        <a:xfrm>
          <a:off x="0" y="0"/>
          <a:ext cx="0" cy="0"/>
          <a:chOff x="0" y="0"/>
          <a:chExt cx="0" cy="0"/>
        </a:xfrm>
      </p:grpSpPr>
      <p:sp>
        <p:nvSpPr>
          <p:cNvPr id="5" name="Date Placeholder 4">
            <a:extLst>
              <a:ext uri="{FF2B5EF4-FFF2-40B4-BE49-F238E27FC236}">
                <a16:creationId xmlns:a16="http://schemas.microsoft.com/office/drawing/2014/main" id="{209BEFCA-6D6F-4F26-823F-C86CA694B830}"/>
              </a:ext>
            </a:extLst>
          </p:cNvPr>
          <p:cNvSpPr>
            <a:spLocks noGrp="1"/>
          </p:cNvSpPr>
          <p:nvPr>
            <p:ph type="dt" sz="half" idx="10"/>
          </p:nvPr>
        </p:nvSpPr>
        <p:spPr/>
        <p:txBody>
          <a:bodyPr/>
          <a:lstStyle/>
          <a:p>
            <a:fld id="{ADBD1799-ACB5-4CB2-86A2-5C574F1C8706}" type="datetime1">
              <a:rPr lang="en-US" smtClean="0"/>
              <a:t>4/7/25</a:t>
            </a:fld>
            <a:endParaRPr lang="en-US" dirty="0"/>
          </a:p>
        </p:txBody>
      </p:sp>
      <p:sp>
        <p:nvSpPr>
          <p:cNvPr id="6" name="Footer Placeholder 5">
            <a:extLst>
              <a:ext uri="{FF2B5EF4-FFF2-40B4-BE49-F238E27FC236}">
                <a16:creationId xmlns:a16="http://schemas.microsoft.com/office/drawing/2014/main" id="{BC2EE2C9-E87D-4495-9EDA-6BC0EDC27097}"/>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4E5557A9-903F-4B36-8B06-D9EADF230508}"/>
              </a:ext>
            </a:extLst>
          </p:cNvPr>
          <p:cNvSpPr>
            <a:spLocks noGrp="1"/>
          </p:cNvSpPr>
          <p:nvPr>
            <p:ph type="sldNum" sz="quarter" idx="12"/>
          </p:nvPr>
        </p:nvSpPr>
        <p:spPr/>
        <p:txBody>
          <a:bodyPr/>
          <a:lstStyle/>
          <a:p>
            <a:pPr algn="l"/>
            <a:fld id="{FAEF9944-A4F6-4C59-AEBD-678D6480B8EA}" type="slidenum">
              <a:rPr lang="en-US" smtClean="0"/>
              <a:pPr algn="l"/>
              <a:t>‹#›</a:t>
            </a:fld>
            <a:endParaRPr lang="en-US" dirty="0"/>
          </a:p>
        </p:txBody>
      </p:sp>
    </p:spTree>
    <p:extLst>
      <p:ext uri="{BB962C8B-B14F-4D97-AF65-F5344CB8AC3E}">
        <p14:creationId xmlns:p14="http://schemas.microsoft.com/office/powerpoint/2010/main" val="4092438787"/>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476488" y="640080"/>
            <a:ext cx="3227715" cy="2551751"/>
          </a:xfrm>
        </p:spPr>
        <p:txBody>
          <a:bodyPr anchor="b">
            <a:normAutofit/>
          </a:bodyPr>
          <a:lstStyle>
            <a:lvl1pPr>
              <a:lnSpc>
                <a:spcPct val="104000"/>
              </a:lnSpc>
              <a:defRPr sz="3400"/>
            </a:lvl1pPr>
          </a:lstStyle>
          <a:p>
            <a:r>
              <a:rPr lang="en-US"/>
              <a:t>Click to edit Master title style</a:t>
            </a:r>
            <a:endParaRPr lang="en-US" dirty="0"/>
          </a:p>
        </p:txBody>
      </p:sp>
      <p:sp>
        <p:nvSpPr>
          <p:cNvPr id="3" name="Content Placeholder 2"/>
          <p:cNvSpPr>
            <a:spLocks noGrp="1"/>
          </p:cNvSpPr>
          <p:nvPr>
            <p:ph idx="1"/>
          </p:nvPr>
        </p:nvSpPr>
        <p:spPr>
          <a:xfrm>
            <a:off x="1280160" y="640080"/>
            <a:ext cx="6949440" cy="5455919"/>
          </a:xfrm>
        </p:spPr>
        <p:txBody>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8476488" y="3223803"/>
            <a:ext cx="3227715" cy="2872197"/>
          </a:xfrm>
        </p:spPr>
        <p:txBody>
          <a:bodyPr/>
          <a:lstStyle>
            <a:lvl1pPr marL="0" indent="0">
              <a:spcBef>
                <a:spcPts val="1400"/>
              </a:spcBef>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8" name="Date Placeholder 7">
            <a:extLst>
              <a:ext uri="{FF2B5EF4-FFF2-40B4-BE49-F238E27FC236}">
                <a16:creationId xmlns:a16="http://schemas.microsoft.com/office/drawing/2014/main" id="{BB904BE8-2080-4FFA-9239-A8929E28FAD9}"/>
              </a:ext>
            </a:extLst>
          </p:cNvPr>
          <p:cNvSpPr>
            <a:spLocks noGrp="1"/>
          </p:cNvSpPr>
          <p:nvPr>
            <p:ph type="dt" sz="half" idx="10"/>
          </p:nvPr>
        </p:nvSpPr>
        <p:spPr>
          <a:xfrm>
            <a:off x="8476488" y="6170491"/>
            <a:ext cx="2214322" cy="457200"/>
          </a:xfrm>
        </p:spPr>
        <p:txBody>
          <a:bodyPr/>
          <a:lstStyle/>
          <a:p>
            <a:fld id="{ED5DD0D6-7A82-473E-879B-C6ECD6CCCFEC}" type="datetime1">
              <a:rPr lang="en-US" smtClean="0"/>
              <a:t>4/7/25</a:t>
            </a:fld>
            <a:endParaRPr lang="en-US" dirty="0"/>
          </a:p>
        </p:txBody>
      </p:sp>
      <p:sp>
        <p:nvSpPr>
          <p:cNvPr id="9" name="Footer Placeholder 8">
            <a:extLst>
              <a:ext uri="{FF2B5EF4-FFF2-40B4-BE49-F238E27FC236}">
                <a16:creationId xmlns:a16="http://schemas.microsoft.com/office/drawing/2014/main" id="{ED5580C6-5CD7-4CDD-977D-0533C84F2F45}"/>
              </a:ext>
            </a:extLst>
          </p:cNvPr>
          <p:cNvSpPr>
            <a:spLocks noGrp="1"/>
          </p:cNvSpPr>
          <p:nvPr>
            <p:ph type="ftr" sz="quarter" idx="11"/>
          </p:nvPr>
        </p:nvSpPr>
        <p:spPr>
          <a:xfrm>
            <a:off x="1280160" y="6170490"/>
            <a:ext cx="6949440" cy="457200"/>
          </a:xfrm>
        </p:spPr>
        <p:txBody>
          <a:bodyPr/>
          <a:lstStyle/>
          <a:p>
            <a:endParaRPr lang="en-US" dirty="0"/>
          </a:p>
        </p:txBody>
      </p:sp>
      <p:sp>
        <p:nvSpPr>
          <p:cNvPr id="10" name="Slide Number Placeholder 9">
            <a:extLst>
              <a:ext uri="{FF2B5EF4-FFF2-40B4-BE49-F238E27FC236}">
                <a16:creationId xmlns:a16="http://schemas.microsoft.com/office/drawing/2014/main" id="{518D0320-9B66-443F-8E28-8BCF07E082BD}"/>
              </a:ext>
            </a:extLst>
          </p:cNvPr>
          <p:cNvSpPr>
            <a:spLocks noGrp="1"/>
          </p:cNvSpPr>
          <p:nvPr>
            <p:ph type="sldNum" sz="quarter" idx="12"/>
          </p:nvPr>
        </p:nvSpPr>
        <p:spPr/>
        <p:txBody>
          <a:bodyPr/>
          <a:lstStyle/>
          <a:p>
            <a:pPr algn="l"/>
            <a:fld id="{FAEF9944-A4F6-4C59-AEBD-678D6480B8EA}" type="slidenum">
              <a:rPr lang="en-US" smtClean="0"/>
              <a:pPr algn="l"/>
              <a:t>‹#›</a:t>
            </a:fld>
            <a:endParaRPr lang="en-US" dirty="0"/>
          </a:p>
        </p:txBody>
      </p:sp>
    </p:spTree>
    <p:extLst>
      <p:ext uri="{BB962C8B-B14F-4D97-AF65-F5344CB8AC3E}">
        <p14:creationId xmlns:p14="http://schemas.microsoft.com/office/powerpoint/2010/main" val="3203682056"/>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3" name="Picture Placeholder 2"/>
          <p:cNvSpPr>
            <a:spLocks noGrp="1" noChangeAspect="1"/>
          </p:cNvSpPr>
          <p:nvPr>
            <p:ph type="pic" idx="1"/>
          </p:nvPr>
        </p:nvSpPr>
        <p:spPr>
          <a:xfrm>
            <a:off x="0" y="0"/>
            <a:ext cx="8102651" cy="6857999"/>
          </a:xfrm>
          <a:solidFill>
            <a:schemeClr val="bg2">
              <a:lumMod val="90000"/>
            </a:schemeClr>
          </a:solidFill>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2" name="Title 1"/>
          <p:cNvSpPr>
            <a:spLocks noGrp="1"/>
          </p:cNvSpPr>
          <p:nvPr>
            <p:ph type="title"/>
          </p:nvPr>
        </p:nvSpPr>
        <p:spPr>
          <a:xfrm>
            <a:off x="8476488" y="1503910"/>
            <a:ext cx="3230625" cy="1687924"/>
          </a:xfrm>
        </p:spPr>
        <p:txBody>
          <a:bodyPr anchor="b">
            <a:noAutofit/>
          </a:bodyPr>
          <a:lstStyle>
            <a:lvl1pPr>
              <a:lnSpc>
                <a:spcPct val="104000"/>
              </a:lnSpc>
              <a:defRPr sz="3400"/>
            </a:lvl1pPr>
          </a:lstStyle>
          <a:p>
            <a:r>
              <a:rPr lang="en-US"/>
              <a:t>Click to edit Master title style</a:t>
            </a:r>
            <a:endParaRPr lang="en-US" dirty="0"/>
          </a:p>
        </p:txBody>
      </p:sp>
      <p:sp>
        <p:nvSpPr>
          <p:cNvPr id="4" name="Text Placeholder 3"/>
          <p:cNvSpPr>
            <a:spLocks noGrp="1"/>
          </p:cNvSpPr>
          <p:nvPr>
            <p:ph type="body" sz="half" idx="2"/>
          </p:nvPr>
        </p:nvSpPr>
        <p:spPr>
          <a:xfrm>
            <a:off x="8476488" y="3223806"/>
            <a:ext cx="3227832" cy="2872194"/>
          </a:xfrm>
        </p:spPr>
        <p:txBody>
          <a:bodyPr/>
          <a:lstStyle>
            <a:lvl1pPr marL="0" indent="0">
              <a:spcBef>
                <a:spcPts val="1400"/>
              </a:spcBef>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11" name="Date Placeholder 10">
            <a:extLst>
              <a:ext uri="{FF2B5EF4-FFF2-40B4-BE49-F238E27FC236}">
                <a16:creationId xmlns:a16="http://schemas.microsoft.com/office/drawing/2014/main" id="{41C2A9DB-B176-4069-8734-5B4ED352BA2B}"/>
              </a:ext>
            </a:extLst>
          </p:cNvPr>
          <p:cNvSpPr>
            <a:spLocks noGrp="1"/>
          </p:cNvSpPr>
          <p:nvPr>
            <p:ph type="dt" sz="half" idx="10"/>
          </p:nvPr>
        </p:nvSpPr>
        <p:spPr>
          <a:xfrm>
            <a:off x="8476488" y="6170491"/>
            <a:ext cx="2214322" cy="457200"/>
          </a:xfrm>
        </p:spPr>
        <p:txBody>
          <a:bodyPr/>
          <a:lstStyle/>
          <a:p>
            <a:fld id="{D4605E03-BC17-41A7-854C-DFAB672737DC}" type="datetime1">
              <a:rPr lang="en-US" smtClean="0"/>
              <a:t>4/7/25</a:t>
            </a:fld>
            <a:endParaRPr lang="en-US" dirty="0"/>
          </a:p>
        </p:txBody>
      </p:sp>
      <p:sp>
        <p:nvSpPr>
          <p:cNvPr id="12" name="Footer Placeholder 11">
            <a:extLst>
              <a:ext uri="{FF2B5EF4-FFF2-40B4-BE49-F238E27FC236}">
                <a16:creationId xmlns:a16="http://schemas.microsoft.com/office/drawing/2014/main" id="{430F9A2F-C2C4-4E1C-B4B3-07ED84F28CE8}"/>
              </a:ext>
            </a:extLst>
          </p:cNvPr>
          <p:cNvSpPr>
            <a:spLocks noGrp="1"/>
          </p:cNvSpPr>
          <p:nvPr>
            <p:ph type="ftr" sz="quarter" idx="11"/>
          </p:nvPr>
        </p:nvSpPr>
        <p:spPr>
          <a:xfrm>
            <a:off x="1280160" y="6170490"/>
            <a:ext cx="6464410" cy="457200"/>
          </a:xfrm>
        </p:spPr>
        <p:txBody>
          <a:bodyPr/>
          <a:lstStyle>
            <a:lvl1pPr>
              <a:defRPr b="1">
                <a:solidFill>
                  <a:srgbClr val="FFFFFF"/>
                </a:solidFill>
                <a:effectLst>
                  <a:outerShdw blurRad="50800" dist="38100" dir="2700000" algn="tl" rotWithShape="0">
                    <a:prstClr val="black">
                      <a:alpha val="43000"/>
                    </a:prstClr>
                  </a:outerShdw>
                </a:effectLst>
              </a:defRPr>
            </a:lvl1pPr>
          </a:lstStyle>
          <a:p>
            <a:endParaRPr lang="en-US" dirty="0"/>
          </a:p>
        </p:txBody>
      </p:sp>
      <p:sp>
        <p:nvSpPr>
          <p:cNvPr id="13" name="Slide Number Placeholder 12">
            <a:extLst>
              <a:ext uri="{FF2B5EF4-FFF2-40B4-BE49-F238E27FC236}">
                <a16:creationId xmlns:a16="http://schemas.microsoft.com/office/drawing/2014/main" id="{F9BFA0A0-2117-4A10-9DAA-080C21559CF3}"/>
              </a:ext>
            </a:extLst>
          </p:cNvPr>
          <p:cNvSpPr>
            <a:spLocks noGrp="1"/>
          </p:cNvSpPr>
          <p:nvPr>
            <p:ph type="sldNum" sz="quarter" idx="12"/>
          </p:nvPr>
        </p:nvSpPr>
        <p:spPr/>
        <p:txBody>
          <a:bodyPr/>
          <a:lstStyle/>
          <a:p>
            <a:pPr algn="l"/>
            <a:fld id="{FAEF9944-A4F6-4C59-AEBD-678D6480B8EA}" type="slidenum">
              <a:rPr lang="en-US" smtClean="0"/>
              <a:pPr algn="l"/>
              <a:t>‹#›</a:t>
            </a:fld>
            <a:endParaRPr lang="en-US" dirty="0"/>
          </a:p>
        </p:txBody>
      </p:sp>
    </p:spTree>
    <p:extLst>
      <p:ext uri="{BB962C8B-B14F-4D97-AF65-F5344CB8AC3E}">
        <p14:creationId xmlns:p14="http://schemas.microsoft.com/office/powerpoint/2010/main" val="2015252279"/>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a:extLst>
              <a:ext uri="{FF2B5EF4-FFF2-40B4-BE49-F238E27FC236}">
                <a16:creationId xmlns:a16="http://schemas.microsoft.com/office/drawing/2014/main" id="{36397E4A-EB6A-4FA6-AA4F-69EA0C70FDC9}"/>
              </a:ext>
            </a:extLst>
          </p:cNvPr>
          <p:cNvSpPr>
            <a:spLocks noGrp="1"/>
          </p:cNvSpPr>
          <p:nvPr>
            <p:ph type="dt" sz="half" idx="10"/>
          </p:nvPr>
        </p:nvSpPr>
        <p:spPr/>
        <p:txBody>
          <a:bodyPr/>
          <a:lstStyle/>
          <a:p>
            <a:fld id="{6F86ED0C-1DA7-41F0-94CF-6218B1FEDFF1}" type="datetime1">
              <a:rPr lang="en-US" smtClean="0"/>
              <a:t>4/7/25</a:t>
            </a:fld>
            <a:endParaRPr lang="en-US" dirty="0"/>
          </a:p>
        </p:txBody>
      </p:sp>
      <p:sp>
        <p:nvSpPr>
          <p:cNvPr id="8" name="Footer Placeholder 7">
            <a:extLst>
              <a:ext uri="{FF2B5EF4-FFF2-40B4-BE49-F238E27FC236}">
                <a16:creationId xmlns:a16="http://schemas.microsoft.com/office/drawing/2014/main" id="{051A2F5D-7AC4-4F91-965A-7B6A45D6F414}"/>
              </a:ext>
            </a:extLst>
          </p:cNvPr>
          <p:cNvSpPr>
            <a:spLocks noGrp="1"/>
          </p:cNvSpPr>
          <p:nvPr>
            <p:ph type="ftr" sz="quarter" idx="11"/>
          </p:nvPr>
        </p:nvSpPr>
        <p:spPr/>
        <p:txBody>
          <a:bodyPr/>
          <a:lstStyle/>
          <a:p>
            <a:endParaRPr lang="en-US" dirty="0"/>
          </a:p>
        </p:txBody>
      </p:sp>
      <p:sp>
        <p:nvSpPr>
          <p:cNvPr id="9" name="Slide Number Placeholder 8">
            <a:extLst>
              <a:ext uri="{FF2B5EF4-FFF2-40B4-BE49-F238E27FC236}">
                <a16:creationId xmlns:a16="http://schemas.microsoft.com/office/drawing/2014/main" id="{D26E8B86-CDB8-482F-9D9F-1BFDA3638B3E}"/>
              </a:ext>
            </a:extLst>
          </p:cNvPr>
          <p:cNvSpPr>
            <a:spLocks noGrp="1"/>
          </p:cNvSpPr>
          <p:nvPr>
            <p:ph type="sldNum" sz="quarter" idx="12"/>
          </p:nvPr>
        </p:nvSpPr>
        <p:spPr/>
        <p:txBody>
          <a:bodyPr/>
          <a:lstStyle/>
          <a:p>
            <a:pPr algn="l"/>
            <a:fld id="{FAEF9944-A4F6-4C59-AEBD-678D6480B8EA}" type="slidenum">
              <a:rPr lang="en-US" smtClean="0"/>
              <a:pPr algn="l"/>
              <a:t>‹#›</a:t>
            </a:fld>
            <a:endParaRPr lang="en-US" dirty="0"/>
          </a:p>
        </p:txBody>
      </p:sp>
    </p:spTree>
    <p:extLst>
      <p:ext uri="{BB962C8B-B14F-4D97-AF65-F5344CB8AC3E}">
        <p14:creationId xmlns:p14="http://schemas.microsoft.com/office/powerpoint/2010/main" val="3153666426"/>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277965" y="507037"/>
            <a:ext cx="1571626" cy="5339932"/>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2933700" y="524373"/>
            <a:ext cx="5959577" cy="5322596"/>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a:xfrm>
            <a:off x="9277965" y="6296615"/>
            <a:ext cx="2505996" cy="365125"/>
          </a:xfrm>
        </p:spPr>
        <p:txBody>
          <a:bodyPr/>
          <a:lstStyle/>
          <a:p>
            <a:fld id="{EECF02AB-6034-4B88-BC5A-7C17CB0EF809}" type="datetime1">
              <a:rPr lang="en-US" smtClean="0"/>
              <a:t>4/7/25</a:t>
            </a:fld>
            <a:endParaRPr lang="en-US" dirty="0"/>
          </a:p>
        </p:txBody>
      </p:sp>
      <p:sp>
        <p:nvSpPr>
          <p:cNvPr id="5" name="Footer Placeholder 4"/>
          <p:cNvSpPr>
            <a:spLocks noGrp="1"/>
          </p:cNvSpPr>
          <p:nvPr>
            <p:ph type="ftr" sz="quarter" idx="11"/>
          </p:nvPr>
        </p:nvSpPr>
        <p:spPr>
          <a:xfrm>
            <a:off x="2933699" y="6296615"/>
            <a:ext cx="5959577" cy="365125"/>
          </a:xfrm>
        </p:spPr>
        <p:txBody>
          <a:bodyPr/>
          <a:lstStyle/>
          <a:p>
            <a:endParaRPr lang="en-US" dirty="0"/>
          </a:p>
        </p:txBody>
      </p:sp>
      <p:sp>
        <p:nvSpPr>
          <p:cNvPr id="6" name="Slide Number Placeholder 5"/>
          <p:cNvSpPr>
            <a:spLocks noGrp="1"/>
          </p:cNvSpPr>
          <p:nvPr>
            <p:ph type="sldNum" sz="quarter" idx="12"/>
          </p:nvPr>
        </p:nvSpPr>
        <p:spPr>
          <a:xfrm rot="5400000">
            <a:off x="8734643" y="2853201"/>
            <a:ext cx="5383267" cy="604269"/>
          </a:xfrm>
        </p:spPr>
        <p:txBody>
          <a:bodyPr/>
          <a:lstStyle>
            <a:lvl1pPr algn="l">
              <a:defRPr/>
            </a:lvl1pPr>
          </a:lstStyle>
          <a:p>
            <a:fld id="{FAEF9944-A4F6-4C59-AEBD-678D6480B8EA}" type="slidenum">
              <a:rPr lang="en-US" smtClean="0"/>
              <a:pPr/>
              <a:t>‹#›</a:t>
            </a:fld>
            <a:endParaRPr lang="en-US" dirty="0"/>
          </a:p>
        </p:txBody>
      </p:sp>
      <p:cxnSp>
        <p:nvCxnSpPr>
          <p:cNvPr id="7" name="Straight Connector 6" title="Rule Line">
            <a:extLst>
              <a:ext uri="{FF2B5EF4-FFF2-40B4-BE49-F238E27FC236}">
                <a16:creationId xmlns:a16="http://schemas.microsoft.com/office/drawing/2014/main" id="{A1005B08-D2D4-455C-AA62-1200E43E7AF9}"/>
              </a:ext>
            </a:extLst>
          </p:cNvPr>
          <p:cNvCxnSpPr/>
          <p:nvPr/>
        </p:nvCxnSpPr>
        <p:spPr>
          <a:xfrm>
            <a:off x="9111582" y="571502"/>
            <a:ext cx="0" cy="5275467"/>
          </a:xfrm>
          <a:prstGeom prst="line">
            <a:avLst/>
          </a:prstGeom>
          <a:ln w="38100">
            <a:solidFill>
              <a:schemeClr val="tx1">
                <a:lumMod val="65000"/>
                <a:lumOff val="3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748089547"/>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DE1A06-8754-4870-9E44-E39BADAD9845}"/>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3527F020-BBC3-49BB-91C2-5B2CBD64B3C5}"/>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767C0C22-EBDA-4130-87AE-CB28BC19B077}"/>
              </a:ext>
            </a:extLst>
          </p:cNvPr>
          <p:cNvSpPr>
            <a:spLocks noGrp="1"/>
          </p:cNvSpPr>
          <p:nvPr>
            <p:ph type="dt" sz="half" idx="10"/>
          </p:nvPr>
        </p:nvSpPr>
        <p:spPr/>
        <p:txBody>
          <a:bodyPr/>
          <a:lstStyle/>
          <a:p>
            <a:fld id="{82EDB8D0-98ED-4B86-9D5F-E61ADC70144D}" type="datetimeFigureOut">
              <a:rPr lang="en-US" smtClean="0"/>
              <a:t>4/7/25</a:t>
            </a:fld>
            <a:endParaRPr lang="en-US" dirty="0"/>
          </a:p>
        </p:txBody>
      </p:sp>
      <p:sp>
        <p:nvSpPr>
          <p:cNvPr id="5" name="Footer Placeholder 4">
            <a:extLst>
              <a:ext uri="{FF2B5EF4-FFF2-40B4-BE49-F238E27FC236}">
                <a16:creationId xmlns:a16="http://schemas.microsoft.com/office/drawing/2014/main" id="{E2A419A8-07CA-4A4C-AEC2-C40D4D50AFA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9FA7B86-E610-42EA-B4DC-C2F447785273}"/>
              </a:ext>
            </a:extLst>
          </p:cNvPr>
          <p:cNvSpPr>
            <a:spLocks noGrp="1"/>
          </p:cNvSpPr>
          <p:nvPr>
            <p:ph type="sldNum" sz="quarter" idx="12"/>
          </p:nvPr>
        </p:nvSpPr>
        <p:spPr/>
        <p:txBody>
          <a:bodyPr/>
          <a:lstStyle/>
          <a:p>
            <a:fld id="{4854181D-6920-4594-9A5D-6CE56DC9F8B2}" type="slidenum">
              <a:rPr lang="en-US" smtClean="0"/>
              <a:t>‹#›</a:t>
            </a:fld>
            <a:endParaRPr lang="en-US"/>
          </a:p>
        </p:txBody>
      </p:sp>
      <p:sp>
        <p:nvSpPr>
          <p:cNvPr id="7" name="Freeform: Shape 6">
            <a:extLst>
              <a:ext uri="{FF2B5EF4-FFF2-40B4-BE49-F238E27FC236}">
                <a16:creationId xmlns:a16="http://schemas.microsoft.com/office/drawing/2014/main" id="{8A7BA06D-B3FF-4E91-8639-B4569AE3AA23}"/>
              </a:ext>
            </a:extLst>
          </p:cNvPr>
          <p:cNvSpPr/>
          <p:nvPr/>
        </p:nvSpPr>
        <p:spPr>
          <a:xfrm>
            <a:off x="10208695" y="1"/>
            <a:ext cx="1135066" cy="477997"/>
          </a:xfrm>
          <a:custGeom>
            <a:avLst/>
            <a:gdLst>
              <a:gd name="connsiteX0" fmla="*/ 0 w 1135066"/>
              <a:gd name="connsiteY0" fmla="*/ 0 h 477997"/>
              <a:gd name="connsiteX1" fmla="*/ 1135066 w 1135066"/>
              <a:gd name="connsiteY1" fmla="*/ 0 h 477997"/>
              <a:gd name="connsiteX2" fmla="*/ 1133370 w 1135066"/>
              <a:gd name="connsiteY2" fmla="*/ 16827 h 477997"/>
              <a:gd name="connsiteX3" fmla="*/ 567533 w 1135066"/>
              <a:gd name="connsiteY3" fmla="*/ 477997 h 477997"/>
              <a:gd name="connsiteX4" fmla="*/ 1696 w 1135066"/>
              <a:gd name="connsiteY4" fmla="*/ 16827 h 4779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35066" h="477997">
                <a:moveTo>
                  <a:pt x="0" y="0"/>
                </a:moveTo>
                <a:lnTo>
                  <a:pt x="1135066" y="0"/>
                </a:lnTo>
                <a:lnTo>
                  <a:pt x="1133370" y="16827"/>
                </a:lnTo>
                <a:cubicBezTo>
                  <a:pt x="1079514" y="280016"/>
                  <a:pt x="846644" y="477997"/>
                  <a:pt x="567533" y="477997"/>
                </a:cubicBezTo>
                <a:cubicBezTo>
                  <a:pt x="288422" y="477997"/>
                  <a:pt x="55552" y="280016"/>
                  <a:pt x="1696" y="16827"/>
                </a:cubicBezTo>
                <a:close/>
              </a:path>
            </a:pathLst>
          </a:cu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8" name="Arc 7">
            <a:extLst>
              <a:ext uri="{FF2B5EF4-FFF2-40B4-BE49-F238E27FC236}">
                <a16:creationId xmlns:a16="http://schemas.microsoft.com/office/drawing/2014/main" id="{2B30C86D-5A07-48BC-9C9D-6F9A2DB1E9E1}"/>
              </a:ext>
            </a:extLst>
          </p:cNvPr>
          <p:cNvSpPr/>
          <p:nvPr/>
        </p:nvSpPr>
        <p:spPr>
          <a:xfrm rot="10800000" flipV="1">
            <a:off x="555710" y="1064829"/>
            <a:ext cx="4083433" cy="4083433"/>
          </a:xfrm>
          <a:prstGeom prst="arc">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319297971"/>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9FF209-11EE-4A3F-9685-A155FECD0DC8}"/>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0A47AF11-F208-4FDA-9E19-D6CA3472134E}"/>
              </a:ext>
            </a:extLst>
          </p:cNvPr>
          <p:cNvSpPr>
            <a:spLocks noGrp="1"/>
          </p:cNvSpPr>
          <p:nvPr>
            <p:ph idx="1"/>
          </p:nvPr>
        </p:nvSpPr>
        <p:spPr>
          <a:xfrm>
            <a:off x="838200" y="1825625"/>
            <a:ext cx="10515600" cy="385974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6E82FA1-02B7-467E-9F16-D178149407C5}"/>
              </a:ext>
            </a:extLst>
          </p:cNvPr>
          <p:cNvSpPr>
            <a:spLocks noGrp="1"/>
          </p:cNvSpPr>
          <p:nvPr>
            <p:ph type="dt" sz="half" idx="10"/>
          </p:nvPr>
        </p:nvSpPr>
        <p:spPr/>
        <p:txBody>
          <a:bodyPr/>
          <a:lstStyle/>
          <a:p>
            <a:fld id="{82EDB8D0-98ED-4B86-9D5F-E61ADC70144D}" type="datetimeFigureOut">
              <a:rPr lang="en-US" smtClean="0"/>
              <a:t>4/7/25</a:t>
            </a:fld>
            <a:endParaRPr lang="en-US" dirty="0"/>
          </a:p>
        </p:txBody>
      </p:sp>
      <p:sp>
        <p:nvSpPr>
          <p:cNvPr id="5" name="Footer Placeholder 4">
            <a:extLst>
              <a:ext uri="{FF2B5EF4-FFF2-40B4-BE49-F238E27FC236}">
                <a16:creationId xmlns:a16="http://schemas.microsoft.com/office/drawing/2014/main" id="{6D389247-FB8A-4494-859B-B3754B02A5E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2CA5B62-3338-46A5-B381-A63B88CB0DDA}"/>
              </a:ext>
            </a:extLst>
          </p:cNvPr>
          <p:cNvSpPr>
            <a:spLocks noGrp="1"/>
          </p:cNvSpPr>
          <p:nvPr>
            <p:ph type="sldNum" sz="quarter" idx="12"/>
          </p:nvPr>
        </p:nvSpPr>
        <p:spPr/>
        <p:txBody>
          <a:bodyPr/>
          <a:lstStyle/>
          <a:p>
            <a:fld id="{4854181D-6920-4594-9A5D-6CE56DC9F8B2}" type="slidenum">
              <a:rPr lang="en-US" smtClean="0"/>
              <a:t>‹#›</a:t>
            </a:fld>
            <a:endParaRPr lang="en-US"/>
          </a:p>
        </p:txBody>
      </p:sp>
      <p:sp>
        <p:nvSpPr>
          <p:cNvPr id="7" name="Freeform: Shape 6">
            <a:extLst>
              <a:ext uri="{FF2B5EF4-FFF2-40B4-BE49-F238E27FC236}">
                <a16:creationId xmlns:a16="http://schemas.microsoft.com/office/drawing/2014/main" id="{23DA7759-3209-4FE2-96D1-4EEDD81E9EA0}"/>
              </a:ext>
            </a:extLst>
          </p:cNvPr>
          <p:cNvSpPr/>
          <p:nvPr/>
        </p:nvSpPr>
        <p:spPr>
          <a:xfrm>
            <a:off x="10494433" y="2"/>
            <a:ext cx="849328" cy="357668"/>
          </a:xfrm>
          <a:custGeom>
            <a:avLst/>
            <a:gdLst>
              <a:gd name="connsiteX0" fmla="*/ 0 w 1135066"/>
              <a:gd name="connsiteY0" fmla="*/ 0 h 477997"/>
              <a:gd name="connsiteX1" fmla="*/ 1135066 w 1135066"/>
              <a:gd name="connsiteY1" fmla="*/ 0 h 477997"/>
              <a:gd name="connsiteX2" fmla="*/ 1133370 w 1135066"/>
              <a:gd name="connsiteY2" fmla="*/ 16827 h 477997"/>
              <a:gd name="connsiteX3" fmla="*/ 567533 w 1135066"/>
              <a:gd name="connsiteY3" fmla="*/ 477997 h 477997"/>
              <a:gd name="connsiteX4" fmla="*/ 1696 w 1135066"/>
              <a:gd name="connsiteY4" fmla="*/ 16827 h 4779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35066" h="477997">
                <a:moveTo>
                  <a:pt x="0" y="0"/>
                </a:moveTo>
                <a:lnTo>
                  <a:pt x="1135066" y="0"/>
                </a:lnTo>
                <a:lnTo>
                  <a:pt x="1133370" y="16827"/>
                </a:lnTo>
                <a:cubicBezTo>
                  <a:pt x="1079514" y="280016"/>
                  <a:pt x="846644" y="477997"/>
                  <a:pt x="567533" y="477997"/>
                </a:cubicBezTo>
                <a:cubicBezTo>
                  <a:pt x="288422" y="477997"/>
                  <a:pt x="55552" y="280016"/>
                  <a:pt x="1696" y="16827"/>
                </a:cubicBezTo>
                <a:close/>
              </a:path>
            </a:pathLst>
          </a:cu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8" name="Freeform: Shape 7">
            <a:extLst>
              <a:ext uri="{FF2B5EF4-FFF2-40B4-BE49-F238E27FC236}">
                <a16:creationId xmlns:a16="http://schemas.microsoft.com/office/drawing/2014/main" id="{41460DAD-8769-4C9F-9C8C-BB0443909D76}"/>
              </a:ext>
            </a:extLst>
          </p:cNvPr>
          <p:cNvSpPr/>
          <p:nvPr/>
        </p:nvSpPr>
        <p:spPr>
          <a:xfrm flipH="1">
            <a:off x="123536" y="5717905"/>
            <a:ext cx="1771609" cy="1140095"/>
          </a:xfrm>
          <a:custGeom>
            <a:avLst/>
            <a:gdLst>
              <a:gd name="connsiteX0" fmla="*/ 1561721 w 1771609"/>
              <a:gd name="connsiteY0" fmla="*/ 763041 h 1140095"/>
              <a:gd name="connsiteX1" fmla="*/ 1623024 w 1771609"/>
              <a:gd name="connsiteY1" fmla="*/ 792810 h 1140095"/>
              <a:gd name="connsiteX2" fmla="*/ 1711735 w 1771609"/>
              <a:gd name="connsiteY2" fmla="*/ 970132 h 1140095"/>
              <a:gd name="connsiteX3" fmla="*/ 1771609 w 1771609"/>
              <a:gd name="connsiteY3" fmla="*/ 1140095 h 1140095"/>
              <a:gd name="connsiteX4" fmla="*/ 1637225 w 1771609"/>
              <a:gd name="connsiteY4" fmla="*/ 1140095 h 1140095"/>
              <a:gd name="connsiteX5" fmla="*/ 1594820 w 1771609"/>
              <a:gd name="connsiteY5" fmla="*/ 1019711 h 1140095"/>
              <a:gd name="connsiteX6" fmla="*/ 1513200 w 1771609"/>
              <a:gd name="connsiteY6" fmla="*/ 856627 h 1140095"/>
              <a:gd name="connsiteX7" fmla="*/ 1538499 w 1771609"/>
              <a:gd name="connsiteY7" fmla="*/ 770415 h 1140095"/>
              <a:gd name="connsiteX8" fmla="*/ 1561721 w 1771609"/>
              <a:gd name="connsiteY8" fmla="*/ 763041 h 1140095"/>
              <a:gd name="connsiteX9" fmla="*/ 933455 w 1771609"/>
              <a:gd name="connsiteY9" fmla="*/ 161309 h 1140095"/>
              <a:gd name="connsiteX10" fmla="*/ 957797 w 1771609"/>
              <a:gd name="connsiteY10" fmla="*/ 167970 h 1140095"/>
              <a:gd name="connsiteX11" fmla="*/ 1286982 w 1771609"/>
              <a:gd name="connsiteY11" fmla="*/ 387616 h 1140095"/>
              <a:gd name="connsiteX12" fmla="*/ 1293725 w 1771609"/>
              <a:gd name="connsiteY12" fmla="*/ 477075 h 1140095"/>
              <a:gd name="connsiteX13" fmla="*/ 1245453 w 1771609"/>
              <a:gd name="connsiteY13" fmla="*/ 499154 h 1140095"/>
              <a:gd name="connsiteX14" fmla="*/ 1245167 w 1771609"/>
              <a:gd name="connsiteY14" fmla="*/ 499154 h 1140095"/>
              <a:gd name="connsiteX15" fmla="*/ 1203638 w 1771609"/>
              <a:gd name="connsiteY15" fmla="*/ 484104 h 1140095"/>
              <a:gd name="connsiteX16" fmla="*/ 900647 w 1771609"/>
              <a:gd name="connsiteY16" fmla="*/ 281508 h 1140095"/>
              <a:gd name="connsiteX17" fmla="*/ 872454 w 1771609"/>
              <a:gd name="connsiteY17" fmla="*/ 196164 h 1140095"/>
              <a:gd name="connsiteX18" fmla="*/ 933455 w 1771609"/>
              <a:gd name="connsiteY18" fmla="*/ 161309 h 1140095"/>
              <a:gd name="connsiteX19" fmla="*/ 256260 w 1771609"/>
              <a:gd name="connsiteY19" fmla="*/ 29 h 1140095"/>
              <a:gd name="connsiteX20" fmla="*/ 454020 w 1771609"/>
              <a:gd name="connsiteY20" fmla="*/ 13474 h 1140095"/>
              <a:gd name="connsiteX21" fmla="*/ 509236 w 1771609"/>
              <a:gd name="connsiteY21" fmla="*/ 84182 h 1140095"/>
              <a:gd name="connsiteX22" fmla="*/ 445829 w 1771609"/>
              <a:gd name="connsiteY22" fmla="*/ 139871 h 1140095"/>
              <a:gd name="connsiteX23" fmla="*/ 437447 w 1771609"/>
              <a:gd name="connsiteY23" fmla="*/ 139395 h 1140095"/>
              <a:gd name="connsiteX24" fmla="*/ 73211 w 1771609"/>
              <a:gd name="connsiteY24" fmla="*/ 137204 h 1140095"/>
              <a:gd name="connsiteX25" fmla="*/ 749 w 1771609"/>
              <a:gd name="connsiteY25" fmla="*/ 84082 h 1140095"/>
              <a:gd name="connsiteX26" fmla="*/ 53871 w 1771609"/>
              <a:gd name="connsiteY26" fmla="*/ 11621 h 1140095"/>
              <a:gd name="connsiteX27" fmla="*/ 58352 w 1771609"/>
              <a:gd name="connsiteY27" fmla="*/ 11093 h 1140095"/>
              <a:gd name="connsiteX28" fmla="*/ 256260 w 1771609"/>
              <a:gd name="connsiteY28" fmla="*/ 29 h 11400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1771609" h="1140095">
                <a:moveTo>
                  <a:pt x="1561721" y="763041"/>
                </a:moveTo>
                <a:cubicBezTo>
                  <a:pt x="1585506" y="760324"/>
                  <a:pt x="1609722" y="771249"/>
                  <a:pt x="1623024" y="792810"/>
                </a:cubicBezTo>
                <a:cubicBezTo>
                  <a:pt x="1656300" y="850065"/>
                  <a:pt x="1685920" y="909291"/>
                  <a:pt x="1711735" y="970132"/>
                </a:cubicBezTo>
                <a:lnTo>
                  <a:pt x="1771609" y="1140095"/>
                </a:lnTo>
                <a:lnTo>
                  <a:pt x="1637225" y="1140095"/>
                </a:lnTo>
                <a:lnTo>
                  <a:pt x="1594820" y="1019711"/>
                </a:lnTo>
                <a:cubicBezTo>
                  <a:pt x="1571072" y="963753"/>
                  <a:pt x="1543818" y="909282"/>
                  <a:pt x="1513200" y="856627"/>
                </a:cubicBezTo>
                <a:cubicBezTo>
                  <a:pt x="1496379" y="825834"/>
                  <a:pt x="1507704" y="787236"/>
                  <a:pt x="1538499" y="770415"/>
                </a:cubicBezTo>
                <a:cubicBezTo>
                  <a:pt x="1545912" y="766367"/>
                  <a:pt x="1553792" y="763946"/>
                  <a:pt x="1561721" y="763041"/>
                </a:cubicBezTo>
                <a:close/>
                <a:moveTo>
                  <a:pt x="933455" y="161309"/>
                </a:moveTo>
                <a:cubicBezTo>
                  <a:pt x="941693" y="161855"/>
                  <a:pt x="949959" y="164025"/>
                  <a:pt x="957797" y="167970"/>
                </a:cubicBezTo>
                <a:cubicBezTo>
                  <a:pt x="1076184" y="227289"/>
                  <a:pt x="1186759" y="301068"/>
                  <a:pt x="1286982" y="387616"/>
                </a:cubicBezTo>
                <a:cubicBezTo>
                  <a:pt x="1313547" y="410457"/>
                  <a:pt x="1316566" y="450510"/>
                  <a:pt x="1293725" y="477075"/>
                </a:cubicBezTo>
                <a:cubicBezTo>
                  <a:pt x="1281638" y="491137"/>
                  <a:pt x="1263998" y="499204"/>
                  <a:pt x="1245453" y="499154"/>
                </a:cubicBezTo>
                <a:lnTo>
                  <a:pt x="1245167" y="499154"/>
                </a:lnTo>
                <a:cubicBezTo>
                  <a:pt x="1229965" y="499301"/>
                  <a:pt x="1215220" y="493956"/>
                  <a:pt x="1203638" y="484104"/>
                </a:cubicBezTo>
                <a:cubicBezTo>
                  <a:pt x="1111407" y="404300"/>
                  <a:pt x="1009633" y="336248"/>
                  <a:pt x="900647" y="281508"/>
                </a:cubicBezTo>
                <a:cubicBezTo>
                  <a:pt x="869295" y="265726"/>
                  <a:pt x="856672" y="227516"/>
                  <a:pt x="872454" y="196164"/>
                </a:cubicBezTo>
                <a:cubicBezTo>
                  <a:pt x="884290" y="172650"/>
                  <a:pt x="908742" y="159670"/>
                  <a:pt x="933455" y="161309"/>
                </a:cubicBezTo>
                <a:close/>
                <a:moveTo>
                  <a:pt x="256260" y="29"/>
                </a:moveTo>
                <a:cubicBezTo>
                  <a:pt x="322331" y="427"/>
                  <a:pt x="388378" y="4909"/>
                  <a:pt x="454020" y="13474"/>
                </a:cubicBezTo>
                <a:cubicBezTo>
                  <a:pt x="488793" y="17752"/>
                  <a:pt x="513514" y="49409"/>
                  <a:pt x="509236" y="84182"/>
                </a:cubicBezTo>
                <a:cubicBezTo>
                  <a:pt x="505303" y="116151"/>
                  <a:pt x="478038" y="140098"/>
                  <a:pt x="445829" y="139871"/>
                </a:cubicBezTo>
                <a:cubicBezTo>
                  <a:pt x="443027" y="139899"/>
                  <a:pt x="440227" y="139740"/>
                  <a:pt x="437447" y="139395"/>
                </a:cubicBezTo>
                <a:cubicBezTo>
                  <a:pt x="316592" y="123615"/>
                  <a:pt x="194247" y="122878"/>
                  <a:pt x="73211" y="137204"/>
                </a:cubicBezTo>
                <a:cubicBezTo>
                  <a:pt x="38532" y="142545"/>
                  <a:pt x="6090" y="118762"/>
                  <a:pt x="749" y="84082"/>
                </a:cubicBezTo>
                <a:cubicBezTo>
                  <a:pt x="-4591" y="49403"/>
                  <a:pt x="19192" y="16961"/>
                  <a:pt x="53871" y="11621"/>
                </a:cubicBezTo>
                <a:cubicBezTo>
                  <a:pt x="55358" y="11392"/>
                  <a:pt x="56852" y="11216"/>
                  <a:pt x="58352" y="11093"/>
                </a:cubicBezTo>
                <a:cubicBezTo>
                  <a:pt x="124093" y="3319"/>
                  <a:pt x="190189" y="-369"/>
                  <a:pt x="256260" y="29"/>
                </a:cubicBezTo>
                <a:close/>
              </a:path>
            </a:pathLst>
          </a:custGeom>
          <a:solidFill>
            <a:schemeClr val="accent4"/>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083970727"/>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4C0001-5D76-45A0-A9F4-7172BDDD5D28}"/>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9E1462C4-0E4B-4DB7-A8BF-FE55142760AF}"/>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2AA5F313-1240-47AE-A026-7F349292B5CA}"/>
              </a:ext>
            </a:extLst>
          </p:cNvPr>
          <p:cNvSpPr>
            <a:spLocks noGrp="1"/>
          </p:cNvSpPr>
          <p:nvPr>
            <p:ph type="dt" sz="half" idx="10"/>
          </p:nvPr>
        </p:nvSpPr>
        <p:spPr/>
        <p:txBody>
          <a:bodyPr/>
          <a:lstStyle/>
          <a:p>
            <a:fld id="{82EDB8D0-98ED-4B86-9D5F-E61ADC70144D}" type="datetimeFigureOut">
              <a:rPr lang="en-US" smtClean="0"/>
              <a:t>4/7/25</a:t>
            </a:fld>
            <a:endParaRPr lang="en-US"/>
          </a:p>
        </p:txBody>
      </p:sp>
      <p:sp>
        <p:nvSpPr>
          <p:cNvPr id="5" name="Footer Placeholder 4">
            <a:extLst>
              <a:ext uri="{FF2B5EF4-FFF2-40B4-BE49-F238E27FC236}">
                <a16:creationId xmlns:a16="http://schemas.microsoft.com/office/drawing/2014/main" id="{22448158-6132-4335-B8E1-F6A89638377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494C5B6-1598-48B4-9B3A-3078FDBE90B7}"/>
              </a:ext>
            </a:extLst>
          </p:cNvPr>
          <p:cNvSpPr>
            <a:spLocks noGrp="1"/>
          </p:cNvSpPr>
          <p:nvPr>
            <p:ph type="sldNum" sz="quarter" idx="12"/>
          </p:nvPr>
        </p:nvSpPr>
        <p:spPr/>
        <p:txBody>
          <a:bodyPr/>
          <a:lstStyle/>
          <a:p>
            <a:fld id="{4854181D-6920-4594-9A5D-6CE56DC9F8B2}" type="slidenum">
              <a:rPr lang="en-US" smtClean="0"/>
              <a:t>‹#›</a:t>
            </a:fld>
            <a:endParaRPr lang="en-US"/>
          </a:p>
        </p:txBody>
      </p:sp>
      <p:sp>
        <p:nvSpPr>
          <p:cNvPr id="9" name="Freeform: Shape 8">
            <a:extLst>
              <a:ext uri="{FF2B5EF4-FFF2-40B4-BE49-F238E27FC236}">
                <a16:creationId xmlns:a16="http://schemas.microsoft.com/office/drawing/2014/main" id="{FEDBDD32-D3EE-4848-A112-BA814D4631CD}"/>
              </a:ext>
            </a:extLst>
          </p:cNvPr>
          <p:cNvSpPr/>
          <p:nvPr/>
        </p:nvSpPr>
        <p:spPr>
          <a:xfrm>
            <a:off x="10208695" y="1"/>
            <a:ext cx="1135066" cy="477997"/>
          </a:xfrm>
          <a:custGeom>
            <a:avLst/>
            <a:gdLst>
              <a:gd name="connsiteX0" fmla="*/ 0 w 1135066"/>
              <a:gd name="connsiteY0" fmla="*/ 0 h 477997"/>
              <a:gd name="connsiteX1" fmla="*/ 1135066 w 1135066"/>
              <a:gd name="connsiteY1" fmla="*/ 0 h 477997"/>
              <a:gd name="connsiteX2" fmla="*/ 1133370 w 1135066"/>
              <a:gd name="connsiteY2" fmla="*/ 16827 h 477997"/>
              <a:gd name="connsiteX3" fmla="*/ 567533 w 1135066"/>
              <a:gd name="connsiteY3" fmla="*/ 477997 h 477997"/>
              <a:gd name="connsiteX4" fmla="*/ 1696 w 1135066"/>
              <a:gd name="connsiteY4" fmla="*/ 16827 h 4779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35066" h="477997">
                <a:moveTo>
                  <a:pt x="0" y="0"/>
                </a:moveTo>
                <a:lnTo>
                  <a:pt x="1135066" y="0"/>
                </a:lnTo>
                <a:lnTo>
                  <a:pt x="1133370" y="16827"/>
                </a:lnTo>
                <a:cubicBezTo>
                  <a:pt x="1079514" y="280016"/>
                  <a:pt x="846644" y="477997"/>
                  <a:pt x="567533" y="477997"/>
                </a:cubicBezTo>
                <a:cubicBezTo>
                  <a:pt x="288422" y="477997"/>
                  <a:pt x="55552" y="280016"/>
                  <a:pt x="1696" y="16827"/>
                </a:cubicBezTo>
                <a:close/>
              </a:path>
            </a:pathLst>
          </a:cu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0" name="Arc 9">
            <a:extLst>
              <a:ext uri="{FF2B5EF4-FFF2-40B4-BE49-F238E27FC236}">
                <a16:creationId xmlns:a16="http://schemas.microsoft.com/office/drawing/2014/main" id="{61350361-843C-49D0-BD6A-ECDBA3842BA0}"/>
              </a:ext>
            </a:extLst>
          </p:cNvPr>
          <p:cNvSpPr/>
          <p:nvPr/>
        </p:nvSpPr>
        <p:spPr>
          <a:xfrm rot="10800000" flipV="1">
            <a:off x="555710" y="1064829"/>
            <a:ext cx="4083433" cy="4083433"/>
          </a:xfrm>
          <a:prstGeom prst="arc">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678862702"/>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ABFD05-2CB2-4A7E-89E7-57615BA82B4F}"/>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3F9532B8-D460-476D-816F-725E8D96C0A4}"/>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26F7120F-70AF-4ED5-B364-3AA55C6B44B6}"/>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63D8B65F-F709-469F-9961-4D01896CAA12}"/>
              </a:ext>
            </a:extLst>
          </p:cNvPr>
          <p:cNvSpPr>
            <a:spLocks noGrp="1"/>
          </p:cNvSpPr>
          <p:nvPr>
            <p:ph type="dt" sz="half" idx="10"/>
          </p:nvPr>
        </p:nvSpPr>
        <p:spPr/>
        <p:txBody>
          <a:bodyPr/>
          <a:lstStyle/>
          <a:p>
            <a:fld id="{82EDB8D0-98ED-4B86-9D5F-E61ADC70144D}" type="datetimeFigureOut">
              <a:rPr lang="en-US" smtClean="0"/>
              <a:t>4/7/25</a:t>
            </a:fld>
            <a:endParaRPr lang="en-US"/>
          </a:p>
        </p:txBody>
      </p:sp>
      <p:sp>
        <p:nvSpPr>
          <p:cNvPr id="6" name="Footer Placeholder 5">
            <a:extLst>
              <a:ext uri="{FF2B5EF4-FFF2-40B4-BE49-F238E27FC236}">
                <a16:creationId xmlns:a16="http://schemas.microsoft.com/office/drawing/2014/main" id="{B781C6BC-B23D-48BC-AD44-654DDB8D0122}"/>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6100D60B-86A1-479D-BCE8-06D2C3DBC94E}"/>
              </a:ext>
            </a:extLst>
          </p:cNvPr>
          <p:cNvSpPr>
            <a:spLocks noGrp="1"/>
          </p:cNvSpPr>
          <p:nvPr>
            <p:ph type="sldNum" sz="quarter" idx="12"/>
          </p:nvPr>
        </p:nvSpPr>
        <p:spPr/>
        <p:txBody>
          <a:bodyPr/>
          <a:lstStyle/>
          <a:p>
            <a:fld id="{4854181D-6920-4594-9A5D-6CE56DC9F8B2}" type="slidenum">
              <a:rPr lang="en-US" smtClean="0"/>
              <a:t>‹#›</a:t>
            </a:fld>
            <a:endParaRPr lang="en-US"/>
          </a:p>
        </p:txBody>
      </p:sp>
      <p:sp>
        <p:nvSpPr>
          <p:cNvPr id="8" name="Freeform: Shape 7">
            <a:extLst>
              <a:ext uri="{FF2B5EF4-FFF2-40B4-BE49-F238E27FC236}">
                <a16:creationId xmlns:a16="http://schemas.microsoft.com/office/drawing/2014/main" id="{B4EC5136-99DA-40B5-8F79-5C3A56D38BA1}"/>
              </a:ext>
            </a:extLst>
          </p:cNvPr>
          <p:cNvSpPr/>
          <p:nvPr/>
        </p:nvSpPr>
        <p:spPr>
          <a:xfrm rot="16200000">
            <a:off x="-388933" y="4841194"/>
            <a:ext cx="1737401" cy="959536"/>
          </a:xfrm>
          <a:custGeom>
            <a:avLst/>
            <a:gdLst>
              <a:gd name="connsiteX0" fmla="*/ 0 w 1737401"/>
              <a:gd name="connsiteY0" fmla="*/ 0 h 959536"/>
              <a:gd name="connsiteX1" fmla="*/ 123825 w 1737401"/>
              <a:gd name="connsiteY1" fmla="*/ 0 h 959536"/>
              <a:gd name="connsiteX2" fmla="*/ 123825 w 1737401"/>
              <a:gd name="connsiteY2" fmla="*/ 790277 h 959536"/>
              <a:gd name="connsiteX3" fmla="*/ 1490095 w 1737401"/>
              <a:gd name="connsiteY3" fmla="*/ 0 h 959536"/>
              <a:gd name="connsiteX4" fmla="*/ 1737401 w 1737401"/>
              <a:gd name="connsiteY4" fmla="*/ 0 h 959536"/>
              <a:gd name="connsiteX5" fmla="*/ 92869 w 1737401"/>
              <a:gd name="connsiteY5" fmla="*/ 951249 h 959536"/>
              <a:gd name="connsiteX6" fmla="*/ 61913 w 1737401"/>
              <a:gd name="connsiteY6" fmla="*/ 959536 h 959536"/>
              <a:gd name="connsiteX7" fmla="*/ 0 w 1737401"/>
              <a:gd name="connsiteY7" fmla="*/ 897624 h 9595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737401" h="959536">
                <a:moveTo>
                  <a:pt x="0" y="0"/>
                </a:moveTo>
                <a:lnTo>
                  <a:pt x="123825" y="0"/>
                </a:lnTo>
                <a:lnTo>
                  <a:pt x="123825" y="790277"/>
                </a:lnTo>
                <a:lnTo>
                  <a:pt x="1490095" y="0"/>
                </a:lnTo>
                <a:lnTo>
                  <a:pt x="1737401" y="0"/>
                </a:lnTo>
                <a:lnTo>
                  <a:pt x="92869" y="951249"/>
                </a:lnTo>
                <a:cubicBezTo>
                  <a:pt x="83458" y="956688"/>
                  <a:pt x="72780" y="959546"/>
                  <a:pt x="61913" y="959536"/>
                </a:cubicBezTo>
                <a:cubicBezTo>
                  <a:pt x="27719" y="959536"/>
                  <a:pt x="0" y="931818"/>
                  <a:pt x="0" y="897624"/>
                </a:cubicBezTo>
                <a:close/>
              </a:path>
            </a:pathLst>
          </a:custGeom>
          <a:solidFill>
            <a:schemeClr val="accent6"/>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9" name="Freeform: Shape 8">
            <a:extLst>
              <a:ext uri="{FF2B5EF4-FFF2-40B4-BE49-F238E27FC236}">
                <a16:creationId xmlns:a16="http://schemas.microsoft.com/office/drawing/2014/main" id="{4F8FB775-26C4-41BA-837C-4478D48D2157}"/>
              </a:ext>
            </a:extLst>
          </p:cNvPr>
          <p:cNvSpPr/>
          <p:nvPr/>
        </p:nvSpPr>
        <p:spPr>
          <a:xfrm>
            <a:off x="10494433" y="2"/>
            <a:ext cx="849328" cy="357668"/>
          </a:xfrm>
          <a:custGeom>
            <a:avLst/>
            <a:gdLst>
              <a:gd name="connsiteX0" fmla="*/ 0 w 1135066"/>
              <a:gd name="connsiteY0" fmla="*/ 0 h 477997"/>
              <a:gd name="connsiteX1" fmla="*/ 1135066 w 1135066"/>
              <a:gd name="connsiteY1" fmla="*/ 0 h 477997"/>
              <a:gd name="connsiteX2" fmla="*/ 1133370 w 1135066"/>
              <a:gd name="connsiteY2" fmla="*/ 16827 h 477997"/>
              <a:gd name="connsiteX3" fmla="*/ 567533 w 1135066"/>
              <a:gd name="connsiteY3" fmla="*/ 477997 h 477997"/>
              <a:gd name="connsiteX4" fmla="*/ 1696 w 1135066"/>
              <a:gd name="connsiteY4" fmla="*/ 16827 h 4779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35066" h="477997">
                <a:moveTo>
                  <a:pt x="0" y="0"/>
                </a:moveTo>
                <a:lnTo>
                  <a:pt x="1135066" y="0"/>
                </a:lnTo>
                <a:lnTo>
                  <a:pt x="1133370" y="16827"/>
                </a:lnTo>
                <a:cubicBezTo>
                  <a:pt x="1079514" y="280016"/>
                  <a:pt x="846644" y="477997"/>
                  <a:pt x="567533" y="477997"/>
                </a:cubicBezTo>
                <a:cubicBezTo>
                  <a:pt x="288422" y="477997"/>
                  <a:pt x="55552" y="280016"/>
                  <a:pt x="1696" y="16827"/>
                </a:cubicBezTo>
                <a:close/>
              </a:path>
            </a:pathLst>
          </a:cu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237740373"/>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092983E-E761-4429-9203-7FE8B2DB67E4}"/>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B921E9B7-62BE-49BA-AC6B-55250D66277F}"/>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BC41A3FD-B90A-4C31-BD6B-581F9E2E0E5E}"/>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060D1D55-B722-4968-B171-AF3B462DDAD8}"/>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D71085A8-02C2-4E7F-935E-5AEECBAD19BE}"/>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9A8A5018-8A77-40E8-B159-4894ECF228B1}"/>
              </a:ext>
            </a:extLst>
          </p:cNvPr>
          <p:cNvSpPr>
            <a:spLocks noGrp="1"/>
          </p:cNvSpPr>
          <p:nvPr>
            <p:ph type="dt" sz="half" idx="10"/>
          </p:nvPr>
        </p:nvSpPr>
        <p:spPr/>
        <p:txBody>
          <a:bodyPr/>
          <a:lstStyle/>
          <a:p>
            <a:fld id="{82EDB8D0-98ED-4B86-9D5F-E61ADC70144D}" type="datetimeFigureOut">
              <a:rPr lang="en-US" smtClean="0"/>
              <a:t>4/7/25</a:t>
            </a:fld>
            <a:endParaRPr lang="en-US"/>
          </a:p>
        </p:txBody>
      </p:sp>
      <p:sp>
        <p:nvSpPr>
          <p:cNvPr id="8" name="Footer Placeholder 7">
            <a:extLst>
              <a:ext uri="{FF2B5EF4-FFF2-40B4-BE49-F238E27FC236}">
                <a16:creationId xmlns:a16="http://schemas.microsoft.com/office/drawing/2014/main" id="{8AD79441-8908-4461-9FDD-BCE638837098}"/>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C8D29F7D-B101-4950-A2C0-F350FB26D45F}"/>
              </a:ext>
            </a:extLst>
          </p:cNvPr>
          <p:cNvSpPr>
            <a:spLocks noGrp="1"/>
          </p:cNvSpPr>
          <p:nvPr>
            <p:ph type="sldNum" sz="quarter" idx="12"/>
          </p:nvPr>
        </p:nvSpPr>
        <p:spPr/>
        <p:txBody>
          <a:bodyPr/>
          <a:lstStyle/>
          <a:p>
            <a:fld id="{4854181D-6920-4594-9A5D-6CE56DC9F8B2}" type="slidenum">
              <a:rPr lang="en-US" smtClean="0"/>
              <a:t>‹#›</a:t>
            </a:fld>
            <a:endParaRPr lang="en-US"/>
          </a:p>
        </p:txBody>
      </p:sp>
      <p:sp>
        <p:nvSpPr>
          <p:cNvPr id="10" name="Freeform: Shape 9">
            <a:extLst>
              <a:ext uri="{FF2B5EF4-FFF2-40B4-BE49-F238E27FC236}">
                <a16:creationId xmlns:a16="http://schemas.microsoft.com/office/drawing/2014/main" id="{862D7398-9A79-4B24-9C7D-F0DEED57C70B}"/>
              </a:ext>
            </a:extLst>
          </p:cNvPr>
          <p:cNvSpPr/>
          <p:nvPr/>
        </p:nvSpPr>
        <p:spPr>
          <a:xfrm rot="16200000">
            <a:off x="-388933" y="4841194"/>
            <a:ext cx="1737401" cy="959536"/>
          </a:xfrm>
          <a:custGeom>
            <a:avLst/>
            <a:gdLst>
              <a:gd name="connsiteX0" fmla="*/ 0 w 1737401"/>
              <a:gd name="connsiteY0" fmla="*/ 0 h 959536"/>
              <a:gd name="connsiteX1" fmla="*/ 123825 w 1737401"/>
              <a:gd name="connsiteY1" fmla="*/ 0 h 959536"/>
              <a:gd name="connsiteX2" fmla="*/ 123825 w 1737401"/>
              <a:gd name="connsiteY2" fmla="*/ 790277 h 959536"/>
              <a:gd name="connsiteX3" fmla="*/ 1490095 w 1737401"/>
              <a:gd name="connsiteY3" fmla="*/ 0 h 959536"/>
              <a:gd name="connsiteX4" fmla="*/ 1737401 w 1737401"/>
              <a:gd name="connsiteY4" fmla="*/ 0 h 959536"/>
              <a:gd name="connsiteX5" fmla="*/ 92869 w 1737401"/>
              <a:gd name="connsiteY5" fmla="*/ 951249 h 959536"/>
              <a:gd name="connsiteX6" fmla="*/ 61913 w 1737401"/>
              <a:gd name="connsiteY6" fmla="*/ 959536 h 959536"/>
              <a:gd name="connsiteX7" fmla="*/ 0 w 1737401"/>
              <a:gd name="connsiteY7" fmla="*/ 897624 h 9595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737401" h="959536">
                <a:moveTo>
                  <a:pt x="0" y="0"/>
                </a:moveTo>
                <a:lnTo>
                  <a:pt x="123825" y="0"/>
                </a:lnTo>
                <a:lnTo>
                  <a:pt x="123825" y="790277"/>
                </a:lnTo>
                <a:lnTo>
                  <a:pt x="1490095" y="0"/>
                </a:lnTo>
                <a:lnTo>
                  <a:pt x="1737401" y="0"/>
                </a:lnTo>
                <a:lnTo>
                  <a:pt x="92869" y="951249"/>
                </a:lnTo>
                <a:cubicBezTo>
                  <a:pt x="83458" y="956688"/>
                  <a:pt x="72780" y="959546"/>
                  <a:pt x="61913" y="959536"/>
                </a:cubicBezTo>
                <a:cubicBezTo>
                  <a:pt x="27719" y="959536"/>
                  <a:pt x="0" y="931818"/>
                  <a:pt x="0" y="897624"/>
                </a:cubicBezTo>
                <a:close/>
              </a:path>
            </a:pathLst>
          </a:custGeom>
          <a:solidFill>
            <a:schemeClr val="accent6"/>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1" name="Freeform: Shape 10">
            <a:extLst>
              <a:ext uri="{FF2B5EF4-FFF2-40B4-BE49-F238E27FC236}">
                <a16:creationId xmlns:a16="http://schemas.microsoft.com/office/drawing/2014/main" id="{C07F28CD-1873-4E36-A064-2D25E0A85017}"/>
              </a:ext>
            </a:extLst>
          </p:cNvPr>
          <p:cNvSpPr/>
          <p:nvPr/>
        </p:nvSpPr>
        <p:spPr>
          <a:xfrm>
            <a:off x="10494433" y="2"/>
            <a:ext cx="849328" cy="357668"/>
          </a:xfrm>
          <a:custGeom>
            <a:avLst/>
            <a:gdLst>
              <a:gd name="connsiteX0" fmla="*/ 0 w 1135066"/>
              <a:gd name="connsiteY0" fmla="*/ 0 h 477997"/>
              <a:gd name="connsiteX1" fmla="*/ 1135066 w 1135066"/>
              <a:gd name="connsiteY1" fmla="*/ 0 h 477997"/>
              <a:gd name="connsiteX2" fmla="*/ 1133370 w 1135066"/>
              <a:gd name="connsiteY2" fmla="*/ 16827 h 477997"/>
              <a:gd name="connsiteX3" fmla="*/ 567533 w 1135066"/>
              <a:gd name="connsiteY3" fmla="*/ 477997 h 477997"/>
              <a:gd name="connsiteX4" fmla="*/ 1696 w 1135066"/>
              <a:gd name="connsiteY4" fmla="*/ 16827 h 4779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35066" h="477997">
                <a:moveTo>
                  <a:pt x="0" y="0"/>
                </a:moveTo>
                <a:lnTo>
                  <a:pt x="1135066" y="0"/>
                </a:lnTo>
                <a:lnTo>
                  <a:pt x="1133370" y="16827"/>
                </a:lnTo>
                <a:cubicBezTo>
                  <a:pt x="1079514" y="280016"/>
                  <a:pt x="846644" y="477997"/>
                  <a:pt x="567533" y="477997"/>
                </a:cubicBezTo>
                <a:cubicBezTo>
                  <a:pt x="288422" y="477997"/>
                  <a:pt x="55552" y="280016"/>
                  <a:pt x="1696" y="16827"/>
                </a:cubicBezTo>
                <a:close/>
              </a:path>
            </a:pathLst>
          </a:cu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962086099"/>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E11BF3-02E8-4EB7-818E-652B82CF2C9D}"/>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254D3190-B78C-42F1-9D62-F523886BBE51}"/>
              </a:ext>
            </a:extLst>
          </p:cNvPr>
          <p:cNvSpPr>
            <a:spLocks noGrp="1"/>
          </p:cNvSpPr>
          <p:nvPr>
            <p:ph type="dt" sz="half" idx="10"/>
          </p:nvPr>
        </p:nvSpPr>
        <p:spPr/>
        <p:txBody>
          <a:bodyPr/>
          <a:lstStyle/>
          <a:p>
            <a:fld id="{82EDB8D0-98ED-4B86-9D5F-E61ADC70144D}" type="datetimeFigureOut">
              <a:rPr lang="en-US" smtClean="0"/>
              <a:t>4/7/25</a:t>
            </a:fld>
            <a:endParaRPr lang="en-US"/>
          </a:p>
        </p:txBody>
      </p:sp>
      <p:sp>
        <p:nvSpPr>
          <p:cNvPr id="4" name="Footer Placeholder 3">
            <a:extLst>
              <a:ext uri="{FF2B5EF4-FFF2-40B4-BE49-F238E27FC236}">
                <a16:creationId xmlns:a16="http://schemas.microsoft.com/office/drawing/2014/main" id="{EA381C40-F9FC-4D58-8508-F0632DF5A018}"/>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2101CBCC-4CC2-49BD-B155-01E0F4D798BE}"/>
              </a:ext>
            </a:extLst>
          </p:cNvPr>
          <p:cNvSpPr>
            <a:spLocks noGrp="1"/>
          </p:cNvSpPr>
          <p:nvPr>
            <p:ph type="sldNum" sz="quarter" idx="12"/>
          </p:nvPr>
        </p:nvSpPr>
        <p:spPr/>
        <p:txBody>
          <a:bodyPr/>
          <a:lstStyle/>
          <a:p>
            <a:fld id="{4854181D-6920-4594-9A5D-6CE56DC9F8B2}" type="slidenum">
              <a:rPr lang="en-US" smtClean="0"/>
              <a:t>‹#›</a:t>
            </a:fld>
            <a:endParaRPr lang="en-US"/>
          </a:p>
        </p:txBody>
      </p:sp>
      <p:sp>
        <p:nvSpPr>
          <p:cNvPr id="6" name="Freeform: Shape 5">
            <a:extLst>
              <a:ext uri="{FF2B5EF4-FFF2-40B4-BE49-F238E27FC236}">
                <a16:creationId xmlns:a16="http://schemas.microsoft.com/office/drawing/2014/main" id="{DC13EF9C-0B5A-4364-91AA-E5DD5B536E54}"/>
              </a:ext>
            </a:extLst>
          </p:cNvPr>
          <p:cNvSpPr/>
          <p:nvPr/>
        </p:nvSpPr>
        <p:spPr>
          <a:xfrm rot="16200000">
            <a:off x="-388933" y="4841194"/>
            <a:ext cx="1737401" cy="959536"/>
          </a:xfrm>
          <a:custGeom>
            <a:avLst/>
            <a:gdLst>
              <a:gd name="connsiteX0" fmla="*/ 0 w 1737401"/>
              <a:gd name="connsiteY0" fmla="*/ 0 h 959536"/>
              <a:gd name="connsiteX1" fmla="*/ 123825 w 1737401"/>
              <a:gd name="connsiteY1" fmla="*/ 0 h 959536"/>
              <a:gd name="connsiteX2" fmla="*/ 123825 w 1737401"/>
              <a:gd name="connsiteY2" fmla="*/ 790277 h 959536"/>
              <a:gd name="connsiteX3" fmla="*/ 1490095 w 1737401"/>
              <a:gd name="connsiteY3" fmla="*/ 0 h 959536"/>
              <a:gd name="connsiteX4" fmla="*/ 1737401 w 1737401"/>
              <a:gd name="connsiteY4" fmla="*/ 0 h 959536"/>
              <a:gd name="connsiteX5" fmla="*/ 92869 w 1737401"/>
              <a:gd name="connsiteY5" fmla="*/ 951249 h 959536"/>
              <a:gd name="connsiteX6" fmla="*/ 61913 w 1737401"/>
              <a:gd name="connsiteY6" fmla="*/ 959536 h 959536"/>
              <a:gd name="connsiteX7" fmla="*/ 0 w 1737401"/>
              <a:gd name="connsiteY7" fmla="*/ 897624 h 9595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737401" h="959536">
                <a:moveTo>
                  <a:pt x="0" y="0"/>
                </a:moveTo>
                <a:lnTo>
                  <a:pt x="123825" y="0"/>
                </a:lnTo>
                <a:lnTo>
                  <a:pt x="123825" y="790277"/>
                </a:lnTo>
                <a:lnTo>
                  <a:pt x="1490095" y="0"/>
                </a:lnTo>
                <a:lnTo>
                  <a:pt x="1737401" y="0"/>
                </a:lnTo>
                <a:lnTo>
                  <a:pt x="92869" y="951249"/>
                </a:lnTo>
                <a:cubicBezTo>
                  <a:pt x="83458" y="956688"/>
                  <a:pt x="72780" y="959546"/>
                  <a:pt x="61913" y="959536"/>
                </a:cubicBezTo>
                <a:cubicBezTo>
                  <a:pt x="27719" y="959536"/>
                  <a:pt x="0" y="931818"/>
                  <a:pt x="0" y="897624"/>
                </a:cubicBezTo>
                <a:close/>
              </a:path>
            </a:pathLst>
          </a:custGeom>
          <a:solidFill>
            <a:schemeClr val="accent6"/>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7" name="Freeform: Shape 6">
            <a:extLst>
              <a:ext uri="{FF2B5EF4-FFF2-40B4-BE49-F238E27FC236}">
                <a16:creationId xmlns:a16="http://schemas.microsoft.com/office/drawing/2014/main" id="{8F674475-6327-490A-BD7F-084F5C07F2E4}"/>
              </a:ext>
            </a:extLst>
          </p:cNvPr>
          <p:cNvSpPr/>
          <p:nvPr/>
        </p:nvSpPr>
        <p:spPr>
          <a:xfrm>
            <a:off x="10494433" y="2"/>
            <a:ext cx="849328" cy="357668"/>
          </a:xfrm>
          <a:custGeom>
            <a:avLst/>
            <a:gdLst>
              <a:gd name="connsiteX0" fmla="*/ 0 w 1135066"/>
              <a:gd name="connsiteY0" fmla="*/ 0 h 477997"/>
              <a:gd name="connsiteX1" fmla="*/ 1135066 w 1135066"/>
              <a:gd name="connsiteY1" fmla="*/ 0 h 477997"/>
              <a:gd name="connsiteX2" fmla="*/ 1133370 w 1135066"/>
              <a:gd name="connsiteY2" fmla="*/ 16827 h 477997"/>
              <a:gd name="connsiteX3" fmla="*/ 567533 w 1135066"/>
              <a:gd name="connsiteY3" fmla="*/ 477997 h 477997"/>
              <a:gd name="connsiteX4" fmla="*/ 1696 w 1135066"/>
              <a:gd name="connsiteY4" fmla="*/ 16827 h 4779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35066" h="477997">
                <a:moveTo>
                  <a:pt x="0" y="0"/>
                </a:moveTo>
                <a:lnTo>
                  <a:pt x="1135066" y="0"/>
                </a:lnTo>
                <a:lnTo>
                  <a:pt x="1133370" y="16827"/>
                </a:lnTo>
                <a:cubicBezTo>
                  <a:pt x="1079514" y="280016"/>
                  <a:pt x="846644" y="477997"/>
                  <a:pt x="567533" y="477997"/>
                </a:cubicBezTo>
                <a:cubicBezTo>
                  <a:pt x="288422" y="477997"/>
                  <a:pt x="55552" y="280016"/>
                  <a:pt x="1696" y="16827"/>
                </a:cubicBezTo>
                <a:close/>
              </a:path>
            </a:pathLst>
          </a:cu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002350277"/>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F7024287-C9B9-48AC-8E4D-A282DE2F44F5}"/>
              </a:ext>
            </a:extLst>
          </p:cNvPr>
          <p:cNvSpPr>
            <a:spLocks noGrp="1"/>
          </p:cNvSpPr>
          <p:nvPr>
            <p:ph type="dt" sz="half" idx="10"/>
          </p:nvPr>
        </p:nvSpPr>
        <p:spPr/>
        <p:txBody>
          <a:bodyPr/>
          <a:lstStyle/>
          <a:p>
            <a:fld id="{82EDB8D0-98ED-4B86-9D5F-E61ADC70144D}" type="datetimeFigureOut">
              <a:rPr lang="en-US" smtClean="0"/>
              <a:t>4/7/25</a:t>
            </a:fld>
            <a:endParaRPr lang="en-US"/>
          </a:p>
        </p:txBody>
      </p:sp>
      <p:sp>
        <p:nvSpPr>
          <p:cNvPr id="3" name="Footer Placeholder 2">
            <a:extLst>
              <a:ext uri="{FF2B5EF4-FFF2-40B4-BE49-F238E27FC236}">
                <a16:creationId xmlns:a16="http://schemas.microsoft.com/office/drawing/2014/main" id="{2D34C9A2-75A7-4164-B3B8-E6A9D60BA0B6}"/>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ECBE73CE-2859-4D49-A9EC-26AF3FBDF6A3}"/>
              </a:ext>
            </a:extLst>
          </p:cNvPr>
          <p:cNvSpPr>
            <a:spLocks noGrp="1"/>
          </p:cNvSpPr>
          <p:nvPr>
            <p:ph type="sldNum" sz="quarter" idx="12"/>
          </p:nvPr>
        </p:nvSpPr>
        <p:spPr/>
        <p:txBody>
          <a:bodyPr/>
          <a:lstStyle/>
          <a:p>
            <a:fld id="{4854181D-6920-4594-9A5D-6CE56DC9F8B2}" type="slidenum">
              <a:rPr lang="en-US" smtClean="0"/>
              <a:t>‹#›</a:t>
            </a:fld>
            <a:endParaRPr lang="en-US"/>
          </a:p>
        </p:txBody>
      </p:sp>
      <p:sp>
        <p:nvSpPr>
          <p:cNvPr id="5" name="Freeform: Shape 4">
            <a:extLst>
              <a:ext uri="{FF2B5EF4-FFF2-40B4-BE49-F238E27FC236}">
                <a16:creationId xmlns:a16="http://schemas.microsoft.com/office/drawing/2014/main" id="{AA5ED585-FEBB-4DAD-84C0-97BEE6C360C3}"/>
              </a:ext>
            </a:extLst>
          </p:cNvPr>
          <p:cNvSpPr/>
          <p:nvPr/>
        </p:nvSpPr>
        <p:spPr>
          <a:xfrm rot="16200000">
            <a:off x="-388933" y="4841194"/>
            <a:ext cx="1737401" cy="959536"/>
          </a:xfrm>
          <a:custGeom>
            <a:avLst/>
            <a:gdLst>
              <a:gd name="connsiteX0" fmla="*/ 0 w 1737401"/>
              <a:gd name="connsiteY0" fmla="*/ 0 h 959536"/>
              <a:gd name="connsiteX1" fmla="*/ 123825 w 1737401"/>
              <a:gd name="connsiteY1" fmla="*/ 0 h 959536"/>
              <a:gd name="connsiteX2" fmla="*/ 123825 w 1737401"/>
              <a:gd name="connsiteY2" fmla="*/ 790277 h 959536"/>
              <a:gd name="connsiteX3" fmla="*/ 1490095 w 1737401"/>
              <a:gd name="connsiteY3" fmla="*/ 0 h 959536"/>
              <a:gd name="connsiteX4" fmla="*/ 1737401 w 1737401"/>
              <a:gd name="connsiteY4" fmla="*/ 0 h 959536"/>
              <a:gd name="connsiteX5" fmla="*/ 92869 w 1737401"/>
              <a:gd name="connsiteY5" fmla="*/ 951249 h 959536"/>
              <a:gd name="connsiteX6" fmla="*/ 61913 w 1737401"/>
              <a:gd name="connsiteY6" fmla="*/ 959536 h 959536"/>
              <a:gd name="connsiteX7" fmla="*/ 0 w 1737401"/>
              <a:gd name="connsiteY7" fmla="*/ 897624 h 9595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737401" h="959536">
                <a:moveTo>
                  <a:pt x="0" y="0"/>
                </a:moveTo>
                <a:lnTo>
                  <a:pt x="123825" y="0"/>
                </a:lnTo>
                <a:lnTo>
                  <a:pt x="123825" y="790277"/>
                </a:lnTo>
                <a:lnTo>
                  <a:pt x="1490095" y="0"/>
                </a:lnTo>
                <a:lnTo>
                  <a:pt x="1737401" y="0"/>
                </a:lnTo>
                <a:lnTo>
                  <a:pt x="92869" y="951249"/>
                </a:lnTo>
                <a:cubicBezTo>
                  <a:pt x="83458" y="956688"/>
                  <a:pt x="72780" y="959546"/>
                  <a:pt x="61913" y="959536"/>
                </a:cubicBezTo>
                <a:cubicBezTo>
                  <a:pt x="27719" y="959536"/>
                  <a:pt x="0" y="931818"/>
                  <a:pt x="0" y="897624"/>
                </a:cubicBezTo>
                <a:close/>
              </a:path>
            </a:pathLst>
          </a:custGeom>
          <a:solidFill>
            <a:schemeClr val="accent6"/>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 name="Freeform: Shape 5">
            <a:extLst>
              <a:ext uri="{FF2B5EF4-FFF2-40B4-BE49-F238E27FC236}">
                <a16:creationId xmlns:a16="http://schemas.microsoft.com/office/drawing/2014/main" id="{EF6AC352-A720-4DB3-87CA-A33B0607CA2F}"/>
              </a:ext>
            </a:extLst>
          </p:cNvPr>
          <p:cNvSpPr/>
          <p:nvPr/>
        </p:nvSpPr>
        <p:spPr>
          <a:xfrm>
            <a:off x="10494433" y="2"/>
            <a:ext cx="849328" cy="357668"/>
          </a:xfrm>
          <a:custGeom>
            <a:avLst/>
            <a:gdLst>
              <a:gd name="connsiteX0" fmla="*/ 0 w 1135066"/>
              <a:gd name="connsiteY0" fmla="*/ 0 h 477997"/>
              <a:gd name="connsiteX1" fmla="*/ 1135066 w 1135066"/>
              <a:gd name="connsiteY1" fmla="*/ 0 h 477997"/>
              <a:gd name="connsiteX2" fmla="*/ 1133370 w 1135066"/>
              <a:gd name="connsiteY2" fmla="*/ 16827 h 477997"/>
              <a:gd name="connsiteX3" fmla="*/ 567533 w 1135066"/>
              <a:gd name="connsiteY3" fmla="*/ 477997 h 477997"/>
              <a:gd name="connsiteX4" fmla="*/ 1696 w 1135066"/>
              <a:gd name="connsiteY4" fmla="*/ 16827 h 4779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35066" h="477997">
                <a:moveTo>
                  <a:pt x="0" y="0"/>
                </a:moveTo>
                <a:lnTo>
                  <a:pt x="1135066" y="0"/>
                </a:lnTo>
                <a:lnTo>
                  <a:pt x="1133370" y="16827"/>
                </a:lnTo>
                <a:cubicBezTo>
                  <a:pt x="1079514" y="280016"/>
                  <a:pt x="846644" y="477997"/>
                  <a:pt x="567533" y="477997"/>
                </a:cubicBezTo>
                <a:cubicBezTo>
                  <a:pt x="288422" y="477997"/>
                  <a:pt x="55552" y="280016"/>
                  <a:pt x="1696" y="16827"/>
                </a:cubicBezTo>
                <a:close/>
              </a:path>
            </a:pathLst>
          </a:cu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915359181"/>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CFFC812-4DB6-4F98-9404-29C191D3BAD7}"/>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92F0855E-0CD6-47DD-B648-4C84C783D784}"/>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ED50082B-17D7-4D61-8AEB-81517D85D25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81A70783-FF31-4C4E-9196-EB169B209747}"/>
              </a:ext>
            </a:extLst>
          </p:cNvPr>
          <p:cNvSpPr>
            <a:spLocks noGrp="1"/>
          </p:cNvSpPr>
          <p:nvPr>
            <p:ph type="dt" sz="half" idx="10"/>
          </p:nvPr>
        </p:nvSpPr>
        <p:spPr/>
        <p:txBody>
          <a:bodyPr/>
          <a:lstStyle/>
          <a:p>
            <a:fld id="{82EDB8D0-98ED-4B86-9D5F-E61ADC70144D}" type="datetimeFigureOut">
              <a:rPr lang="en-US" smtClean="0"/>
              <a:t>4/7/25</a:t>
            </a:fld>
            <a:endParaRPr lang="en-US"/>
          </a:p>
        </p:txBody>
      </p:sp>
      <p:sp>
        <p:nvSpPr>
          <p:cNvPr id="6" name="Footer Placeholder 5">
            <a:extLst>
              <a:ext uri="{FF2B5EF4-FFF2-40B4-BE49-F238E27FC236}">
                <a16:creationId xmlns:a16="http://schemas.microsoft.com/office/drawing/2014/main" id="{7D92E260-747D-40FD-A062-9DD5E6835ABB}"/>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887E50A0-1E05-49C5-88C9-46267751201F}"/>
              </a:ext>
            </a:extLst>
          </p:cNvPr>
          <p:cNvSpPr>
            <a:spLocks noGrp="1"/>
          </p:cNvSpPr>
          <p:nvPr>
            <p:ph type="sldNum" sz="quarter" idx="12"/>
          </p:nvPr>
        </p:nvSpPr>
        <p:spPr/>
        <p:txBody>
          <a:bodyPr/>
          <a:lstStyle/>
          <a:p>
            <a:fld id="{4854181D-6920-4594-9A5D-6CE56DC9F8B2}" type="slidenum">
              <a:rPr lang="en-US" smtClean="0"/>
              <a:t>‹#›</a:t>
            </a:fld>
            <a:endParaRPr lang="en-US"/>
          </a:p>
        </p:txBody>
      </p:sp>
      <p:sp>
        <p:nvSpPr>
          <p:cNvPr id="8" name="Freeform: Shape 7">
            <a:extLst>
              <a:ext uri="{FF2B5EF4-FFF2-40B4-BE49-F238E27FC236}">
                <a16:creationId xmlns:a16="http://schemas.microsoft.com/office/drawing/2014/main" id="{2C155C63-9F58-4422-B669-F97486280671}"/>
              </a:ext>
            </a:extLst>
          </p:cNvPr>
          <p:cNvSpPr/>
          <p:nvPr/>
        </p:nvSpPr>
        <p:spPr>
          <a:xfrm rot="16200000">
            <a:off x="-388933" y="4841194"/>
            <a:ext cx="1737401" cy="959536"/>
          </a:xfrm>
          <a:custGeom>
            <a:avLst/>
            <a:gdLst>
              <a:gd name="connsiteX0" fmla="*/ 0 w 1737401"/>
              <a:gd name="connsiteY0" fmla="*/ 0 h 959536"/>
              <a:gd name="connsiteX1" fmla="*/ 123825 w 1737401"/>
              <a:gd name="connsiteY1" fmla="*/ 0 h 959536"/>
              <a:gd name="connsiteX2" fmla="*/ 123825 w 1737401"/>
              <a:gd name="connsiteY2" fmla="*/ 790277 h 959536"/>
              <a:gd name="connsiteX3" fmla="*/ 1490095 w 1737401"/>
              <a:gd name="connsiteY3" fmla="*/ 0 h 959536"/>
              <a:gd name="connsiteX4" fmla="*/ 1737401 w 1737401"/>
              <a:gd name="connsiteY4" fmla="*/ 0 h 959536"/>
              <a:gd name="connsiteX5" fmla="*/ 92869 w 1737401"/>
              <a:gd name="connsiteY5" fmla="*/ 951249 h 959536"/>
              <a:gd name="connsiteX6" fmla="*/ 61913 w 1737401"/>
              <a:gd name="connsiteY6" fmla="*/ 959536 h 959536"/>
              <a:gd name="connsiteX7" fmla="*/ 0 w 1737401"/>
              <a:gd name="connsiteY7" fmla="*/ 897624 h 9595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737401" h="959536">
                <a:moveTo>
                  <a:pt x="0" y="0"/>
                </a:moveTo>
                <a:lnTo>
                  <a:pt x="123825" y="0"/>
                </a:lnTo>
                <a:lnTo>
                  <a:pt x="123825" y="790277"/>
                </a:lnTo>
                <a:lnTo>
                  <a:pt x="1490095" y="0"/>
                </a:lnTo>
                <a:lnTo>
                  <a:pt x="1737401" y="0"/>
                </a:lnTo>
                <a:lnTo>
                  <a:pt x="92869" y="951249"/>
                </a:lnTo>
                <a:cubicBezTo>
                  <a:pt x="83458" y="956688"/>
                  <a:pt x="72780" y="959546"/>
                  <a:pt x="61913" y="959536"/>
                </a:cubicBezTo>
                <a:cubicBezTo>
                  <a:pt x="27719" y="959536"/>
                  <a:pt x="0" y="931818"/>
                  <a:pt x="0" y="897624"/>
                </a:cubicBezTo>
                <a:close/>
              </a:path>
            </a:pathLst>
          </a:custGeom>
          <a:solidFill>
            <a:schemeClr val="accent6"/>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9" name="Freeform: Shape 8">
            <a:extLst>
              <a:ext uri="{FF2B5EF4-FFF2-40B4-BE49-F238E27FC236}">
                <a16:creationId xmlns:a16="http://schemas.microsoft.com/office/drawing/2014/main" id="{385DBA62-0EDB-47AA-86C7-90463BC9B308}"/>
              </a:ext>
            </a:extLst>
          </p:cNvPr>
          <p:cNvSpPr/>
          <p:nvPr/>
        </p:nvSpPr>
        <p:spPr>
          <a:xfrm>
            <a:off x="10494433" y="2"/>
            <a:ext cx="849328" cy="357668"/>
          </a:xfrm>
          <a:custGeom>
            <a:avLst/>
            <a:gdLst>
              <a:gd name="connsiteX0" fmla="*/ 0 w 1135066"/>
              <a:gd name="connsiteY0" fmla="*/ 0 h 477997"/>
              <a:gd name="connsiteX1" fmla="*/ 1135066 w 1135066"/>
              <a:gd name="connsiteY1" fmla="*/ 0 h 477997"/>
              <a:gd name="connsiteX2" fmla="*/ 1133370 w 1135066"/>
              <a:gd name="connsiteY2" fmla="*/ 16827 h 477997"/>
              <a:gd name="connsiteX3" fmla="*/ 567533 w 1135066"/>
              <a:gd name="connsiteY3" fmla="*/ 477997 h 477997"/>
              <a:gd name="connsiteX4" fmla="*/ 1696 w 1135066"/>
              <a:gd name="connsiteY4" fmla="*/ 16827 h 4779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35066" h="477997">
                <a:moveTo>
                  <a:pt x="0" y="0"/>
                </a:moveTo>
                <a:lnTo>
                  <a:pt x="1135066" y="0"/>
                </a:lnTo>
                <a:lnTo>
                  <a:pt x="1133370" y="16827"/>
                </a:lnTo>
                <a:cubicBezTo>
                  <a:pt x="1079514" y="280016"/>
                  <a:pt x="846644" y="477997"/>
                  <a:pt x="567533" y="477997"/>
                </a:cubicBezTo>
                <a:cubicBezTo>
                  <a:pt x="288422" y="477997"/>
                  <a:pt x="55552" y="280016"/>
                  <a:pt x="1696" y="16827"/>
                </a:cubicBezTo>
                <a:close/>
              </a:path>
            </a:pathLst>
          </a:cu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06324373"/>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1D7521-E43D-41D1-B458-26B20DC6DDD8}"/>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A2472CF2-2653-4B98-A416-D7A0A860ECE0}"/>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a:extLst>
              <a:ext uri="{FF2B5EF4-FFF2-40B4-BE49-F238E27FC236}">
                <a16:creationId xmlns:a16="http://schemas.microsoft.com/office/drawing/2014/main" id="{A6EF87F5-0B10-4AC7-9599-F088C5E796D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62A07CB7-0520-4D64-B76C-C31AC557832D}"/>
              </a:ext>
            </a:extLst>
          </p:cNvPr>
          <p:cNvSpPr>
            <a:spLocks noGrp="1"/>
          </p:cNvSpPr>
          <p:nvPr>
            <p:ph type="dt" sz="half" idx="10"/>
          </p:nvPr>
        </p:nvSpPr>
        <p:spPr/>
        <p:txBody>
          <a:bodyPr/>
          <a:lstStyle/>
          <a:p>
            <a:fld id="{82EDB8D0-98ED-4B86-9D5F-E61ADC70144D}" type="datetimeFigureOut">
              <a:rPr lang="en-US" smtClean="0"/>
              <a:t>4/7/25</a:t>
            </a:fld>
            <a:endParaRPr lang="en-US"/>
          </a:p>
        </p:txBody>
      </p:sp>
      <p:sp>
        <p:nvSpPr>
          <p:cNvPr id="6" name="Footer Placeholder 5">
            <a:extLst>
              <a:ext uri="{FF2B5EF4-FFF2-40B4-BE49-F238E27FC236}">
                <a16:creationId xmlns:a16="http://schemas.microsoft.com/office/drawing/2014/main" id="{92EEB226-AD45-45DF-AAB5-5513AE732AAE}"/>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95E96AEB-9481-4CCE-B110-FEDD334835B8}"/>
              </a:ext>
            </a:extLst>
          </p:cNvPr>
          <p:cNvSpPr>
            <a:spLocks noGrp="1"/>
          </p:cNvSpPr>
          <p:nvPr>
            <p:ph type="sldNum" sz="quarter" idx="12"/>
          </p:nvPr>
        </p:nvSpPr>
        <p:spPr/>
        <p:txBody>
          <a:bodyPr/>
          <a:lstStyle/>
          <a:p>
            <a:fld id="{4854181D-6920-4594-9A5D-6CE56DC9F8B2}" type="slidenum">
              <a:rPr lang="en-US" smtClean="0"/>
              <a:t>‹#›</a:t>
            </a:fld>
            <a:endParaRPr lang="en-US"/>
          </a:p>
        </p:txBody>
      </p:sp>
      <p:sp>
        <p:nvSpPr>
          <p:cNvPr id="8" name="Freeform: Shape 7">
            <a:extLst>
              <a:ext uri="{FF2B5EF4-FFF2-40B4-BE49-F238E27FC236}">
                <a16:creationId xmlns:a16="http://schemas.microsoft.com/office/drawing/2014/main" id="{6BA9707F-7BCE-464F-BF45-E216527084EE}"/>
              </a:ext>
            </a:extLst>
          </p:cNvPr>
          <p:cNvSpPr/>
          <p:nvPr/>
        </p:nvSpPr>
        <p:spPr>
          <a:xfrm rot="16200000">
            <a:off x="-388933" y="4841194"/>
            <a:ext cx="1737401" cy="959536"/>
          </a:xfrm>
          <a:custGeom>
            <a:avLst/>
            <a:gdLst>
              <a:gd name="connsiteX0" fmla="*/ 0 w 1737401"/>
              <a:gd name="connsiteY0" fmla="*/ 0 h 959536"/>
              <a:gd name="connsiteX1" fmla="*/ 123825 w 1737401"/>
              <a:gd name="connsiteY1" fmla="*/ 0 h 959536"/>
              <a:gd name="connsiteX2" fmla="*/ 123825 w 1737401"/>
              <a:gd name="connsiteY2" fmla="*/ 790277 h 959536"/>
              <a:gd name="connsiteX3" fmla="*/ 1490095 w 1737401"/>
              <a:gd name="connsiteY3" fmla="*/ 0 h 959536"/>
              <a:gd name="connsiteX4" fmla="*/ 1737401 w 1737401"/>
              <a:gd name="connsiteY4" fmla="*/ 0 h 959536"/>
              <a:gd name="connsiteX5" fmla="*/ 92869 w 1737401"/>
              <a:gd name="connsiteY5" fmla="*/ 951249 h 959536"/>
              <a:gd name="connsiteX6" fmla="*/ 61913 w 1737401"/>
              <a:gd name="connsiteY6" fmla="*/ 959536 h 959536"/>
              <a:gd name="connsiteX7" fmla="*/ 0 w 1737401"/>
              <a:gd name="connsiteY7" fmla="*/ 897624 h 9595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737401" h="959536">
                <a:moveTo>
                  <a:pt x="0" y="0"/>
                </a:moveTo>
                <a:lnTo>
                  <a:pt x="123825" y="0"/>
                </a:lnTo>
                <a:lnTo>
                  <a:pt x="123825" y="790277"/>
                </a:lnTo>
                <a:lnTo>
                  <a:pt x="1490095" y="0"/>
                </a:lnTo>
                <a:lnTo>
                  <a:pt x="1737401" y="0"/>
                </a:lnTo>
                <a:lnTo>
                  <a:pt x="92869" y="951249"/>
                </a:lnTo>
                <a:cubicBezTo>
                  <a:pt x="83458" y="956688"/>
                  <a:pt x="72780" y="959546"/>
                  <a:pt x="61913" y="959536"/>
                </a:cubicBezTo>
                <a:cubicBezTo>
                  <a:pt x="27719" y="959536"/>
                  <a:pt x="0" y="931818"/>
                  <a:pt x="0" y="897624"/>
                </a:cubicBezTo>
                <a:close/>
              </a:path>
            </a:pathLst>
          </a:custGeom>
          <a:solidFill>
            <a:schemeClr val="accent6"/>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9" name="Freeform: Shape 8">
            <a:extLst>
              <a:ext uri="{FF2B5EF4-FFF2-40B4-BE49-F238E27FC236}">
                <a16:creationId xmlns:a16="http://schemas.microsoft.com/office/drawing/2014/main" id="{BC589723-2CC8-49D1-B4E1-36FECED6A2D7}"/>
              </a:ext>
            </a:extLst>
          </p:cNvPr>
          <p:cNvSpPr/>
          <p:nvPr/>
        </p:nvSpPr>
        <p:spPr>
          <a:xfrm>
            <a:off x="10494433" y="2"/>
            <a:ext cx="849328" cy="357668"/>
          </a:xfrm>
          <a:custGeom>
            <a:avLst/>
            <a:gdLst>
              <a:gd name="connsiteX0" fmla="*/ 0 w 1135066"/>
              <a:gd name="connsiteY0" fmla="*/ 0 h 477997"/>
              <a:gd name="connsiteX1" fmla="*/ 1135066 w 1135066"/>
              <a:gd name="connsiteY1" fmla="*/ 0 h 477997"/>
              <a:gd name="connsiteX2" fmla="*/ 1133370 w 1135066"/>
              <a:gd name="connsiteY2" fmla="*/ 16827 h 477997"/>
              <a:gd name="connsiteX3" fmla="*/ 567533 w 1135066"/>
              <a:gd name="connsiteY3" fmla="*/ 477997 h 477997"/>
              <a:gd name="connsiteX4" fmla="*/ 1696 w 1135066"/>
              <a:gd name="connsiteY4" fmla="*/ 16827 h 4779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35066" h="477997">
                <a:moveTo>
                  <a:pt x="0" y="0"/>
                </a:moveTo>
                <a:lnTo>
                  <a:pt x="1135066" y="0"/>
                </a:lnTo>
                <a:lnTo>
                  <a:pt x="1133370" y="16827"/>
                </a:lnTo>
                <a:cubicBezTo>
                  <a:pt x="1079514" y="280016"/>
                  <a:pt x="846644" y="477997"/>
                  <a:pt x="567533" y="477997"/>
                </a:cubicBezTo>
                <a:cubicBezTo>
                  <a:pt x="288422" y="477997"/>
                  <a:pt x="55552" y="280016"/>
                  <a:pt x="1696" y="16827"/>
                </a:cubicBezTo>
                <a:close/>
              </a:path>
            </a:pathLst>
          </a:cu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326130097"/>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F6E5D1-6D19-4E7F-9B4E-42326B7716F7}"/>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EAD2A06C-F91A-4ADC-9CD2-61F0A4D7EE1F}"/>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7643AA9A-2280-4F63-8B3D-20742AE6901F}"/>
              </a:ext>
            </a:extLst>
          </p:cNvPr>
          <p:cNvSpPr>
            <a:spLocks noGrp="1"/>
          </p:cNvSpPr>
          <p:nvPr>
            <p:ph type="dt" sz="half" idx="10"/>
          </p:nvPr>
        </p:nvSpPr>
        <p:spPr/>
        <p:txBody>
          <a:bodyPr/>
          <a:lstStyle/>
          <a:p>
            <a:fld id="{82EDB8D0-98ED-4B86-9D5F-E61ADC70144D}" type="datetimeFigureOut">
              <a:rPr lang="en-US" smtClean="0"/>
              <a:t>4/7/25</a:t>
            </a:fld>
            <a:endParaRPr lang="en-US"/>
          </a:p>
        </p:txBody>
      </p:sp>
      <p:sp>
        <p:nvSpPr>
          <p:cNvPr id="5" name="Footer Placeholder 4">
            <a:extLst>
              <a:ext uri="{FF2B5EF4-FFF2-40B4-BE49-F238E27FC236}">
                <a16:creationId xmlns:a16="http://schemas.microsoft.com/office/drawing/2014/main" id="{E40D986B-E58E-43B6-8A80-FFA9D8F748F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2140D36-2E71-4F27-967F-7A3E4C6EE197}"/>
              </a:ext>
            </a:extLst>
          </p:cNvPr>
          <p:cNvSpPr>
            <a:spLocks noGrp="1"/>
          </p:cNvSpPr>
          <p:nvPr>
            <p:ph type="sldNum" sz="quarter" idx="12"/>
          </p:nvPr>
        </p:nvSpPr>
        <p:spPr/>
        <p:txBody>
          <a:bodyPr/>
          <a:lstStyle/>
          <a:p>
            <a:fld id="{4854181D-6920-4594-9A5D-6CE56DC9F8B2}" type="slidenum">
              <a:rPr lang="en-US" smtClean="0"/>
              <a:t>‹#›</a:t>
            </a:fld>
            <a:endParaRPr lang="en-US"/>
          </a:p>
        </p:txBody>
      </p:sp>
      <p:sp>
        <p:nvSpPr>
          <p:cNvPr id="7" name="Freeform: Shape 6">
            <a:extLst>
              <a:ext uri="{FF2B5EF4-FFF2-40B4-BE49-F238E27FC236}">
                <a16:creationId xmlns:a16="http://schemas.microsoft.com/office/drawing/2014/main" id="{C1609904-5327-4D2C-A445-B270A00F3B5F}"/>
              </a:ext>
            </a:extLst>
          </p:cNvPr>
          <p:cNvSpPr/>
          <p:nvPr/>
        </p:nvSpPr>
        <p:spPr>
          <a:xfrm rot="16200000">
            <a:off x="-388933" y="4841194"/>
            <a:ext cx="1737401" cy="959536"/>
          </a:xfrm>
          <a:custGeom>
            <a:avLst/>
            <a:gdLst>
              <a:gd name="connsiteX0" fmla="*/ 0 w 1737401"/>
              <a:gd name="connsiteY0" fmla="*/ 0 h 959536"/>
              <a:gd name="connsiteX1" fmla="*/ 123825 w 1737401"/>
              <a:gd name="connsiteY1" fmla="*/ 0 h 959536"/>
              <a:gd name="connsiteX2" fmla="*/ 123825 w 1737401"/>
              <a:gd name="connsiteY2" fmla="*/ 790277 h 959536"/>
              <a:gd name="connsiteX3" fmla="*/ 1490095 w 1737401"/>
              <a:gd name="connsiteY3" fmla="*/ 0 h 959536"/>
              <a:gd name="connsiteX4" fmla="*/ 1737401 w 1737401"/>
              <a:gd name="connsiteY4" fmla="*/ 0 h 959536"/>
              <a:gd name="connsiteX5" fmla="*/ 92869 w 1737401"/>
              <a:gd name="connsiteY5" fmla="*/ 951249 h 959536"/>
              <a:gd name="connsiteX6" fmla="*/ 61913 w 1737401"/>
              <a:gd name="connsiteY6" fmla="*/ 959536 h 959536"/>
              <a:gd name="connsiteX7" fmla="*/ 0 w 1737401"/>
              <a:gd name="connsiteY7" fmla="*/ 897624 h 9595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737401" h="959536">
                <a:moveTo>
                  <a:pt x="0" y="0"/>
                </a:moveTo>
                <a:lnTo>
                  <a:pt x="123825" y="0"/>
                </a:lnTo>
                <a:lnTo>
                  <a:pt x="123825" y="790277"/>
                </a:lnTo>
                <a:lnTo>
                  <a:pt x="1490095" y="0"/>
                </a:lnTo>
                <a:lnTo>
                  <a:pt x="1737401" y="0"/>
                </a:lnTo>
                <a:lnTo>
                  <a:pt x="92869" y="951249"/>
                </a:lnTo>
                <a:cubicBezTo>
                  <a:pt x="83458" y="956688"/>
                  <a:pt x="72780" y="959546"/>
                  <a:pt x="61913" y="959536"/>
                </a:cubicBezTo>
                <a:cubicBezTo>
                  <a:pt x="27719" y="959536"/>
                  <a:pt x="0" y="931818"/>
                  <a:pt x="0" y="897624"/>
                </a:cubicBezTo>
                <a:close/>
              </a:path>
            </a:pathLst>
          </a:custGeom>
          <a:solidFill>
            <a:schemeClr val="accent6"/>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8" name="Freeform: Shape 7">
            <a:extLst>
              <a:ext uri="{FF2B5EF4-FFF2-40B4-BE49-F238E27FC236}">
                <a16:creationId xmlns:a16="http://schemas.microsoft.com/office/drawing/2014/main" id="{30FC7BEC-08C5-4D95-9C84-B48BC8AD1C94}"/>
              </a:ext>
            </a:extLst>
          </p:cNvPr>
          <p:cNvSpPr/>
          <p:nvPr/>
        </p:nvSpPr>
        <p:spPr>
          <a:xfrm>
            <a:off x="10494433" y="2"/>
            <a:ext cx="849328" cy="357668"/>
          </a:xfrm>
          <a:custGeom>
            <a:avLst/>
            <a:gdLst>
              <a:gd name="connsiteX0" fmla="*/ 0 w 1135066"/>
              <a:gd name="connsiteY0" fmla="*/ 0 h 477997"/>
              <a:gd name="connsiteX1" fmla="*/ 1135066 w 1135066"/>
              <a:gd name="connsiteY1" fmla="*/ 0 h 477997"/>
              <a:gd name="connsiteX2" fmla="*/ 1133370 w 1135066"/>
              <a:gd name="connsiteY2" fmla="*/ 16827 h 477997"/>
              <a:gd name="connsiteX3" fmla="*/ 567533 w 1135066"/>
              <a:gd name="connsiteY3" fmla="*/ 477997 h 477997"/>
              <a:gd name="connsiteX4" fmla="*/ 1696 w 1135066"/>
              <a:gd name="connsiteY4" fmla="*/ 16827 h 4779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35066" h="477997">
                <a:moveTo>
                  <a:pt x="0" y="0"/>
                </a:moveTo>
                <a:lnTo>
                  <a:pt x="1135066" y="0"/>
                </a:lnTo>
                <a:lnTo>
                  <a:pt x="1133370" y="16827"/>
                </a:lnTo>
                <a:cubicBezTo>
                  <a:pt x="1079514" y="280016"/>
                  <a:pt x="846644" y="477997"/>
                  <a:pt x="567533" y="477997"/>
                </a:cubicBezTo>
                <a:cubicBezTo>
                  <a:pt x="288422" y="477997"/>
                  <a:pt x="55552" y="280016"/>
                  <a:pt x="1696" y="16827"/>
                </a:cubicBezTo>
                <a:close/>
              </a:path>
            </a:pathLst>
          </a:cu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4276157117"/>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281FEA3D-0C7F-45CD-B6A0-942F707B3632}"/>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FE8B8A12-BCE6-4D03-A637-1DEC8924BEF9}"/>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6749755-9FF4-428A-AEB7-1A6477466741}"/>
              </a:ext>
            </a:extLst>
          </p:cNvPr>
          <p:cNvSpPr>
            <a:spLocks noGrp="1"/>
          </p:cNvSpPr>
          <p:nvPr>
            <p:ph type="dt" sz="half" idx="10"/>
          </p:nvPr>
        </p:nvSpPr>
        <p:spPr/>
        <p:txBody>
          <a:bodyPr/>
          <a:lstStyle/>
          <a:p>
            <a:fld id="{82EDB8D0-98ED-4B86-9D5F-E61ADC70144D}" type="datetimeFigureOut">
              <a:rPr lang="en-US" smtClean="0"/>
              <a:t>4/7/25</a:t>
            </a:fld>
            <a:endParaRPr lang="en-US"/>
          </a:p>
        </p:txBody>
      </p:sp>
      <p:sp>
        <p:nvSpPr>
          <p:cNvPr id="5" name="Footer Placeholder 4">
            <a:extLst>
              <a:ext uri="{FF2B5EF4-FFF2-40B4-BE49-F238E27FC236}">
                <a16:creationId xmlns:a16="http://schemas.microsoft.com/office/drawing/2014/main" id="{A5141836-11E2-49FD-877D-53B74514A92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4D24C42-4B05-4EEF-BE14-29041EC9C0E5}"/>
              </a:ext>
            </a:extLst>
          </p:cNvPr>
          <p:cNvSpPr>
            <a:spLocks noGrp="1"/>
          </p:cNvSpPr>
          <p:nvPr>
            <p:ph type="sldNum" sz="quarter" idx="12"/>
          </p:nvPr>
        </p:nvSpPr>
        <p:spPr/>
        <p:txBody>
          <a:bodyPr/>
          <a:lstStyle/>
          <a:p>
            <a:fld id="{4854181D-6920-4594-9A5D-6CE56DC9F8B2}" type="slidenum">
              <a:rPr lang="en-US" smtClean="0"/>
              <a:t>‹#›</a:t>
            </a:fld>
            <a:endParaRPr lang="en-US"/>
          </a:p>
        </p:txBody>
      </p:sp>
      <p:sp>
        <p:nvSpPr>
          <p:cNvPr id="7" name="Freeform: Shape 6">
            <a:extLst>
              <a:ext uri="{FF2B5EF4-FFF2-40B4-BE49-F238E27FC236}">
                <a16:creationId xmlns:a16="http://schemas.microsoft.com/office/drawing/2014/main" id="{5BADDEB1-F604-408B-B02A-A2814606E6AF}"/>
              </a:ext>
            </a:extLst>
          </p:cNvPr>
          <p:cNvSpPr/>
          <p:nvPr/>
        </p:nvSpPr>
        <p:spPr>
          <a:xfrm rot="16200000">
            <a:off x="-388933" y="4841194"/>
            <a:ext cx="1737401" cy="959536"/>
          </a:xfrm>
          <a:custGeom>
            <a:avLst/>
            <a:gdLst>
              <a:gd name="connsiteX0" fmla="*/ 0 w 1737401"/>
              <a:gd name="connsiteY0" fmla="*/ 0 h 959536"/>
              <a:gd name="connsiteX1" fmla="*/ 123825 w 1737401"/>
              <a:gd name="connsiteY1" fmla="*/ 0 h 959536"/>
              <a:gd name="connsiteX2" fmla="*/ 123825 w 1737401"/>
              <a:gd name="connsiteY2" fmla="*/ 790277 h 959536"/>
              <a:gd name="connsiteX3" fmla="*/ 1490095 w 1737401"/>
              <a:gd name="connsiteY3" fmla="*/ 0 h 959536"/>
              <a:gd name="connsiteX4" fmla="*/ 1737401 w 1737401"/>
              <a:gd name="connsiteY4" fmla="*/ 0 h 959536"/>
              <a:gd name="connsiteX5" fmla="*/ 92869 w 1737401"/>
              <a:gd name="connsiteY5" fmla="*/ 951249 h 959536"/>
              <a:gd name="connsiteX6" fmla="*/ 61913 w 1737401"/>
              <a:gd name="connsiteY6" fmla="*/ 959536 h 959536"/>
              <a:gd name="connsiteX7" fmla="*/ 0 w 1737401"/>
              <a:gd name="connsiteY7" fmla="*/ 897624 h 9595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737401" h="959536">
                <a:moveTo>
                  <a:pt x="0" y="0"/>
                </a:moveTo>
                <a:lnTo>
                  <a:pt x="123825" y="0"/>
                </a:lnTo>
                <a:lnTo>
                  <a:pt x="123825" y="790277"/>
                </a:lnTo>
                <a:lnTo>
                  <a:pt x="1490095" y="0"/>
                </a:lnTo>
                <a:lnTo>
                  <a:pt x="1737401" y="0"/>
                </a:lnTo>
                <a:lnTo>
                  <a:pt x="92869" y="951249"/>
                </a:lnTo>
                <a:cubicBezTo>
                  <a:pt x="83458" y="956688"/>
                  <a:pt x="72780" y="959546"/>
                  <a:pt x="61913" y="959536"/>
                </a:cubicBezTo>
                <a:cubicBezTo>
                  <a:pt x="27719" y="959536"/>
                  <a:pt x="0" y="931818"/>
                  <a:pt x="0" y="897624"/>
                </a:cubicBezTo>
                <a:close/>
              </a:path>
            </a:pathLst>
          </a:custGeom>
          <a:solidFill>
            <a:schemeClr val="accent6"/>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8" name="Freeform: Shape 7">
            <a:extLst>
              <a:ext uri="{FF2B5EF4-FFF2-40B4-BE49-F238E27FC236}">
                <a16:creationId xmlns:a16="http://schemas.microsoft.com/office/drawing/2014/main" id="{D8DF7987-332F-4D6C-81C3-990F39C76C96}"/>
              </a:ext>
            </a:extLst>
          </p:cNvPr>
          <p:cNvSpPr/>
          <p:nvPr/>
        </p:nvSpPr>
        <p:spPr>
          <a:xfrm>
            <a:off x="10494433" y="2"/>
            <a:ext cx="849328" cy="357668"/>
          </a:xfrm>
          <a:custGeom>
            <a:avLst/>
            <a:gdLst>
              <a:gd name="connsiteX0" fmla="*/ 0 w 1135066"/>
              <a:gd name="connsiteY0" fmla="*/ 0 h 477997"/>
              <a:gd name="connsiteX1" fmla="*/ 1135066 w 1135066"/>
              <a:gd name="connsiteY1" fmla="*/ 0 h 477997"/>
              <a:gd name="connsiteX2" fmla="*/ 1133370 w 1135066"/>
              <a:gd name="connsiteY2" fmla="*/ 16827 h 477997"/>
              <a:gd name="connsiteX3" fmla="*/ 567533 w 1135066"/>
              <a:gd name="connsiteY3" fmla="*/ 477997 h 477997"/>
              <a:gd name="connsiteX4" fmla="*/ 1696 w 1135066"/>
              <a:gd name="connsiteY4" fmla="*/ 16827 h 4779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35066" h="477997">
                <a:moveTo>
                  <a:pt x="0" y="0"/>
                </a:moveTo>
                <a:lnTo>
                  <a:pt x="1135066" y="0"/>
                </a:lnTo>
                <a:lnTo>
                  <a:pt x="1133370" y="16827"/>
                </a:lnTo>
                <a:cubicBezTo>
                  <a:pt x="1079514" y="280016"/>
                  <a:pt x="846644" y="477997"/>
                  <a:pt x="567533" y="477997"/>
                </a:cubicBezTo>
                <a:cubicBezTo>
                  <a:pt x="288422" y="477997"/>
                  <a:pt x="55552" y="280016"/>
                  <a:pt x="1696" y="16827"/>
                </a:cubicBezTo>
                <a:close/>
              </a:path>
            </a:pathLst>
          </a:cu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44131909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30.xml"/><Relationship Id="rId3" Type="http://schemas.openxmlformats.org/officeDocument/2006/relationships/slideLayout" Target="../slideLayouts/slideLayout25.xml"/><Relationship Id="rId7" Type="http://schemas.openxmlformats.org/officeDocument/2006/relationships/slideLayout" Target="../slideLayouts/slideLayout29.xml"/><Relationship Id="rId12" Type="http://schemas.openxmlformats.org/officeDocument/2006/relationships/theme" Target="../theme/theme3.xml"/><Relationship Id="rId2" Type="http://schemas.openxmlformats.org/officeDocument/2006/relationships/slideLayout" Target="../slideLayouts/slideLayout24.xml"/><Relationship Id="rId1" Type="http://schemas.openxmlformats.org/officeDocument/2006/relationships/slideLayout" Target="../slideLayouts/slideLayout23.xml"/><Relationship Id="rId6" Type="http://schemas.openxmlformats.org/officeDocument/2006/relationships/slideLayout" Target="../slideLayouts/slideLayout28.xml"/><Relationship Id="rId11" Type="http://schemas.openxmlformats.org/officeDocument/2006/relationships/slideLayout" Target="../slideLayouts/slideLayout33.xml"/><Relationship Id="rId5" Type="http://schemas.openxmlformats.org/officeDocument/2006/relationships/slideLayout" Target="../slideLayouts/slideLayout27.xml"/><Relationship Id="rId10" Type="http://schemas.openxmlformats.org/officeDocument/2006/relationships/slideLayout" Target="../slideLayouts/slideLayout32.xml"/><Relationship Id="rId4" Type="http://schemas.openxmlformats.org/officeDocument/2006/relationships/slideLayout" Target="../slideLayouts/slideLayout26.xml"/><Relationship Id="rId9" Type="http://schemas.openxmlformats.org/officeDocument/2006/relationships/slideLayout" Target="../slideLayouts/slideLayout3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47A362AC-B59F-4AC7-B279-57DDD5336BCA}"/>
              </a:ext>
            </a:extLst>
          </p:cNvPr>
          <p:cNvSpPr>
            <a:spLocks noGrp="1"/>
          </p:cNvSpPr>
          <p:nvPr>
            <p:ph type="title"/>
          </p:nvPr>
        </p:nvSpPr>
        <p:spPr>
          <a:xfrm>
            <a:off x="700635" y="914400"/>
            <a:ext cx="10691265" cy="1307592"/>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0E6042DB-75BD-4EC1-B6D9-8A72EF940CAA}"/>
              </a:ext>
            </a:extLst>
          </p:cNvPr>
          <p:cNvSpPr>
            <a:spLocks noGrp="1"/>
          </p:cNvSpPr>
          <p:nvPr>
            <p:ph type="body" idx="1"/>
          </p:nvPr>
        </p:nvSpPr>
        <p:spPr>
          <a:xfrm>
            <a:off x="700635" y="2221992"/>
            <a:ext cx="10691265" cy="3739896"/>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21DD1378-7C96-4079-B44C-3D86B4657596}"/>
              </a:ext>
            </a:extLst>
          </p:cNvPr>
          <p:cNvSpPr>
            <a:spLocks noGrp="1"/>
          </p:cNvSpPr>
          <p:nvPr>
            <p:ph type="dt" sz="half" idx="2"/>
          </p:nvPr>
        </p:nvSpPr>
        <p:spPr>
          <a:xfrm>
            <a:off x="8369448" y="6356350"/>
            <a:ext cx="2549564" cy="365125"/>
          </a:xfrm>
          <a:prstGeom prst="rect">
            <a:avLst/>
          </a:prstGeom>
        </p:spPr>
        <p:txBody>
          <a:bodyPr vert="horz" lIns="91440" tIns="45720" rIns="91440" bIns="45720" rtlCol="0" anchor="ctr"/>
          <a:lstStyle>
            <a:lvl1pPr algn="r">
              <a:defRPr sz="1050">
                <a:solidFill>
                  <a:schemeClr val="tx1"/>
                </a:solidFill>
                <a:latin typeface="+mj-lt"/>
              </a:defRPr>
            </a:lvl1pPr>
          </a:lstStyle>
          <a:p>
            <a:fld id="{E31BA835-12AC-4E8F-955A-EA3F4DE2791F}" type="datetime1">
              <a:rPr lang="en-US" smtClean="0"/>
              <a:t>4/7/25</a:t>
            </a:fld>
            <a:endParaRPr lang="en-US"/>
          </a:p>
        </p:txBody>
      </p:sp>
      <p:sp>
        <p:nvSpPr>
          <p:cNvPr id="5" name="Footer Placeholder 4">
            <a:extLst>
              <a:ext uri="{FF2B5EF4-FFF2-40B4-BE49-F238E27FC236}">
                <a16:creationId xmlns:a16="http://schemas.microsoft.com/office/drawing/2014/main" id="{D19B6B78-577F-43F5-BAEE-BF72484C9850}"/>
              </a:ext>
            </a:extLst>
          </p:cNvPr>
          <p:cNvSpPr>
            <a:spLocks noGrp="1"/>
          </p:cNvSpPr>
          <p:nvPr>
            <p:ph type="ftr" sz="quarter" idx="3"/>
          </p:nvPr>
        </p:nvSpPr>
        <p:spPr>
          <a:xfrm>
            <a:off x="704088" y="6356350"/>
            <a:ext cx="4539727" cy="365125"/>
          </a:xfrm>
          <a:prstGeom prst="rect">
            <a:avLst/>
          </a:prstGeom>
        </p:spPr>
        <p:txBody>
          <a:bodyPr vert="horz" lIns="91440" tIns="45720" rIns="91440" bIns="45720" rtlCol="0" anchor="ctr"/>
          <a:lstStyle>
            <a:lvl1pPr algn="l">
              <a:defRPr sz="1050">
                <a:solidFill>
                  <a:schemeClr val="tx1"/>
                </a:solidFill>
                <a:latin typeface="+mj-lt"/>
              </a:defRPr>
            </a:lvl1pPr>
          </a:lstStyle>
          <a:p>
            <a:endParaRPr lang="en-US" dirty="0"/>
          </a:p>
        </p:txBody>
      </p:sp>
      <p:sp>
        <p:nvSpPr>
          <p:cNvPr id="6" name="Slide Number Placeholder 5">
            <a:extLst>
              <a:ext uri="{FF2B5EF4-FFF2-40B4-BE49-F238E27FC236}">
                <a16:creationId xmlns:a16="http://schemas.microsoft.com/office/drawing/2014/main" id="{A8CC75B8-AF8F-4D8A-9B3D-D1951A64BADB}"/>
              </a:ext>
            </a:extLst>
          </p:cNvPr>
          <p:cNvSpPr>
            <a:spLocks noGrp="1"/>
          </p:cNvSpPr>
          <p:nvPr>
            <p:ph type="sldNum" sz="quarter" idx="4"/>
          </p:nvPr>
        </p:nvSpPr>
        <p:spPr>
          <a:xfrm>
            <a:off x="10919012" y="6356350"/>
            <a:ext cx="672354" cy="365125"/>
          </a:xfrm>
          <a:prstGeom prst="rect">
            <a:avLst/>
          </a:prstGeom>
        </p:spPr>
        <p:txBody>
          <a:bodyPr vert="horz" lIns="91440" tIns="45720" rIns="91440" bIns="45720" rtlCol="0" anchor="ctr"/>
          <a:lstStyle>
            <a:lvl1pPr algn="r">
              <a:defRPr sz="1800">
                <a:solidFill>
                  <a:schemeClr val="tx1"/>
                </a:solidFill>
              </a:defRPr>
            </a:lvl1pPr>
          </a:lstStyle>
          <a:p>
            <a:fld id="{87E7843D-FF13-4365-9478-9625B70A2705}" type="slidenum">
              <a:rPr lang="en-US" smtClean="0"/>
              <a:t>‹#›</a:t>
            </a:fld>
            <a:endParaRPr lang="en-US"/>
          </a:p>
        </p:txBody>
      </p:sp>
      <p:cxnSp>
        <p:nvCxnSpPr>
          <p:cNvPr id="7" name="Straight Connector 6">
            <a:extLst>
              <a:ext uri="{FF2B5EF4-FFF2-40B4-BE49-F238E27FC236}">
                <a16:creationId xmlns:a16="http://schemas.microsoft.com/office/drawing/2014/main" id="{F64F9B95-9045-48D2-B9F3-2927E98F54AA}"/>
              </a:ext>
            </a:extLst>
          </p:cNvPr>
          <p:cNvCxnSpPr>
            <a:cxnSpLocks/>
          </p:cNvCxnSpPr>
          <p:nvPr/>
        </p:nvCxnSpPr>
        <p:spPr>
          <a:xfrm>
            <a:off x="800100" y="723900"/>
            <a:ext cx="10591800" cy="0"/>
          </a:xfrm>
          <a:prstGeom prst="line">
            <a:avLst/>
          </a:prstGeom>
          <a:ln w="444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 name="Straight Connector 7">
            <a:extLst>
              <a:ext uri="{FF2B5EF4-FFF2-40B4-BE49-F238E27FC236}">
                <a16:creationId xmlns:a16="http://schemas.microsoft.com/office/drawing/2014/main" id="{085AA86F-6A4D-4BCB-A045-D992CDC2959B}"/>
              </a:ext>
            </a:extLst>
          </p:cNvPr>
          <p:cNvCxnSpPr>
            <a:cxnSpLocks/>
          </p:cNvCxnSpPr>
          <p:nvPr/>
        </p:nvCxnSpPr>
        <p:spPr>
          <a:xfrm>
            <a:off x="800100" y="6142781"/>
            <a:ext cx="10591800"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049503681"/>
      </p:ext>
    </p:extLst>
  </p:cSld>
  <p:clrMap bg1="lt1" tx1="dk1" bg2="lt2" tx2="dk2" accent1="accent1" accent2="accent2" accent3="accent3" accent4="accent4" accent5="accent5" accent6="accent6" hlink="hlink" folHlink="folHlink"/>
  <p:sldLayoutIdLst>
    <p:sldLayoutId id="2147483694" r:id="rId1"/>
    <p:sldLayoutId id="2147483695" r:id="rId2"/>
    <p:sldLayoutId id="2147483696" r:id="rId3"/>
    <p:sldLayoutId id="2147483697" r:id="rId4"/>
    <p:sldLayoutId id="2147483698" r:id="rId5"/>
    <p:sldLayoutId id="2147483692" r:id="rId6"/>
    <p:sldLayoutId id="2147483688" r:id="rId7"/>
    <p:sldLayoutId id="2147483689" r:id="rId8"/>
    <p:sldLayoutId id="2147483690" r:id="rId9"/>
    <p:sldLayoutId id="2147483691" r:id="rId10"/>
    <p:sldLayoutId id="2147483693" r:id="rId11"/>
  </p:sldLayoutIdLst>
  <p:hf sldNum="0" hdr="0" ftr="0" dt="0"/>
  <p:txStyles>
    <p:titleStyle>
      <a:lvl1pPr algn="l" defTabSz="914400" rtl="0" eaLnBrk="1" latinLnBrk="0" hangingPunct="1">
        <a:lnSpc>
          <a:spcPct val="100000"/>
        </a:lnSpc>
        <a:spcBef>
          <a:spcPct val="0"/>
        </a:spcBef>
        <a:buNone/>
        <a:defRPr sz="4000" kern="1200" cap="all" spc="30" baseline="0">
          <a:solidFill>
            <a:schemeClr val="tx1"/>
          </a:solidFill>
          <a:latin typeface="+mj-lt"/>
          <a:ea typeface="+mj-ea"/>
          <a:cs typeface="+mj-cs"/>
        </a:defRPr>
      </a:lvl1pPr>
    </p:titleStyle>
    <p:bodyStyle>
      <a:lvl1pPr marL="228600" indent="-228600" algn="l" defTabSz="914400" rtl="0" eaLnBrk="1" latinLnBrk="0" hangingPunct="1">
        <a:lnSpc>
          <a:spcPct val="110000"/>
        </a:lnSpc>
        <a:spcBef>
          <a:spcPts val="1000"/>
        </a:spcBef>
        <a:buFont typeface="Arial" panose="020B0604020202020204" pitchFamily="34" charset="0"/>
        <a:buChar char="•"/>
        <a:defRPr sz="2000" kern="1200">
          <a:solidFill>
            <a:schemeClr val="tx1"/>
          </a:solidFill>
          <a:latin typeface="+mn-lt"/>
          <a:ea typeface="+mn-ea"/>
          <a:cs typeface="+mn-cs"/>
        </a:defRPr>
      </a:lvl1pPr>
      <a:lvl2pPr marL="685800" indent="-228600" algn="l" defTabSz="914400" rtl="0" eaLnBrk="1" latinLnBrk="0" hangingPunct="1">
        <a:lnSpc>
          <a:spcPct val="110000"/>
        </a:lnSpc>
        <a:spcBef>
          <a:spcPts val="500"/>
        </a:spcBef>
        <a:buFont typeface="Arial" panose="020B0604020202020204" pitchFamily="34" charset="0"/>
        <a:buChar char="•"/>
        <a:defRPr sz="1800" kern="1200">
          <a:solidFill>
            <a:schemeClr val="tx1"/>
          </a:solidFill>
          <a:latin typeface="+mn-lt"/>
          <a:ea typeface="+mn-ea"/>
          <a:cs typeface="+mn-cs"/>
        </a:defRPr>
      </a:lvl2pPr>
      <a:lvl3pPr marL="1143000" indent="-228600" algn="l" defTabSz="914400" rtl="0" eaLnBrk="1" latinLnBrk="0" hangingPunct="1">
        <a:lnSpc>
          <a:spcPct val="110000"/>
        </a:lnSpc>
        <a:spcBef>
          <a:spcPts val="500"/>
        </a:spcBef>
        <a:buFont typeface="Arial" panose="020B0604020202020204" pitchFamily="34" charset="0"/>
        <a:buChar char="•"/>
        <a:defRPr sz="1600" kern="1200">
          <a:solidFill>
            <a:schemeClr val="tx1"/>
          </a:solidFill>
          <a:latin typeface="+mn-lt"/>
          <a:ea typeface="+mn-ea"/>
          <a:cs typeface="+mn-cs"/>
        </a:defRPr>
      </a:lvl3pPr>
      <a:lvl4pPr marL="1600200" indent="-228600" algn="l" defTabSz="914400" rtl="0" eaLnBrk="1" latinLnBrk="0" hangingPunct="1">
        <a:lnSpc>
          <a:spcPct val="110000"/>
        </a:lnSpc>
        <a:spcBef>
          <a:spcPts val="500"/>
        </a:spcBef>
        <a:buFont typeface="Arial" panose="020B0604020202020204" pitchFamily="34" charset="0"/>
        <a:buChar char="•"/>
        <a:defRPr sz="1400" kern="1200">
          <a:solidFill>
            <a:schemeClr val="tx1"/>
          </a:solidFill>
          <a:latin typeface="+mn-lt"/>
          <a:ea typeface="+mn-ea"/>
          <a:cs typeface="+mn-cs"/>
        </a:defRPr>
      </a:lvl4pPr>
      <a:lvl5pPr marL="2057400" indent="-228600" algn="l" defTabSz="914400" rtl="0" eaLnBrk="1" latinLnBrk="0" hangingPunct="1">
        <a:lnSpc>
          <a:spcPct val="110000"/>
        </a:lnSpc>
        <a:spcBef>
          <a:spcPts val="500"/>
        </a:spcBef>
        <a:buFont typeface="Arial" panose="020B06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920240" y="442220"/>
            <a:ext cx="8770571" cy="1345269"/>
          </a:xfrm>
          <a:prstGeom prst="rect">
            <a:avLst/>
          </a:prstGeom>
        </p:spPr>
        <p:txBody>
          <a:bodyPr vert="horz" lIns="109728" tIns="109728" rIns="109728" bIns="91440" rtlCol="0" anchor="b">
            <a:normAutofit/>
          </a:bodyPr>
          <a:lstStyle/>
          <a:p>
            <a:r>
              <a:rPr lang="en-US"/>
              <a:t>Click to edit Master title style</a:t>
            </a:r>
            <a:endParaRPr lang="en-US" dirty="0"/>
          </a:p>
        </p:txBody>
      </p:sp>
      <p:sp>
        <p:nvSpPr>
          <p:cNvPr id="3" name="Text Placeholder 2"/>
          <p:cNvSpPr>
            <a:spLocks noGrp="1"/>
          </p:cNvSpPr>
          <p:nvPr>
            <p:ph type="body" idx="1"/>
          </p:nvPr>
        </p:nvSpPr>
        <p:spPr>
          <a:xfrm>
            <a:off x="1920240" y="2312276"/>
            <a:ext cx="8770571" cy="3651504"/>
          </a:xfrm>
          <a:prstGeom prst="rect">
            <a:avLst/>
          </a:prstGeom>
        </p:spPr>
        <p:txBody>
          <a:bodyPr vert="horz" lIns="109728" tIns="109728" rIns="109728" bIns="9144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850727" y="6170491"/>
            <a:ext cx="2840083" cy="457200"/>
          </a:xfrm>
          <a:prstGeom prst="rect">
            <a:avLst/>
          </a:prstGeom>
        </p:spPr>
        <p:txBody>
          <a:bodyPr vert="horz" lIns="109728" tIns="109728" rIns="109728" bIns="91440" rtlCol="0" anchor="ctr"/>
          <a:lstStyle>
            <a:lvl1pPr algn="r">
              <a:defRPr sz="1100" spc="150" baseline="0">
                <a:solidFill>
                  <a:schemeClr val="tx1">
                    <a:lumMod val="75000"/>
                    <a:lumOff val="25000"/>
                  </a:schemeClr>
                </a:solidFill>
                <a:latin typeface="+mj-lt"/>
              </a:defRPr>
            </a:lvl1pPr>
          </a:lstStyle>
          <a:p>
            <a:fld id="{C4408324-A84C-4A45-93B6-78D079CCE772}" type="datetime1">
              <a:rPr lang="en-US" smtClean="0"/>
              <a:t>4/7/25</a:t>
            </a:fld>
            <a:endParaRPr lang="en-US" dirty="0"/>
          </a:p>
        </p:txBody>
      </p:sp>
      <p:sp>
        <p:nvSpPr>
          <p:cNvPr id="5" name="Footer Placeholder 4"/>
          <p:cNvSpPr>
            <a:spLocks noGrp="1"/>
          </p:cNvSpPr>
          <p:nvPr>
            <p:ph type="ftr" sz="quarter" idx="3"/>
          </p:nvPr>
        </p:nvSpPr>
        <p:spPr>
          <a:xfrm>
            <a:off x="1920240" y="6170490"/>
            <a:ext cx="5667375" cy="457200"/>
          </a:xfrm>
          <a:prstGeom prst="rect">
            <a:avLst/>
          </a:prstGeom>
        </p:spPr>
        <p:txBody>
          <a:bodyPr vert="horz" lIns="109728" tIns="109728" rIns="109728" bIns="91440" rtlCol="0" anchor="ctr"/>
          <a:lstStyle>
            <a:lvl1pPr algn="l">
              <a:defRPr sz="1100" spc="150" baseline="0">
                <a:solidFill>
                  <a:schemeClr val="tx1">
                    <a:lumMod val="75000"/>
                    <a:lumOff val="25000"/>
                  </a:schemeClr>
                </a:solidFill>
                <a:latin typeface="+mj-lt"/>
              </a:defRPr>
            </a:lvl1pPr>
          </a:lstStyle>
          <a:p>
            <a:endParaRPr lang="en-US" dirty="0"/>
          </a:p>
        </p:txBody>
      </p:sp>
      <p:sp>
        <p:nvSpPr>
          <p:cNvPr id="6" name="Slide Number Placeholder 5"/>
          <p:cNvSpPr>
            <a:spLocks noGrp="1"/>
          </p:cNvSpPr>
          <p:nvPr>
            <p:ph type="sldNum" sz="quarter" idx="4"/>
          </p:nvPr>
        </p:nvSpPr>
        <p:spPr>
          <a:xfrm>
            <a:off x="10853744" y="6170490"/>
            <a:ext cx="1188720" cy="457200"/>
          </a:xfrm>
          <a:prstGeom prst="rect">
            <a:avLst/>
          </a:prstGeom>
        </p:spPr>
        <p:txBody>
          <a:bodyPr vert="horz" lIns="109728" tIns="109728" rIns="109728" bIns="91440" rtlCol="0" anchor="b"/>
          <a:lstStyle>
            <a:lvl1pPr algn="r">
              <a:defRPr sz="1600" b="1" baseline="0">
                <a:solidFill>
                  <a:schemeClr val="tx1">
                    <a:lumMod val="75000"/>
                    <a:lumOff val="25000"/>
                  </a:schemeClr>
                </a:solidFill>
                <a:latin typeface="+mj-lt"/>
              </a:defRPr>
            </a:lvl1pPr>
          </a:lstStyle>
          <a:p>
            <a:pPr algn="l"/>
            <a:fld id="{FAEF9944-A4F6-4C59-AEBD-678D6480B8EA}" type="slidenum">
              <a:rPr lang="en-US" smtClean="0"/>
              <a:pPr algn="l"/>
              <a:t>‹#›</a:t>
            </a:fld>
            <a:endParaRPr lang="en-US" dirty="0"/>
          </a:p>
        </p:txBody>
      </p:sp>
      <p:cxnSp>
        <p:nvCxnSpPr>
          <p:cNvPr id="9" name="Straight Connector 8" title="Rule Line">
            <a:extLst>
              <a:ext uri="{FF2B5EF4-FFF2-40B4-BE49-F238E27FC236}">
                <a16:creationId xmlns:a16="http://schemas.microsoft.com/office/drawing/2014/main" id="{430127AE-B29E-4FDF-99D2-A2F1E7003F74}"/>
              </a:ext>
            </a:extLst>
          </p:cNvPr>
          <p:cNvCxnSpPr/>
          <p:nvPr/>
        </p:nvCxnSpPr>
        <p:spPr>
          <a:xfrm>
            <a:off x="1920240" y="2176009"/>
            <a:ext cx="8770571" cy="0"/>
          </a:xfrm>
          <a:prstGeom prst="line">
            <a:avLst/>
          </a:prstGeom>
          <a:ln w="2540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94168074"/>
      </p:ext>
    </p:extLst>
  </p:cSld>
  <p:clrMap bg1="lt1" tx1="dk1" bg2="lt2" tx2="dk2" accent1="accent1" accent2="accent2" accent3="accent3" accent4="accent4" accent5="accent5" accent6="accent6" hlink="hlink" folHlink="folHlink"/>
  <p:sldLayoutIdLst>
    <p:sldLayoutId id="2147483701" r:id="rId1"/>
    <p:sldLayoutId id="2147483702" r:id="rId2"/>
    <p:sldLayoutId id="2147483703" r:id="rId3"/>
    <p:sldLayoutId id="2147483704" r:id="rId4"/>
    <p:sldLayoutId id="2147483705" r:id="rId5"/>
    <p:sldLayoutId id="2147483706" r:id="rId6"/>
    <p:sldLayoutId id="2147483707" r:id="rId7"/>
    <p:sldLayoutId id="2147483708" r:id="rId8"/>
    <p:sldLayoutId id="2147483709" r:id="rId9"/>
    <p:sldLayoutId id="2147483710" r:id="rId10"/>
    <p:sldLayoutId id="2147483711" r:id="rId11"/>
  </p:sldLayoutIdLst>
  <p:hf sldNum="0" hdr="0" ftr="0" dt="0"/>
  <p:txStyles>
    <p:titleStyle>
      <a:lvl1pPr algn="l" defTabSz="914400" rtl="0" eaLnBrk="1" latinLnBrk="0" hangingPunct="1">
        <a:lnSpc>
          <a:spcPct val="130000"/>
        </a:lnSpc>
        <a:spcBef>
          <a:spcPct val="0"/>
        </a:spcBef>
        <a:buNone/>
        <a:defRPr sz="3200" b="1" kern="1200" spc="150" baseline="0">
          <a:solidFill>
            <a:schemeClr val="tx1">
              <a:lumMod val="75000"/>
              <a:lumOff val="25000"/>
            </a:schemeClr>
          </a:solidFill>
          <a:latin typeface="+mj-lt"/>
          <a:ea typeface="+mj-ea"/>
          <a:cs typeface="+mj-cs"/>
        </a:defRPr>
      </a:lvl1pPr>
    </p:titleStyle>
    <p:bodyStyle>
      <a:lvl1pPr marL="0" indent="0" algn="l" defTabSz="914400" rtl="0" eaLnBrk="1" latinLnBrk="0" hangingPunct="1">
        <a:lnSpc>
          <a:spcPct val="140000"/>
        </a:lnSpc>
        <a:spcBef>
          <a:spcPts val="930"/>
        </a:spcBef>
        <a:buFont typeface="Corbel" panose="020B0503020204020204" pitchFamily="34" charset="0"/>
        <a:buNone/>
        <a:defRPr sz="1800" b="0" kern="1200" spc="150" baseline="0">
          <a:solidFill>
            <a:schemeClr val="tx1">
              <a:lumMod val="75000"/>
              <a:lumOff val="25000"/>
            </a:schemeClr>
          </a:solidFill>
          <a:latin typeface="+mn-lt"/>
          <a:ea typeface="+mn-ea"/>
          <a:cs typeface="+mn-cs"/>
        </a:defRPr>
      </a:lvl1pPr>
      <a:lvl2pPr marL="0" indent="0" algn="l" defTabSz="914400" rtl="0" eaLnBrk="1" latinLnBrk="0" hangingPunct="1">
        <a:lnSpc>
          <a:spcPct val="140000"/>
        </a:lnSpc>
        <a:spcBef>
          <a:spcPts val="930"/>
        </a:spcBef>
        <a:buFont typeface="Corbel" panose="020B0503020204020204" pitchFamily="34" charset="0"/>
        <a:buNone/>
        <a:defRPr sz="1600" kern="1200" spc="150" baseline="0">
          <a:solidFill>
            <a:schemeClr val="tx1">
              <a:lumMod val="75000"/>
              <a:lumOff val="25000"/>
            </a:schemeClr>
          </a:solidFill>
          <a:latin typeface="+mn-lt"/>
          <a:ea typeface="+mn-ea"/>
          <a:cs typeface="+mn-cs"/>
        </a:defRPr>
      </a:lvl2pPr>
      <a:lvl3pPr marL="0" indent="-320040" algn="l" defTabSz="914400" rtl="0" eaLnBrk="1" latinLnBrk="0" hangingPunct="1">
        <a:lnSpc>
          <a:spcPct val="140000"/>
        </a:lnSpc>
        <a:spcBef>
          <a:spcPts val="930"/>
        </a:spcBef>
        <a:buFont typeface="Corbel" panose="020B0503020204020204" pitchFamily="34" charset="0"/>
        <a:buChar char="–"/>
        <a:defRPr sz="1400" i="1" kern="1200" spc="150" baseline="0">
          <a:solidFill>
            <a:schemeClr val="tx1">
              <a:lumMod val="75000"/>
              <a:lumOff val="25000"/>
            </a:schemeClr>
          </a:solidFill>
          <a:latin typeface="+mn-lt"/>
          <a:ea typeface="+mn-ea"/>
          <a:cs typeface="+mn-cs"/>
        </a:defRPr>
      </a:lvl3pPr>
      <a:lvl4pPr marL="0" indent="-320040" algn="l" defTabSz="914400" rtl="0" eaLnBrk="1" latinLnBrk="0" hangingPunct="1">
        <a:lnSpc>
          <a:spcPct val="140000"/>
        </a:lnSpc>
        <a:spcBef>
          <a:spcPts val="930"/>
        </a:spcBef>
        <a:buFont typeface="Corbel" panose="020B0503020204020204" pitchFamily="34" charset="0"/>
        <a:buChar char="–"/>
        <a:defRPr sz="1400" kern="1200" spc="150" baseline="0">
          <a:solidFill>
            <a:schemeClr val="tx1">
              <a:lumMod val="75000"/>
              <a:lumOff val="25000"/>
            </a:schemeClr>
          </a:solidFill>
          <a:latin typeface="+mn-lt"/>
          <a:ea typeface="+mn-ea"/>
          <a:cs typeface="+mn-cs"/>
        </a:defRPr>
      </a:lvl4pPr>
      <a:lvl5pPr marL="0" indent="-320040" algn="l" defTabSz="914400" rtl="0" eaLnBrk="1" latinLnBrk="0" hangingPunct="1">
        <a:lnSpc>
          <a:spcPct val="140000"/>
        </a:lnSpc>
        <a:spcBef>
          <a:spcPts val="930"/>
        </a:spcBef>
        <a:buFont typeface="Corbel" panose="020B0503020204020204" pitchFamily="34" charset="0"/>
        <a:buChar char="–"/>
        <a:defRPr sz="1400" i="1" kern="1200" spc="150" baseline="0">
          <a:solidFill>
            <a:schemeClr val="tx1">
              <a:lumMod val="75000"/>
              <a:lumOff val="25000"/>
            </a:schemeClr>
          </a:solidFill>
          <a:latin typeface="+mn-lt"/>
          <a:ea typeface="+mn-ea"/>
          <a:cs typeface="+mn-cs"/>
        </a:defRPr>
      </a:lvl5pPr>
      <a:lvl6pPr marL="1920240" indent="-320040" algn="l" defTabSz="914400" rtl="0" eaLnBrk="1" latinLnBrk="0" hangingPunct="1">
        <a:lnSpc>
          <a:spcPct val="111000"/>
        </a:lnSpc>
        <a:spcBef>
          <a:spcPts val="930"/>
        </a:spcBef>
        <a:buFont typeface="Corbel" panose="020B0503020204020204" pitchFamily="34" charset="0"/>
        <a:buChar char="–"/>
        <a:defRPr sz="1400" kern="1200">
          <a:solidFill>
            <a:schemeClr val="accent1">
              <a:lumMod val="75000"/>
            </a:schemeClr>
          </a:solidFill>
          <a:latin typeface="+mn-lt"/>
          <a:ea typeface="+mn-ea"/>
          <a:cs typeface="+mn-cs"/>
        </a:defRPr>
      </a:lvl6pPr>
      <a:lvl7pPr marL="2240280" indent="-320040" algn="l" defTabSz="914400" rtl="0" eaLnBrk="1" latinLnBrk="0" hangingPunct="1">
        <a:lnSpc>
          <a:spcPct val="111000"/>
        </a:lnSpc>
        <a:spcBef>
          <a:spcPts val="930"/>
        </a:spcBef>
        <a:buFont typeface="Corbel" panose="020B0503020204020204" pitchFamily="34" charset="0"/>
        <a:buChar char="–"/>
        <a:defRPr sz="1400" i="1" kern="1200">
          <a:solidFill>
            <a:schemeClr val="accent1">
              <a:lumMod val="75000"/>
            </a:schemeClr>
          </a:solidFill>
          <a:latin typeface="+mn-lt"/>
          <a:ea typeface="+mn-ea"/>
          <a:cs typeface="+mn-cs"/>
        </a:defRPr>
      </a:lvl7pPr>
      <a:lvl8pPr marL="2560320" indent="-320040" algn="l" defTabSz="914400" rtl="0" eaLnBrk="1" latinLnBrk="0" hangingPunct="1">
        <a:lnSpc>
          <a:spcPct val="111000"/>
        </a:lnSpc>
        <a:spcBef>
          <a:spcPts val="930"/>
        </a:spcBef>
        <a:buFont typeface="Corbel" panose="020B0503020204020204" pitchFamily="34" charset="0"/>
        <a:buChar char="–"/>
        <a:defRPr sz="1400" kern="1200">
          <a:solidFill>
            <a:schemeClr val="accent1">
              <a:lumMod val="75000"/>
            </a:schemeClr>
          </a:solidFill>
          <a:latin typeface="+mn-lt"/>
          <a:ea typeface="+mn-ea"/>
          <a:cs typeface="+mn-cs"/>
        </a:defRPr>
      </a:lvl8pPr>
      <a:lvl9pPr marL="2880360" indent="-320040" algn="l" defTabSz="914400" rtl="0" eaLnBrk="1" latinLnBrk="0" hangingPunct="1">
        <a:lnSpc>
          <a:spcPct val="111000"/>
        </a:lnSpc>
        <a:spcBef>
          <a:spcPts val="930"/>
        </a:spcBef>
        <a:buFont typeface="Corbel" panose="020B0503020204020204" pitchFamily="34" charset="0"/>
        <a:buChar char="–"/>
        <a:defRPr sz="1400" i="1" kern="1200">
          <a:solidFill>
            <a:schemeClr val="accent1">
              <a:lumMod val="75000"/>
            </a:schemeClr>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17EC5685-19F1-49DA-ADE5-D5D32F1659B0}"/>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AFFC0A4D-22A1-4554-B5DE-887974F4DF90}"/>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99D5CDC-F2CE-410E-AD13-DDC235C71C6F}"/>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cap="none" spc="0" baseline="0">
                <a:solidFill>
                  <a:schemeClr val="tx1">
                    <a:tint val="75000"/>
                  </a:schemeClr>
                </a:solidFill>
                <a:latin typeface="+mn-lt"/>
              </a:defRPr>
            </a:lvl1pPr>
          </a:lstStyle>
          <a:p>
            <a:fld id="{82EDB8D0-98ED-4B86-9D5F-E61ADC70144D}" type="datetimeFigureOut">
              <a:rPr lang="en-US" smtClean="0"/>
              <a:pPr/>
              <a:t>4/7/25</a:t>
            </a:fld>
            <a:endParaRPr lang="en-US" dirty="0"/>
          </a:p>
        </p:txBody>
      </p:sp>
      <p:sp>
        <p:nvSpPr>
          <p:cNvPr id="5" name="Footer Placeholder 4">
            <a:extLst>
              <a:ext uri="{FF2B5EF4-FFF2-40B4-BE49-F238E27FC236}">
                <a16:creationId xmlns:a16="http://schemas.microsoft.com/office/drawing/2014/main" id="{9340CD45-794A-4BB0-A427-0CE61AEAF484}"/>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cap="none" spc="0" baseline="0">
                <a:solidFill>
                  <a:schemeClr val="tx1">
                    <a:tint val="75000"/>
                  </a:schemeClr>
                </a:solidFill>
                <a:latin typeface="+mn-lt"/>
              </a:defRPr>
            </a:lvl1pPr>
          </a:lstStyle>
          <a:p>
            <a:endParaRPr lang="en-US"/>
          </a:p>
        </p:txBody>
      </p:sp>
      <p:sp>
        <p:nvSpPr>
          <p:cNvPr id="6" name="Slide Number Placeholder 5">
            <a:extLst>
              <a:ext uri="{FF2B5EF4-FFF2-40B4-BE49-F238E27FC236}">
                <a16:creationId xmlns:a16="http://schemas.microsoft.com/office/drawing/2014/main" id="{FCB3AB91-9588-4071-92D2-364F4A6ED092}"/>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cap="none" spc="0" baseline="0">
                <a:solidFill>
                  <a:schemeClr val="tx1">
                    <a:tint val="75000"/>
                  </a:schemeClr>
                </a:solidFill>
                <a:latin typeface="+mn-lt"/>
              </a:defRPr>
            </a:lvl1pPr>
          </a:lstStyle>
          <a:p>
            <a:fld id="{4854181D-6920-4594-9A5D-6CE56DC9F8B2}" type="slidenum">
              <a:rPr lang="en-US" smtClean="0"/>
              <a:pPr/>
              <a:t>‹#›</a:t>
            </a:fld>
            <a:endParaRPr lang="en-US"/>
          </a:p>
        </p:txBody>
      </p:sp>
    </p:spTree>
    <p:extLst>
      <p:ext uri="{BB962C8B-B14F-4D97-AF65-F5344CB8AC3E}">
        <p14:creationId xmlns:p14="http://schemas.microsoft.com/office/powerpoint/2010/main" val="1501437247"/>
      </p:ext>
    </p:extLst>
  </p:cSld>
  <p:clrMap bg1="lt1" tx1="dk1" bg2="lt2" tx2="dk2" accent1="accent1" accent2="accent2" accent3="accent3" accent4="accent4" accent5="accent5" accent6="accent6" hlink="hlink" folHlink="folHlink"/>
  <p:sldLayoutIdLst>
    <p:sldLayoutId id="2147483713" r:id="rId1"/>
    <p:sldLayoutId id="2147483714" r:id="rId2"/>
    <p:sldLayoutId id="2147483715" r:id="rId3"/>
    <p:sldLayoutId id="2147483716" r:id="rId4"/>
    <p:sldLayoutId id="2147483717" r:id="rId5"/>
    <p:sldLayoutId id="2147483718" r:id="rId6"/>
    <p:sldLayoutId id="2147483719" r:id="rId7"/>
    <p:sldLayoutId id="2147483720" r:id="rId8"/>
    <p:sldLayoutId id="2147483721" r:id="rId9"/>
    <p:sldLayoutId id="2147483722" r:id="rId10"/>
    <p:sldLayoutId id="2147483723"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1.xml"/><Relationship Id="rId1" Type="http://schemas.openxmlformats.org/officeDocument/2006/relationships/slideLayout" Target="../slideLayouts/slideLayout13.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12.tmp"/><Relationship Id="rId2" Type="http://schemas.openxmlformats.org/officeDocument/2006/relationships/notesSlide" Target="../notesSlides/notesSlide2.xml"/><Relationship Id="rId1" Type="http://schemas.openxmlformats.org/officeDocument/2006/relationships/slideLayout" Target="../slideLayouts/slideLayout13.xml"/></Relationships>
</file>

<file path=ppt/slides/_rels/slide4.xml.rels><?xml version="1.0" encoding="UTF-8" standalone="yes"?>
<Relationships xmlns="http://schemas.openxmlformats.org/package/2006/relationships"><Relationship Id="rId3" Type="http://schemas.openxmlformats.org/officeDocument/2006/relationships/diagramData" Target="../diagrams/data2.xml"/><Relationship Id="rId7" Type="http://schemas.microsoft.com/office/2007/relationships/diagramDrawing" Target="../diagrams/drawing2.xml"/><Relationship Id="rId2" Type="http://schemas.openxmlformats.org/officeDocument/2006/relationships/notesSlide" Target="../notesSlides/notesSlide3.xml"/><Relationship Id="rId1" Type="http://schemas.openxmlformats.org/officeDocument/2006/relationships/slideLayout" Target="../slideLayouts/slideLayout13.xml"/><Relationship Id="rId6" Type="http://schemas.openxmlformats.org/officeDocument/2006/relationships/diagramColors" Target="../diagrams/colors2.xml"/><Relationship Id="rId5" Type="http://schemas.openxmlformats.org/officeDocument/2006/relationships/diagramQuickStyle" Target="../diagrams/quickStyle2.xml"/><Relationship Id="rId4" Type="http://schemas.openxmlformats.org/officeDocument/2006/relationships/diagramLayout" Target="../diagrams/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13.jpeg"/><Relationship Id="rId1" Type="http://schemas.openxmlformats.org/officeDocument/2006/relationships/slideLayout" Target="../slideLayouts/slideLayout13.xml"/></Relationships>
</file>

<file path=ppt/slides/_rels/slide6.xml.rels><?xml version="1.0" encoding="UTF-8" standalone="yes"?>
<Relationships xmlns="http://schemas.openxmlformats.org/package/2006/relationships"><Relationship Id="rId3" Type="http://schemas.openxmlformats.org/officeDocument/2006/relationships/image" Target="../media/image14.jpg"/><Relationship Id="rId2" Type="http://schemas.openxmlformats.org/officeDocument/2006/relationships/notesSlide" Target="../notesSlides/notesSlide4.xml"/><Relationship Id="rId1" Type="http://schemas.openxmlformats.org/officeDocument/2006/relationships/slideLayout" Target="../slideLayouts/slideLayout13.xml"/></Relationships>
</file>

<file path=ppt/slides/_rels/slide7.xml.rels><?xml version="1.0" encoding="UTF-8" standalone="yes"?>
<Relationships xmlns="http://schemas.openxmlformats.org/package/2006/relationships"><Relationship Id="rId2" Type="http://schemas.openxmlformats.org/officeDocument/2006/relationships/image" Target="../media/image15.jpeg"/><Relationship Id="rId1" Type="http://schemas.openxmlformats.org/officeDocument/2006/relationships/slideLayout" Target="../slideLayouts/slideLayout13.xml"/></Relationships>
</file>

<file path=ppt/slides/_rels/slide8.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6.png"/><Relationship Id="rId1" Type="http://schemas.openxmlformats.org/officeDocument/2006/relationships/slideLayout" Target="../slideLayouts/slideLayout13.xml"/><Relationship Id="rId4" Type="http://schemas.openxmlformats.org/officeDocument/2006/relationships/image" Target="../media/image17.jpeg"/></Relationships>
</file>

<file path=ppt/slides/_rels/slide9.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13.xml"/></Relationships>
</file>

<file path=ppt/slides/_rels/slide10.xml.rels><?xml version="1.0" encoding="UTF-8" standalone="yes"?>
<Relationships xmlns="http://schemas.openxmlformats.org/package/2006/relationships"><Relationship Id="rId3" Type="http://schemas.openxmlformats.org/officeDocument/2006/relationships/image" Target="../media/image19.jpeg"/><Relationship Id="rId2" Type="http://schemas.openxmlformats.org/officeDocument/2006/relationships/notesSlide" Target="../notesSlides/notesSlide5.xml"/><Relationship Id="rId1" Type="http://schemas.openxmlformats.org/officeDocument/2006/relationships/slideLayout" Target="../slideLayouts/slideLayout13.xml"/></Relationships>
</file>

<file path=ppt/slides/_rels/slide11.xml.rels><?xml version="1.0" encoding="UTF-8" standalone="yes"?>
<Relationships xmlns="http://schemas.openxmlformats.org/package/2006/relationships"><Relationship Id="rId3" Type="http://schemas.openxmlformats.org/officeDocument/2006/relationships/image" Target="../media/image20.jpeg"/><Relationship Id="rId2" Type="http://schemas.openxmlformats.org/officeDocument/2006/relationships/notesSlide" Target="../notesSlides/notesSlide6.xml"/><Relationship Id="rId1" Type="http://schemas.openxmlformats.org/officeDocument/2006/relationships/slideLayout" Target="../slideLayouts/slideLayout13.xml"/></Relationships>
</file>

<file path=ppt/slides/_rels/slide12.xml.rels><?xml version="1.0" encoding="UTF-8" standalone="yes"?>
<Relationships xmlns="http://schemas.openxmlformats.org/package/2006/relationships"><Relationship Id="rId3" Type="http://schemas.openxmlformats.org/officeDocument/2006/relationships/image" Target="../media/image21.jpeg"/><Relationship Id="rId2" Type="http://schemas.openxmlformats.org/officeDocument/2006/relationships/notesSlide" Target="../notesSlides/notesSlide7.xml"/><Relationship Id="rId1" Type="http://schemas.openxmlformats.org/officeDocument/2006/relationships/slideLayout" Target="../slideLayouts/slideLayout13.xml"/></Relationships>
</file>

<file path=ppt/slides/_rels/slide13.xml.rels><?xml version="1.0" encoding="UTF-8" standalone="yes"?>
<Relationships xmlns="http://schemas.openxmlformats.org/package/2006/relationships"><Relationship Id="rId3" Type="http://schemas.openxmlformats.org/officeDocument/2006/relationships/image" Target="../media/image22.jpeg"/><Relationship Id="rId2" Type="http://schemas.openxmlformats.org/officeDocument/2006/relationships/notesSlide" Target="../notesSlides/notesSlide8.xml"/><Relationship Id="rId1" Type="http://schemas.openxmlformats.org/officeDocument/2006/relationships/slideLayout" Target="../slideLayouts/slideLayout13.xml"/></Relationships>
</file>

<file path=ppt/slides/_rels/slide14.xml.rels><?xml version="1.0" encoding="UTF-8" standalone="yes"?>
<Relationships xmlns="http://schemas.openxmlformats.org/package/2006/relationships"><Relationship Id="rId3" Type="http://schemas.openxmlformats.org/officeDocument/2006/relationships/image" Target="../media/image23.jpeg"/><Relationship Id="rId2" Type="http://schemas.openxmlformats.org/officeDocument/2006/relationships/notesSlide" Target="../notesSlides/notesSlide9.xml"/><Relationship Id="rId1" Type="http://schemas.openxmlformats.org/officeDocument/2006/relationships/slideLayout" Target="../slideLayouts/slideLayout13.xml"/></Relationships>
</file>

<file path=ppt/slides/_rels/slide15.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10.xml"/><Relationship Id="rId1" Type="http://schemas.openxmlformats.org/officeDocument/2006/relationships/slideLayout" Target="../slideLayouts/slideLayout13.xml"/></Relationships>
</file>

<file path=ppt/slides/_rels/slide16.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11.xml"/><Relationship Id="rId1" Type="http://schemas.openxmlformats.org/officeDocument/2006/relationships/slideLayout" Target="../slideLayouts/slideLayout13.xml"/><Relationship Id="rId5" Type="http://schemas.openxmlformats.org/officeDocument/2006/relationships/image" Target="../media/image17.jpeg"/><Relationship Id="rId4" Type="http://schemas.microsoft.com/office/2007/relationships/hdphoto" Target="../media/hdphoto2.wdp"/></Relationships>
</file>

<file path=ppt/slides/_rels/slide17.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12.xml"/><Relationship Id="rId1" Type="http://schemas.openxmlformats.org/officeDocument/2006/relationships/slideLayout" Target="../slideLayouts/slideLayout13.xml"/><Relationship Id="rId6" Type="http://schemas.openxmlformats.org/officeDocument/2006/relationships/image" Target="../media/image28.svg"/><Relationship Id="rId5" Type="http://schemas.openxmlformats.org/officeDocument/2006/relationships/image" Target="../media/image27.png"/><Relationship Id="rId4" Type="http://schemas.microsoft.com/office/2007/relationships/hdphoto" Target="../media/hdphoto3.wdp"/></Relationships>
</file>

<file path=ppt/slides/_rels/slide18.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13.xml"/><Relationship Id="rId1" Type="http://schemas.openxmlformats.org/officeDocument/2006/relationships/slideLayout" Target="../slideLayouts/slideLayout13.xml"/><Relationship Id="rId4" Type="http://schemas.microsoft.com/office/2007/relationships/hdphoto" Target="../media/hdphoto4.wdp"/></Relationships>
</file>

<file path=ppt/slides/_rels/slide19.xml.rels><?xml version="1.0" encoding="UTF-8" standalone="yes"?>
<Relationships xmlns="http://schemas.openxmlformats.org/package/2006/relationships"><Relationship Id="rId2" Type="http://schemas.openxmlformats.org/officeDocument/2006/relationships/image" Target="../media/image30.jpeg"/><Relationship Id="rId1" Type="http://schemas.openxmlformats.org/officeDocument/2006/relationships/slideLayout" Target="../slideLayouts/slideLayout13.xml"/></Relationships>
</file>

<file path=ppt/slides/_rels/slide20.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14.xml"/><Relationship Id="rId1" Type="http://schemas.openxmlformats.org/officeDocument/2006/relationships/slideLayout" Target="../slideLayouts/slideLayout13.xml"/></Relationships>
</file>

<file path=ppt/slides/_rels/slide21.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15.xml"/><Relationship Id="rId1" Type="http://schemas.openxmlformats.org/officeDocument/2006/relationships/slideLayout" Target="../slideLayouts/slideLayout13.xml"/><Relationship Id="rId4" Type="http://schemas.microsoft.com/office/2007/relationships/hdphoto" Target="../media/hdphoto5.wdp"/></Relationships>
</file>

<file path=ppt/slides/_rels/slide22.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16.xml"/><Relationship Id="rId1" Type="http://schemas.openxmlformats.org/officeDocument/2006/relationships/slideLayout" Target="../slideLayouts/slideLayout13.xml"/></Relationships>
</file>

<file path=ppt/slides/_rels/slide23.xml.rels><?xml version="1.0" encoding="UTF-8" standalone="yes"?>
<Relationships xmlns="http://schemas.openxmlformats.org/package/2006/relationships"><Relationship Id="rId3" Type="http://schemas.openxmlformats.org/officeDocument/2006/relationships/image" Target="../media/image34.jpeg"/><Relationship Id="rId2" Type="http://schemas.openxmlformats.org/officeDocument/2006/relationships/notesSlide" Target="../notesSlides/notesSlide17.xml"/><Relationship Id="rId1" Type="http://schemas.openxmlformats.org/officeDocument/2006/relationships/slideLayout" Target="../slideLayouts/slideLayout13.xml"/></Relationships>
</file>

<file path=ppt/slides/_rels/slide24.xml.rels><?xml version="1.0" encoding="UTF-8" standalone="yes"?>
<Relationships xmlns="http://schemas.openxmlformats.org/package/2006/relationships"><Relationship Id="rId3" Type="http://schemas.openxmlformats.org/officeDocument/2006/relationships/image" Target="../media/image35.jpeg"/><Relationship Id="rId2" Type="http://schemas.openxmlformats.org/officeDocument/2006/relationships/notesSlide" Target="../notesSlides/notesSlide18.xml"/><Relationship Id="rId1" Type="http://schemas.openxmlformats.org/officeDocument/2006/relationships/slideLayout" Target="../slideLayouts/slideLayout13.xml"/></Relationships>
</file>

<file path=ppt/slides/_rels/slide25.xml.rels><?xml version="1.0" encoding="UTF-8" standalone="yes"?>
<Relationships xmlns="http://schemas.openxmlformats.org/package/2006/relationships"><Relationship Id="rId8" Type="http://schemas.openxmlformats.org/officeDocument/2006/relationships/image" Target="../media/image36.png"/><Relationship Id="rId3" Type="http://schemas.openxmlformats.org/officeDocument/2006/relationships/diagramData" Target="../diagrams/data3.xml"/><Relationship Id="rId7" Type="http://schemas.microsoft.com/office/2007/relationships/diagramDrawing" Target="../diagrams/drawing3.xml"/><Relationship Id="rId2" Type="http://schemas.openxmlformats.org/officeDocument/2006/relationships/notesSlide" Target="../notesSlides/notesSlide19.xml"/><Relationship Id="rId1" Type="http://schemas.openxmlformats.org/officeDocument/2006/relationships/slideLayout" Target="../slideLayouts/slideLayout13.xml"/><Relationship Id="rId6" Type="http://schemas.openxmlformats.org/officeDocument/2006/relationships/diagramColors" Target="../diagrams/colors3.xml"/><Relationship Id="rId5" Type="http://schemas.openxmlformats.org/officeDocument/2006/relationships/diagramQuickStyle" Target="../diagrams/quickStyle3.xml"/><Relationship Id="rId4" Type="http://schemas.openxmlformats.org/officeDocument/2006/relationships/diagramLayout" Target="../diagrams/layout3.xml"/></Relationships>
</file>

<file path=ppt/slides/_rels/slide26.xml.rels><?xml version="1.0" encoding="UTF-8" standalone="yes"?>
<Relationships xmlns="http://schemas.openxmlformats.org/package/2006/relationships"><Relationship Id="rId3" Type="http://schemas.openxmlformats.org/officeDocument/2006/relationships/image" Target="../media/image37.jpeg"/><Relationship Id="rId2" Type="http://schemas.openxmlformats.org/officeDocument/2006/relationships/notesSlide" Target="../notesSlides/notesSlide20.xml"/><Relationship Id="rId1" Type="http://schemas.openxmlformats.org/officeDocument/2006/relationships/slideLayout" Target="../slideLayouts/slideLayout13.xml"/></Relationships>
</file>

<file path=ppt/slides/_rels/slide27.xml.rels><?xml version="1.0" encoding="UTF-8" standalone="yes"?>
<Relationships xmlns="http://schemas.openxmlformats.org/package/2006/relationships"><Relationship Id="rId3" Type="http://schemas.openxmlformats.org/officeDocument/2006/relationships/diagramData" Target="../diagrams/data4.xml"/><Relationship Id="rId7" Type="http://schemas.microsoft.com/office/2007/relationships/diagramDrawing" Target="../diagrams/drawing4.xml"/><Relationship Id="rId2" Type="http://schemas.openxmlformats.org/officeDocument/2006/relationships/notesSlide" Target="../notesSlides/notesSlide21.xml"/><Relationship Id="rId1" Type="http://schemas.openxmlformats.org/officeDocument/2006/relationships/slideLayout" Target="../slideLayouts/slideLayout13.xml"/><Relationship Id="rId6" Type="http://schemas.openxmlformats.org/officeDocument/2006/relationships/diagramColors" Target="../diagrams/colors4.xml"/><Relationship Id="rId5" Type="http://schemas.openxmlformats.org/officeDocument/2006/relationships/diagramQuickStyle" Target="../diagrams/quickStyle4.xml"/><Relationship Id="rId4" Type="http://schemas.openxmlformats.org/officeDocument/2006/relationships/diagramLayout" Target="../diagrams/layout4.xml"/></Relationships>
</file>

<file path=ppt/slides/_rels/slide28.xml.rels><?xml version="1.0" encoding="UTF-8" standalone="yes"?>
<Relationships xmlns="http://schemas.openxmlformats.org/package/2006/relationships"><Relationship Id="rId3" Type="http://schemas.openxmlformats.org/officeDocument/2006/relationships/diagramData" Target="../diagrams/data5.xml"/><Relationship Id="rId7" Type="http://schemas.microsoft.com/office/2007/relationships/diagramDrawing" Target="../diagrams/drawing5.xml"/><Relationship Id="rId2" Type="http://schemas.openxmlformats.org/officeDocument/2006/relationships/notesSlide" Target="../notesSlides/notesSlide22.xml"/><Relationship Id="rId1" Type="http://schemas.openxmlformats.org/officeDocument/2006/relationships/slideLayout" Target="../slideLayouts/slideLayout13.xml"/><Relationship Id="rId6" Type="http://schemas.openxmlformats.org/officeDocument/2006/relationships/diagramColors" Target="../diagrams/colors5.xml"/><Relationship Id="rId5" Type="http://schemas.openxmlformats.org/officeDocument/2006/relationships/diagramQuickStyle" Target="../diagrams/quickStyle5.xml"/><Relationship Id="rId4" Type="http://schemas.openxmlformats.org/officeDocument/2006/relationships/diagramLayout" Target="../diagrams/layout5.xml"/></Relationships>
</file>

<file path=ppt/slides/_rels/slide29.xml.rels><?xml version="1.0" encoding="UTF-8" standalone="yes"?>
<Relationships xmlns="http://schemas.openxmlformats.org/package/2006/relationships"><Relationship Id="rId3" Type="http://schemas.openxmlformats.org/officeDocument/2006/relationships/diagramData" Target="../diagrams/data6.xml"/><Relationship Id="rId7" Type="http://schemas.microsoft.com/office/2007/relationships/diagramDrawing" Target="../diagrams/drawing6.xml"/><Relationship Id="rId2" Type="http://schemas.openxmlformats.org/officeDocument/2006/relationships/notesSlide" Target="../notesSlides/notesSlide23.xml"/><Relationship Id="rId1" Type="http://schemas.openxmlformats.org/officeDocument/2006/relationships/slideLayout" Target="../slideLayouts/slideLayout13.xml"/><Relationship Id="rId6" Type="http://schemas.openxmlformats.org/officeDocument/2006/relationships/diagramColors" Target="../diagrams/colors6.xml"/><Relationship Id="rId5" Type="http://schemas.openxmlformats.org/officeDocument/2006/relationships/diagramQuickStyle" Target="../diagrams/quickStyle6.xml"/><Relationship Id="rId4" Type="http://schemas.openxmlformats.org/officeDocument/2006/relationships/diagramLayout" Target="../diagrams/layout6.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3.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13.xml"/></Relationships>
</file>

<file path=ppt/slides/_rels/slide32.xml.rels><?xml version="1.0" encoding="UTF-8" standalone="yes"?>
<Relationships xmlns="http://schemas.openxmlformats.org/package/2006/relationships"><Relationship Id="rId3" Type="http://schemas.openxmlformats.org/officeDocument/2006/relationships/image" Target="../media/image38.jpeg"/><Relationship Id="rId2" Type="http://schemas.openxmlformats.org/officeDocument/2006/relationships/notesSlide" Target="../notesSlides/notesSlide26.xml"/><Relationship Id="rId1" Type="http://schemas.openxmlformats.org/officeDocument/2006/relationships/slideLayout" Target="../slideLayouts/slideLayout13.xml"/></Relationships>
</file>

<file path=ppt/slides/_rels/slide33.xml.rels><?xml version="1.0" encoding="UTF-8" standalone="yes"?>
<Relationships xmlns="http://schemas.openxmlformats.org/package/2006/relationships"><Relationship Id="rId3" Type="http://schemas.openxmlformats.org/officeDocument/2006/relationships/image" Target="../media/image39.jpeg"/><Relationship Id="rId2" Type="http://schemas.openxmlformats.org/officeDocument/2006/relationships/notesSlide" Target="../notesSlides/notesSlide27.xml"/><Relationship Id="rId1" Type="http://schemas.openxmlformats.org/officeDocument/2006/relationships/slideLayout" Target="../slideLayouts/slideLayout13.xml"/><Relationship Id="rId4" Type="http://schemas.openxmlformats.org/officeDocument/2006/relationships/image" Target="../media/image17.jpeg"/></Relationships>
</file>

<file path=ppt/slides/_rels/slide34.xml.rels><?xml version="1.0" encoding="UTF-8" standalone="yes"?>
<Relationships xmlns="http://schemas.openxmlformats.org/package/2006/relationships"><Relationship Id="rId2" Type="http://schemas.openxmlformats.org/officeDocument/2006/relationships/image" Target="../media/image40.jpeg"/><Relationship Id="rId1" Type="http://schemas.openxmlformats.org/officeDocument/2006/relationships/slideLayout" Target="../slideLayouts/slideLayout13.xml"/></Relationships>
</file>

<file path=ppt/slides/_rels/slide35.xml.rels><?xml version="1.0" encoding="UTF-8" standalone="yes"?>
<Relationships xmlns="http://schemas.openxmlformats.org/package/2006/relationships"><Relationship Id="rId2" Type="http://schemas.openxmlformats.org/officeDocument/2006/relationships/image" Target="../media/image40.jpeg"/><Relationship Id="rId1" Type="http://schemas.openxmlformats.org/officeDocument/2006/relationships/slideLayout" Target="../slideLayouts/slideLayout13.xml"/></Relationships>
</file>

<file path=ppt/slides/_rels/slide36.xml.rels><?xml version="1.0" encoding="UTF-8" standalone="yes"?>
<Relationships xmlns="http://schemas.openxmlformats.org/package/2006/relationships"><Relationship Id="rId3" Type="http://schemas.openxmlformats.org/officeDocument/2006/relationships/image" Target="../media/image40.jpeg"/><Relationship Id="rId2" Type="http://schemas.openxmlformats.org/officeDocument/2006/relationships/slideLayout" Target="../slideLayouts/slideLayout13.xml"/><Relationship Id="rId1" Type="http://schemas.openxmlformats.org/officeDocument/2006/relationships/themeOverride" Target="../theme/themeOverride1.xml"/></Relationships>
</file>

<file path=ppt/slides/_rels/slide37.xml.rels><?xml version="1.0" encoding="UTF-8" standalone="yes"?>
<Relationships xmlns="http://schemas.openxmlformats.org/package/2006/relationships"><Relationship Id="rId2" Type="http://schemas.openxmlformats.org/officeDocument/2006/relationships/image" Target="../media/image40.jpeg"/><Relationship Id="rId1" Type="http://schemas.openxmlformats.org/officeDocument/2006/relationships/slideLayout" Target="../slideLayouts/slideLayout13.xml"/></Relationships>
</file>

<file path=ppt/slides/_rels/slide38.xml.rels><?xml version="1.0" encoding="UTF-8" standalone="yes"?>
<Relationships xmlns="http://schemas.openxmlformats.org/package/2006/relationships"><Relationship Id="rId2" Type="http://schemas.openxmlformats.org/officeDocument/2006/relationships/image" Target="../media/image40.jpeg"/><Relationship Id="rId1" Type="http://schemas.openxmlformats.org/officeDocument/2006/relationships/slideLayout" Target="../slideLayouts/slideLayout13.xml"/></Relationships>
</file>

<file path=ppt/slides/_rels/slide39.xml.rels><?xml version="1.0" encoding="UTF-8" standalone="yes"?>
<Relationships xmlns="http://schemas.openxmlformats.org/package/2006/relationships"><Relationship Id="rId2" Type="http://schemas.openxmlformats.org/officeDocument/2006/relationships/image" Target="../media/image40.jpeg"/><Relationship Id="rId1" Type="http://schemas.openxmlformats.org/officeDocument/2006/relationships/slideLayout" Target="../slideLayouts/slideLayout13.xml"/></Relationships>
</file>

<file path=ppt/slides/_rels/slide40.xml.rels><?xml version="1.0" encoding="UTF-8" standalone="yes"?>
<Relationships xmlns="http://schemas.openxmlformats.org/package/2006/relationships"><Relationship Id="rId3" Type="http://schemas.openxmlformats.org/officeDocument/2006/relationships/image" Target="../media/image40.jpeg"/><Relationship Id="rId2" Type="http://schemas.openxmlformats.org/officeDocument/2006/relationships/notesSlide" Target="../notesSlides/notesSlide28.xml"/><Relationship Id="rId1" Type="http://schemas.openxmlformats.org/officeDocument/2006/relationships/slideLayout" Target="../slideLayouts/slideLayout13.xml"/></Relationships>
</file>

<file path=ppt/slides/_rels/slide41.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notesSlide" Target="../notesSlides/notesSlide29.xml"/><Relationship Id="rId1" Type="http://schemas.openxmlformats.org/officeDocument/2006/relationships/slideLayout" Target="../slideLayouts/slideLayout24.xml"/></Relationships>
</file>

<file path=ppt/slides/_rels/slide42.xml.rels><?xml version="1.0" encoding="UTF-8" standalone="yes"?>
<Relationships xmlns="http://schemas.openxmlformats.org/package/2006/relationships"><Relationship Id="rId3" Type="http://schemas.openxmlformats.org/officeDocument/2006/relationships/image" Target="../media/image42.jpeg"/><Relationship Id="rId2" Type="http://schemas.openxmlformats.org/officeDocument/2006/relationships/notesSlide" Target="../notesSlides/notesSlide30.xml"/><Relationship Id="rId1" Type="http://schemas.openxmlformats.org/officeDocument/2006/relationships/slideLayout" Target="../slideLayouts/slideLayout24.xml"/></Relationships>
</file>

<file path=ppt/slides/_rels/slide43.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notesSlide" Target="../notesSlides/notesSlide31.xml"/><Relationship Id="rId1" Type="http://schemas.openxmlformats.org/officeDocument/2006/relationships/slideLayout" Target="../slideLayouts/slideLayout24.xml"/><Relationship Id="rId5" Type="http://schemas.openxmlformats.org/officeDocument/2006/relationships/image" Target="../media/image45.svg"/><Relationship Id="rId4" Type="http://schemas.openxmlformats.org/officeDocument/2006/relationships/image" Target="../media/image44.png"/></Relationships>
</file>

<file path=ppt/slides/_rels/slide44.xml.rels><?xml version="1.0" encoding="UTF-8" standalone="yes"?>
<Relationships xmlns="http://schemas.openxmlformats.org/package/2006/relationships"><Relationship Id="rId8" Type="http://schemas.microsoft.com/office/2007/relationships/diagramDrawing" Target="../diagrams/drawing7.xml"/><Relationship Id="rId3" Type="http://schemas.openxmlformats.org/officeDocument/2006/relationships/image" Target="../media/image46.png"/><Relationship Id="rId7" Type="http://schemas.openxmlformats.org/officeDocument/2006/relationships/diagramColors" Target="../diagrams/colors7.xml"/><Relationship Id="rId2" Type="http://schemas.openxmlformats.org/officeDocument/2006/relationships/notesSlide" Target="../notesSlides/notesSlide32.xml"/><Relationship Id="rId1" Type="http://schemas.openxmlformats.org/officeDocument/2006/relationships/slideLayout" Target="../slideLayouts/slideLayout24.xml"/><Relationship Id="rId6" Type="http://schemas.openxmlformats.org/officeDocument/2006/relationships/diagramQuickStyle" Target="../diagrams/quickStyle7.xml"/><Relationship Id="rId5" Type="http://schemas.openxmlformats.org/officeDocument/2006/relationships/diagramLayout" Target="../diagrams/layout7.xml"/><Relationship Id="rId4" Type="http://schemas.openxmlformats.org/officeDocument/2006/relationships/diagramData" Target="../diagrams/data7.xml"/></Relationships>
</file>

<file path=ppt/slides/_rels/slide45.xml.rels><?xml version="1.0" encoding="UTF-8" standalone="yes"?>
<Relationships xmlns="http://schemas.openxmlformats.org/package/2006/relationships"><Relationship Id="rId3" Type="http://schemas.openxmlformats.org/officeDocument/2006/relationships/diagramData" Target="../diagrams/data8.xml"/><Relationship Id="rId7" Type="http://schemas.microsoft.com/office/2007/relationships/diagramDrawing" Target="../diagrams/drawing8.xml"/><Relationship Id="rId2" Type="http://schemas.openxmlformats.org/officeDocument/2006/relationships/notesSlide" Target="../notesSlides/notesSlide33.xml"/><Relationship Id="rId1" Type="http://schemas.openxmlformats.org/officeDocument/2006/relationships/slideLayout" Target="../slideLayouts/slideLayout24.xml"/><Relationship Id="rId6" Type="http://schemas.openxmlformats.org/officeDocument/2006/relationships/diagramColors" Target="../diagrams/colors8.xml"/><Relationship Id="rId5" Type="http://schemas.openxmlformats.org/officeDocument/2006/relationships/diagramQuickStyle" Target="../diagrams/quickStyle8.xml"/><Relationship Id="rId4" Type="http://schemas.openxmlformats.org/officeDocument/2006/relationships/diagramLayout" Target="../diagrams/layout8.xml"/></Relationships>
</file>

<file path=ppt/slides/_rels/slide46.xml.rels><?xml version="1.0" encoding="UTF-8" standalone="yes"?>
<Relationships xmlns="http://schemas.openxmlformats.org/package/2006/relationships"><Relationship Id="rId3" Type="http://schemas.openxmlformats.org/officeDocument/2006/relationships/diagramData" Target="../diagrams/data9.xml"/><Relationship Id="rId7" Type="http://schemas.microsoft.com/office/2007/relationships/diagramDrawing" Target="../diagrams/drawing9.xml"/><Relationship Id="rId2" Type="http://schemas.openxmlformats.org/officeDocument/2006/relationships/notesSlide" Target="../notesSlides/notesSlide34.xml"/><Relationship Id="rId1" Type="http://schemas.openxmlformats.org/officeDocument/2006/relationships/slideLayout" Target="../slideLayouts/slideLayout24.xml"/><Relationship Id="rId6" Type="http://schemas.openxmlformats.org/officeDocument/2006/relationships/diagramColors" Target="../diagrams/colors9.xml"/><Relationship Id="rId5" Type="http://schemas.openxmlformats.org/officeDocument/2006/relationships/diagramQuickStyle" Target="../diagrams/quickStyle9.xml"/><Relationship Id="rId4" Type="http://schemas.openxmlformats.org/officeDocument/2006/relationships/diagramLayout" Target="../diagrams/layout9.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24.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24.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24.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24.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24.xml"/></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24.xml"/></Relationships>
</file>

<file path=ppt/slides/_rels/slide54.xml.rels><?xml version="1.0" encoding="UTF-8" standalone="yes"?>
<Relationships xmlns="http://schemas.openxmlformats.org/package/2006/relationships"><Relationship Id="rId3" Type="http://schemas.openxmlformats.org/officeDocument/2006/relationships/diagramData" Target="../diagrams/data10.xml"/><Relationship Id="rId7" Type="http://schemas.microsoft.com/office/2007/relationships/diagramDrawing" Target="../diagrams/drawing10.xml"/><Relationship Id="rId2" Type="http://schemas.openxmlformats.org/officeDocument/2006/relationships/notesSlide" Target="../notesSlides/notesSlide41.xml"/><Relationship Id="rId1" Type="http://schemas.openxmlformats.org/officeDocument/2006/relationships/slideLayout" Target="../slideLayouts/slideLayout24.xml"/><Relationship Id="rId6" Type="http://schemas.openxmlformats.org/officeDocument/2006/relationships/diagramColors" Target="../diagrams/colors10.xml"/><Relationship Id="rId5" Type="http://schemas.openxmlformats.org/officeDocument/2006/relationships/diagramQuickStyle" Target="../diagrams/quickStyle10.xml"/><Relationship Id="rId4" Type="http://schemas.openxmlformats.org/officeDocument/2006/relationships/diagramLayout" Target="../diagrams/layout10.xml"/></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24.xml"/></Relationships>
</file>

<file path=ppt/slides/_rels/slide56.xml.rels><?xml version="1.0" encoding="UTF-8" standalone="yes"?>
<Relationships xmlns="http://schemas.openxmlformats.org/package/2006/relationships"><Relationship Id="rId3" Type="http://schemas.openxmlformats.org/officeDocument/2006/relationships/image" Target="../media/image59.png"/><Relationship Id="rId2" Type="http://schemas.openxmlformats.org/officeDocument/2006/relationships/notesSlide" Target="../notesSlides/notesSlide43.xml"/><Relationship Id="rId1" Type="http://schemas.openxmlformats.org/officeDocument/2006/relationships/slideLayout" Target="../slideLayouts/slideLayout24.xml"/><Relationship Id="rId4" Type="http://schemas.openxmlformats.org/officeDocument/2006/relationships/image" Target="../media/image60.svg"/></Relationships>
</file>

<file path=ppt/slides/_rels/slide57.xml.rels><?xml version="1.0" encoding="UTF-8" standalone="yes"?>
<Relationships xmlns="http://schemas.openxmlformats.org/package/2006/relationships"><Relationship Id="rId3" Type="http://schemas.openxmlformats.org/officeDocument/2006/relationships/diagramData" Target="../diagrams/data11.xml"/><Relationship Id="rId7" Type="http://schemas.microsoft.com/office/2007/relationships/diagramDrawing" Target="../diagrams/drawing11.xml"/><Relationship Id="rId2" Type="http://schemas.openxmlformats.org/officeDocument/2006/relationships/notesSlide" Target="../notesSlides/notesSlide44.xml"/><Relationship Id="rId1" Type="http://schemas.openxmlformats.org/officeDocument/2006/relationships/slideLayout" Target="../slideLayouts/slideLayout24.xml"/><Relationship Id="rId6" Type="http://schemas.openxmlformats.org/officeDocument/2006/relationships/diagramColors" Target="../diagrams/colors11.xml"/><Relationship Id="rId5" Type="http://schemas.openxmlformats.org/officeDocument/2006/relationships/diagramQuickStyle" Target="../diagrams/quickStyle11.xml"/><Relationship Id="rId4" Type="http://schemas.openxmlformats.org/officeDocument/2006/relationships/diagramLayout" Target="../diagrams/layout11.xml"/></Relationships>
</file>

<file path=ppt/slides/_rels/slide58.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24.xml"/></Relationships>
</file>

<file path=ppt/slides/_rels/slide59.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24.xml"/></Relationships>
</file>

<file path=ppt/slides/_rels/slide60.xml.rels><?xml version="1.0" encoding="UTF-8" standalone="yes"?>
<Relationships xmlns="http://schemas.openxmlformats.org/package/2006/relationships"><Relationship Id="rId3" Type="http://schemas.openxmlformats.org/officeDocument/2006/relationships/diagramLayout" Target="../diagrams/layout12.xml"/><Relationship Id="rId2" Type="http://schemas.openxmlformats.org/officeDocument/2006/relationships/diagramData" Target="../diagrams/data12.xml"/><Relationship Id="rId1" Type="http://schemas.openxmlformats.org/officeDocument/2006/relationships/slideLayout" Target="../slideLayouts/slideLayout24.xml"/><Relationship Id="rId6" Type="http://schemas.microsoft.com/office/2007/relationships/diagramDrawing" Target="../diagrams/drawing12.xml"/><Relationship Id="rId5" Type="http://schemas.openxmlformats.org/officeDocument/2006/relationships/diagramColors" Target="../diagrams/colors12.xml"/><Relationship Id="rId4" Type="http://schemas.openxmlformats.org/officeDocument/2006/relationships/diagramQuickStyle" Target="../diagrams/quickStyle12.xml"/></Relationships>
</file>

<file path=ppt/slides/_rels/slide61.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24.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64.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24.xml"/></Relationships>
</file>

<file path=ppt/slides/_rels/slide65.xml.rels><?xml version="1.0" encoding="UTF-8" standalone="yes"?>
<Relationships xmlns="http://schemas.openxmlformats.org/package/2006/relationships"><Relationship Id="rId3" Type="http://schemas.openxmlformats.org/officeDocument/2006/relationships/image" Target="../media/image71.jpeg"/><Relationship Id="rId2" Type="http://schemas.openxmlformats.org/officeDocument/2006/relationships/notesSlide" Target="../notesSlides/notesSlide49.xml"/><Relationship Id="rId1" Type="http://schemas.openxmlformats.org/officeDocument/2006/relationships/slideLayout" Target="../slideLayouts/slideLayout24.xml"/><Relationship Id="rId5" Type="http://schemas.openxmlformats.org/officeDocument/2006/relationships/image" Target="../media/image73.svg"/><Relationship Id="rId4" Type="http://schemas.openxmlformats.org/officeDocument/2006/relationships/image" Target="../media/image72.png"/></Relationships>
</file>

<file path=ppt/slides/_rels/slide66.xml.rels><?xml version="1.0" encoding="UTF-8" standalone="yes"?>
<Relationships xmlns="http://schemas.openxmlformats.org/package/2006/relationships"><Relationship Id="rId3" Type="http://schemas.openxmlformats.org/officeDocument/2006/relationships/image" Target="../media/image71.jpeg"/><Relationship Id="rId2" Type="http://schemas.openxmlformats.org/officeDocument/2006/relationships/notesSlide" Target="../notesSlides/notesSlide50.xml"/><Relationship Id="rId1" Type="http://schemas.openxmlformats.org/officeDocument/2006/relationships/slideLayout" Target="../slideLayouts/slideLayout24.xml"/></Relationships>
</file>

<file path=ppt/slides/_rels/slide67.xml.rels><?xml version="1.0" encoding="UTF-8" standalone="yes"?>
<Relationships xmlns="http://schemas.openxmlformats.org/package/2006/relationships"><Relationship Id="rId3" Type="http://schemas.openxmlformats.org/officeDocument/2006/relationships/image" Target="../media/image74.jpeg"/><Relationship Id="rId2" Type="http://schemas.openxmlformats.org/officeDocument/2006/relationships/notesSlide" Target="../notesSlides/notesSlide51.xml"/><Relationship Id="rId1" Type="http://schemas.openxmlformats.org/officeDocument/2006/relationships/slideLayout" Target="../slideLayouts/slideLayout24.xml"/></Relationships>
</file>

<file path=ppt/slides/_rels/slide68.xml.rels><?xml version="1.0" encoding="UTF-8" standalone="yes"?>
<Relationships xmlns="http://schemas.openxmlformats.org/package/2006/relationships"><Relationship Id="rId3" Type="http://schemas.openxmlformats.org/officeDocument/2006/relationships/image" Target="../media/image74.jpeg"/><Relationship Id="rId2" Type="http://schemas.openxmlformats.org/officeDocument/2006/relationships/notesSlide" Target="../notesSlides/notesSlide52.xml"/><Relationship Id="rId1" Type="http://schemas.openxmlformats.org/officeDocument/2006/relationships/slideLayout" Target="../slideLayouts/slideLayout24.xml"/></Relationships>
</file>

<file path=ppt/slides/_rels/slide69.xml.rels><?xml version="1.0" encoding="UTF-8" standalone="yes"?>
<Relationships xmlns="http://schemas.openxmlformats.org/package/2006/relationships"><Relationship Id="rId3" Type="http://schemas.openxmlformats.org/officeDocument/2006/relationships/image" Target="../media/image74.jpeg"/><Relationship Id="rId2" Type="http://schemas.openxmlformats.org/officeDocument/2006/relationships/notesSlide" Target="../notesSlides/notesSlide53.xml"/><Relationship Id="rId1" Type="http://schemas.openxmlformats.org/officeDocument/2006/relationships/slideLayout" Target="../slideLayouts/slideLayout24.xml"/></Relationships>
</file>

<file path=ppt/slides/_rels/slide70.xml.rels><?xml version="1.0" encoding="UTF-8" standalone="yes"?>
<Relationships xmlns="http://schemas.openxmlformats.org/package/2006/relationships"><Relationship Id="rId3" Type="http://schemas.openxmlformats.org/officeDocument/2006/relationships/image" Target="../media/image75.jpeg"/><Relationship Id="rId2" Type="http://schemas.openxmlformats.org/officeDocument/2006/relationships/notesSlide" Target="../notesSlides/notesSlide54.xml"/><Relationship Id="rId1" Type="http://schemas.openxmlformats.org/officeDocument/2006/relationships/slideLayout" Target="../slideLayouts/slideLayout24.xml"/><Relationship Id="rId4" Type="http://schemas.openxmlformats.org/officeDocument/2006/relationships/image" Target="../media/image17.jpeg"/></Relationships>
</file>

<file path=ppt/slides/_rels/slide71.xml.rels><?xml version="1.0" encoding="UTF-8" standalone="yes"?>
<Relationships xmlns="http://schemas.openxmlformats.org/package/2006/relationships"><Relationship Id="rId3" Type="http://schemas.openxmlformats.org/officeDocument/2006/relationships/image" Target="../media/image75.jpeg"/><Relationship Id="rId2" Type="http://schemas.openxmlformats.org/officeDocument/2006/relationships/notesSlide" Target="../notesSlides/notesSlide55.xml"/><Relationship Id="rId1" Type="http://schemas.openxmlformats.org/officeDocument/2006/relationships/slideLayout" Target="../slideLayouts/slideLayout24.xml"/></Relationships>
</file>

<file path=ppt/slides/_rels/slide72.xml.rels><?xml version="1.0" encoding="UTF-8" standalone="yes"?>
<Relationships xmlns="http://schemas.openxmlformats.org/package/2006/relationships"><Relationship Id="rId3" Type="http://schemas.openxmlformats.org/officeDocument/2006/relationships/diagramLayout" Target="../diagrams/layout13.xml"/><Relationship Id="rId2" Type="http://schemas.openxmlformats.org/officeDocument/2006/relationships/diagramData" Target="../diagrams/data13.xml"/><Relationship Id="rId1" Type="http://schemas.openxmlformats.org/officeDocument/2006/relationships/slideLayout" Target="../slideLayouts/slideLayout24.xml"/><Relationship Id="rId6" Type="http://schemas.microsoft.com/office/2007/relationships/diagramDrawing" Target="../diagrams/drawing13.xml"/><Relationship Id="rId5" Type="http://schemas.openxmlformats.org/officeDocument/2006/relationships/diagramColors" Target="../diagrams/colors13.xml"/><Relationship Id="rId4" Type="http://schemas.openxmlformats.org/officeDocument/2006/relationships/diagramQuickStyle" Target="../diagrams/quickStyle13.xml"/></Relationships>
</file>

<file path=ppt/slides/_rels/slide73.xml.rels><?xml version="1.0" encoding="UTF-8" standalone="yes"?>
<Relationships xmlns="http://schemas.openxmlformats.org/package/2006/relationships"><Relationship Id="rId3" Type="http://schemas.openxmlformats.org/officeDocument/2006/relationships/image" Target="../media/image82.jpeg"/><Relationship Id="rId2" Type="http://schemas.openxmlformats.org/officeDocument/2006/relationships/notesSlide" Target="../notesSlides/notesSlide56.xml"/><Relationship Id="rId1" Type="http://schemas.openxmlformats.org/officeDocument/2006/relationships/slideLayout" Target="../slideLayouts/slideLayout24.xml"/></Relationships>
</file>

<file path=ppt/slides/_rels/slide74.xml.rels><?xml version="1.0" encoding="UTF-8" standalone="yes"?>
<Relationships xmlns="http://schemas.openxmlformats.org/package/2006/relationships"><Relationship Id="rId2" Type="http://schemas.openxmlformats.org/officeDocument/2006/relationships/image" Target="../media/image82.jpeg"/><Relationship Id="rId1" Type="http://schemas.openxmlformats.org/officeDocument/2006/relationships/slideLayout" Target="../slideLayouts/slideLayout24.xml"/></Relationships>
</file>

<file path=ppt/slides/_rels/slide75.xml.rels><?xml version="1.0" encoding="UTF-8" standalone="yes"?>
<Relationships xmlns="http://schemas.openxmlformats.org/package/2006/relationships"><Relationship Id="rId3" Type="http://schemas.openxmlformats.org/officeDocument/2006/relationships/diagramData" Target="../diagrams/data14.xml"/><Relationship Id="rId7" Type="http://schemas.microsoft.com/office/2007/relationships/diagramDrawing" Target="../diagrams/drawing14.xml"/><Relationship Id="rId2" Type="http://schemas.openxmlformats.org/officeDocument/2006/relationships/image" Target="../media/image82.jpeg"/><Relationship Id="rId1" Type="http://schemas.openxmlformats.org/officeDocument/2006/relationships/slideLayout" Target="../slideLayouts/slideLayout24.xml"/><Relationship Id="rId6" Type="http://schemas.openxmlformats.org/officeDocument/2006/relationships/diagramColors" Target="../diagrams/colors14.xml"/><Relationship Id="rId5" Type="http://schemas.openxmlformats.org/officeDocument/2006/relationships/diagramQuickStyle" Target="../diagrams/quickStyle14.xml"/><Relationship Id="rId4" Type="http://schemas.openxmlformats.org/officeDocument/2006/relationships/diagramLayout" Target="../diagrams/layout14.xml"/></Relationships>
</file>

<file path=ppt/slides/_rels/slide76.xml.rels><?xml version="1.0" encoding="UTF-8" standalone="yes"?>
<Relationships xmlns="http://schemas.openxmlformats.org/package/2006/relationships"><Relationship Id="rId3" Type="http://schemas.openxmlformats.org/officeDocument/2006/relationships/image" Target="../media/image17.jpeg"/><Relationship Id="rId2" Type="http://schemas.openxmlformats.org/officeDocument/2006/relationships/image" Target="../media/image83.png"/><Relationship Id="rId1" Type="http://schemas.openxmlformats.org/officeDocument/2006/relationships/slideLayout" Target="../slideLayouts/slideLayout24.xml"/></Relationships>
</file>

<file path=ppt/slides/_rels/slide77.xml.rels><?xml version="1.0" encoding="UTF-8" standalone="yes"?>
<Relationships xmlns="http://schemas.openxmlformats.org/package/2006/relationships"><Relationship Id="rId2" Type="http://schemas.openxmlformats.org/officeDocument/2006/relationships/notesSlide" Target="../notesSlides/notesSlide57.xml"/><Relationship Id="rId1" Type="http://schemas.openxmlformats.org/officeDocument/2006/relationships/slideLayout" Target="../slideLayouts/slideLayout24.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3" name="Rectangle 17">
            <a:extLst>
              <a:ext uri="{FF2B5EF4-FFF2-40B4-BE49-F238E27FC236}">
                <a16:creationId xmlns:a16="http://schemas.microsoft.com/office/drawing/2014/main" id="{85CB65D0-496F-4797-A015-C85839E35D1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Picture 3" descr="Beyaz yüzeydeki yalıtılmış dallı ve çiçekler">
            <a:extLst>
              <a:ext uri="{FF2B5EF4-FFF2-40B4-BE49-F238E27FC236}">
                <a16:creationId xmlns:a16="http://schemas.microsoft.com/office/drawing/2014/main" id="{857BA7DC-78F9-C510-BFAC-72E7FB6E8076}"/>
              </a:ext>
            </a:extLst>
          </p:cNvPr>
          <p:cNvPicPr>
            <a:picLocks noChangeAspect="1"/>
          </p:cNvPicPr>
          <p:nvPr/>
        </p:nvPicPr>
        <p:blipFill>
          <a:blip r:embed="rId2" cstate="screen">
            <a:extLst>
              <a:ext uri="{28A0092B-C50C-407E-A947-70E740481C1C}">
                <a14:useLocalDpi xmlns:a14="http://schemas.microsoft.com/office/drawing/2010/main"/>
              </a:ext>
            </a:extLst>
          </a:blip>
          <a:srcRect/>
          <a:stretch/>
        </p:blipFill>
        <p:spPr>
          <a:xfrm>
            <a:off x="1" y="10"/>
            <a:ext cx="12192000" cy="6857989"/>
          </a:xfrm>
          <a:prstGeom prst="rect">
            <a:avLst/>
          </a:prstGeom>
        </p:spPr>
      </p:pic>
      <p:sp>
        <p:nvSpPr>
          <p:cNvPr id="24" name="Rectangle 19">
            <a:extLst>
              <a:ext uri="{FF2B5EF4-FFF2-40B4-BE49-F238E27FC236}">
                <a16:creationId xmlns:a16="http://schemas.microsoft.com/office/drawing/2014/main" id="{95D2C779-8883-4E5F-A170-0F464918C1B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2307" y="990598"/>
            <a:ext cx="12188952" cy="4745182"/>
          </a:xfrm>
          <a:prstGeom prst="rect">
            <a:avLst/>
          </a:prstGeom>
          <a:gradFill>
            <a:gsLst>
              <a:gs pos="35000">
                <a:srgbClr val="000000">
                  <a:alpha val="41000"/>
                </a:srgbClr>
              </a:gs>
              <a:gs pos="0">
                <a:srgbClr val="000000">
                  <a:alpha val="0"/>
                </a:srgbClr>
              </a:gs>
              <a:gs pos="47744">
                <a:srgbClr val="000000">
                  <a:alpha val="51000"/>
                </a:srgbClr>
              </a:gs>
              <a:gs pos="70000">
                <a:srgbClr val="000000">
                  <a:alpha val="37000"/>
                </a:srgbClr>
              </a:gs>
              <a:gs pos="100000">
                <a:srgbClr val="000000">
                  <a:alpha val="0"/>
                </a:srgb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Başlık 1">
            <a:extLst>
              <a:ext uri="{FF2B5EF4-FFF2-40B4-BE49-F238E27FC236}">
                <a16:creationId xmlns:a16="http://schemas.microsoft.com/office/drawing/2014/main" id="{E409B56A-A43A-D0A7-2340-E5B1DB2024E9}"/>
              </a:ext>
            </a:extLst>
          </p:cNvPr>
          <p:cNvSpPr>
            <a:spLocks noGrp="1"/>
          </p:cNvSpPr>
          <p:nvPr>
            <p:ph type="ctrTitle"/>
          </p:nvPr>
        </p:nvSpPr>
        <p:spPr>
          <a:xfrm>
            <a:off x="1833541" y="990599"/>
            <a:ext cx="5619054" cy="4849091"/>
          </a:xfrm>
        </p:spPr>
        <p:txBody>
          <a:bodyPr anchor="ctr">
            <a:normAutofit/>
          </a:bodyPr>
          <a:lstStyle/>
          <a:p>
            <a:pPr algn="r"/>
            <a:r>
              <a:rPr lang="tr-TR">
                <a:solidFill>
                  <a:srgbClr val="FFFFFF"/>
                </a:solidFill>
              </a:rPr>
              <a:t>İŞLETME BİLİMİNE GİRİŞ</a:t>
            </a:r>
          </a:p>
        </p:txBody>
      </p:sp>
      <p:sp>
        <p:nvSpPr>
          <p:cNvPr id="3" name="Alt Başlık 2">
            <a:extLst>
              <a:ext uri="{FF2B5EF4-FFF2-40B4-BE49-F238E27FC236}">
                <a16:creationId xmlns:a16="http://schemas.microsoft.com/office/drawing/2014/main" id="{9C544556-43B3-3D1A-B9C9-DA835F4E851F}"/>
              </a:ext>
            </a:extLst>
          </p:cNvPr>
          <p:cNvSpPr>
            <a:spLocks noGrp="1"/>
          </p:cNvSpPr>
          <p:nvPr>
            <p:ph type="subTitle" idx="1"/>
          </p:nvPr>
        </p:nvSpPr>
        <p:spPr>
          <a:xfrm>
            <a:off x="8712865" y="1447799"/>
            <a:ext cx="2368905" cy="4076699"/>
          </a:xfrm>
        </p:spPr>
        <p:txBody>
          <a:bodyPr anchor="ctr">
            <a:normAutofit/>
          </a:bodyPr>
          <a:lstStyle/>
          <a:p>
            <a:r>
              <a:rPr lang="tr-TR">
                <a:solidFill>
                  <a:srgbClr val="FFFFFF"/>
                </a:solidFill>
              </a:rPr>
              <a:t>6.HAFTA</a:t>
            </a:r>
          </a:p>
          <a:p>
            <a:r>
              <a:rPr lang="tr-TR">
                <a:solidFill>
                  <a:srgbClr val="FFFFFF"/>
                </a:solidFill>
              </a:rPr>
              <a:t>DR.FATİH ÇALLI</a:t>
            </a:r>
          </a:p>
        </p:txBody>
      </p:sp>
      <p:cxnSp>
        <p:nvCxnSpPr>
          <p:cNvPr id="22" name="Straight Connector 21">
            <a:extLst>
              <a:ext uri="{FF2B5EF4-FFF2-40B4-BE49-F238E27FC236}">
                <a16:creationId xmlns:a16="http://schemas.microsoft.com/office/drawing/2014/main" id="{BD96A694-258D-4418-A83C-B9BA72FD44B8}"/>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V="1">
            <a:off x="8115300" y="1780927"/>
            <a:ext cx="0" cy="3390901"/>
          </a:xfrm>
          <a:prstGeom prst="line">
            <a:avLst/>
          </a:prstGeom>
          <a:ln w="44450">
            <a:solidFill>
              <a:srgbClr val="FFFFFF"/>
            </a:solidFill>
          </a:ln>
          <a:effectLst>
            <a:outerShdw blurRad="50800" dist="38100" dir="2700000" sx="88000" sy="88000" algn="tl" rotWithShape="0">
              <a:prstClr val="black">
                <a:alpha val="26000"/>
              </a:prstClr>
            </a:outerShdw>
          </a:effectLst>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215743599"/>
      </p:ext>
    </p:extLst>
  </p:cSld>
  <p:clrMapOvr>
    <a:overrideClrMapping bg1="dk1" tx1="lt1" bg2="dk2" tx2="lt2" accent1="accent1" accent2="accent2" accent3="accent3" accent4="accent4" accent5="accent5" accent6="accent6" hlink="hlink" folHlink="folHlink"/>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useBgFill="1">
        <p:nvSpPr>
          <p:cNvPr id="28" name="Rectangle 27">
            <a:extLst>
              <a:ext uri="{FF2B5EF4-FFF2-40B4-BE49-F238E27FC236}">
                <a16:creationId xmlns:a16="http://schemas.microsoft.com/office/drawing/2014/main" id="{40ACA6C3-F2FA-4894-85C1-9FA6051045C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12191695"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Meiryo"/>
              <a:ea typeface="+mn-ea"/>
              <a:cs typeface="+mn-cs"/>
            </a:endParaRPr>
          </a:p>
        </p:txBody>
      </p:sp>
      <p:sp>
        <p:nvSpPr>
          <p:cNvPr id="30" name="Freeform: Shape 29">
            <a:extLst>
              <a:ext uri="{FF2B5EF4-FFF2-40B4-BE49-F238E27FC236}">
                <a16:creationId xmlns:a16="http://schemas.microsoft.com/office/drawing/2014/main" id="{76922BA5-6683-4195-97C3-F3D2A0BB16B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5026626" y="-5026319"/>
            <a:ext cx="2138900" cy="12191541"/>
          </a:xfrm>
          <a:custGeom>
            <a:avLst/>
            <a:gdLst>
              <a:gd name="connsiteX0" fmla="*/ 0 w 2382867"/>
              <a:gd name="connsiteY0" fmla="*/ 12191541 h 12191541"/>
              <a:gd name="connsiteX1" fmla="*/ 0 w 2382867"/>
              <a:gd name="connsiteY1" fmla="*/ 0 h 12191541"/>
              <a:gd name="connsiteX2" fmla="*/ 1758230 w 2382867"/>
              <a:gd name="connsiteY2" fmla="*/ 0 h 12191541"/>
              <a:gd name="connsiteX3" fmla="*/ 1849759 w 2382867"/>
              <a:gd name="connsiteY3" fmla="*/ 405062 h 12191541"/>
              <a:gd name="connsiteX4" fmla="*/ 2382867 w 2382867"/>
              <a:gd name="connsiteY4" fmla="*/ 6524518 h 12191541"/>
              <a:gd name="connsiteX5" fmla="*/ 1334945 w 2382867"/>
              <a:gd name="connsiteY5" fmla="*/ 12017007 h 12191541"/>
              <a:gd name="connsiteX6" fmla="*/ 1268170 w 2382867"/>
              <a:gd name="connsiteY6" fmla="*/ 12191541 h 121915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382867" h="12191541">
                <a:moveTo>
                  <a:pt x="0" y="12191541"/>
                </a:moveTo>
                <a:lnTo>
                  <a:pt x="0" y="0"/>
                </a:lnTo>
                <a:lnTo>
                  <a:pt x="1758230" y="0"/>
                </a:lnTo>
                <a:lnTo>
                  <a:pt x="1849759" y="405062"/>
                </a:lnTo>
                <a:cubicBezTo>
                  <a:pt x="2196195" y="2048010"/>
                  <a:pt x="2382867" y="4186399"/>
                  <a:pt x="2382867" y="6524518"/>
                </a:cubicBezTo>
                <a:cubicBezTo>
                  <a:pt x="2382867" y="9147937"/>
                  <a:pt x="1893395" y="10555417"/>
                  <a:pt x="1334945" y="12017007"/>
                </a:cubicBezTo>
                <a:lnTo>
                  <a:pt x="1268170" y="12191541"/>
                </a:lnTo>
                <a:close/>
              </a:path>
            </a:pathLst>
          </a:custGeom>
          <a:solidFill>
            <a:schemeClr val="bg1">
              <a:alpha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FFFFFF"/>
              </a:solidFill>
              <a:effectLst/>
              <a:uLnTx/>
              <a:uFillTx/>
              <a:latin typeface="Meiryo"/>
              <a:ea typeface="+mn-ea"/>
              <a:cs typeface="+mn-cs"/>
            </a:endParaRPr>
          </a:p>
        </p:txBody>
      </p:sp>
      <p:sp>
        <p:nvSpPr>
          <p:cNvPr id="32" name="Freeform: Shape 31">
            <a:extLst>
              <a:ext uri="{FF2B5EF4-FFF2-40B4-BE49-F238E27FC236}">
                <a16:creationId xmlns:a16="http://schemas.microsoft.com/office/drawing/2014/main" id="{E59169C9-0DBE-4B66-9C16-22A64324AA6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5527211" y="-4339476"/>
            <a:ext cx="1137882" cy="12191694"/>
          </a:xfrm>
          <a:custGeom>
            <a:avLst/>
            <a:gdLst>
              <a:gd name="connsiteX0" fmla="*/ 0 w 1240954"/>
              <a:gd name="connsiteY0" fmla="*/ 12191694 h 12191694"/>
              <a:gd name="connsiteX1" fmla="*/ 72823 w 1240954"/>
              <a:gd name="connsiteY1" fmla="*/ 12017158 h 12191694"/>
              <a:gd name="connsiteX2" fmla="*/ 1215669 w 1240954"/>
              <a:gd name="connsiteY2" fmla="*/ 6524669 h 12191694"/>
              <a:gd name="connsiteX3" fmla="*/ 634271 w 1240954"/>
              <a:gd name="connsiteY3" fmla="*/ 405211 h 12191694"/>
              <a:gd name="connsiteX4" fmla="*/ 534414 w 1240954"/>
              <a:gd name="connsiteY4" fmla="*/ 0 h 12191694"/>
              <a:gd name="connsiteX5" fmla="*/ 559698 w 1240954"/>
              <a:gd name="connsiteY5" fmla="*/ 0 h 12191694"/>
              <a:gd name="connsiteX6" fmla="*/ 659555 w 1240954"/>
              <a:gd name="connsiteY6" fmla="*/ 405211 h 12191694"/>
              <a:gd name="connsiteX7" fmla="*/ 1240954 w 1240954"/>
              <a:gd name="connsiteY7" fmla="*/ 6524669 h 12191694"/>
              <a:gd name="connsiteX8" fmla="*/ 98108 w 1240954"/>
              <a:gd name="connsiteY8" fmla="*/ 12017158 h 12191694"/>
              <a:gd name="connsiteX9" fmla="*/ 25285 w 1240954"/>
              <a:gd name="connsiteY9" fmla="*/ 12191694 h 121916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240954" h="12191694">
                <a:moveTo>
                  <a:pt x="0" y="12191694"/>
                </a:moveTo>
                <a:lnTo>
                  <a:pt x="72823" y="12017158"/>
                </a:lnTo>
                <a:cubicBezTo>
                  <a:pt x="681859" y="10555569"/>
                  <a:pt x="1215669" y="9148088"/>
                  <a:pt x="1215669" y="6524669"/>
                </a:cubicBezTo>
                <a:cubicBezTo>
                  <a:pt x="1215670" y="4186551"/>
                  <a:pt x="1012087" y="2048160"/>
                  <a:pt x="634271" y="405211"/>
                </a:cubicBezTo>
                <a:lnTo>
                  <a:pt x="534414" y="0"/>
                </a:lnTo>
                <a:lnTo>
                  <a:pt x="559698" y="0"/>
                </a:lnTo>
                <a:lnTo>
                  <a:pt x="659555" y="405211"/>
                </a:lnTo>
                <a:cubicBezTo>
                  <a:pt x="1037372" y="2048160"/>
                  <a:pt x="1240954" y="4186551"/>
                  <a:pt x="1240954" y="6524669"/>
                </a:cubicBezTo>
                <a:cubicBezTo>
                  <a:pt x="1240954" y="9148088"/>
                  <a:pt x="707144" y="10555569"/>
                  <a:pt x="98108" y="12017158"/>
                </a:cubicBezTo>
                <a:lnTo>
                  <a:pt x="25285" y="12191694"/>
                </a:lnTo>
                <a:close/>
              </a:path>
            </a:pathLst>
          </a:cu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Meiryo"/>
              <a:ea typeface="+mn-ea"/>
              <a:cs typeface="+mn-cs"/>
            </a:endParaRPr>
          </a:p>
        </p:txBody>
      </p:sp>
      <p:sp>
        <p:nvSpPr>
          <p:cNvPr id="2" name="Başlık 1">
            <a:extLst>
              <a:ext uri="{FF2B5EF4-FFF2-40B4-BE49-F238E27FC236}">
                <a16:creationId xmlns:a16="http://schemas.microsoft.com/office/drawing/2014/main" id="{ECEE9996-579B-9D4A-B509-04C30879E33D}"/>
              </a:ext>
            </a:extLst>
          </p:cNvPr>
          <p:cNvSpPr>
            <a:spLocks noGrp="1"/>
          </p:cNvSpPr>
          <p:nvPr>
            <p:ph type="title"/>
          </p:nvPr>
        </p:nvSpPr>
        <p:spPr>
          <a:xfrm>
            <a:off x="1217944" y="543687"/>
            <a:ext cx="9756112" cy="1046868"/>
          </a:xfrm>
        </p:spPr>
        <p:txBody>
          <a:bodyPr anchor="ctr">
            <a:normAutofit/>
          </a:bodyPr>
          <a:lstStyle/>
          <a:p>
            <a:pPr algn="ctr"/>
            <a:r>
              <a:rPr lang="tr-TR"/>
              <a:t>YÖNETİM FONKSİYONLARI</a:t>
            </a:r>
          </a:p>
        </p:txBody>
      </p:sp>
      <p:sp>
        <p:nvSpPr>
          <p:cNvPr id="34" name="Freeform: Shape 33">
            <a:extLst>
              <a:ext uri="{FF2B5EF4-FFF2-40B4-BE49-F238E27FC236}">
                <a16:creationId xmlns:a16="http://schemas.microsoft.com/office/drawing/2014/main" id="{F0457BB4-CED7-4065-8959-D6B51491BBA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5590529" y="-4583452"/>
            <a:ext cx="1011248" cy="12191695"/>
          </a:xfrm>
          <a:custGeom>
            <a:avLst/>
            <a:gdLst>
              <a:gd name="connsiteX0" fmla="*/ 0 w 1102849"/>
              <a:gd name="connsiteY0" fmla="*/ 12191695 h 12191695"/>
              <a:gd name="connsiteX1" fmla="*/ 65312 w 1102849"/>
              <a:gd name="connsiteY1" fmla="*/ 12017158 h 12191695"/>
              <a:gd name="connsiteX2" fmla="*/ 1090278 w 1102849"/>
              <a:gd name="connsiteY2" fmla="*/ 6524670 h 12191695"/>
              <a:gd name="connsiteX3" fmla="*/ 568848 w 1102849"/>
              <a:gd name="connsiteY3" fmla="*/ 405211 h 12191695"/>
              <a:gd name="connsiteX4" fmla="*/ 479291 w 1102849"/>
              <a:gd name="connsiteY4" fmla="*/ 0 h 12191695"/>
              <a:gd name="connsiteX5" fmla="*/ 491862 w 1102849"/>
              <a:gd name="connsiteY5" fmla="*/ 0 h 12191695"/>
              <a:gd name="connsiteX6" fmla="*/ 581419 w 1102849"/>
              <a:gd name="connsiteY6" fmla="*/ 405211 h 12191695"/>
              <a:gd name="connsiteX7" fmla="*/ 1102849 w 1102849"/>
              <a:gd name="connsiteY7" fmla="*/ 6524670 h 12191695"/>
              <a:gd name="connsiteX8" fmla="*/ 77883 w 1102849"/>
              <a:gd name="connsiteY8" fmla="*/ 12017158 h 12191695"/>
              <a:gd name="connsiteX9" fmla="*/ 12571 w 1102849"/>
              <a:gd name="connsiteY9" fmla="*/ 12191695 h 121916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102849" h="12191695">
                <a:moveTo>
                  <a:pt x="0" y="12191695"/>
                </a:moveTo>
                <a:lnTo>
                  <a:pt x="65312" y="12017158"/>
                </a:lnTo>
                <a:cubicBezTo>
                  <a:pt x="611528" y="10555569"/>
                  <a:pt x="1090278" y="9148088"/>
                  <a:pt x="1090278" y="6524670"/>
                </a:cubicBezTo>
                <a:cubicBezTo>
                  <a:pt x="1090278" y="4186551"/>
                  <a:pt x="907694" y="2048159"/>
                  <a:pt x="568848" y="405211"/>
                </a:cubicBezTo>
                <a:lnTo>
                  <a:pt x="479291" y="0"/>
                </a:lnTo>
                <a:lnTo>
                  <a:pt x="491862" y="0"/>
                </a:lnTo>
                <a:lnTo>
                  <a:pt x="581419" y="405211"/>
                </a:lnTo>
                <a:cubicBezTo>
                  <a:pt x="920265" y="2048159"/>
                  <a:pt x="1102849" y="4186551"/>
                  <a:pt x="1102849" y="6524670"/>
                </a:cubicBezTo>
                <a:cubicBezTo>
                  <a:pt x="1102849" y="9148088"/>
                  <a:pt x="624099" y="10555569"/>
                  <a:pt x="77883" y="12017158"/>
                </a:cubicBezTo>
                <a:lnTo>
                  <a:pt x="12571" y="12191695"/>
                </a:lnTo>
                <a:close/>
              </a:path>
            </a:pathLst>
          </a:custGeom>
          <a:solidFill>
            <a:schemeClr val="bg2">
              <a:lumMod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Meiryo"/>
              <a:ea typeface="+mn-ea"/>
              <a:cs typeface="+mn-cs"/>
            </a:endParaRPr>
          </a:p>
        </p:txBody>
      </p:sp>
      <p:graphicFrame>
        <p:nvGraphicFramePr>
          <p:cNvPr id="24" name="İçerik Yer Tutucusu 2">
            <a:extLst>
              <a:ext uri="{FF2B5EF4-FFF2-40B4-BE49-F238E27FC236}">
                <a16:creationId xmlns:a16="http://schemas.microsoft.com/office/drawing/2014/main" id="{81B7578E-9F6A-1A33-F962-E5EE46BAC2B0}"/>
              </a:ext>
            </a:extLst>
          </p:cNvPr>
          <p:cNvGraphicFramePr>
            <a:graphicFrameLocks noGrp="1"/>
          </p:cNvGraphicFramePr>
          <p:nvPr>
            <p:ph idx="1"/>
            <p:extLst>
              <p:ext uri="{D42A27DB-BD31-4B8C-83A1-F6EECF244321}">
                <p14:modId xmlns:p14="http://schemas.microsoft.com/office/powerpoint/2010/main" val="3203829233"/>
              </p:ext>
            </p:extLst>
          </p:nvPr>
        </p:nvGraphicFramePr>
        <p:xfrm>
          <a:off x="1920875" y="2812010"/>
          <a:ext cx="8769350" cy="3289621"/>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284485103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useBgFill="1">
        <p:nvSpPr>
          <p:cNvPr id="15" name="Rectangle 14">
            <a:extLst>
              <a:ext uri="{FF2B5EF4-FFF2-40B4-BE49-F238E27FC236}">
                <a16:creationId xmlns:a16="http://schemas.microsoft.com/office/drawing/2014/main" id="{8950AD4C-6AF3-49F8-94E1-DBCAFB39478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Meiryo"/>
              <a:ea typeface="+mn-ea"/>
              <a:cs typeface="+mn-cs"/>
            </a:endParaRPr>
          </a:p>
        </p:txBody>
      </p:sp>
      <p:pic>
        <p:nvPicPr>
          <p:cNvPr id="5" name="İçerik Yer Tutucusu 4" descr="metin, yazı tipi, ekran görüntüsü içeren bir resim&#10;&#10;Açıklama otomatik olarak oluşturuldu">
            <a:extLst>
              <a:ext uri="{FF2B5EF4-FFF2-40B4-BE49-F238E27FC236}">
                <a16:creationId xmlns:a16="http://schemas.microsoft.com/office/drawing/2014/main" id="{F6E5A06D-4EED-E964-808B-72AAC6CB8B0C}"/>
              </a:ext>
            </a:extLst>
          </p:cNvPr>
          <p:cNvPicPr>
            <a:picLocks noGrp="1" noChangeAspect="1"/>
          </p:cNvPicPr>
          <p:nvPr>
            <p:ph idx="1"/>
          </p:nvPr>
        </p:nvPicPr>
        <p:blipFill>
          <a:blip r:embed="rId3"/>
          <a:stretch>
            <a:fillRect/>
          </a:stretch>
        </p:blipFill>
        <p:spPr>
          <a:xfrm>
            <a:off x="2247289" y="643467"/>
            <a:ext cx="7710819" cy="5571066"/>
          </a:xfrm>
          <a:prstGeom prst="rect">
            <a:avLst/>
          </a:prstGeom>
        </p:spPr>
      </p:pic>
      <p:sp>
        <p:nvSpPr>
          <p:cNvPr id="2" name="Metin kutusu 1">
            <a:extLst>
              <a:ext uri="{FF2B5EF4-FFF2-40B4-BE49-F238E27FC236}">
                <a16:creationId xmlns:a16="http://schemas.microsoft.com/office/drawing/2014/main" id="{24860EA2-EC40-2D64-354A-A3AC54B39671}"/>
              </a:ext>
            </a:extLst>
          </p:cNvPr>
          <p:cNvSpPr txBox="1"/>
          <p:nvPr/>
        </p:nvSpPr>
        <p:spPr>
          <a:xfrm>
            <a:off x="4710223" y="5433237"/>
            <a:ext cx="861237" cy="369332"/>
          </a:xfrm>
          <a:prstGeom prst="rect">
            <a:avLst/>
          </a:prstGeom>
          <a:solidFill>
            <a:schemeClr val="bg1"/>
          </a:solid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tr-TR" sz="1800" b="0" i="0" u="none" strike="noStrike" kern="1200" cap="none" spc="0" normalizeH="0" baseline="0" noProof="0" dirty="0">
              <a:ln>
                <a:noFill/>
              </a:ln>
              <a:solidFill>
                <a:srgbClr val="000000"/>
              </a:solidFill>
              <a:effectLst/>
              <a:uLnTx/>
              <a:uFillTx/>
              <a:latin typeface="Meiryo"/>
              <a:ea typeface="+mn-ea"/>
              <a:cs typeface="+mn-cs"/>
            </a:endParaRPr>
          </a:p>
        </p:txBody>
      </p:sp>
    </p:spTree>
    <p:extLst>
      <p:ext uri="{BB962C8B-B14F-4D97-AF65-F5344CB8AC3E}">
        <p14:creationId xmlns:p14="http://schemas.microsoft.com/office/powerpoint/2010/main" val="352494139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useBgFill="1">
        <p:nvSpPr>
          <p:cNvPr id="39" name="Rectangle 38">
            <a:extLst>
              <a:ext uri="{FF2B5EF4-FFF2-40B4-BE49-F238E27FC236}">
                <a16:creationId xmlns:a16="http://schemas.microsoft.com/office/drawing/2014/main" id="{AC14302F-E955-47D0-A56B-D1D1A6953B5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473" y="-9274"/>
            <a:ext cx="12191695"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Meiryo"/>
              <a:ea typeface="+mn-ea"/>
              <a:cs typeface="+mn-cs"/>
            </a:endParaRPr>
          </a:p>
        </p:txBody>
      </p:sp>
      <p:grpSp>
        <p:nvGrpSpPr>
          <p:cNvPr id="41" name="Group 40">
            <a:extLst>
              <a:ext uri="{FF2B5EF4-FFF2-40B4-BE49-F238E27FC236}">
                <a16:creationId xmlns:a16="http://schemas.microsoft.com/office/drawing/2014/main" id="{DC310F6C-D8CB-4984-9F9B-BA18C171928E}"/>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812079" y="1033741"/>
            <a:ext cx="4908132" cy="4613915"/>
            <a:chOff x="659679" y="950330"/>
            <a:chExt cx="4908132" cy="4613915"/>
          </a:xfrm>
        </p:grpSpPr>
        <p:sp>
          <p:nvSpPr>
            <p:cNvPr id="42" name="Freeform: Shape 41">
              <a:extLst>
                <a:ext uri="{FF2B5EF4-FFF2-40B4-BE49-F238E27FC236}">
                  <a16:creationId xmlns:a16="http://schemas.microsoft.com/office/drawing/2014/main" id="{6750E550-BE93-4743-8659-1531F86CB6C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flipH="1">
              <a:off x="816216" y="1107426"/>
              <a:ext cx="4619072" cy="4342182"/>
            </a:xfrm>
            <a:custGeom>
              <a:avLst/>
              <a:gdLst>
                <a:gd name="connsiteX0" fmla="*/ 2180840 w 3810827"/>
                <a:gd name="connsiteY0" fmla="*/ 0 h 3634591"/>
                <a:gd name="connsiteX1" fmla="*/ 2866380 w 3810827"/>
                <a:gd name="connsiteY1" fmla="*/ 145165 h 3634591"/>
                <a:gd name="connsiteX2" fmla="*/ 3366366 w 3810827"/>
                <a:gd name="connsiteY2" fmla="*/ 536835 h 3634591"/>
                <a:gd name="connsiteX3" fmla="*/ 3810827 w 3810827"/>
                <a:gd name="connsiteY3" fmla="*/ 1924156 h 3634591"/>
                <a:gd name="connsiteX4" fmla="*/ 3612844 w 3810827"/>
                <a:gd name="connsiteY4" fmla="*/ 2493111 h 3634591"/>
                <a:gd name="connsiteX5" fmla="*/ 3026664 w 3810827"/>
                <a:gd name="connsiteY5" fmla="*/ 3022891 h 3634591"/>
                <a:gd name="connsiteX6" fmla="*/ 2897783 w 3810827"/>
                <a:gd name="connsiteY6" fmla="*/ 3124233 h 3634591"/>
                <a:gd name="connsiteX7" fmla="*/ 1838765 w 3810827"/>
                <a:gd name="connsiteY7" fmla="*/ 3634591 h 3634591"/>
                <a:gd name="connsiteX8" fmla="*/ 443724 w 3810827"/>
                <a:gd name="connsiteY8" fmla="*/ 2805020 h 3634591"/>
                <a:gd name="connsiteX9" fmla="*/ 295053 w 3810827"/>
                <a:gd name="connsiteY9" fmla="*/ 2592792 h 3634591"/>
                <a:gd name="connsiteX10" fmla="*/ 0 w 3810827"/>
                <a:gd name="connsiteY10" fmla="*/ 1924156 h 3634591"/>
                <a:gd name="connsiteX11" fmla="*/ 178275 w 3810827"/>
                <a:gd name="connsiteY11" fmla="*/ 1204061 h 3634591"/>
                <a:gd name="connsiteX12" fmla="*/ 669921 w 3810827"/>
                <a:gd name="connsiteY12" fmla="*/ 585306 h 3634591"/>
                <a:gd name="connsiteX13" fmla="*/ 1380730 w 3810827"/>
                <a:gd name="connsiteY13" fmla="*/ 156203 h 3634591"/>
                <a:gd name="connsiteX14" fmla="*/ 2180840 w 3810827"/>
                <a:gd name="connsiteY14" fmla="*/ 0 h 36345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3810827" h="3634591">
                  <a:moveTo>
                    <a:pt x="2180840" y="0"/>
                  </a:moveTo>
                  <a:cubicBezTo>
                    <a:pt x="2431406" y="0"/>
                    <a:pt x="2662018" y="48886"/>
                    <a:pt x="2866380" y="145165"/>
                  </a:cubicBezTo>
                  <a:cubicBezTo>
                    <a:pt x="3057903" y="235467"/>
                    <a:pt x="3226119" y="367269"/>
                    <a:pt x="3366366" y="536835"/>
                  </a:cubicBezTo>
                  <a:cubicBezTo>
                    <a:pt x="3652997" y="883519"/>
                    <a:pt x="3810827" y="1376199"/>
                    <a:pt x="3810827" y="1924156"/>
                  </a:cubicBezTo>
                  <a:cubicBezTo>
                    <a:pt x="3810827" y="2142775"/>
                    <a:pt x="3749739" y="2318234"/>
                    <a:pt x="3612844" y="2493111"/>
                  </a:cubicBezTo>
                  <a:cubicBezTo>
                    <a:pt x="3469652" y="2676041"/>
                    <a:pt x="3254495" y="2844528"/>
                    <a:pt x="3026664" y="3022891"/>
                  </a:cubicBezTo>
                  <a:cubicBezTo>
                    <a:pt x="2984630" y="3055759"/>
                    <a:pt x="2941206" y="3089789"/>
                    <a:pt x="2897783" y="3124233"/>
                  </a:cubicBezTo>
                  <a:cubicBezTo>
                    <a:pt x="2509094" y="3432490"/>
                    <a:pt x="2225408" y="3634591"/>
                    <a:pt x="1838765" y="3634591"/>
                  </a:cubicBezTo>
                  <a:cubicBezTo>
                    <a:pt x="1249640" y="3634591"/>
                    <a:pt x="832413" y="3386508"/>
                    <a:pt x="443724" y="2805020"/>
                  </a:cubicBezTo>
                  <a:cubicBezTo>
                    <a:pt x="392859" y="2728910"/>
                    <a:pt x="343138" y="2659690"/>
                    <a:pt x="295053" y="2592792"/>
                  </a:cubicBezTo>
                  <a:cubicBezTo>
                    <a:pt x="95761" y="2315411"/>
                    <a:pt x="0" y="2171160"/>
                    <a:pt x="0" y="1924156"/>
                  </a:cubicBezTo>
                  <a:cubicBezTo>
                    <a:pt x="0" y="1678896"/>
                    <a:pt x="60024" y="1436622"/>
                    <a:pt x="178275" y="1204061"/>
                  </a:cubicBezTo>
                  <a:cubicBezTo>
                    <a:pt x="293990" y="976561"/>
                    <a:pt x="459425" y="768319"/>
                    <a:pt x="669921" y="585306"/>
                  </a:cubicBezTo>
                  <a:cubicBezTo>
                    <a:pt x="876818" y="405365"/>
                    <a:pt x="1122558" y="256964"/>
                    <a:pt x="1380730" y="156203"/>
                  </a:cubicBezTo>
                  <a:cubicBezTo>
                    <a:pt x="1645852" y="52539"/>
                    <a:pt x="1915145" y="0"/>
                    <a:pt x="2180840" y="0"/>
                  </a:cubicBezTo>
                  <a:close/>
                </a:path>
              </a:pathLst>
            </a:custGeom>
            <a:solidFill>
              <a:schemeClr val="bg1">
                <a:alpha val="60000"/>
              </a:schemeClr>
            </a:solidFill>
            <a:ln w="19050">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FFFFFF"/>
                </a:solidFill>
                <a:effectLst/>
                <a:uLnTx/>
                <a:uFillTx/>
                <a:latin typeface="Meiryo"/>
                <a:ea typeface="+mn-ea"/>
                <a:cs typeface="+mn-cs"/>
              </a:endParaRPr>
            </a:p>
          </p:txBody>
        </p:sp>
        <p:sp>
          <p:nvSpPr>
            <p:cNvPr id="43" name="Freeform: Shape 42">
              <a:extLst>
                <a:ext uri="{FF2B5EF4-FFF2-40B4-BE49-F238E27FC236}">
                  <a16:creationId xmlns:a16="http://schemas.microsoft.com/office/drawing/2014/main" id="{BE626DC7-F0FE-49A7-AA4C-A8DB1F7EBA2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flipH="1">
              <a:off x="864593" y="1253260"/>
              <a:ext cx="4488025" cy="4074679"/>
            </a:xfrm>
            <a:custGeom>
              <a:avLst/>
              <a:gdLst>
                <a:gd name="connsiteX0" fmla="*/ 2180840 w 3810827"/>
                <a:gd name="connsiteY0" fmla="*/ 0 h 3634591"/>
                <a:gd name="connsiteX1" fmla="*/ 2866380 w 3810827"/>
                <a:gd name="connsiteY1" fmla="*/ 145165 h 3634591"/>
                <a:gd name="connsiteX2" fmla="*/ 3366366 w 3810827"/>
                <a:gd name="connsiteY2" fmla="*/ 536835 h 3634591"/>
                <a:gd name="connsiteX3" fmla="*/ 3810827 w 3810827"/>
                <a:gd name="connsiteY3" fmla="*/ 1924156 h 3634591"/>
                <a:gd name="connsiteX4" fmla="*/ 3612844 w 3810827"/>
                <a:gd name="connsiteY4" fmla="*/ 2493111 h 3634591"/>
                <a:gd name="connsiteX5" fmla="*/ 3026664 w 3810827"/>
                <a:gd name="connsiteY5" fmla="*/ 3022891 h 3634591"/>
                <a:gd name="connsiteX6" fmla="*/ 2897783 w 3810827"/>
                <a:gd name="connsiteY6" fmla="*/ 3124233 h 3634591"/>
                <a:gd name="connsiteX7" fmla="*/ 1838765 w 3810827"/>
                <a:gd name="connsiteY7" fmla="*/ 3634591 h 3634591"/>
                <a:gd name="connsiteX8" fmla="*/ 443724 w 3810827"/>
                <a:gd name="connsiteY8" fmla="*/ 2805020 h 3634591"/>
                <a:gd name="connsiteX9" fmla="*/ 295053 w 3810827"/>
                <a:gd name="connsiteY9" fmla="*/ 2592792 h 3634591"/>
                <a:gd name="connsiteX10" fmla="*/ 0 w 3810827"/>
                <a:gd name="connsiteY10" fmla="*/ 1924156 h 3634591"/>
                <a:gd name="connsiteX11" fmla="*/ 178275 w 3810827"/>
                <a:gd name="connsiteY11" fmla="*/ 1204061 h 3634591"/>
                <a:gd name="connsiteX12" fmla="*/ 669921 w 3810827"/>
                <a:gd name="connsiteY12" fmla="*/ 585306 h 3634591"/>
                <a:gd name="connsiteX13" fmla="*/ 1380730 w 3810827"/>
                <a:gd name="connsiteY13" fmla="*/ 156203 h 3634591"/>
                <a:gd name="connsiteX14" fmla="*/ 2180840 w 3810827"/>
                <a:gd name="connsiteY14" fmla="*/ 0 h 36345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3810827" h="3634591">
                  <a:moveTo>
                    <a:pt x="2180840" y="0"/>
                  </a:moveTo>
                  <a:cubicBezTo>
                    <a:pt x="2431406" y="0"/>
                    <a:pt x="2662018" y="48886"/>
                    <a:pt x="2866380" y="145165"/>
                  </a:cubicBezTo>
                  <a:cubicBezTo>
                    <a:pt x="3057903" y="235467"/>
                    <a:pt x="3226119" y="367269"/>
                    <a:pt x="3366366" y="536835"/>
                  </a:cubicBezTo>
                  <a:cubicBezTo>
                    <a:pt x="3652997" y="883519"/>
                    <a:pt x="3810827" y="1376199"/>
                    <a:pt x="3810827" y="1924156"/>
                  </a:cubicBezTo>
                  <a:cubicBezTo>
                    <a:pt x="3810827" y="2142775"/>
                    <a:pt x="3749739" y="2318234"/>
                    <a:pt x="3612844" y="2493111"/>
                  </a:cubicBezTo>
                  <a:cubicBezTo>
                    <a:pt x="3469652" y="2676041"/>
                    <a:pt x="3254495" y="2844528"/>
                    <a:pt x="3026664" y="3022891"/>
                  </a:cubicBezTo>
                  <a:cubicBezTo>
                    <a:pt x="2984630" y="3055759"/>
                    <a:pt x="2941206" y="3089789"/>
                    <a:pt x="2897783" y="3124233"/>
                  </a:cubicBezTo>
                  <a:cubicBezTo>
                    <a:pt x="2509094" y="3432490"/>
                    <a:pt x="2225408" y="3634591"/>
                    <a:pt x="1838765" y="3634591"/>
                  </a:cubicBezTo>
                  <a:cubicBezTo>
                    <a:pt x="1249640" y="3634591"/>
                    <a:pt x="832413" y="3386508"/>
                    <a:pt x="443724" y="2805020"/>
                  </a:cubicBezTo>
                  <a:cubicBezTo>
                    <a:pt x="392859" y="2728910"/>
                    <a:pt x="343138" y="2659690"/>
                    <a:pt x="295053" y="2592792"/>
                  </a:cubicBezTo>
                  <a:cubicBezTo>
                    <a:pt x="95761" y="2315411"/>
                    <a:pt x="0" y="2171160"/>
                    <a:pt x="0" y="1924156"/>
                  </a:cubicBezTo>
                  <a:cubicBezTo>
                    <a:pt x="0" y="1678896"/>
                    <a:pt x="60024" y="1436622"/>
                    <a:pt x="178275" y="1204061"/>
                  </a:cubicBezTo>
                  <a:cubicBezTo>
                    <a:pt x="293990" y="976561"/>
                    <a:pt x="459425" y="768319"/>
                    <a:pt x="669921" y="585306"/>
                  </a:cubicBezTo>
                  <a:cubicBezTo>
                    <a:pt x="876818" y="405365"/>
                    <a:pt x="1122558" y="256964"/>
                    <a:pt x="1380730" y="156203"/>
                  </a:cubicBezTo>
                  <a:cubicBezTo>
                    <a:pt x="1645852" y="52539"/>
                    <a:pt x="1915145" y="0"/>
                    <a:pt x="2180840" y="0"/>
                  </a:cubicBezTo>
                  <a:close/>
                </a:path>
              </a:pathLst>
            </a:custGeom>
            <a:solidFill>
              <a:schemeClr val="bg1">
                <a:alpha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FFFFFF"/>
                </a:solidFill>
                <a:effectLst/>
                <a:uLnTx/>
                <a:uFillTx/>
                <a:latin typeface="Meiryo"/>
                <a:ea typeface="+mn-ea"/>
                <a:cs typeface="+mn-cs"/>
              </a:endParaRPr>
            </a:p>
          </p:txBody>
        </p:sp>
        <p:sp>
          <p:nvSpPr>
            <p:cNvPr id="44" name="Freeform: Shape 43">
              <a:extLst>
                <a:ext uri="{FF2B5EF4-FFF2-40B4-BE49-F238E27FC236}">
                  <a16:creationId xmlns:a16="http://schemas.microsoft.com/office/drawing/2014/main" id="{1EBB781F-78E5-4C66-811C-9FF8B5D501B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21300000" flipH="1">
              <a:off x="659679" y="950330"/>
              <a:ext cx="4908132" cy="4613915"/>
            </a:xfrm>
            <a:custGeom>
              <a:avLst/>
              <a:gdLst>
                <a:gd name="connsiteX0" fmla="*/ 2180840 w 3810827"/>
                <a:gd name="connsiteY0" fmla="*/ 0 h 3634591"/>
                <a:gd name="connsiteX1" fmla="*/ 2866380 w 3810827"/>
                <a:gd name="connsiteY1" fmla="*/ 145165 h 3634591"/>
                <a:gd name="connsiteX2" fmla="*/ 3366366 w 3810827"/>
                <a:gd name="connsiteY2" fmla="*/ 536835 h 3634591"/>
                <a:gd name="connsiteX3" fmla="*/ 3810827 w 3810827"/>
                <a:gd name="connsiteY3" fmla="*/ 1924156 h 3634591"/>
                <a:gd name="connsiteX4" fmla="*/ 3612844 w 3810827"/>
                <a:gd name="connsiteY4" fmla="*/ 2493111 h 3634591"/>
                <a:gd name="connsiteX5" fmla="*/ 3026664 w 3810827"/>
                <a:gd name="connsiteY5" fmla="*/ 3022891 h 3634591"/>
                <a:gd name="connsiteX6" fmla="*/ 2897783 w 3810827"/>
                <a:gd name="connsiteY6" fmla="*/ 3124233 h 3634591"/>
                <a:gd name="connsiteX7" fmla="*/ 1838765 w 3810827"/>
                <a:gd name="connsiteY7" fmla="*/ 3634591 h 3634591"/>
                <a:gd name="connsiteX8" fmla="*/ 443724 w 3810827"/>
                <a:gd name="connsiteY8" fmla="*/ 2805020 h 3634591"/>
                <a:gd name="connsiteX9" fmla="*/ 295053 w 3810827"/>
                <a:gd name="connsiteY9" fmla="*/ 2592792 h 3634591"/>
                <a:gd name="connsiteX10" fmla="*/ 0 w 3810827"/>
                <a:gd name="connsiteY10" fmla="*/ 1924156 h 3634591"/>
                <a:gd name="connsiteX11" fmla="*/ 178275 w 3810827"/>
                <a:gd name="connsiteY11" fmla="*/ 1204061 h 3634591"/>
                <a:gd name="connsiteX12" fmla="*/ 669921 w 3810827"/>
                <a:gd name="connsiteY12" fmla="*/ 585306 h 3634591"/>
                <a:gd name="connsiteX13" fmla="*/ 1380730 w 3810827"/>
                <a:gd name="connsiteY13" fmla="*/ 156203 h 3634591"/>
                <a:gd name="connsiteX14" fmla="*/ 2180840 w 3810827"/>
                <a:gd name="connsiteY14" fmla="*/ 0 h 36345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3810827" h="3634591">
                  <a:moveTo>
                    <a:pt x="2180840" y="0"/>
                  </a:moveTo>
                  <a:cubicBezTo>
                    <a:pt x="2431406" y="0"/>
                    <a:pt x="2662018" y="48886"/>
                    <a:pt x="2866380" y="145165"/>
                  </a:cubicBezTo>
                  <a:cubicBezTo>
                    <a:pt x="3057903" y="235467"/>
                    <a:pt x="3226119" y="367269"/>
                    <a:pt x="3366366" y="536835"/>
                  </a:cubicBezTo>
                  <a:cubicBezTo>
                    <a:pt x="3652997" y="883519"/>
                    <a:pt x="3810827" y="1376199"/>
                    <a:pt x="3810827" y="1924156"/>
                  </a:cubicBezTo>
                  <a:cubicBezTo>
                    <a:pt x="3810827" y="2142775"/>
                    <a:pt x="3749739" y="2318234"/>
                    <a:pt x="3612844" y="2493111"/>
                  </a:cubicBezTo>
                  <a:cubicBezTo>
                    <a:pt x="3469652" y="2676041"/>
                    <a:pt x="3254495" y="2844528"/>
                    <a:pt x="3026664" y="3022891"/>
                  </a:cubicBezTo>
                  <a:cubicBezTo>
                    <a:pt x="2984630" y="3055759"/>
                    <a:pt x="2941206" y="3089789"/>
                    <a:pt x="2897783" y="3124233"/>
                  </a:cubicBezTo>
                  <a:cubicBezTo>
                    <a:pt x="2509094" y="3432490"/>
                    <a:pt x="2225408" y="3634591"/>
                    <a:pt x="1838765" y="3634591"/>
                  </a:cubicBezTo>
                  <a:cubicBezTo>
                    <a:pt x="1249640" y="3634591"/>
                    <a:pt x="832413" y="3386508"/>
                    <a:pt x="443724" y="2805020"/>
                  </a:cubicBezTo>
                  <a:cubicBezTo>
                    <a:pt x="392859" y="2728910"/>
                    <a:pt x="343138" y="2659690"/>
                    <a:pt x="295053" y="2592792"/>
                  </a:cubicBezTo>
                  <a:cubicBezTo>
                    <a:pt x="95761" y="2315411"/>
                    <a:pt x="0" y="2171160"/>
                    <a:pt x="0" y="1924156"/>
                  </a:cubicBezTo>
                  <a:cubicBezTo>
                    <a:pt x="0" y="1678896"/>
                    <a:pt x="60024" y="1436622"/>
                    <a:pt x="178275" y="1204061"/>
                  </a:cubicBezTo>
                  <a:cubicBezTo>
                    <a:pt x="293990" y="976561"/>
                    <a:pt x="459425" y="768319"/>
                    <a:pt x="669921" y="585306"/>
                  </a:cubicBezTo>
                  <a:cubicBezTo>
                    <a:pt x="876818" y="405365"/>
                    <a:pt x="1122558" y="256964"/>
                    <a:pt x="1380730" y="156203"/>
                  </a:cubicBezTo>
                  <a:cubicBezTo>
                    <a:pt x="1645852" y="52539"/>
                    <a:pt x="1915145" y="0"/>
                    <a:pt x="2180840" y="0"/>
                  </a:cubicBezTo>
                  <a:close/>
                </a:path>
              </a:pathLst>
            </a:custGeom>
            <a:noFill/>
            <a:ln w="19050">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FFFFFF"/>
                </a:solidFill>
                <a:effectLst/>
                <a:uLnTx/>
                <a:uFillTx/>
                <a:latin typeface="Meiryo"/>
                <a:ea typeface="+mn-ea"/>
                <a:cs typeface="+mn-cs"/>
              </a:endParaRPr>
            </a:p>
          </p:txBody>
        </p:sp>
      </p:grpSp>
      <p:sp>
        <p:nvSpPr>
          <p:cNvPr id="2" name="Başlık 1">
            <a:extLst>
              <a:ext uri="{FF2B5EF4-FFF2-40B4-BE49-F238E27FC236}">
                <a16:creationId xmlns:a16="http://schemas.microsoft.com/office/drawing/2014/main" id="{E6A3E1D0-492A-9640-9E14-0DD8D520EC4A}"/>
              </a:ext>
            </a:extLst>
          </p:cNvPr>
          <p:cNvSpPr>
            <a:spLocks noGrp="1"/>
          </p:cNvSpPr>
          <p:nvPr>
            <p:ph type="title"/>
          </p:nvPr>
        </p:nvSpPr>
        <p:spPr>
          <a:xfrm>
            <a:off x="1829849" y="1899904"/>
            <a:ext cx="3312116" cy="2934031"/>
          </a:xfrm>
        </p:spPr>
        <p:txBody>
          <a:bodyPr anchor="ctr">
            <a:normAutofit/>
          </a:bodyPr>
          <a:lstStyle/>
          <a:p>
            <a:r>
              <a:rPr lang="tr-TR"/>
              <a:t>1.PLANLAMA</a:t>
            </a:r>
          </a:p>
        </p:txBody>
      </p:sp>
      <p:graphicFrame>
        <p:nvGraphicFramePr>
          <p:cNvPr id="35" name="İçerik Yer Tutucusu 2">
            <a:extLst>
              <a:ext uri="{FF2B5EF4-FFF2-40B4-BE49-F238E27FC236}">
                <a16:creationId xmlns:a16="http://schemas.microsoft.com/office/drawing/2014/main" id="{2AF59B9B-2915-075E-1B9D-65A42CBC5455}"/>
              </a:ext>
            </a:extLst>
          </p:cNvPr>
          <p:cNvGraphicFramePr>
            <a:graphicFrameLocks noGrp="1"/>
          </p:cNvGraphicFramePr>
          <p:nvPr>
            <p:ph idx="1"/>
          </p:nvPr>
        </p:nvGraphicFramePr>
        <p:xfrm>
          <a:off x="6095999" y="940107"/>
          <a:ext cx="5076826" cy="5024131"/>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405758843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blipFill dpi="0" rotWithShape="1">
          <a:blip r:embed="rId2" cstate="screen">
            <a:alphaModFix amt="26000"/>
            <a:lum/>
            <a:extLst>
              <a:ext uri="{28A0092B-C50C-407E-A947-70E740481C1C}">
                <a14:useLocalDpi xmlns:a14="http://schemas.microsoft.com/office/drawing/2010/main"/>
              </a:ext>
            </a:extLst>
          </a:blip>
          <a:srcRect/>
          <a:stretch>
            <a:fillRect/>
          </a:stretch>
        </a:blip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C51A08AC-F796-409C-AD97-8B476289EC5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53" y="0"/>
            <a:ext cx="12191695"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Meiryo"/>
              <a:ea typeface="+mn-ea"/>
              <a:cs typeface="+mn-cs"/>
            </a:endParaRPr>
          </a:p>
        </p:txBody>
      </p:sp>
      <p:grpSp>
        <p:nvGrpSpPr>
          <p:cNvPr id="10" name="Group 9">
            <a:extLst>
              <a:ext uri="{FF2B5EF4-FFF2-40B4-BE49-F238E27FC236}">
                <a16:creationId xmlns:a16="http://schemas.microsoft.com/office/drawing/2014/main" id="{1E1B312B-4E9A-405C-9CE8-10325438035E}"/>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 y="0"/>
            <a:ext cx="10853745" cy="6858000"/>
            <a:chOff x="-1" y="0"/>
            <a:chExt cx="10934058" cy="6858000"/>
          </a:xfrm>
        </p:grpSpPr>
        <p:sp>
          <p:nvSpPr>
            <p:cNvPr id="11" name="Freeform: Shape 10">
              <a:extLst>
                <a:ext uri="{FF2B5EF4-FFF2-40B4-BE49-F238E27FC236}">
                  <a16:creationId xmlns:a16="http://schemas.microsoft.com/office/drawing/2014/main" id="{027ED404-4912-4C80-B5EB-98E67EB26AD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 y="0"/>
              <a:ext cx="10515600" cy="6858000"/>
            </a:xfrm>
            <a:custGeom>
              <a:avLst/>
              <a:gdLst>
                <a:gd name="connsiteX0" fmla="*/ 0 w 10515600"/>
                <a:gd name="connsiteY0" fmla="*/ 0 h 6858000"/>
                <a:gd name="connsiteX1" fmla="*/ 3039549 w 10515600"/>
                <a:gd name="connsiteY1" fmla="*/ 0 h 6858000"/>
                <a:gd name="connsiteX2" fmla="*/ 3387573 w 10515600"/>
                <a:gd name="connsiteY2" fmla="*/ 0 h 6858000"/>
                <a:gd name="connsiteX3" fmla="*/ 3678072 w 10515600"/>
                <a:gd name="connsiteY3" fmla="*/ 0 h 6858000"/>
                <a:gd name="connsiteX4" fmla="*/ 3721524 w 10515600"/>
                <a:gd name="connsiteY4" fmla="*/ 0 h 6858000"/>
                <a:gd name="connsiteX5" fmla="*/ 4595394 w 10515600"/>
                <a:gd name="connsiteY5" fmla="*/ 0 h 6858000"/>
                <a:gd name="connsiteX6" fmla="*/ 4607603 w 10515600"/>
                <a:gd name="connsiteY6" fmla="*/ 0 h 6858000"/>
                <a:gd name="connsiteX7" fmla="*/ 4733044 w 10515600"/>
                <a:gd name="connsiteY7" fmla="*/ 0 h 6858000"/>
                <a:gd name="connsiteX8" fmla="*/ 6226185 w 10515600"/>
                <a:gd name="connsiteY8" fmla="*/ 0 h 6858000"/>
                <a:gd name="connsiteX9" fmla="*/ 8892577 w 10515600"/>
                <a:gd name="connsiteY9" fmla="*/ 0 h 6858000"/>
                <a:gd name="connsiteX10" fmla="*/ 8914701 w 10515600"/>
                <a:gd name="connsiteY10" fmla="*/ 14997 h 6858000"/>
                <a:gd name="connsiteX11" fmla="*/ 10515600 w 10515600"/>
                <a:gd name="connsiteY11" fmla="*/ 3621656 h 6858000"/>
                <a:gd name="connsiteX12" fmla="*/ 8641250 w 10515600"/>
                <a:gd name="connsiteY12" fmla="*/ 6374814 h 6858000"/>
                <a:gd name="connsiteX13" fmla="*/ 8124602 w 10515600"/>
                <a:gd name="connsiteY13" fmla="*/ 6780599 h 6858000"/>
                <a:gd name="connsiteX14" fmla="*/ 8012846 w 10515600"/>
                <a:gd name="connsiteY14" fmla="*/ 6858000 h 6858000"/>
                <a:gd name="connsiteX15" fmla="*/ 6226185 w 10515600"/>
                <a:gd name="connsiteY15" fmla="*/ 6858000 h 6858000"/>
                <a:gd name="connsiteX16" fmla="*/ 4607603 w 10515600"/>
                <a:gd name="connsiteY16" fmla="*/ 6858000 h 6858000"/>
                <a:gd name="connsiteX17" fmla="*/ 4595394 w 10515600"/>
                <a:gd name="connsiteY17" fmla="*/ 6858000 h 6858000"/>
                <a:gd name="connsiteX18" fmla="*/ 4424650 w 10515600"/>
                <a:gd name="connsiteY18" fmla="*/ 6858000 h 6858000"/>
                <a:gd name="connsiteX19" fmla="*/ 3721524 w 10515600"/>
                <a:gd name="connsiteY19" fmla="*/ 6858000 h 6858000"/>
                <a:gd name="connsiteX20" fmla="*/ 3678072 w 10515600"/>
                <a:gd name="connsiteY20" fmla="*/ 6858000 h 6858000"/>
                <a:gd name="connsiteX21" fmla="*/ 3387573 w 10515600"/>
                <a:gd name="connsiteY21" fmla="*/ 6858000 h 6858000"/>
                <a:gd name="connsiteX22" fmla="*/ 3039549 w 10515600"/>
                <a:gd name="connsiteY22" fmla="*/ 6858000 h 6858000"/>
                <a:gd name="connsiteX23" fmla="*/ 0 w 10515600"/>
                <a:gd name="connsiteY23"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0515600" h="6858000">
                  <a:moveTo>
                    <a:pt x="0" y="0"/>
                  </a:moveTo>
                  <a:lnTo>
                    <a:pt x="3039549" y="0"/>
                  </a:lnTo>
                  <a:lnTo>
                    <a:pt x="3387573" y="0"/>
                  </a:lnTo>
                  <a:lnTo>
                    <a:pt x="3678072" y="0"/>
                  </a:lnTo>
                  <a:lnTo>
                    <a:pt x="3721524" y="0"/>
                  </a:lnTo>
                  <a:lnTo>
                    <a:pt x="4595394" y="0"/>
                  </a:lnTo>
                  <a:lnTo>
                    <a:pt x="4607603" y="0"/>
                  </a:lnTo>
                  <a:lnTo>
                    <a:pt x="4733044" y="0"/>
                  </a:lnTo>
                  <a:lnTo>
                    <a:pt x="6226185" y="0"/>
                  </a:lnTo>
                  <a:lnTo>
                    <a:pt x="8892577" y="0"/>
                  </a:lnTo>
                  <a:lnTo>
                    <a:pt x="8914701" y="14997"/>
                  </a:lnTo>
                  <a:cubicBezTo>
                    <a:pt x="9941864" y="754641"/>
                    <a:pt x="10515600" y="2093192"/>
                    <a:pt x="10515600" y="3621656"/>
                  </a:cubicBezTo>
                  <a:cubicBezTo>
                    <a:pt x="10515600" y="4969131"/>
                    <a:pt x="9586875" y="5602839"/>
                    <a:pt x="8641250" y="6374814"/>
                  </a:cubicBezTo>
                  <a:cubicBezTo>
                    <a:pt x="8469047" y="6515397"/>
                    <a:pt x="8298420" y="6653108"/>
                    <a:pt x="8124602" y="6780599"/>
                  </a:cubicBezTo>
                  <a:lnTo>
                    <a:pt x="8012846" y="6858000"/>
                  </a:lnTo>
                  <a:lnTo>
                    <a:pt x="6226185" y="6858000"/>
                  </a:lnTo>
                  <a:lnTo>
                    <a:pt x="4607603" y="6858000"/>
                  </a:lnTo>
                  <a:lnTo>
                    <a:pt x="4595394" y="6858000"/>
                  </a:lnTo>
                  <a:lnTo>
                    <a:pt x="4424650" y="6858000"/>
                  </a:lnTo>
                  <a:lnTo>
                    <a:pt x="3721524" y="6858000"/>
                  </a:lnTo>
                  <a:lnTo>
                    <a:pt x="3678072" y="6858000"/>
                  </a:lnTo>
                  <a:lnTo>
                    <a:pt x="3387573" y="6858000"/>
                  </a:lnTo>
                  <a:lnTo>
                    <a:pt x="3039549" y="6858000"/>
                  </a:lnTo>
                  <a:lnTo>
                    <a:pt x="0" y="6858000"/>
                  </a:lnTo>
                  <a:close/>
                </a:path>
              </a:pathLst>
            </a:custGeom>
            <a:solidFill>
              <a:schemeClr val="bg1">
                <a:alpha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Meiryo"/>
                <a:ea typeface="+mn-ea"/>
                <a:cs typeface="+mn-cs"/>
              </a:endParaRPr>
            </a:p>
          </p:txBody>
        </p:sp>
        <p:sp>
          <p:nvSpPr>
            <p:cNvPr id="12" name="Freeform: Shape 11">
              <a:extLst>
                <a:ext uri="{FF2B5EF4-FFF2-40B4-BE49-F238E27FC236}">
                  <a16:creationId xmlns:a16="http://schemas.microsoft.com/office/drawing/2014/main" id="{4E58012C-4DA3-4ED3-9500-41F9AF60B1A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8404334" y="0"/>
              <a:ext cx="2529723" cy="6858000"/>
            </a:xfrm>
            <a:custGeom>
              <a:avLst/>
              <a:gdLst>
                <a:gd name="connsiteX0" fmla="*/ 1258269 w 2529723"/>
                <a:gd name="connsiteY0" fmla="*/ 0 h 6858000"/>
                <a:gd name="connsiteX1" fmla="*/ 1275627 w 2529723"/>
                <a:gd name="connsiteY1" fmla="*/ 0 h 6858000"/>
                <a:gd name="connsiteX2" fmla="*/ 1302560 w 2529723"/>
                <a:gd name="connsiteY2" fmla="*/ 24338 h 6858000"/>
                <a:gd name="connsiteX3" fmla="*/ 2522825 w 2529723"/>
                <a:gd name="connsiteY3" fmla="*/ 3678515 h 6858000"/>
                <a:gd name="connsiteX4" fmla="*/ 557500 w 2529723"/>
                <a:gd name="connsiteY4" fmla="*/ 6451411 h 6858000"/>
                <a:gd name="connsiteX5" fmla="*/ 32482 w 2529723"/>
                <a:gd name="connsiteY5" fmla="*/ 6849373 h 6858000"/>
                <a:gd name="connsiteX6" fmla="*/ 19531 w 2529723"/>
                <a:gd name="connsiteY6" fmla="*/ 6858000 h 6858000"/>
                <a:gd name="connsiteX7" fmla="*/ 0 w 2529723"/>
                <a:gd name="connsiteY7" fmla="*/ 6858000 h 6858000"/>
                <a:gd name="connsiteX8" fmla="*/ 14202 w 2529723"/>
                <a:gd name="connsiteY8" fmla="*/ 6848540 h 6858000"/>
                <a:gd name="connsiteX9" fmla="*/ 539221 w 2529723"/>
                <a:gd name="connsiteY9" fmla="*/ 6450578 h 6858000"/>
                <a:gd name="connsiteX10" fmla="*/ 2504546 w 2529723"/>
                <a:gd name="connsiteY10" fmla="*/ 3677682 h 6858000"/>
                <a:gd name="connsiteX11" fmla="*/ 1284280 w 2529723"/>
                <a:gd name="connsiteY11" fmla="*/ 23504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529723" h="6858000">
                  <a:moveTo>
                    <a:pt x="1258269" y="0"/>
                  </a:moveTo>
                  <a:lnTo>
                    <a:pt x="1275627" y="0"/>
                  </a:lnTo>
                  <a:lnTo>
                    <a:pt x="1302560" y="24338"/>
                  </a:lnTo>
                  <a:cubicBezTo>
                    <a:pt x="2156831" y="855667"/>
                    <a:pt x="2590622" y="2191755"/>
                    <a:pt x="2522825" y="3678515"/>
                  </a:cubicBezTo>
                  <a:cubicBezTo>
                    <a:pt x="2459072" y="5076606"/>
                    <a:pt x="1519830" y="5692656"/>
                    <a:pt x="557500" y="6451411"/>
                  </a:cubicBezTo>
                  <a:cubicBezTo>
                    <a:pt x="382255" y="6589587"/>
                    <a:pt x="208689" y="6724853"/>
                    <a:pt x="32482" y="6849373"/>
                  </a:cubicBezTo>
                  <a:lnTo>
                    <a:pt x="19531" y="6858000"/>
                  </a:lnTo>
                  <a:lnTo>
                    <a:pt x="0" y="6858000"/>
                  </a:lnTo>
                  <a:lnTo>
                    <a:pt x="14202" y="6848540"/>
                  </a:lnTo>
                  <a:cubicBezTo>
                    <a:pt x="190409" y="6724020"/>
                    <a:pt x="363976" y="6588754"/>
                    <a:pt x="539221" y="6450578"/>
                  </a:cubicBezTo>
                  <a:cubicBezTo>
                    <a:pt x="1501550" y="5691822"/>
                    <a:pt x="2440792" y="5075773"/>
                    <a:pt x="2504546" y="3677682"/>
                  </a:cubicBezTo>
                  <a:cubicBezTo>
                    <a:pt x="2572343" y="2190921"/>
                    <a:pt x="2138551" y="854834"/>
                    <a:pt x="1284280" y="23504"/>
                  </a:cubicBezTo>
                  <a:close/>
                </a:path>
              </a:pathLst>
            </a:cu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Meiryo"/>
                <a:ea typeface="+mn-ea"/>
                <a:cs typeface="+mn-cs"/>
              </a:endParaRPr>
            </a:p>
          </p:txBody>
        </p:sp>
        <p:sp>
          <p:nvSpPr>
            <p:cNvPr id="13" name="Freeform: Shape 12">
              <a:extLst>
                <a:ext uri="{FF2B5EF4-FFF2-40B4-BE49-F238E27FC236}">
                  <a16:creationId xmlns:a16="http://schemas.microsoft.com/office/drawing/2014/main" id="{59AC73F7-22BD-4C46-B368-3F03B8478F9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8184327" y="0"/>
              <a:ext cx="2536434" cy="6858000"/>
            </a:xfrm>
            <a:custGeom>
              <a:avLst/>
              <a:gdLst>
                <a:gd name="connsiteX0" fmla="*/ 879731 w 2536434"/>
                <a:gd name="connsiteY0" fmla="*/ 0 h 6858000"/>
                <a:gd name="connsiteX1" fmla="*/ 913411 w 2536434"/>
                <a:gd name="connsiteY1" fmla="*/ 0 h 6858000"/>
                <a:gd name="connsiteX2" fmla="*/ 935535 w 2536434"/>
                <a:gd name="connsiteY2" fmla="*/ 14997 h 6858000"/>
                <a:gd name="connsiteX3" fmla="*/ 2536434 w 2536434"/>
                <a:gd name="connsiteY3" fmla="*/ 3621656 h 6858000"/>
                <a:gd name="connsiteX4" fmla="*/ 662084 w 2536434"/>
                <a:gd name="connsiteY4" fmla="*/ 6374814 h 6858000"/>
                <a:gd name="connsiteX5" fmla="*/ 145436 w 2536434"/>
                <a:gd name="connsiteY5" fmla="*/ 6780599 h 6858000"/>
                <a:gd name="connsiteX6" fmla="*/ 33680 w 2536434"/>
                <a:gd name="connsiteY6" fmla="*/ 6858000 h 6858000"/>
                <a:gd name="connsiteX7" fmla="*/ 0 w 2536434"/>
                <a:gd name="connsiteY7" fmla="*/ 6858000 h 6858000"/>
                <a:gd name="connsiteX8" fmla="*/ 111756 w 2536434"/>
                <a:gd name="connsiteY8" fmla="*/ 6780599 h 6858000"/>
                <a:gd name="connsiteX9" fmla="*/ 628404 w 2536434"/>
                <a:gd name="connsiteY9" fmla="*/ 6374814 h 6858000"/>
                <a:gd name="connsiteX10" fmla="*/ 2502754 w 2536434"/>
                <a:gd name="connsiteY10" fmla="*/ 3621656 h 6858000"/>
                <a:gd name="connsiteX11" fmla="*/ 901855 w 2536434"/>
                <a:gd name="connsiteY11" fmla="*/ 14997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536434" h="6858000">
                  <a:moveTo>
                    <a:pt x="879731" y="0"/>
                  </a:moveTo>
                  <a:lnTo>
                    <a:pt x="913411" y="0"/>
                  </a:lnTo>
                  <a:lnTo>
                    <a:pt x="935535" y="14997"/>
                  </a:lnTo>
                  <a:cubicBezTo>
                    <a:pt x="1962698" y="754641"/>
                    <a:pt x="2536434" y="2093192"/>
                    <a:pt x="2536434" y="3621656"/>
                  </a:cubicBezTo>
                  <a:cubicBezTo>
                    <a:pt x="2536434" y="4969131"/>
                    <a:pt x="1607709" y="5602839"/>
                    <a:pt x="662084" y="6374814"/>
                  </a:cubicBezTo>
                  <a:cubicBezTo>
                    <a:pt x="489881" y="6515397"/>
                    <a:pt x="319254" y="6653108"/>
                    <a:pt x="145436" y="6780599"/>
                  </a:cubicBezTo>
                  <a:lnTo>
                    <a:pt x="33680" y="6858000"/>
                  </a:lnTo>
                  <a:lnTo>
                    <a:pt x="0" y="6858000"/>
                  </a:lnTo>
                  <a:lnTo>
                    <a:pt x="111756" y="6780599"/>
                  </a:lnTo>
                  <a:cubicBezTo>
                    <a:pt x="285574" y="6653108"/>
                    <a:pt x="456201" y="6515397"/>
                    <a:pt x="628404" y="6374814"/>
                  </a:cubicBezTo>
                  <a:cubicBezTo>
                    <a:pt x="1574029" y="5602839"/>
                    <a:pt x="2502754" y="4969131"/>
                    <a:pt x="2502754" y="3621656"/>
                  </a:cubicBezTo>
                  <a:cubicBezTo>
                    <a:pt x="2502754" y="2093192"/>
                    <a:pt x="1929018" y="754641"/>
                    <a:pt x="901855" y="14997"/>
                  </a:cubicBezTo>
                  <a:close/>
                </a:path>
              </a:pathLst>
            </a:cu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Meiryo"/>
                <a:ea typeface="+mn-ea"/>
                <a:cs typeface="+mn-cs"/>
              </a:endParaRPr>
            </a:p>
          </p:txBody>
        </p:sp>
        <p:sp>
          <p:nvSpPr>
            <p:cNvPr id="14" name="Freeform: Shape 13">
              <a:extLst>
                <a:ext uri="{FF2B5EF4-FFF2-40B4-BE49-F238E27FC236}">
                  <a16:creationId xmlns:a16="http://schemas.microsoft.com/office/drawing/2014/main" id="{95C99F96-8984-456F-BD66-5C019A65103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7953086" y="0"/>
              <a:ext cx="2261351" cy="6858000"/>
            </a:xfrm>
            <a:custGeom>
              <a:avLst/>
              <a:gdLst>
                <a:gd name="connsiteX0" fmla="*/ 879731 w 2521425"/>
                <a:gd name="connsiteY0" fmla="*/ 0 h 6858000"/>
                <a:gd name="connsiteX1" fmla="*/ 898402 w 2521425"/>
                <a:gd name="connsiteY1" fmla="*/ 0 h 6858000"/>
                <a:gd name="connsiteX2" fmla="*/ 920526 w 2521425"/>
                <a:gd name="connsiteY2" fmla="*/ 14997 h 6858000"/>
                <a:gd name="connsiteX3" fmla="*/ 2521425 w 2521425"/>
                <a:gd name="connsiteY3" fmla="*/ 3621656 h 6858000"/>
                <a:gd name="connsiteX4" fmla="*/ 647075 w 2521425"/>
                <a:gd name="connsiteY4" fmla="*/ 6374814 h 6858000"/>
                <a:gd name="connsiteX5" fmla="*/ 130427 w 2521425"/>
                <a:gd name="connsiteY5" fmla="*/ 6780599 h 6858000"/>
                <a:gd name="connsiteX6" fmla="*/ 18671 w 2521425"/>
                <a:gd name="connsiteY6" fmla="*/ 6858000 h 6858000"/>
                <a:gd name="connsiteX7" fmla="*/ 0 w 2521425"/>
                <a:gd name="connsiteY7" fmla="*/ 6858000 h 6858000"/>
                <a:gd name="connsiteX8" fmla="*/ 111756 w 2521425"/>
                <a:gd name="connsiteY8" fmla="*/ 6780599 h 6858000"/>
                <a:gd name="connsiteX9" fmla="*/ 628404 w 2521425"/>
                <a:gd name="connsiteY9" fmla="*/ 6374814 h 6858000"/>
                <a:gd name="connsiteX10" fmla="*/ 2502754 w 2521425"/>
                <a:gd name="connsiteY10" fmla="*/ 3621656 h 6858000"/>
                <a:gd name="connsiteX11" fmla="*/ 901855 w 2521425"/>
                <a:gd name="connsiteY11" fmla="*/ 14997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521425" h="6858000">
                  <a:moveTo>
                    <a:pt x="879731" y="0"/>
                  </a:moveTo>
                  <a:lnTo>
                    <a:pt x="898402" y="0"/>
                  </a:lnTo>
                  <a:lnTo>
                    <a:pt x="920526" y="14997"/>
                  </a:lnTo>
                  <a:cubicBezTo>
                    <a:pt x="1947689" y="754641"/>
                    <a:pt x="2521425" y="2093192"/>
                    <a:pt x="2521425" y="3621656"/>
                  </a:cubicBezTo>
                  <a:cubicBezTo>
                    <a:pt x="2521425" y="4969131"/>
                    <a:pt x="1592700" y="5602839"/>
                    <a:pt x="647075" y="6374814"/>
                  </a:cubicBezTo>
                  <a:cubicBezTo>
                    <a:pt x="474872" y="6515397"/>
                    <a:pt x="304245" y="6653108"/>
                    <a:pt x="130427" y="6780599"/>
                  </a:cubicBezTo>
                  <a:lnTo>
                    <a:pt x="18671" y="6858000"/>
                  </a:lnTo>
                  <a:lnTo>
                    <a:pt x="0" y="6858000"/>
                  </a:lnTo>
                  <a:lnTo>
                    <a:pt x="111756" y="6780599"/>
                  </a:lnTo>
                  <a:cubicBezTo>
                    <a:pt x="285574" y="6653108"/>
                    <a:pt x="456201" y="6515397"/>
                    <a:pt x="628404" y="6374814"/>
                  </a:cubicBezTo>
                  <a:cubicBezTo>
                    <a:pt x="1574029" y="5602839"/>
                    <a:pt x="2502754" y="4969131"/>
                    <a:pt x="2502754" y="3621656"/>
                  </a:cubicBezTo>
                  <a:cubicBezTo>
                    <a:pt x="2502754" y="2093192"/>
                    <a:pt x="1929018" y="754641"/>
                    <a:pt x="901855" y="14997"/>
                  </a:cubicBezTo>
                  <a:close/>
                </a:path>
              </a:pathLst>
            </a:custGeom>
            <a:solidFill>
              <a:schemeClr val="bg2">
                <a:lumMod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Meiryo"/>
                <a:ea typeface="+mn-ea"/>
                <a:cs typeface="+mn-cs"/>
              </a:endParaRPr>
            </a:p>
          </p:txBody>
        </p:sp>
      </p:grpSp>
      <p:sp>
        <p:nvSpPr>
          <p:cNvPr id="2" name="Başlık 1">
            <a:extLst>
              <a:ext uri="{FF2B5EF4-FFF2-40B4-BE49-F238E27FC236}">
                <a16:creationId xmlns:a16="http://schemas.microsoft.com/office/drawing/2014/main" id="{23FEBB45-170B-AB35-EA23-B202FBE6981A}"/>
              </a:ext>
            </a:extLst>
          </p:cNvPr>
          <p:cNvSpPr>
            <a:spLocks noGrp="1"/>
          </p:cNvSpPr>
          <p:nvPr>
            <p:ph type="title"/>
          </p:nvPr>
        </p:nvSpPr>
        <p:spPr>
          <a:xfrm>
            <a:off x="1920875" y="10651"/>
            <a:ext cx="8721139" cy="1344612"/>
          </a:xfrm>
        </p:spPr>
        <p:txBody>
          <a:bodyPr anchor="b">
            <a:normAutofit/>
          </a:bodyPr>
          <a:lstStyle/>
          <a:p>
            <a:pPr algn="ctr">
              <a:lnSpc>
                <a:spcPct val="120000"/>
              </a:lnSpc>
            </a:pPr>
            <a:r>
              <a:rPr lang="tr-TR" sz="2000"/>
              <a:t>Planlama faaliyetinin neden yapıldığını temelde dört nedenle açıklamak mümkündür </a:t>
            </a:r>
          </a:p>
        </p:txBody>
      </p:sp>
      <p:sp>
        <p:nvSpPr>
          <p:cNvPr id="3" name="İçerik Yer Tutucusu 2">
            <a:extLst>
              <a:ext uri="{FF2B5EF4-FFF2-40B4-BE49-F238E27FC236}">
                <a16:creationId xmlns:a16="http://schemas.microsoft.com/office/drawing/2014/main" id="{D74D629A-923E-A13E-65D5-7178F0F75150}"/>
              </a:ext>
            </a:extLst>
          </p:cNvPr>
          <p:cNvSpPr>
            <a:spLocks noGrp="1"/>
          </p:cNvSpPr>
          <p:nvPr>
            <p:ph idx="1"/>
          </p:nvPr>
        </p:nvSpPr>
        <p:spPr>
          <a:xfrm>
            <a:off x="1073425" y="1355263"/>
            <a:ext cx="10438361" cy="5059824"/>
          </a:xfrm>
        </p:spPr>
        <p:txBody>
          <a:bodyPr>
            <a:noAutofit/>
          </a:bodyPr>
          <a:lstStyle/>
          <a:p>
            <a:pPr>
              <a:lnSpc>
                <a:spcPct val="130000"/>
              </a:lnSpc>
            </a:pPr>
            <a:r>
              <a:rPr lang="tr-TR" sz="1400" b="1" dirty="0">
                <a:solidFill>
                  <a:srgbClr val="FF0000"/>
                </a:solidFill>
              </a:rPr>
              <a:t>Planlama çalışanlara takip edecekleri bir yön sağlar</a:t>
            </a:r>
            <a:r>
              <a:rPr lang="tr-TR" sz="1200" dirty="0">
                <a:solidFill>
                  <a:srgbClr val="FF0000"/>
                </a:solidFill>
              </a:rPr>
              <a:t>: planlama faaliyeti işletmede koordinasyonu sağlar. İşletmede hem yönetici kademesinde hem de çalışan kademesinde faaliyet gösteren çalışanların tümüne yol gösterir. Çalışanlar işletmenin veya çalıştıkları birimin ne yöne gittiğini ve amaçlara ulaşmak için nasıl katkı sağlayacaklarını bilirlerse faaliyetlerini o yönde düzenlerler, çalışma arkadaşlarıyla o yönde ilişkiler kurarlar ve hedefleri gerçekleştirmek için ne yapmaları gerektiğini bilirler. Planlama olmazsa bölümler ve çalışanlar işletmenin amaçlarına uygun olmayacak şekilde çalışabilir ve işletmenin amaçlarına doğru etkili bir şekilde hareket etmesini engelleyebilirler.</a:t>
            </a:r>
          </a:p>
          <a:p>
            <a:pPr>
              <a:lnSpc>
                <a:spcPct val="130000"/>
              </a:lnSpc>
            </a:pPr>
            <a:r>
              <a:rPr lang="tr-TR" sz="1400" b="1" dirty="0">
                <a:solidFill>
                  <a:srgbClr val="FF0000"/>
                </a:solidFill>
              </a:rPr>
              <a:t>Hızlı değişen koşulların işletme üzerinde etkisini en aza indirger:</a:t>
            </a:r>
            <a:r>
              <a:rPr lang="tr-TR" sz="1200" dirty="0">
                <a:solidFill>
                  <a:srgbClr val="FF0000"/>
                </a:solidFill>
              </a:rPr>
              <a:t> planlama aynı zamanda yöneticileri ileriye bakmaya zorlayarak, değişimi tahmin ederek, değişimin etkilerini göz önünde bulundurarak ve uygun tepkiler vermesini sağlayarak belirsizliği azaltır.</a:t>
            </a:r>
          </a:p>
          <a:p>
            <a:pPr>
              <a:lnSpc>
                <a:spcPct val="130000"/>
              </a:lnSpc>
            </a:pPr>
            <a:r>
              <a:rPr lang="tr-TR" sz="1400" b="1" dirty="0">
                <a:solidFill>
                  <a:srgbClr val="FF0000"/>
                </a:solidFill>
              </a:rPr>
              <a:t>İşletmede kaynak israfını ve fazlalığını engeller: </a:t>
            </a:r>
            <a:r>
              <a:rPr lang="tr-TR" sz="1200" dirty="0">
                <a:solidFill>
                  <a:srgbClr val="FF0000"/>
                </a:solidFill>
              </a:rPr>
              <a:t>işletmede faaliyetler yapılan planlar doğrultusunda koordine edilirse boşa kullanılan zaman, kaynaklar ve fazlalık en aza indirgenmiş olur. Ayrıca planlama sayesinde süreçler ve sonuçlar açıkça tanımlanabilir, faydası olmayan faaliyetler açıkça belli olur ve kolayca düzeltilebilir.   </a:t>
            </a:r>
          </a:p>
          <a:p>
            <a:pPr>
              <a:lnSpc>
                <a:spcPct val="130000"/>
              </a:lnSpc>
            </a:pPr>
            <a:r>
              <a:rPr lang="tr-TR" sz="1400" b="1" dirty="0">
                <a:solidFill>
                  <a:srgbClr val="FF0000"/>
                </a:solidFill>
              </a:rPr>
              <a:t>Kontrol (denetleme) aşamasında kullanılabilecek standartlar oluşmasını sağlar: </a:t>
            </a:r>
            <a:r>
              <a:rPr lang="tr-TR" sz="1200" dirty="0">
                <a:solidFill>
                  <a:srgbClr val="FF0000"/>
                </a:solidFill>
              </a:rPr>
              <a:t>planlama ile işletme planlarını ve amaçlarını geliştirir. Daha sonra kontrol ile hedeflerle gerçekleşen sonuçlar karşılaştırılıp farlılıklar, eksiklikler ya da doğru yönler kolayca tespit edilebilir. Planlama olmazsa kontrol edilecek bir şeyden bahsetmek de mümkün olmaz. </a:t>
            </a:r>
          </a:p>
        </p:txBody>
      </p:sp>
    </p:spTree>
    <p:extLst>
      <p:ext uri="{BB962C8B-B14F-4D97-AF65-F5344CB8AC3E}">
        <p14:creationId xmlns:p14="http://schemas.microsoft.com/office/powerpoint/2010/main" val="119735321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blipFill dpi="0" rotWithShape="1">
          <a:blip r:embed="rId3">
            <a:alphaModFix amt="43000"/>
            <a:lum/>
          </a:blip>
          <a:srcRect/>
          <a:stretch>
            <a:fillRect/>
          </a:stretch>
        </a:blip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C51A08AC-F796-409C-AD97-8B476289EC5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53" y="0"/>
            <a:ext cx="12191695"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Meiryo"/>
              <a:ea typeface="+mn-ea"/>
              <a:cs typeface="+mn-cs"/>
            </a:endParaRPr>
          </a:p>
        </p:txBody>
      </p:sp>
      <p:grpSp>
        <p:nvGrpSpPr>
          <p:cNvPr id="11" name="Group 10">
            <a:extLst>
              <a:ext uri="{FF2B5EF4-FFF2-40B4-BE49-F238E27FC236}">
                <a16:creationId xmlns:a16="http://schemas.microsoft.com/office/drawing/2014/main" id="{1E1B312B-4E9A-405C-9CE8-10325438035E}"/>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 y="0"/>
            <a:ext cx="10853745" cy="6858000"/>
            <a:chOff x="-1" y="0"/>
            <a:chExt cx="10934058" cy="6858000"/>
          </a:xfrm>
        </p:grpSpPr>
        <p:sp>
          <p:nvSpPr>
            <p:cNvPr id="12" name="Freeform: Shape 11">
              <a:extLst>
                <a:ext uri="{FF2B5EF4-FFF2-40B4-BE49-F238E27FC236}">
                  <a16:creationId xmlns:a16="http://schemas.microsoft.com/office/drawing/2014/main" id="{027ED404-4912-4C80-B5EB-98E67EB26AD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 y="0"/>
              <a:ext cx="10515600" cy="6858000"/>
            </a:xfrm>
            <a:custGeom>
              <a:avLst/>
              <a:gdLst>
                <a:gd name="connsiteX0" fmla="*/ 0 w 10515600"/>
                <a:gd name="connsiteY0" fmla="*/ 0 h 6858000"/>
                <a:gd name="connsiteX1" fmla="*/ 3039549 w 10515600"/>
                <a:gd name="connsiteY1" fmla="*/ 0 h 6858000"/>
                <a:gd name="connsiteX2" fmla="*/ 3387573 w 10515600"/>
                <a:gd name="connsiteY2" fmla="*/ 0 h 6858000"/>
                <a:gd name="connsiteX3" fmla="*/ 3678072 w 10515600"/>
                <a:gd name="connsiteY3" fmla="*/ 0 h 6858000"/>
                <a:gd name="connsiteX4" fmla="*/ 3721524 w 10515600"/>
                <a:gd name="connsiteY4" fmla="*/ 0 h 6858000"/>
                <a:gd name="connsiteX5" fmla="*/ 4595394 w 10515600"/>
                <a:gd name="connsiteY5" fmla="*/ 0 h 6858000"/>
                <a:gd name="connsiteX6" fmla="*/ 4607603 w 10515600"/>
                <a:gd name="connsiteY6" fmla="*/ 0 h 6858000"/>
                <a:gd name="connsiteX7" fmla="*/ 4733044 w 10515600"/>
                <a:gd name="connsiteY7" fmla="*/ 0 h 6858000"/>
                <a:gd name="connsiteX8" fmla="*/ 6226185 w 10515600"/>
                <a:gd name="connsiteY8" fmla="*/ 0 h 6858000"/>
                <a:gd name="connsiteX9" fmla="*/ 8892577 w 10515600"/>
                <a:gd name="connsiteY9" fmla="*/ 0 h 6858000"/>
                <a:gd name="connsiteX10" fmla="*/ 8914701 w 10515600"/>
                <a:gd name="connsiteY10" fmla="*/ 14997 h 6858000"/>
                <a:gd name="connsiteX11" fmla="*/ 10515600 w 10515600"/>
                <a:gd name="connsiteY11" fmla="*/ 3621656 h 6858000"/>
                <a:gd name="connsiteX12" fmla="*/ 8641250 w 10515600"/>
                <a:gd name="connsiteY12" fmla="*/ 6374814 h 6858000"/>
                <a:gd name="connsiteX13" fmla="*/ 8124602 w 10515600"/>
                <a:gd name="connsiteY13" fmla="*/ 6780599 h 6858000"/>
                <a:gd name="connsiteX14" fmla="*/ 8012846 w 10515600"/>
                <a:gd name="connsiteY14" fmla="*/ 6858000 h 6858000"/>
                <a:gd name="connsiteX15" fmla="*/ 6226185 w 10515600"/>
                <a:gd name="connsiteY15" fmla="*/ 6858000 h 6858000"/>
                <a:gd name="connsiteX16" fmla="*/ 4607603 w 10515600"/>
                <a:gd name="connsiteY16" fmla="*/ 6858000 h 6858000"/>
                <a:gd name="connsiteX17" fmla="*/ 4595394 w 10515600"/>
                <a:gd name="connsiteY17" fmla="*/ 6858000 h 6858000"/>
                <a:gd name="connsiteX18" fmla="*/ 4424650 w 10515600"/>
                <a:gd name="connsiteY18" fmla="*/ 6858000 h 6858000"/>
                <a:gd name="connsiteX19" fmla="*/ 3721524 w 10515600"/>
                <a:gd name="connsiteY19" fmla="*/ 6858000 h 6858000"/>
                <a:gd name="connsiteX20" fmla="*/ 3678072 w 10515600"/>
                <a:gd name="connsiteY20" fmla="*/ 6858000 h 6858000"/>
                <a:gd name="connsiteX21" fmla="*/ 3387573 w 10515600"/>
                <a:gd name="connsiteY21" fmla="*/ 6858000 h 6858000"/>
                <a:gd name="connsiteX22" fmla="*/ 3039549 w 10515600"/>
                <a:gd name="connsiteY22" fmla="*/ 6858000 h 6858000"/>
                <a:gd name="connsiteX23" fmla="*/ 0 w 10515600"/>
                <a:gd name="connsiteY23"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0515600" h="6858000">
                  <a:moveTo>
                    <a:pt x="0" y="0"/>
                  </a:moveTo>
                  <a:lnTo>
                    <a:pt x="3039549" y="0"/>
                  </a:lnTo>
                  <a:lnTo>
                    <a:pt x="3387573" y="0"/>
                  </a:lnTo>
                  <a:lnTo>
                    <a:pt x="3678072" y="0"/>
                  </a:lnTo>
                  <a:lnTo>
                    <a:pt x="3721524" y="0"/>
                  </a:lnTo>
                  <a:lnTo>
                    <a:pt x="4595394" y="0"/>
                  </a:lnTo>
                  <a:lnTo>
                    <a:pt x="4607603" y="0"/>
                  </a:lnTo>
                  <a:lnTo>
                    <a:pt x="4733044" y="0"/>
                  </a:lnTo>
                  <a:lnTo>
                    <a:pt x="6226185" y="0"/>
                  </a:lnTo>
                  <a:lnTo>
                    <a:pt x="8892577" y="0"/>
                  </a:lnTo>
                  <a:lnTo>
                    <a:pt x="8914701" y="14997"/>
                  </a:lnTo>
                  <a:cubicBezTo>
                    <a:pt x="9941864" y="754641"/>
                    <a:pt x="10515600" y="2093192"/>
                    <a:pt x="10515600" y="3621656"/>
                  </a:cubicBezTo>
                  <a:cubicBezTo>
                    <a:pt x="10515600" y="4969131"/>
                    <a:pt x="9586875" y="5602839"/>
                    <a:pt x="8641250" y="6374814"/>
                  </a:cubicBezTo>
                  <a:cubicBezTo>
                    <a:pt x="8469047" y="6515397"/>
                    <a:pt x="8298420" y="6653108"/>
                    <a:pt x="8124602" y="6780599"/>
                  </a:cubicBezTo>
                  <a:lnTo>
                    <a:pt x="8012846" y="6858000"/>
                  </a:lnTo>
                  <a:lnTo>
                    <a:pt x="6226185" y="6858000"/>
                  </a:lnTo>
                  <a:lnTo>
                    <a:pt x="4607603" y="6858000"/>
                  </a:lnTo>
                  <a:lnTo>
                    <a:pt x="4595394" y="6858000"/>
                  </a:lnTo>
                  <a:lnTo>
                    <a:pt x="4424650" y="6858000"/>
                  </a:lnTo>
                  <a:lnTo>
                    <a:pt x="3721524" y="6858000"/>
                  </a:lnTo>
                  <a:lnTo>
                    <a:pt x="3678072" y="6858000"/>
                  </a:lnTo>
                  <a:lnTo>
                    <a:pt x="3387573" y="6858000"/>
                  </a:lnTo>
                  <a:lnTo>
                    <a:pt x="3039549" y="6858000"/>
                  </a:lnTo>
                  <a:lnTo>
                    <a:pt x="0" y="6858000"/>
                  </a:lnTo>
                  <a:close/>
                </a:path>
              </a:pathLst>
            </a:custGeom>
            <a:solidFill>
              <a:schemeClr val="bg1">
                <a:alpha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Meiryo"/>
                <a:ea typeface="+mn-ea"/>
                <a:cs typeface="+mn-cs"/>
              </a:endParaRPr>
            </a:p>
          </p:txBody>
        </p:sp>
        <p:sp>
          <p:nvSpPr>
            <p:cNvPr id="13" name="Freeform: Shape 12">
              <a:extLst>
                <a:ext uri="{FF2B5EF4-FFF2-40B4-BE49-F238E27FC236}">
                  <a16:creationId xmlns:a16="http://schemas.microsoft.com/office/drawing/2014/main" id="{4E58012C-4DA3-4ED3-9500-41F9AF60B1A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8404334" y="0"/>
              <a:ext cx="2529723" cy="6858000"/>
            </a:xfrm>
            <a:custGeom>
              <a:avLst/>
              <a:gdLst>
                <a:gd name="connsiteX0" fmla="*/ 1258269 w 2529723"/>
                <a:gd name="connsiteY0" fmla="*/ 0 h 6858000"/>
                <a:gd name="connsiteX1" fmla="*/ 1275627 w 2529723"/>
                <a:gd name="connsiteY1" fmla="*/ 0 h 6858000"/>
                <a:gd name="connsiteX2" fmla="*/ 1302560 w 2529723"/>
                <a:gd name="connsiteY2" fmla="*/ 24338 h 6858000"/>
                <a:gd name="connsiteX3" fmla="*/ 2522825 w 2529723"/>
                <a:gd name="connsiteY3" fmla="*/ 3678515 h 6858000"/>
                <a:gd name="connsiteX4" fmla="*/ 557500 w 2529723"/>
                <a:gd name="connsiteY4" fmla="*/ 6451411 h 6858000"/>
                <a:gd name="connsiteX5" fmla="*/ 32482 w 2529723"/>
                <a:gd name="connsiteY5" fmla="*/ 6849373 h 6858000"/>
                <a:gd name="connsiteX6" fmla="*/ 19531 w 2529723"/>
                <a:gd name="connsiteY6" fmla="*/ 6858000 h 6858000"/>
                <a:gd name="connsiteX7" fmla="*/ 0 w 2529723"/>
                <a:gd name="connsiteY7" fmla="*/ 6858000 h 6858000"/>
                <a:gd name="connsiteX8" fmla="*/ 14202 w 2529723"/>
                <a:gd name="connsiteY8" fmla="*/ 6848540 h 6858000"/>
                <a:gd name="connsiteX9" fmla="*/ 539221 w 2529723"/>
                <a:gd name="connsiteY9" fmla="*/ 6450578 h 6858000"/>
                <a:gd name="connsiteX10" fmla="*/ 2504546 w 2529723"/>
                <a:gd name="connsiteY10" fmla="*/ 3677682 h 6858000"/>
                <a:gd name="connsiteX11" fmla="*/ 1284280 w 2529723"/>
                <a:gd name="connsiteY11" fmla="*/ 23504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529723" h="6858000">
                  <a:moveTo>
                    <a:pt x="1258269" y="0"/>
                  </a:moveTo>
                  <a:lnTo>
                    <a:pt x="1275627" y="0"/>
                  </a:lnTo>
                  <a:lnTo>
                    <a:pt x="1302560" y="24338"/>
                  </a:lnTo>
                  <a:cubicBezTo>
                    <a:pt x="2156831" y="855667"/>
                    <a:pt x="2590622" y="2191755"/>
                    <a:pt x="2522825" y="3678515"/>
                  </a:cubicBezTo>
                  <a:cubicBezTo>
                    <a:pt x="2459072" y="5076606"/>
                    <a:pt x="1519830" y="5692656"/>
                    <a:pt x="557500" y="6451411"/>
                  </a:cubicBezTo>
                  <a:cubicBezTo>
                    <a:pt x="382255" y="6589587"/>
                    <a:pt x="208689" y="6724853"/>
                    <a:pt x="32482" y="6849373"/>
                  </a:cubicBezTo>
                  <a:lnTo>
                    <a:pt x="19531" y="6858000"/>
                  </a:lnTo>
                  <a:lnTo>
                    <a:pt x="0" y="6858000"/>
                  </a:lnTo>
                  <a:lnTo>
                    <a:pt x="14202" y="6848540"/>
                  </a:lnTo>
                  <a:cubicBezTo>
                    <a:pt x="190409" y="6724020"/>
                    <a:pt x="363976" y="6588754"/>
                    <a:pt x="539221" y="6450578"/>
                  </a:cubicBezTo>
                  <a:cubicBezTo>
                    <a:pt x="1501550" y="5691822"/>
                    <a:pt x="2440792" y="5075773"/>
                    <a:pt x="2504546" y="3677682"/>
                  </a:cubicBezTo>
                  <a:cubicBezTo>
                    <a:pt x="2572343" y="2190921"/>
                    <a:pt x="2138551" y="854834"/>
                    <a:pt x="1284280" y="23504"/>
                  </a:cubicBezTo>
                  <a:close/>
                </a:path>
              </a:pathLst>
            </a:cu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Meiryo"/>
                <a:ea typeface="+mn-ea"/>
                <a:cs typeface="+mn-cs"/>
              </a:endParaRPr>
            </a:p>
          </p:txBody>
        </p:sp>
        <p:sp>
          <p:nvSpPr>
            <p:cNvPr id="14" name="Freeform: Shape 13">
              <a:extLst>
                <a:ext uri="{FF2B5EF4-FFF2-40B4-BE49-F238E27FC236}">
                  <a16:creationId xmlns:a16="http://schemas.microsoft.com/office/drawing/2014/main" id="{59AC73F7-22BD-4C46-B368-3F03B8478F9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8184327" y="0"/>
              <a:ext cx="2536434" cy="6858000"/>
            </a:xfrm>
            <a:custGeom>
              <a:avLst/>
              <a:gdLst>
                <a:gd name="connsiteX0" fmla="*/ 879731 w 2536434"/>
                <a:gd name="connsiteY0" fmla="*/ 0 h 6858000"/>
                <a:gd name="connsiteX1" fmla="*/ 913411 w 2536434"/>
                <a:gd name="connsiteY1" fmla="*/ 0 h 6858000"/>
                <a:gd name="connsiteX2" fmla="*/ 935535 w 2536434"/>
                <a:gd name="connsiteY2" fmla="*/ 14997 h 6858000"/>
                <a:gd name="connsiteX3" fmla="*/ 2536434 w 2536434"/>
                <a:gd name="connsiteY3" fmla="*/ 3621656 h 6858000"/>
                <a:gd name="connsiteX4" fmla="*/ 662084 w 2536434"/>
                <a:gd name="connsiteY4" fmla="*/ 6374814 h 6858000"/>
                <a:gd name="connsiteX5" fmla="*/ 145436 w 2536434"/>
                <a:gd name="connsiteY5" fmla="*/ 6780599 h 6858000"/>
                <a:gd name="connsiteX6" fmla="*/ 33680 w 2536434"/>
                <a:gd name="connsiteY6" fmla="*/ 6858000 h 6858000"/>
                <a:gd name="connsiteX7" fmla="*/ 0 w 2536434"/>
                <a:gd name="connsiteY7" fmla="*/ 6858000 h 6858000"/>
                <a:gd name="connsiteX8" fmla="*/ 111756 w 2536434"/>
                <a:gd name="connsiteY8" fmla="*/ 6780599 h 6858000"/>
                <a:gd name="connsiteX9" fmla="*/ 628404 w 2536434"/>
                <a:gd name="connsiteY9" fmla="*/ 6374814 h 6858000"/>
                <a:gd name="connsiteX10" fmla="*/ 2502754 w 2536434"/>
                <a:gd name="connsiteY10" fmla="*/ 3621656 h 6858000"/>
                <a:gd name="connsiteX11" fmla="*/ 901855 w 2536434"/>
                <a:gd name="connsiteY11" fmla="*/ 14997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536434" h="6858000">
                  <a:moveTo>
                    <a:pt x="879731" y="0"/>
                  </a:moveTo>
                  <a:lnTo>
                    <a:pt x="913411" y="0"/>
                  </a:lnTo>
                  <a:lnTo>
                    <a:pt x="935535" y="14997"/>
                  </a:lnTo>
                  <a:cubicBezTo>
                    <a:pt x="1962698" y="754641"/>
                    <a:pt x="2536434" y="2093192"/>
                    <a:pt x="2536434" y="3621656"/>
                  </a:cubicBezTo>
                  <a:cubicBezTo>
                    <a:pt x="2536434" y="4969131"/>
                    <a:pt x="1607709" y="5602839"/>
                    <a:pt x="662084" y="6374814"/>
                  </a:cubicBezTo>
                  <a:cubicBezTo>
                    <a:pt x="489881" y="6515397"/>
                    <a:pt x="319254" y="6653108"/>
                    <a:pt x="145436" y="6780599"/>
                  </a:cubicBezTo>
                  <a:lnTo>
                    <a:pt x="33680" y="6858000"/>
                  </a:lnTo>
                  <a:lnTo>
                    <a:pt x="0" y="6858000"/>
                  </a:lnTo>
                  <a:lnTo>
                    <a:pt x="111756" y="6780599"/>
                  </a:lnTo>
                  <a:cubicBezTo>
                    <a:pt x="285574" y="6653108"/>
                    <a:pt x="456201" y="6515397"/>
                    <a:pt x="628404" y="6374814"/>
                  </a:cubicBezTo>
                  <a:cubicBezTo>
                    <a:pt x="1574029" y="5602839"/>
                    <a:pt x="2502754" y="4969131"/>
                    <a:pt x="2502754" y="3621656"/>
                  </a:cubicBezTo>
                  <a:cubicBezTo>
                    <a:pt x="2502754" y="2093192"/>
                    <a:pt x="1929018" y="754641"/>
                    <a:pt x="901855" y="14997"/>
                  </a:cubicBezTo>
                  <a:close/>
                </a:path>
              </a:pathLst>
            </a:cu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Meiryo"/>
                <a:ea typeface="+mn-ea"/>
                <a:cs typeface="+mn-cs"/>
              </a:endParaRPr>
            </a:p>
          </p:txBody>
        </p:sp>
        <p:sp>
          <p:nvSpPr>
            <p:cNvPr id="15" name="Freeform: Shape 14">
              <a:extLst>
                <a:ext uri="{FF2B5EF4-FFF2-40B4-BE49-F238E27FC236}">
                  <a16:creationId xmlns:a16="http://schemas.microsoft.com/office/drawing/2014/main" id="{95C99F96-8984-456F-BD66-5C019A65103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7953086" y="0"/>
              <a:ext cx="2261351" cy="6858000"/>
            </a:xfrm>
            <a:custGeom>
              <a:avLst/>
              <a:gdLst>
                <a:gd name="connsiteX0" fmla="*/ 879731 w 2521425"/>
                <a:gd name="connsiteY0" fmla="*/ 0 h 6858000"/>
                <a:gd name="connsiteX1" fmla="*/ 898402 w 2521425"/>
                <a:gd name="connsiteY1" fmla="*/ 0 h 6858000"/>
                <a:gd name="connsiteX2" fmla="*/ 920526 w 2521425"/>
                <a:gd name="connsiteY2" fmla="*/ 14997 h 6858000"/>
                <a:gd name="connsiteX3" fmla="*/ 2521425 w 2521425"/>
                <a:gd name="connsiteY3" fmla="*/ 3621656 h 6858000"/>
                <a:gd name="connsiteX4" fmla="*/ 647075 w 2521425"/>
                <a:gd name="connsiteY4" fmla="*/ 6374814 h 6858000"/>
                <a:gd name="connsiteX5" fmla="*/ 130427 w 2521425"/>
                <a:gd name="connsiteY5" fmla="*/ 6780599 h 6858000"/>
                <a:gd name="connsiteX6" fmla="*/ 18671 w 2521425"/>
                <a:gd name="connsiteY6" fmla="*/ 6858000 h 6858000"/>
                <a:gd name="connsiteX7" fmla="*/ 0 w 2521425"/>
                <a:gd name="connsiteY7" fmla="*/ 6858000 h 6858000"/>
                <a:gd name="connsiteX8" fmla="*/ 111756 w 2521425"/>
                <a:gd name="connsiteY8" fmla="*/ 6780599 h 6858000"/>
                <a:gd name="connsiteX9" fmla="*/ 628404 w 2521425"/>
                <a:gd name="connsiteY9" fmla="*/ 6374814 h 6858000"/>
                <a:gd name="connsiteX10" fmla="*/ 2502754 w 2521425"/>
                <a:gd name="connsiteY10" fmla="*/ 3621656 h 6858000"/>
                <a:gd name="connsiteX11" fmla="*/ 901855 w 2521425"/>
                <a:gd name="connsiteY11" fmla="*/ 14997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521425" h="6858000">
                  <a:moveTo>
                    <a:pt x="879731" y="0"/>
                  </a:moveTo>
                  <a:lnTo>
                    <a:pt x="898402" y="0"/>
                  </a:lnTo>
                  <a:lnTo>
                    <a:pt x="920526" y="14997"/>
                  </a:lnTo>
                  <a:cubicBezTo>
                    <a:pt x="1947689" y="754641"/>
                    <a:pt x="2521425" y="2093192"/>
                    <a:pt x="2521425" y="3621656"/>
                  </a:cubicBezTo>
                  <a:cubicBezTo>
                    <a:pt x="2521425" y="4969131"/>
                    <a:pt x="1592700" y="5602839"/>
                    <a:pt x="647075" y="6374814"/>
                  </a:cubicBezTo>
                  <a:cubicBezTo>
                    <a:pt x="474872" y="6515397"/>
                    <a:pt x="304245" y="6653108"/>
                    <a:pt x="130427" y="6780599"/>
                  </a:cubicBezTo>
                  <a:lnTo>
                    <a:pt x="18671" y="6858000"/>
                  </a:lnTo>
                  <a:lnTo>
                    <a:pt x="0" y="6858000"/>
                  </a:lnTo>
                  <a:lnTo>
                    <a:pt x="111756" y="6780599"/>
                  </a:lnTo>
                  <a:cubicBezTo>
                    <a:pt x="285574" y="6653108"/>
                    <a:pt x="456201" y="6515397"/>
                    <a:pt x="628404" y="6374814"/>
                  </a:cubicBezTo>
                  <a:cubicBezTo>
                    <a:pt x="1574029" y="5602839"/>
                    <a:pt x="2502754" y="4969131"/>
                    <a:pt x="2502754" y="3621656"/>
                  </a:cubicBezTo>
                  <a:cubicBezTo>
                    <a:pt x="2502754" y="2093192"/>
                    <a:pt x="1929018" y="754641"/>
                    <a:pt x="901855" y="14997"/>
                  </a:cubicBezTo>
                  <a:close/>
                </a:path>
              </a:pathLst>
            </a:custGeom>
            <a:solidFill>
              <a:schemeClr val="bg2">
                <a:lumMod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Meiryo"/>
                <a:ea typeface="+mn-ea"/>
                <a:cs typeface="+mn-cs"/>
              </a:endParaRPr>
            </a:p>
          </p:txBody>
        </p:sp>
      </p:grpSp>
      <p:sp>
        <p:nvSpPr>
          <p:cNvPr id="3" name="İçerik Yer Tutucusu 2">
            <a:extLst>
              <a:ext uri="{FF2B5EF4-FFF2-40B4-BE49-F238E27FC236}">
                <a16:creationId xmlns:a16="http://schemas.microsoft.com/office/drawing/2014/main" id="{7E97F679-9F3B-4140-B60C-195AD3CD3596}"/>
              </a:ext>
            </a:extLst>
          </p:cNvPr>
          <p:cNvSpPr>
            <a:spLocks noGrp="1"/>
          </p:cNvSpPr>
          <p:nvPr>
            <p:ph idx="1"/>
          </p:nvPr>
        </p:nvSpPr>
        <p:spPr>
          <a:xfrm>
            <a:off x="614363" y="342900"/>
            <a:ext cx="8505253" cy="6362700"/>
          </a:xfrm>
          <a:noFill/>
        </p:spPr>
        <p:txBody>
          <a:bodyPr>
            <a:normAutofit/>
          </a:bodyPr>
          <a:lstStyle/>
          <a:p>
            <a:pPr marL="342900" indent="-342900">
              <a:lnSpc>
                <a:spcPct val="130000"/>
              </a:lnSpc>
              <a:buFont typeface="+mj-lt"/>
              <a:buAutoNum type="alphaLcParenR"/>
            </a:pPr>
            <a:r>
              <a:rPr lang="tr-TR" dirty="0"/>
              <a:t>Planlamanın Önemi</a:t>
            </a:r>
          </a:p>
          <a:p>
            <a:pPr>
              <a:lnSpc>
                <a:spcPct val="130000"/>
              </a:lnSpc>
            </a:pPr>
            <a:r>
              <a:rPr lang="tr-TR" dirty="0"/>
              <a:t>b) Planlamanın yararları ve sakıncaları</a:t>
            </a:r>
          </a:p>
          <a:p>
            <a:pPr>
              <a:lnSpc>
                <a:spcPct val="130000"/>
              </a:lnSpc>
            </a:pPr>
            <a:r>
              <a:rPr lang="tr-TR" dirty="0"/>
              <a:t>c) Planlama ilkeleri ve iyi bir planın özellikleri</a:t>
            </a:r>
          </a:p>
          <a:p>
            <a:pPr>
              <a:lnSpc>
                <a:spcPct val="130000"/>
              </a:lnSpc>
            </a:pPr>
            <a:r>
              <a:rPr lang="tr-TR" dirty="0"/>
              <a:t>d) Plan ve Planlamayı Sınıflandırma Yolları</a:t>
            </a:r>
          </a:p>
          <a:p>
            <a:pPr lvl="2">
              <a:lnSpc>
                <a:spcPct val="130000"/>
              </a:lnSpc>
            </a:pPr>
            <a:r>
              <a:rPr lang="tr-TR" sz="1800" dirty="0"/>
              <a:t>Zaman boyutu açısından planlar</a:t>
            </a:r>
          </a:p>
          <a:p>
            <a:pPr lvl="2">
              <a:lnSpc>
                <a:spcPct val="130000"/>
              </a:lnSpc>
            </a:pPr>
            <a:r>
              <a:rPr lang="tr-TR" sz="1800" dirty="0"/>
              <a:t>Uğraşı konusuna göre planlar</a:t>
            </a:r>
          </a:p>
          <a:p>
            <a:pPr lvl="2">
              <a:lnSpc>
                <a:spcPct val="130000"/>
              </a:lnSpc>
            </a:pPr>
            <a:r>
              <a:rPr lang="tr-TR" sz="1800" dirty="0"/>
              <a:t>Örgütsel biçim açısından planlar</a:t>
            </a:r>
          </a:p>
          <a:p>
            <a:pPr lvl="2">
              <a:lnSpc>
                <a:spcPct val="130000"/>
              </a:lnSpc>
            </a:pPr>
            <a:r>
              <a:rPr lang="tr-TR" sz="1800" dirty="0"/>
              <a:t>Unsurları açısından planlar</a:t>
            </a:r>
          </a:p>
          <a:p>
            <a:pPr lvl="1">
              <a:lnSpc>
                <a:spcPct val="130000"/>
              </a:lnSpc>
            </a:pPr>
            <a:r>
              <a:rPr lang="tr-TR" sz="1800" dirty="0"/>
              <a:t>e) Stratejik ve Taktik planlar</a:t>
            </a:r>
          </a:p>
          <a:p>
            <a:pPr lvl="1">
              <a:lnSpc>
                <a:spcPct val="130000"/>
              </a:lnSpc>
            </a:pPr>
            <a:r>
              <a:rPr lang="tr-TR" sz="1800" dirty="0"/>
              <a:t>f) Hiyerarşik düzen açısından planlar</a:t>
            </a:r>
          </a:p>
          <a:p>
            <a:pPr lvl="2">
              <a:lnSpc>
                <a:spcPct val="130000"/>
              </a:lnSpc>
            </a:pPr>
            <a:r>
              <a:rPr lang="tr-TR" sz="1800" dirty="0"/>
              <a:t>Amaçlar, gaye, misyon, hedefler ve stratejiler</a:t>
            </a:r>
          </a:p>
          <a:p>
            <a:pPr lvl="2">
              <a:lnSpc>
                <a:spcPct val="130000"/>
              </a:lnSpc>
            </a:pPr>
            <a:r>
              <a:rPr lang="tr-TR" sz="1800" dirty="0"/>
              <a:t>Süreksiz planlar</a:t>
            </a:r>
          </a:p>
          <a:p>
            <a:pPr lvl="2">
              <a:lnSpc>
                <a:spcPct val="130000"/>
              </a:lnSpc>
            </a:pPr>
            <a:r>
              <a:rPr lang="tr-TR" sz="1800" dirty="0"/>
              <a:t>Sürekli planlar</a:t>
            </a:r>
          </a:p>
          <a:p>
            <a:pPr lvl="2">
              <a:lnSpc>
                <a:spcPct val="130000"/>
              </a:lnSpc>
            </a:pPr>
            <a:endParaRPr lang="tr-TR" sz="1300" dirty="0"/>
          </a:p>
        </p:txBody>
      </p:sp>
    </p:spTree>
    <p:extLst>
      <p:ext uri="{BB962C8B-B14F-4D97-AF65-F5344CB8AC3E}">
        <p14:creationId xmlns:p14="http://schemas.microsoft.com/office/powerpoint/2010/main" val="339898596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8181FC64-B306-4821-98E2-780662EFC48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5" y="0"/>
            <a:ext cx="12191695"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Meiryo"/>
              <a:ea typeface="+mn-ea"/>
              <a:cs typeface="+mn-cs"/>
            </a:endParaRPr>
          </a:p>
        </p:txBody>
      </p:sp>
      <p:sp>
        <p:nvSpPr>
          <p:cNvPr id="2" name="Başlık 1">
            <a:extLst>
              <a:ext uri="{FF2B5EF4-FFF2-40B4-BE49-F238E27FC236}">
                <a16:creationId xmlns:a16="http://schemas.microsoft.com/office/drawing/2014/main" id="{81ADC390-04F2-3234-1A99-D60C81EE401D}"/>
              </a:ext>
            </a:extLst>
          </p:cNvPr>
          <p:cNvSpPr>
            <a:spLocks noGrp="1"/>
          </p:cNvSpPr>
          <p:nvPr>
            <p:ph type="title"/>
          </p:nvPr>
        </p:nvSpPr>
        <p:spPr>
          <a:xfrm>
            <a:off x="992518" y="442913"/>
            <a:ext cx="5271804" cy="1639888"/>
          </a:xfrm>
        </p:spPr>
        <p:txBody>
          <a:bodyPr anchor="b">
            <a:normAutofit/>
          </a:bodyPr>
          <a:lstStyle/>
          <a:p>
            <a:r>
              <a:rPr lang="tr-TR" dirty="0"/>
              <a:t>İşletmeler neden planlama yapar? </a:t>
            </a:r>
          </a:p>
        </p:txBody>
      </p:sp>
      <p:sp>
        <p:nvSpPr>
          <p:cNvPr id="3" name="İçerik Yer Tutucusu 2">
            <a:extLst>
              <a:ext uri="{FF2B5EF4-FFF2-40B4-BE49-F238E27FC236}">
                <a16:creationId xmlns:a16="http://schemas.microsoft.com/office/drawing/2014/main" id="{76F06542-4E88-32A6-00A2-EF03BAE7989E}"/>
              </a:ext>
            </a:extLst>
          </p:cNvPr>
          <p:cNvSpPr>
            <a:spLocks noGrp="1"/>
          </p:cNvSpPr>
          <p:nvPr>
            <p:ph idx="1"/>
          </p:nvPr>
        </p:nvSpPr>
        <p:spPr>
          <a:xfrm>
            <a:off x="992519" y="2312988"/>
            <a:ext cx="5271804" cy="3651250"/>
          </a:xfrm>
        </p:spPr>
        <p:txBody>
          <a:bodyPr>
            <a:normAutofit/>
          </a:bodyPr>
          <a:lstStyle/>
          <a:p>
            <a:pPr algn="just"/>
            <a:r>
              <a:rPr lang="tr-TR" dirty="0"/>
              <a:t>Planlama yaparken çeşitli hareket tarzlarının gözden geçirilmesi ve hızlı değişen bir çevre içine giren işletmelerde “belirsizlik altında yönetim” söz konusu olduğundan planlamanın daha bilinçli ve değişken koşullara uyabilecek esneklikte olması gerekir. Planlama ayrıca aşağıdaki sorulara cevap arama faaliyetidir (</a:t>
            </a:r>
          </a:p>
        </p:txBody>
      </p:sp>
      <p:sp>
        <p:nvSpPr>
          <p:cNvPr id="11" name="Freeform: Shape 10">
            <a:extLst>
              <a:ext uri="{FF2B5EF4-FFF2-40B4-BE49-F238E27FC236}">
                <a16:creationId xmlns:a16="http://schemas.microsoft.com/office/drawing/2014/main" id="{5871FC61-DD4E-47D4-81FD-8A7E7D12B37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6986049" y="0"/>
            <a:ext cx="5205951" cy="6858000"/>
          </a:xfrm>
          <a:custGeom>
            <a:avLst/>
            <a:gdLst>
              <a:gd name="connsiteX0" fmla="*/ 0 w 5205951"/>
              <a:gd name="connsiteY0" fmla="*/ 0 h 6858000"/>
              <a:gd name="connsiteX1" fmla="*/ 1709529 w 5205951"/>
              <a:gd name="connsiteY1" fmla="*/ 0 h 6858000"/>
              <a:gd name="connsiteX2" fmla="*/ 2489695 w 5205951"/>
              <a:gd name="connsiteY2" fmla="*/ 0 h 6858000"/>
              <a:gd name="connsiteX3" fmla="*/ 3582928 w 5205951"/>
              <a:gd name="connsiteY3" fmla="*/ 0 h 6858000"/>
              <a:gd name="connsiteX4" fmla="*/ 3605052 w 5205951"/>
              <a:gd name="connsiteY4" fmla="*/ 14997 h 6858000"/>
              <a:gd name="connsiteX5" fmla="*/ 5205951 w 5205951"/>
              <a:gd name="connsiteY5" fmla="*/ 3621656 h 6858000"/>
              <a:gd name="connsiteX6" fmla="*/ 3331601 w 5205951"/>
              <a:gd name="connsiteY6" fmla="*/ 6374814 h 6858000"/>
              <a:gd name="connsiteX7" fmla="*/ 2814953 w 5205951"/>
              <a:gd name="connsiteY7" fmla="*/ 6780599 h 6858000"/>
              <a:gd name="connsiteX8" fmla="*/ 2703197 w 5205951"/>
              <a:gd name="connsiteY8" fmla="*/ 6858000 h 6858000"/>
              <a:gd name="connsiteX9" fmla="*/ 2489695 w 5205951"/>
              <a:gd name="connsiteY9" fmla="*/ 6858000 h 6858000"/>
              <a:gd name="connsiteX10" fmla="*/ 1709529 w 5205951"/>
              <a:gd name="connsiteY10" fmla="*/ 6858000 h 6858000"/>
              <a:gd name="connsiteX11" fmla="*/ 0 w 5205951"/>
              <a:gd name="connsiteY11"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5205951" h="6858000">
                <a:moveTo>
                  <a:pt x="0" y="0"/>
                </a:moveTo>
                <a:lnTo>
                  <a:pt x="1709529" y="0"/>
                </a:lnTo>
                <a:lnTo>
                  <a:pt x="2489695" y="0"/>
                </a:lnTo>
                <a:lnTo>
                  <a:pt x="3582928" y="0"/>
                </a:lnTo>
                <a:lnTo>
                  <a:pt x="3605052" y="14997"/>
                </a:lnTo>
                <a:cubicBezTo>
                  <a:pt x="4632215" y="754641"/>
                  <a:pt x="5205951" y="2093192"/>
                  <a:pt x="5205951" y="3621656"/>
                </a:cubicBezTo>
                <a:cubicBezTo>
                  <a:pt x="5205951" y="4969131"/>
                  <a:pt x="4277226" y="5602839"/>
                  <a:pt x="3331601" y="6374814"/>
                </a:cubicBezTo>
                <a:cubicBezTo>
                  <a:pt x="3159398" y="6515397"/>
                  <a:pt x="2988771" y="6653108"/>
                  <a:pt x="2814953" y="6780599"/>
                </a:cubicBezTo>
                <a:lnTo>
                  <a:pt x="2703197" y="6858000"/>
                </a:lnTo>
                <a:lnTo>
                  <a:pt x="2489695" y="6858000"/>
                </a:lnTo>
                <a:lnTo>
                  <a:pt x="1709529" y="6858000"/>
                </a:lnTo>
                <a:lnTo>
                  <a:pt x="0" y="6858000"/>
                </a:lnTo>
                <a:close/>
              </a:path>
            </a:pathLst>
          </a:custGeom>
          <a:solidFill>
            <a:srgbClr val="FFFFFF">
              <a:alpha val="6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FFFFFF"/>
              </a:solidFill>
              <a:effectLst/>
              <a:uLnTx/>
              <a:uFillTx/>
              <a:latin typeface="Meiryo"/>
              <a:ea typeface="+mn-ea"/>
              <a:cs typeface="+mn-cs"/>
            </a:endParaRPr>
          </a:p>
        </p:txBody>
      </p:sp>
      <p:sp>
        <p:nvSpPr>
          <p:cNvPr id="13" name="Freeform: Shape 12">
            <a:extLst>
              <a:ext uri="{FF2B5EF4-FFF2-40B4-BE49-F238E27FC236}">
                <a16:creationId xmlns:a16="http://schemas.microsoft.com/office/drawing/2014/main" id="{829A1E2C-5AC8-40FC-99E9-832069D3979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6577485" y="0"/>
            <a:ext cx="2529723" cy="6858000"/>
          </a:xfrm>
          <a:custGeom>
            <a:avLst/>
            <a:gdLst>
              <a:gd name="connsiteX0" fmla="*/ 1258269 w 2529723"/>
              <a:gd name="connsiteY0" fmla="*/ 0 h 6858000"/>
              <a:gd name="connsiteX1" fmla="*/ 1275627 w 2529723"/>
              <a:gd name="connsiteY1" fmla="*/ 0 h 6858000"/>
              <a:gd name="connsiteX2" fmla="*/ 1302560 w 2529723"/>
              <a:gd name="connsiteY2" fmla="*/ 24338 h 6858000"/>
              <a:gd name="connsiteX3" fmla="*/ 2522825 w 2529723"/>
              <a:gd name="connsiteY3" fmla="*/ 3678515 h 6858000"/>
              <a:gd name="connsiteX4" fmla="*/ 557500 w 2529723"/>
              <a:gd name="connsiteY4" fmla="*/ 6451411 h 6858000"/>
              <a:gd name="connsiteX5" fmla="*/ 32482 w 2529723"/>
              <a:gd name="connsiteY5" fmla="*/ 6849373 h 6858000"/>
              <a:gd name="connsiteX6" fmla="*/ 19531 w 2529723"/>
              <a:gd name="connsiteY6" fmla="*/ 6858000 h 6858000"/>
              <a:gd name="connsiteX7" fmla="*/ 0 w 2529723"/>
              <a:gd name="connsiteY7" fmla="*/ 6858000 h 6858000"/>
              <a:gd name="connsiteX8" fmla="*/ 14202 w 2529723"/>
              <a:gd name="connsiteY8" fmla="*/ 6848540 h 6858000"/>
              <a:gd name="connsiteX9" fmla="*/ 539221 w 2529723"/>
              <a:gd name="connsiteY9" fmla="*/ 6450578 h 6858000"/>
              <a:gd name="connsiteX10" fmla="*/ 2504546 w 2529723"/>
              <a:gd name="connsiteY10" fmla="*/ 3677682 h 6858000"/>
              <a:gd name="connsiteX11" fmla="*/ 1284280 w 2529723"/>
              <a:gd name="connsiteY11" fmla="*/ 23504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529723" h="6858000">
                <a:moveTo>
                  <a:pt x="1258269" y="0"/>
                </a:moveTo>
                <a:lnTo>
                  <a:pt x="1275627" y="0"/>
                </a:lnTo>
                <a:lnTo>
                  <a:pt x="1302560" y="24338"/>
                </a:lnTo>
                <a:cubicBezTo>
                  <a:pt x="2156831" y="855667"/>
                  <a:pt x="2590622" y="2191755"/>
                  <a:pt x="2522825" y="3678515"/>
                </a:cubicBezTo>
                <a:cubicBezTo>
                  <a:pt x="2459072" y="5076606"/>
                  <a:pt x="1519830" y="5692656"/>
                  <a:pt x="557500" y="6451411"/>
                </a:cubicBezTo>
                <a:cubicBezTo>
                  <a:pt x="382255" y="6589587"/>
                  <a:pt x="208689" y="6724853"/>
                  <a:pt x="32482" y="6849373"/>
                </a:cubicBezTo>
                <a:lnTo>
                  <a:pt x="19531" y="6858000"/>
                </a:lnTo>
                <a:lnTo>
                  <a:pt x="0" y="6858000"/>
                </a:lnTo>
                <a:lnTo>
                  <a:pt x="14202" y="6848540"/>
                </a:lnTo>
                <a:cubicBezTo>
                  <a:pt x="190409" y="6724020"/>
                  <a:pt x="363976" y="6588754"/>
                  <a:pt x="539221" y="6450578"/>
                </a:cubicBezTo>
                <a:cubicBezTo>
                  <a:pt x="1501550" y="5691822"/>
                  <a:pt x="2440792" y="5075773"/>
                  <a:pt x="2504546" y="3677682"/>
                </a:cubicBezTo>
                <a:cubicBezTo>
                  <a:pt x="2572343" y="2190921"/>
                  <a:pt x="2138551" y="854834"/>
                  <a:pt x="1284280" y="23504"/>
                </a:cubicBezTo>
                <a:close/>
              </a:path>
            </a:pathLst>
          </a:cu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Meiryo"/>
              <a:ea typeface="+mn-ea"/>
              <a:cs typeface="+mn-cs"/>
            </a:endParaRPr>
          </a:p>
        </p:txBody>
      </p:sp>
      <p:sp>
        <p:nvSpPr>
          <p:cNvPr id="15" name="Freeform: Shape 14">
            <a:extLst>
              <a:ext uri="{FF2B5EF4-FFF2-40B4-BE49-F238E27FC236}">
                <a16:creationId xmlns:a16="http://schemas.microsoft.com/office/drawing/2014/main" id="{55C54A75-E44A-4147-B9D0-FF46CFD3161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6754925" y="0"/>
            <a:ext cx="2536434" cy="6858000"/>
          </a:xfrm>
          <a:custGeom>
            <a:avLst/>
            <a:gdLst>
              <a:gd name="connsiteX0" fmla="*/ 879731 w 2536434"/>
              <a:gd name="connsiteY0" fmla="*/ 0 h 6858000"/>
              <a:gd name="connsiteX1" fmla="*/ 913411 w 2536434"/>
              <a:gd name="connsiteY1" fmla="*/ 0 h 6858000"/>
              <a:gd name="connsiteX2" fmla="*/ 935535 w 2536434"/>
              <a:gd name="connsiteY2" fmla="*/ 14997 h 6858000"/>
              <a:gd name="connsiteX3" fmla="*/ 2536434 w 2536434"/>
              <a:gd name="connsiteY3" fmla="*/ 3621656 h 6858000"/>
              <a:gd name="connsiteX4" fmla="*/ 662084 w 2536434"/>
              <a:gd name="connsiteY4" fmla="*/ 6374814 h 6858000"/>
              <a:gd name="connsiteX5" fmla="*/ 145436 w 2536434"/>
              <a:gd name="connsiteY5" fmla="*/ 6780599 h 6858000"/>
              <a:gd name="connsiteX6" fmla="*/ 33680 w 2536434"/>
              <a:gd name="connsiteY6" fmla="*/ 6858000 h 6858000"/>
              <a:gd name="connsiteX7" fmla="*/ 0 w 2536434"/>
              <a:gd name="connsiteY7" fmla="*/ 6858000 h 6858000"/>
              <a:gd name="connsiteX8" fmla="*/ 111756 w 2536434"/>
              <a:gd name="connsiteY8" fmla="*/ 6780599 h 6858000"/>
              <a:gd name="connsiteX9" fmla="*/ 628404 w 2536434"/>
              <a:gd name="connsiteY9" fmla="*/ 6374814 h 6858000"/>
              <a:gd name="connsiteX10" fmla="*/ 2502754 w 2536434"/>
              <a:gd name="connsiteY10" fmla="*/ 3621656 h 6858000"/>
              <a:gd name="connsiteX11" fmla="*/ 901855 w 2536434"/>
              <a:gd name="connsiteY11" fmla="*/ 14997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536434" h="6858000">
                <a:moveTo>
                  <a:pt x="879731" y="0"/>
                </a:moveTo>
                <a:lnTo>
                  <a:pt x="913411" y="0"/>
                </a:lnTo>
                <a:lnTo>
                  <a:pt x="935535" y="14997"/>
                </a:lnTo>
                <a:cubicBezTo>
                  <a:pt x="1962698" y="754641"/>
                  <a:pt x="2536434" y="2093192"/>
                  <a:pt x="2536434" y="3621656"/>
                </a:cubicBezTo>
                <a:cubicBezTo>
                  <a:pt x="2536434" y="4969131"/>
                  <a:pt x="1607709" y="5602839"/>
                  <a:pt x="662084" y="6374814"/>
                </a:cubicBezTo>
                <a:cubicBezTo>
                  <a:pt x="489881" y="6515397"/>
                  <a:pt x="319254" y="6653108"/>
                  <a:pt x="145436" y="6780599"/>
                </a:cubicBezTo>
                <a:lnTo>
                  <a:pt x="33680" y="6858000"/>
                </a:lnTo>
                <a:lnTo>
                  <a:pt x="0" y="6858000"/>
                </a:lnTo>
                <a:lnTo>
                  <a:pt x="111756" y="6780599"/>
                </a:lnTo>
                <a:cubicBezTo>
                  <a:pt x="285574" y="6653108"/>
                  <a:pt x="456201" y="6515397"/>
                  <a:pt x="628404" y="6374814"/>
                </a:cubicBezTo>
                <a:cubicBezTo>
                  <a:pt x="1574029" y="5602839"/>
                  <a:pt x="2502754" y="4969131"/>
                  <a:pt x="2502754" y="3621656"/>
                </a:cubicBezTo>
                <a:cubicBezTo>
                  <a:pt x="2502754" y="2093192"/>
                  <a:pt x="1929018" y="754641"/>
                  <a:pt x="901855" y="14997"/>
                </a:cubicBezTo>
                <a:close/>
              </a:path>
            </a:pathLst>
          </a:cu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Meiryo"/>
              <a:ea typeface="+mn-ea"/>
              <a:cs typeface="+mn-cs"/>
            </a:endParaRPr>
          </a:p>
        </p:txBody>
      </p:sp>
      <p:pic>
        <p:nvPicPr>
          <p:cNvPr id="5" name="Picture 4" descr="Masanın üzerinde bir takvim">
            <a:extLst>
              <a:ext uri="{FF2B5EF4-FFF2-40B4-BE49-F238E27FC236}">
                <a16:creationId xmlns:a16="http://schemas.microsoft.com/office/drawing/2014/main" id="{6DC2466F-D2D5-3015-F84B-24D5A4EB94D5}"/>
              </a:ext>
            </a:extLst>
          </p:cNvPr>
          <p:cNvPicPr>
            <a:picLocks noChangeAspect="1"/>
          </p:cNvPicPr>
          <p:nvPr/>
        </p:nvPicPr>
        <p:blipFill rotWithShape="1">
          <a:blip r:embed="rId2" cstate="screen">
            <a:extLst>
              <a:ext uri="{28A0092B-C50C-407E-A947-70E740481C1C}">
                <a14:useLocalDpi xmlns:a14="http://schemas.microsoft.com/office/drawing/2010/main"/>
              </a:ext>
            </a:extLst>
          </a:blip>
          <a:srcRect b="-1"/>
          <a:stretch/>
        </p:blipFill>
        <p:spPr>
          <a:xfrm>
            <a:off x="7203882" y="10"/>
            <a:ext cx="4988118" cy="6857990"/>
          </a:xfrm>
          <a:custGeom>
            <a:avLst/>
            <a:gdLst/>
            <a:ahLst/>
            <a:cxnLst/>
            <a:rect l="l" t="t" r="r" b="b"/>
            <a:pathLst>
              <a:path w="4901771" h="6858000">
                <a:moveTo>
                  <a:pt x="1623023" y="0"/>
                </a:moveTo>
                <a:lnTo>
                  <a:pt x="2716256" y="0"/>
                </a:lnTo>
                <a:lnTo>
                  <a:pt x="3496422" y="0"/>
                </a:lnTo>
                <a:lnTo>
                  <a:pt x="4544484" y="0"/>
                </a:lnTo>
                <a:lnTo>
                  <a:pt x="4710787" y="0"/>
                </a:lnTo>
                <a:lnTo>
                  <a:pt x="4901771" y="0"/>
                </a:lnTo>
                <a:lnTo>
                  <a:pt x="4901771" y="6858000"/>
                </a:lnTo>
                <a:lnTo>
                  <a:pt x="4710787" y="6858000"/>
                </a:lnTo>
                <a:lnTo>
                  <a:pt x="4544484" y="6858000"/>
                </a:lnTo>
                <a:lnTo>
                  <a:pt x="3496422" y="6858000"/>
                </a:lnTo>
                <a:lnTo>
                  <a:pt x="2716256" y="6858000"/>
                </a:lnTo>
                <a:lnTo>
                  <a:pt x="2502754" y="6858000"/>
                </a:lnTo>
                <a:lnTo>
                  <a:pt x="2390998" y="6780599"/>
                </a:lnTo>
                <a:cubicBezTo>
                  <a:pt x="2217180" y="6653108"/>
                  <a:pt x="2046553" y="6515397"/>
                  <a:pt x="1874350" y="6374814"/>
                </a:cubicBezTo>
                <a:cubicBezTo>
                  <a:pt x="928725" y="5602839"/>
                  <a:pt x="0" y="4969131"/>
                  <a:pt x="0" y="3621656"/>
                </a:cubicBezTo>
                <a:cubicBezTo>
                  <a:pt x="0" y="2093192"/>
                  <a:pt x="573736" y="754641"/>
                  <a:pt x="1600899" y="14997"/>
                </a:cubicBezTo>
                <a:close/>
              </a:path>
            </a:pathLst>
          </a:custGeom>
        </p:spPr>
      </p:pic>
    </p:spTree>
    <p:extLst>
      <p:ext uri="{BB962C8B-B14F-4D97-AF65-F5344CB8AC3E}">
        <p14:creationId xmlns:p14="http://schemas.microsoft.com/office/powerpoint/2010/main" val="336443717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blipFill dpi="0" rotWithShape="1">
          <a:blip r:embed="rId2">
            <a:alphaModFix amt="27912"/>
            <a:lum/>
            <a:extLst>
              <a:ext uri="{BEBA8EAE-BF5A-486C-A8C5-ECC9F3942E4B}">
                <a14:imgProps xmlns:a14="http://schemas.microsoft.com/office/drawing/2010/main">
                  <a14:imgLayer r:embed="rId3">
                    <a14:imgEffect>
                      <a14:artisticTexturizer trans="2000" scaling="100"/>
                    </a14:imgEffect>
                  </a14:imgLayer>
                </a14:imgProps>
              </a:ext>
            </a:extLst>
          </a:blip>
          <a:srcRect/>
          <a:stretch>
            <a:fillRect/>
          </a:stretch>
        </a:blip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C51A08AC-F796-409C-AD97-8B476289EC5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53" y="0"/>
            <a:ext cx="12191695"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Meiryo"/>
              <a:ea typeface="+mn-ea"/>
              <a:cs typeface="+mn-cs"/>
            </a:endParaRPr>
          </a:p>
        </p:txBody>
      </p:sp>
      <p:grpSp>
        <p:nvGrpSpPr>
          <p:cNvPr id="10" name="Group 9">
            <a:extLst>
              <a:ext uri="{FF2B5EF4-FFF2-40B4-BE49-F238E27FC236}">
                <a16:creationId xmlns:a16="http://schemas.microsoft.com/office/drawing/2014/main" id="{1E1B312B-4E9A-405C-9CE8-10325438035E}"/>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 y="0"/>
            <a:ext cx="10853745" cy="6858000"/>
            <a:chOff x="-1" y="0"/>
            <a:chExt cx="10934058" cy="6858000"/>
          </a:xfrm>
        </p:grpSpPr>
        <p:sp>
          <p:nvSpPr>
            <p:cNvPr id="11" name="Freeform: Shape 10">
              <a:extLst>
                <a:ext uri="{FF2B5EF4-FFF2-40B4-BE49-F238E27FC236}">
                  <a16:creationId xmlns:a16="http://schemas.microsoft.com/office/drawing/2014/main" id="{027ED404-4912-4C80-B5EB-98E67EB26AD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 y="0"/>
              <a:ext cx="10515600" cy="6858000"/>
            </a:xfrm>
            <a:custGeom>
              <a:avLst/>
              <a:gdLst>
                <a:gd name="connsiteX0" fmla="*/ 0 w 10515600"/>
                <a:gd name="connsiteY0" fmla="*/ 0 h 6858000"/>
                <a:gd name="connsiteX1" fmla="*/ 3039549 w 10515600"/>
                <a:gd name="connsiteY1" fmla="*/ 0 h 6858000"/>
                <a:gd name="connsiteX2" fmla="*/ 3387573 w 10515600"/>
                <a:gd name="connsiteY2" fmla="*/ 0 h 6858000"/>
                <a:gd name="connsiteX3" fmla="*/ 3678072 w 10515600"/>
                <a:gd name="connsiteY3" fmla="*/ 0 h 6858000"/>
                <a:gd name="connsiteX4" fmla="*/ 3721524 w 10515600"/>
                <a:gd name="connsiteY4" fmla="*/ 0 h 6858000"/>
                <a:gd name="connsiteX5" fmla="*/ 4595394 w 10515600"/>
                <a:gd name="connsiteY5" fmla="*/ 0 h 6858000"/>
                <a:gd name="connsiteX6" fmla="*/ 4607603 w 10515600"/>
                <a:gd name="connsiteY6" fmla="*/ 0 h 6858000"/>
                <a:gd name="connsiteX7" fmla="*/ 4733044 w 10515600"/>
                <a:gd name="connsiteY7" fmla="*/ 0 h 6858000"/>
                <a:gd name="connsiteX8" fmla="*/ 6226185 w 10515600"/>
                <a:gd name="connsiteY8" fmla="*/ 0 h 6858000"/>
                <a:gd name="connsiteX9" fmla="*/ 8892577 w 10515600"/>
                <a:gd name="connsiteY9" fmla="*/ 0 h 6858000"/>
                <a:gd name="connsiteX10" fmla="*/ 8914701 w 10515600"/>
                <a:gd name="connsiteY10" fmla="*/ 14997 h 6858000"/>
                <a:gd name="connsiteX11" fmla="*/ 10515600 w 10515600"/>
                <a:gd name="connsiteY11" fmla="*/ 3621656 h 6858000"/>
                <a:gd name="connsiteX12" fmla="*/ 8641250 w 10515600"/>
                <a:gd name="connsiteY12" fmla="*/ 6374814 h 6858000"/>
                <a:gd name="connsiteX13" fmla="*/ 8124602 w 10515600"/>
                <a:gd name="connsiteY13" fmla="*/ 6780599 h 6858000"/>
                <a:gd name="connsiteX14" fmla="*/ 8012846 w 10515600"/>
                <a:gd name="connsiteY14" fmla="*/ 6858000 h 6858000"/>
                <a:gd name="connsiteX15" fmla="*/ 6226185 w 10515600"/>
                <a:gd name="connsiteY15" fmla="*/ 6858000 h 6858000"/>
                <a:gd name="connsiteX16" fmla="*/ 4607603 w 10515600"/>
                <a:gd name="connsiteY16" fmla="*/ 6858000 h 6858000"/>
                <a:gd name="connsiteX17" fmla="*/ 4595394 w 10515600"/>
                <a:gd name="connsiteY17" fmla="*/ 6858000 h 6858000"/>
                <a:gd name="connsiteX18" fmla="*/ 4424650 w 10515600"/>
                <a:gd name="connsiteY18" fmla="*/ 6858000 h 6858000"/>
                <a:gd name="connsiteX19" fmla="*/ 3721524 w 10515600"/>
                <a:gd name="connsiteY19" fmla="*/ 6858000 h 6858000"/>
                <a:gd name="connsiteX20" fmla="*/ 3678072 w 10515600"/>
                <a:gd name="connsiteY20" fmla="*/ 6858000 h 6858000"/>
                <a:gd name="connsiteX21" fmla="*/ 3387573 w 10515600"/>
                <a:gd name="connsiteY21" fmla="*/ 6858000 h 6858000"/>
                <a:gd name="connsiteX22" fmla="*/ 3039549 w 10515600"/>
                <a:gd name="connsiteY22" fmla="*/ 6858000 h 6858000"/>
                <a:gd name="connsiteX23" fmla="*/ 0 w 10515600"/>
                <a:gd name="connsiteY23"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0515600" h="6858000">
                  <a:moveTo>
                    <a:pt x="0" y="0"/>
                  </a:moveTo>
                  <a:lnTo>
                    <a:pt x="3039549" y="0"/>
                  </a:lnTo>
                  <a:lnTo>
                    <a:pt x="3387573" y="0"/>
                  </a:lnTo>
                  <a:lnTo>
                    <a:pt x="3678072" y="0"/>
                  </a:lnTo>
                  <a:lnTo>
                    <a:pt x="3721524" y="0"/>
                  </a:lnTo>
                  <a:lnTo>
                    <a:pt x="4595394" y="0"/>
                  </a:lnTo>
                  <a:lnTo>
                    <a:pt x="4607603" y="0"/>
                  </a:lnTo>
                  <a:lnTo>
                    <a:pt x="4733044" y="0"/>
                  </a:lnTo>
                  <a:lnTo>
                    <a:pt x="6226185" y="0"/>
                  </a:lnTo>
                  <a:lnTo>
                    <a:pt x="8892577" y="0"/>
                  </a:lnTo>
                  <a:lnTo>
                    <a:pt x="8914701" y="14997"/>
                  </a:lnTo>
                  <a:cubicBezTo>
                    <a:pt x="9941864" y="754641"/>
                    <a:pt x="10515600" y="2093192"/>
                    <a:pt x="10515600" y="3621656"/>
                  </a:cubicBezTo>
                  <a:cubicBezTo>
                    <a:pt x="10515600" y="4969131"/>
                    <a:pt x="9586875" y="5602839"/>
                    <a:pt x="8641250" y="6374814"/>
                  </a:cubicBezTo>
                  <a:cubicBezTo>
                    <a:pt x="8469047" y="6515397"/>
                    <a:pt x="8298420" y="6653108"/>
                    <a:pt x="8124602" y="6780599"/>
                  </a:cubicBezTo>
                  <a:lnTo>
                    <a:pt x="8012846" y="6858000"/>
                  </a:lnTo>
                  <a:lnTo>
                    <a:pt x="6226185" y="6858000"/>
                  </a:lnTo>
                  <a:lnTo>
                    <a:pt x="4607603" y="6858000"/>
                  </a:lnTo>
                  <a:lnTo>
                    <a:pt x="4595394" y="6858000"/>
                  </a:lnTo>
                  <a:lnTo>
                    <a:pt x="4424650" y="6858000"/>
                  </a:lnTo>
                  <a:lnTo>
                    <a:pt x="3721524" y="6858000"/>
                  </a:lnTo>
                  <a:lnTo>
                    <a:pt x="3678072" y="6858000"/>
                  </a:lnTo>
                  <a:lnTo>
                    <a:pt x="3387573" y="6858000"/>
                  </a:lnTo>
                  <a:lnTo>
                    <a:pt x="3039549" y="6858000"/>
                  </a:lnTo>
                  <a:lnTo>
                    <a:pt x="0" y="6858000"/>
                  </a:lnTo>
                  <a:close/>
                </a:path>
              </a:pathLst>
            </a:custGeom>
            <a:solidFill>
              <a:schemeClr val="bg1">
                <a:alpha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Meiryo"/>
                <a:ea typeface="+mn-ea"/>
                <a:cs typeface="+mn-cs"/>
              </a:endParaRPr>
            </a:p>
          </p:txBody>
        </p:sp>
        <p:sp>
          <p:nvSpPr>
            <p:cNvPr id="12" name="Freeform: Shape 11">
              <a:extLst>
                <a:ext uri="{FF2B5EF4-FFF2-40B4-BE49-F238E27FC236}">
                  <a16:creationId xmlns:a16="http://schemas.microsoft.com/office/drawing/2014/main" id="{4E58012C-4DA3-4ED3-9500-41F9AF60B1A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8404334" y="0"/>
              <a:ext cx="2529723" cy="6858000"/>
            </a:xfrm>
            <a:custGeom>
              <a:avLst/>
              <a:gdLst>
                <a:gd name="connsiteX0" fmla="*/ 1258269 w 2529723"/>
                <a:gd name="connsiteY0" fmla="*/ 0 h 6858000"/>
                <a:gd name="connsiteX1" fmla="*/ 1275627 w 2529723"/>
                <a:gd name="connsiteY1" fmla="*/ 0 h 6858000"/>
                <a:gd name="connsiteX2" fmla="*/ 1302560 w 2529723"/>
                <a:gd name="connsiteY2" fmla="*/ 24338 h 6858000"/>
                <a:gd name="connsiteX3" fmla="*/ 2522825 w 2529723"/>
                <a:gd name="connsiteY3" fmla="*/ 3678515 h 6858000"/>
                <a:gd name="connsiteX4" fmla="*/ 557500 w 2529723"/>
                <a:gd name="connsiteY4" fmla="*/ 6451411 h 6858000"/>
                <a:gd name="connsiteX5" fmla="*/ 32482 w 2529723"/>
                <a:gd name="connsiteY5" fmla="*/ 6849373 h 6858000"/>
                <a:gd name="connsiteX6" fmla="*/ 19531 w 2529723"/>
                <a:gd name="connsiteY6" fmla="*/ 6858000 h 6858000"/>
                <a:gd name="connsiteX7" fmla="*/ 0 w 2529723"/>
                <a:gd name="connsiteY7" fmla="*/ 6858000 h 6858000"/>
                <a:gd name="connsiteX8" fmla="*/ 14202 w 2529723"/>
                <a:gd name="connsiteY8" fmla="*/ 6848540 h 6858000"/>
                <a:gd name="connsiteX9" fmla="*/ 539221 w 2529723"/>
                <a:gd name="connsiteY9" fmla="*/ 6450578 h 6858000"/>
                <a:gd name="connsiteX10" fmla="*/ 2504546 w 2529723"/>
                <a:gd name="connsiteY10" fmla="*/ 3677682 h 6858000"/>
                <a:gd name="connsiteX11" fmla="*/ 1284280 w 2529723"/>
                <a:gd name="connsiteY11" fmla="*/ 23504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529723" h="6858000">
                  <a:moveTo>
                    <a:pt x="1258269" y="0"/>
                  </a:moveTo>
                  <a:lnTo>
                    <a:pt x="1275627" y="0"/>
                  </a:lnTo>
                  <a:lnTo>
                    <a:pt x="1302560" y="24338"/>
                  </a:lnTo>
                  <a:cubicBezTo>
                    <a:pt x="2156831" y="855667"/>
                    <a:pt x="2590622" y="2191755"/>
                    <a:pt x="2522825" y="3678515"/>
                  </a:cubicBezTo>
                  <a:cubicBezTo>
                    <a:pt x="2459072" y="5076606"/>
                    <a:pt x="1519830" y="5692656"/>
                    <a:pt x="557500" y="6451411"/>
                  </a:cubicBezTo>
                  <a:cubicBezTo>
                    <a:pt x="382255" y="6589587"/>
                    <a:pt x="208689" y="6724853"/>
                    <a:pt x="32482" y="6849373"/>
                  </a:cubicBezTo>
                  <a:lnTo>
                    <a:pt x="19531" y="6858000"/>
                  </a:lnTo>
                  <a:lnTo>
                    <a:pt x="0" y="6858000"/>
                  </a:lnTo>
                  <a:lnTo>
                    <a:pt x="14202" y="6848540"/>
                  </a:lnTo>
                  <a:cubicBezTo>
                    <a:pt x="190409" y="6724020"/>
                    <a:pt x="363976" y="6588754"/>
                    <a:pt x="539221" y="6450578"/>
                  </a:cubicBezTo>
                  <a:cubicBezTo>
                    <a:pt x="1501550" y="5691822"/>
                    <a:pt x="2440792" y="5075773"/>
                    <a:pt x="2504546" y="3677682"/>
                  </a:cubicBezTo>
                  <a:cubicBezTo>
                    <a:pt x="2572343" y="2190921"/>
                    <a:pt x="2138551" y="854834"/>
                    <a:pt x="1284280" y="23504"/>
                  </a:cubicBezTo>
                  <a:close/>
                </a:path>
              </a:pathLst>
            </a:cu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Meiryo"/>
                <a:ea typeface="+mn-ea"/>
                <a:cs typeface="+mn-cs"/>
              </a:endParaRPr>
            </a:p>
          </p:txBody>
        </p:sp>
        <p:sp>
          <p:nvSpPr>
            <p:cNvPr id="13" name="Freeform: Shape 12">
              <a:extLst>
                <a:ext uri="{FF2B5EF4-FFF2-40B4-BE49-F238E27FC236}">
                  <a16:creationId xmlns:a16="http://schemas.microsoft.com/office/drawing/2014/main" id="{59AC73F7-22BD-4C46-B368-3F03B8478F9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8184327" y="0"/>
              <a:ext cx="2536434" cy="6858000"/>
            </a:xfrm>
            <a:custGeom>
              <a:avLst/>
              <a:gdLst>
                <a:gd name="connsiteX0" fmla="*/ 879731 w 2536434"/>
                <a:gd name="connsiteY0" fmla="*/ 0 h 6858000"/>
                <a:gd name="connsiteX1" fmla="*/ 913411 w 2536434"/>
                <a:gd name="connsiteY1" fmla="*/ 0 h 6858000"/>
                <a:gd name="connsiteX2" fmla="*/ 935535 w 2536434"/>
                <a:gd name="connsiteY2" fmla="*/ 14997 h 6858000"/>
                <a:gd name="connsiteX3" fmla="*/ 2536434 w 2536434"/>
                <a:gd name="connsiteY3" fmla="*/ 3621656 h 6858000"/>
                <a:gd name="connsiteX4" fmla="*/ 662084 w 2536434"/>
                <a:gd name="connsiteY4" fmla="*/ 6374814 h 6858000"/>
                <a:gd name="connsiteX5" fmla="*/ 145436 w 2536434"/>
                <a:gd name="connsiteY5" fmla="*/ 6780599 h 6858000"/>
                <a:gd name="connsiteX6" fmla="*/ 33680 w 2536434"/>
                <a:gd name="connsiteY6" fmla="*/ 6858000 h 6858000"/>
                <a:gd name="connsiteX7" fmla="*/ 0 w 2536434"/>
                <a:gd name="connsiteY7" fmla="*/ 6858000 h 6858000"/>
                <a:gd name="connsiteX8" fmla="*/ 111756 w 2536434"/>
                <a:gd name="connsiteY8" fmla="*/ 6780599 h 6858000"/>
                <a:gd name="connsiteX9" fmla="*/ 628404 w 2536434"/>
                <a:gd name="connsiteY9" fmla="*/ 6374814 h 6858000"/>
                <a:gd name="connsiteX10" fmla="*/ 2502754 w 2536434"/>
                <a:gd name="connsiteY10" fmla="*/ 3621656 h 6858000"/>
                <a:gd name="connsiteX11" fmla="*/ 901855 w 2536434"/>
                <a:gd name="connsiteY11" fmla="*/ 14997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536434" h="6858000">
                  <a:moveTo>
                    <a:pt x="879731" y="0"/>
                  </a:moveTo>
                  <a:lnTo>
                    <a:pt x="913411" y="0"/>
                  </a:lnTo>
                  <a:lnTo>
                    <a:pt x="935535" y="14997"/>
                  </a:lnTo>
                  <a:cubicBezTo>
                    <a:pt x="1962698" y="754641"/>
                    <a:pt x="2536434" y="2093192"/>
                    <a:pt x="2536434" y="3621656"/>
                  </a:cubicBezTo>
                  <a:cubicBezTo>
                    <a:pt x="2536434" y="4969131"/>
                    <a:pt x="1607709" y="5602839"/>
                    <a:pt x="662084" y="6374814"/>
                  </a:cubicBezTo>
                  <a:cubicBezTo>
                    <a:pt x="489881" y="6515397"/>
                    <a:pt x="319254" y="6653108"/>
                    <a:pt x="145436" y="6780599"/>
                  </a:cubicBezTo>
                  <a:lnTo>
                    <a:pt x="33680" y="6858000"/>
                  </a:lnTo>
                  <a:lnTo>
                    <a:pt x="0" y="6858000"/>
                  </a:lnTo>
                  <a:lnTo>
                    <a:pt x="111756" y="6780599"/>
                  </a:lnTo>
                  <a:cubicBezTo>
                    <a:pt x="285574" y="6653108"/>
                    <a:pt x="456201" y="6515397"/>
                    <a:pt x="628404" y="6374814"/>
                  </a:cubicBezTo>
                  <a:cubicBezTo>
                    <a:pt x="1574029" y="5602839"/>
                    <a:pt x="2502754" y="4969131"/>
                    <a:pt x="2502754" y="3621656"/>
                  </a:cubicBezTo>
                  <a:cubicBezTo>
                    <a:pt x="2502754" y="2093192"/>
                    <a:pt x="1929018" y="754641"/>
                    <a:pt x="901855" y="14997"/>
                  </a:cubicBezTo>
                  <a:close/>
                </a:path>
              </a:pathLst>
            </a:cu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Meiryo"/>
                <a:ea typeface="+mn-ea"/>
                <a:cs typeface="+mn-cs"/>
              </a:endParaRPr>
            </a:p>
          </p:txBody>
        </p:sp>
        <p:sp>
          <p:nvSpPr>
            <p:cNvPr id="14" name="Freeform: Shape 13">
              <a:extLst>
                <a:ext uri="{FF2B5EF4-FFF2-40B4-BE49-F238E27FC236}">
                  <a16:creationId xmlns:a16="http://schemas.microsoft.com/office/drawing/2014/main" id="{95C99F96-8984-456F-BD66-5C019A65103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7953086" y="0"/>
              <a:ext cx="2261351" cy="6858000"/>
            </a:xfrm>
            <a:custGeom>
              <a:avLst/>
              <a:gdLst>
                <a:gd name="connsiteX0" fmla="*/ 879731 w 2521425"/>
                <a:gd name="connsiteY0" fmla="*/ 0 h 6858000"/>
                <a:gd name="connsiteX1" fmla="*/ 898402 w 2521425"/>
                <a:gd name="connsiteY1" fmla="*/ 0 h 6858000"/>
                <a:gd name="connsiteX2" fmla="*/ 920526 w 2521425"/>
                <a:gd name="connsiteY2" fmla="*/ 14997 h 6858000"/>
                <a:gd name="connsiteX3" fmla="*/ 2521425 w 2521425"/>
                <a:gd name="connsiteY3" fmla="*/ 3621656 h 6858000"/>
                <a:gd name="connsiteX4" fmla="*/ 647075 w 2521425"/>
                <a:gd name="connsiteY4" fmla="*/ 6374814 h 6858000"/>
                <a:gd name="connsiteX5" fmla="*/ 130427 w 2521425"/>
                <a:gd name="connsiteY5" fmla="*/ 6780599 h 6858000"/>
                <a:gd name="connsiteX6" fmla="*/ 18671 w 2521425"/>
                <a:gd name="connsiteY6" fmla="*/ 6858000 h 6858000"/>
                <a:gd name="connsiteX7" fmla="*/ 0 w 2521425"/>
                <a:gd name="connsiteY7" fmla="*/ 6858000 h 6858000"/>
                <a:gd name="connsiteX8" fmla="*/ 111756 w 2521425"/>
                <a:gd name="connsiteY8" fmla="*/ 6780599 h 6858000"/>
                <a:gd name="connsiteX9" fmla="*/ 628404 w 2521425"/>
                <a:gd name="connsiteY9" fmla="*/ 6374814 h 6858000"/>
                <a:gd name="connsiteX10" fmla="*/ 2502754 w 2521425"/>
                <a:gd name="connsiteY10" fmla="*/ 3621656 h 6858000"/>
                <a:gd name="connsiteX11" fmla="*/ 901855 w 2521425"/>
                <a:gd name="connsiteY11" fmla="*/ 14997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521425" h="6858000">
                  <a:moveTo>
                    <a:pt x="879731" y="0"/>
                  </a:moveTo>
                  <a:lnTo>
                    <a:pt x="898402" y="0"/>
                  </a:lnTo>
                  <a:lnTo>
                    <a:pt x="920526" y="14997"/>
                  </a:lnTo>
                  <a:cubicBezTo>
                    <a:pt x="1947689" y="754641"/>
                    <a:pt x="2521425" y="2093192"/>
                    <a:pt x="2521425" y="3621656"/>
                  </a:cubicBezTo>
                  <a:cubicBezTo>
                    <a:pt x="2521425" y="4969131"/>
                    <a:pt x="1592700" y="5602839"/>
                    <a:pt x="647075" y="6374814"/>
                  </a:cubicBezTo>
                  <a:cubicBezTo>
                    <a:pt x="474872" y="6515397"/>
                    <a:pt x="304245" y="6653108"/>
                    <a:pt x="130427" y="6780599"/>
                  </a:cubicBezTo>
                  <a:lnTo>
                    <a:pt x="18671" y="6858000"/>
                  </a:lnTo>
                  <a:lnTo>
                    <a:pt x="0" y="6858000"/>
                  </a:lnTo>
                  <a:lnTo>
                    <a:pt x="111756" y="6780599"/>
                  </a:lnTo>
                  <a:cubicBezTo>
                    <a:pt x="285574" y="6653108"/>
                    <a:pt x="456201" y="6515397"/>
                    <a:pt x="628404" y="6374814"/>
                  </a:cubicBezTo>
                  <a:cubicBezTo>
                    <a:pt x="1574029" y="5602839"/>
                    <a:pt x="2502754" y="4969131"/>
                    <a:pt x="2502754" y="3621656"/>
                  </a:cubicBezTo>
                  <a:cubicBezTo>
                    <a:pt x="2502754" y="2093192"/>
                    <a:pt x="1929018" y="754641"/>
                    <a:pt x="901855" y="14997"/>
                  </a:cubicBezTo>
                  <a:close/>
                </a:path>
              </a:pathLst>
            </a:custGeom>
            <a:solidFill>
              <a:schemeClr val="bg2">
                <a:lumMod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Meiryo"/>
                <a:ea typeface="+mn-ea"/>
                <a:cs typeface="+mn-cs"/>
              </a:endParaRPr>
            </a:p>
          </p:txBody>
        </p:sp>
      </p:grpSp>
      <p:sp>
        <p:nvSpPr>
          <p:cNvPr id="3" name="İçerik Yer Tutucusu 2">
            <a:extLst>
              <a:ext uri="{FF2B5EF4-FFF2-40B4-BE49-F238E27FC236}">
                <a16:creationId xmlns:a16="http://schemas.microsoft.com/office/drawing/2014/main" id="{BB8989C5-471B-0389-97FB-B75DA543895F}"/>
              </a:ext>
            </a:extLst>
          </p:cNvPr>
          <p:cNvSpPr>
            <a:spLocks noGrp="1"/>
          </p:cNvSpPr>
          <p:nvPr>
            <p:ph idx="1"/>
          </p:nvPr>
        </p:nvSpPr>
        <p:spPr>
          <a:xfrm>
            <a:off x="2137498" y="973192"/>
            <a:ext cx="7917003" cy="4911615"/>
          </a:xfrm>
          <a:blipFill dpi="0" rotWithShape="1">
            <a:blip r:embed="rId4">
              <a:alphaModFix amt="47000"/>
            </a:blip>
            <a:srcRect/>
            <a:tile tx="0" ty="0" sx="100000" sy="100000" flip="none" algn="tl"/>
          </a:blipFill>
        </p:spPr>
        <p:txBody>
          <a:bodyPr>
            <a:normAutofit/>
          </a:bodyPr>
          <a:lstStyle/>
          <a:p>
            <a:pPr>
              <a:lnSpc>
                <a:spcPct val="130000"/>
              </a:lnSpc>
            </a:pPr>
            <a:r>
              <a:rPr lang="tr-TR" sz="1400" b="1" dirty="0"/>
              <a:t>Ne yapılacaktır? </a:t>
            </a:r>
            <a:r>
              <a:rPr lang="tr-TR" sz="1400" dirty="0"/>
              <a:t>İşletmenin faaliyetlerine geçmeden önce ne yapılacağına karar vermesi gerekir. Burada amaçların ortaya konması gerekir. </a:t>
            </a:r>
          </a:p>
          <a:p>
            <a:pPr>
              <a:lnSpc>
                <a:spcPct val="130000"/>
              </a:lnSpc>
            </a:pPr>
            <a:r>
              <a:rPr lang="tr-TR" sz="1400" b="1" dirty="0"/>
              <a:t>Kim yapacaktır? </a:t>
            </a:r>
            <a:r>
              <a:rPr lang="tr-TR" sz="1400" dirty="0"/>
              <a:t>İşletmenin amaçlarına ulaşmasını sağlayacak yönetici grubu olduğuna göre planlamada hangi yöneticilerin ne gibi sorumluluklar yükleneceklerinin belirlenmesi gerekir. İşletmenin genel planının başarısı ana bölümlerin ve ikincil bölümlerin plana katkılarına bağlıdır, planlamada kimlerin ne katkısının olacağı temel sorulardan biridir.</a:t>
            </a:r>
          </a:p>
          <a:p>
            <a:pPr>
              <a:lnSpc>
                <a:spcPct val="130000"/>
              </a:lnSpc>
            </a:pPr>
            <a:r>
              <a:rPr lang="tr-TR" sz="1400" b="1" dirty="0"/>
              <a:t> Ne zaman yapılacaktır? </a:t>
            </a:r>
            <a:r>
              <a:rPr lang="tr-TR" sz="1400" dirty="0"/>
              <a:t>Planlama ile hangi işlerin ne zaman yapılacağı saptanır. İşletmelerde genellikle işler birbirini tamamlar. İşlerin senkronizasyonu önem taşımaktadır. Üretilmeyen bir malın pazarlaması olamayacağı için planın ne zaman yapılacağı ve işleri koordine etmesi önemlidir.</a:t>
            </a:r>
          </a:p>
        </p:txBody>
      </p:sp>
    </p:spTree>
    <p:extLst>
      <p:ext uri="{BB962C8B-B14F-4D97-AF65-F5344CB8AC3E}">
        <p14:creationId xmlns:p14="http://schemas.microsoft.com/office/powerpoint/2010/main" val="353468977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blipFill dpi="0" rotWithShape="1">
          <a:blip r:embed="rId2" cstate="screen">
            <a:alphaModFix amt="43000"/>
            <a:lum/>
            <a:extLst>
              <a:ext uri="{28A0092B-C50C-407E-A947-70E740481C1C}">
                <a14:useLocalDpi xmlns:a14="http://schemas.microsoft.com/office/drawing/2010/main"/>
              </a:ext>
            </a:extLst>
          </a:blip>
          <a:srcRect/>
          <a:stretch>
            <a:fillRect l="-3000" r="-3000"/>
          </a:stretch>
        </a:blip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C51A08AC-F796-409C-AD97-8B476289EC5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53" y="0"/>
            <a:ext cx="12191695"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Meiryo"/>
              <a:ea typeface="+mn-ea"/>
              <a:cs typeface="+mn-cs"/>
            </a:endParaRPr>
          </a:p>
        </p:txBody>
      </p:sp>
      <p:grpSp>
        <p:nvGrpSpPr>
          <p:cNvPr id="10" name="Group 9">
            <a:extLst>
              <a:ext uri="{FF2B5EF4-FFF2-40B4-BE49-F238E27FC236}">
                <a16:creationId xmlns:a16="http://schemas.microsoft.com/office/drawing/2014/main" id="{1E1B312B-4E9A-405C-9CE8-10325438035E}"/>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 y="0"/>
            <a:ext cx="10853745" cy="6858000"/>
            <a:chOff x="-1" y="0"/>
            <a:chExt cx="10934058" cy="6858000"/>
          </a:xfrm>
        </p:grpSpPr>
        <p:sp>
          <p:nvSpPr>
            <p:cNvPr id="11" name="Freeform: Shape 10">
              <a:extLst>
                <a:ext uri="{FF2B5EF4-FFF2-40B4-BE49-F238E27FC236}">
                  <a16:creationId xmlns:a16="http://schemas.microsoft.com/office/drawing/2014/main" id="{027ED404-4912-4C80-B5EB-98E67EB26AD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 y="0"/>
              <a:ext cx="10515600" cy="6858000"/>
            </a:xfrm>
            <a:custGeom>
              <a:avLst/>
              <a:gdLst>
                <a:gd name="connsiteX0" fmla="*/ 0 w 10515600"/>
                <a:gd name="connsiteY0" fmla="*/ 0 h 6858000"/>
                <a:gd name="connsiteX1" fmla="*/ 3039549 w 10515600"/>
                <a:gd name="connsiteY1" fmla="*/ 0 h 6858000"/>
                <a:gd name="connsiteX2" fmla="*/ 3387573 w 10515600"/>
                <a:gd name="connsiteY2" fmla="*/ 0 h 6858000"/>
                <a:gd name="connsiteX3" fmla="*/ 3678072 w 10515600"/>
                <a:gd name="connsiteY3" fmla="*/ 0 h 6858000"/>
                <a:gd name="connsiteX4" fmla="*/ 3721524 w 10515600"/>
                <a:gd name="connsiteY4" fmla="*/ 0 h 6858000"/>
                <a:gd name="connsiteX5" fmla="*/ 4595394 w 10515600"/>
                <a:gd name="connsiteY5" fmla="*/ 0 h 6858000"/>
                <a:gd name="connsiteX6" fmla="*/ 4607603 w 10515600"/>
                <a:gd name="connsiteY6" fmla="*/ 0 h 6858000"/>
                <a:gd name="connsiteX7" fmla="*/ 4733044 w 10515600"/>
                <a:gd name="connsiteY7" fmla="*/ 0 h 6858000"/>
                <a:gd name="connsiteX8" fmla="*/ 6226185 w 10515600"/>
                <a:gd name="connsiteY8" fmla="*/ 0 h 6858000"/>
                <a:gd name="connsiteX9" fmla="*/ 8892577 w 10515600"/>
                <a:gd name="connsiteY9" fmla="*/ 0 h 6858000"/>
                <a:gd name="connsiteX10" fmla="*/ 8914701 w 10515600"/>
                <a:gd name="connsiteY10" fmla="*/ 14997 h 6858000"/>
                <a:gd name="connsiteX11" fmla="*/ 10515600 w 10515600"/>
                <a:gd name="connsiteY11" fmla="*/ 3621656 h 6858000"/>
                <a:gd name="connsiteX12" fmla="*/ 8641250 w 10515600"/>
                <a:gd name="connsiteY12" fmla="*/ 6374814 h 6858000"/>
                <a:gd name="connsiteX13" fmla="*/ 8124602 w 10515600"/>
                <a:gd name="connsiteY13" fmla="*/ 6780599 h 6858000"/>
                <a:gd name="connsiteX14" fmla="*/ 8012846 w 10515600"/>
                <a:gd name="connsiteY14" fmla="*/ 6858000 h 6858000"/>
                <a:gd name="connsiteX15" fmla="*/ 6226185 w 10515600"/>
                <a:gd name="connsiteY15" fmla="*/ 6858000 h 6858000"/>
                <a:gd name="connsiteX16" fmla="*/ 4607603 w 10515600"/>
                <a:gd name="connsiteY16" fmla="*/ 6858000 h 6858000"/>
                <a:gd name="connsiteX17" fmla="*/ 4595394 w 10515600"/>
                <a:gd name="connsiteY17" fmla="*/ 6858000 h 6858000"/>
                <a:gd name="connsiteX18" fmla="*/ 4424650 w 10515600"/>
                <a:gd name="connsiteY18" fmla="*/ 6858000 h 6858000"/>
                <a:gd name="connsiteX19" fmla="*/ 3721524 w 10515600"/>
                <a:gd name="connsiteY19" fmla="*/ 6858000 h 6858000"/>
                <a:gd name="connsiteX20" fmla="*/ 3678072 w 10515600"/>
                <a:gd name="connsiteY20" fmla="*/ 6858000 h 6858000"/>
                <a:gd name="connsiteX21" fmla="*/ 3387573 w 10515600"/>
                <a:gd name="connsiteY21" fmla="*/ 6858000 h 6858000"/>
                <a:gd name="connsiteX22" fmla="*/ 3039549 w 10515600"/>
                <a:gd name="connsiteY22" fmla="*/ 6858000 h 6858000"/>
                <a:gd name="connsiteX23" fmla="*/ 0 w 10515600"/>
                <a:gd name="connsiteY23"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0515600" h="6858000">
                  <a:moveTo>
                    <a:pt x="0" y="0"/>
                  </a:moveTo>
                  <a:lnTo>
                    <a:pt x="3039549" y="0"/>
                  </a:lnTo>
                  <a:lnTo>
                    <a:pt x="3387573" y="0"/>
                  </a:lnTo>
                  <a:lnTo>
                    <a:pt x="3678072" y="0"/>
                  </a:lnTo>
                  <a:lnTo>
                    <a:pt x="3721524" y="0"/>
                  </a:lnTo>
                  <a:lnTo>
                    <a:pt x="4595394" y="0"/>
                  </a:lnTo>
                  <a:lnTo>
                    <a:pt x="4607603" y="0"/>
                  </a:lnTo>
                  <a:lnTo>
                    <a:pt x="4733044" y="0"/>
                  </a:lnTo>
                  <a:lnTo>
                    <a:pt x="6226185" y="0"/>
                  </a:lnTo>
                  <a:lnTo>
                    <a:pt x="8892577" y="0"/>
                  </a:lnTo>
                  <a:lnTo>
                    <a:pt x="8914701" y="14997"/>
                  </a:lnTo>
                  <a:cubicBezTo>
                    <a:pt x="9941864" y="754641"/>
                    <a:pt x="10515600" y="2093192"/>
                    <a:pt x="10515600" y="3621656"/>
                  </a:cubicBezTo>
                  <a:cubicBezTo>
                    <a:pt x="10515600" y="4969131"/>
                    <a:pt x="9586875" y="5602839"/>
                    <a:pt x="8641250" y="6374814"/>
                  </a:cubicBezTo>
                  <a:cubicBezTo>
                    <a:pt x="8469047" y="6515397"/>
                    <a:pt x="8298420" y="6653108"/>
                    <a:pt x="8124602" y="6780599"/>
                  </a:cubicBezTo>
                  <a:lnTo>
                    <a:pt x="8012846" y="6858000"/>
                  </a:lnTo>
                  <a:lnTo>
                    <a:pt x="6226185" y="6858000"/>
                  </a:lnTo>
                  <a:lnTo>
                    <a:pt x="4607603" y="6858000"/>
                  </a:lnTo>
                  <a:lnTo>
                    <a:pt x="4595394" y="6858000"/>
                  </a:lnTo>
                  <a:lnTo>
                    <a:pt x="4424650" y="6858000"/>
                  </a:lnTo>
                  <a:lnTo>
                    <a:pt x="3721524" y="6858000"/>
                  </a:lnTo>
                  <a:lnTo>
                    <a:pt x="3678072" y="6858000"/>
                  </a:lnTo>
                  <a:lnTo>
                    <a:pt x="3387573" y="6858000"/>
                  </a:lnTo>
                  <a:lnTo>
                    <a:pt x="3039549" y="6858000"/>
                  </a:lnTo>
                  <a:lnTo>
                    <a:pt x="0" y="6858000"/>
                  </a:lnTo>
                  <a:close/>
                </a:path>
              </a:pathLst>
            </a:custGeom>
            <a:solidFill>
              <a:schemeClr val="bg1">
                <a:alpha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Meiryo"/>
                <a:ea typeface="+mn-ea"/>
                <a:cs typeface="+mn-cs"/>
              </a:endParaRPr>
            </a:p>
          </p:txBody>
        </p:sp>
        <p:sp>
          <p:nvSpPr>
            <p:cNvPr id="12" name="Freeform: Shape 11">
              <a:extLst>
                <a:ext uri="{FF2B5EF4-FFF2-40B4-BE49-F238E27FC236}">
                  <a16:creationId xmlns:a16="http://schemas.microsoft.com/office/drawing/2014/main" id="{4E58012C-4DA3-4ED3-9500-41F9AF60B1A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8404334" y="0"/>
              <a:ext cx="2529723" cy="6858000"/>
            </a:xfrm>
            <a:custGeom>
              <a:avLst/>
              <a:gdLst>
                <a:gd name="connsiteX0" fmla="*/ 1258269 w 2529723"/>
                <a:gd name="connsiteY0" fmla="*/ 0 h 6858000"/>
                <a:gd name="connsiteX1" fmla="*/ 1275627 w 2529723"/>
                <a:gd name="connsiteY1" fmla="*/ 0 h 6858000"/>
                <a:gd name="connsiteX2" fmla="*/ 1302560 w 2529723"/>
                <a:gd name="connsiteY2" fmla="*/ 24338 h 6858000"/>
                <a:gd name="connsiteX3" fmla="*/ 2522825 w 2529723"/>
                <a:gd name="connsiteY3" fmla="*/ 3678515 h 6858000"/>
                <a:gd name="connsiteX4" fmla="*/ 557500 w 2529723"/>
                <a:gd name="connsiteY4" fmla="*/ 6451411 h 6858000"/>
                <a:gd name="connsiteX5" fmla="*/ 32482 w 2529723"/>
                <a:gd name="connsiteY5" fmla="*/ 6849373 h 6858000"/>
                <a:gd name="connsiteX6" fmla="*/ 19531 w 2529723"/>
                <a:gd name="connsiteY6" fmla="*/ 6858000 h 6858000"/>
                <a:gd name="connsiteX7" fmla="*/ 0 w 2529723"/>
                <a:gd name="connsiteY7" fmla="*/ 6858000 h 6858000"/>
                <a:gd name="connsiteX8" fmla="*/ 14202 w 2529723"/>
                <a:gd name="connsiteY8" fmla="*/ 6848540 h 6858000"/>
                <a:gd name="connsiteX9" fmla="*/ 539221 w 2529723"/>
                <a:gd name="connsiteY9" fmla="*/ 6450578 h 6858000"/>
                <a:gd name="connsiteX10" fmla="*/ 2504546 w 2529723"/>
                <a:gd name="connsiteY10" fmla="*/ 3677682 h 6858000"/>
                <a:gd name="connsiteX11" fmla="*/ 1284280 w 2529723"/>
                <a:gd name="connsiteY11" fmla="*/ 23504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529723" h="6858000">
                  <a:moveTo>
                    <a:pt x="1258269" y="0"/>
                  </a:moveTo>
                  <a:lnTo>
                    <a:pt x="1275627" y="0"/>
                  </a:lnTo>
                  <a:lnTo>
                    <a:pt x="1302560" y="24338"/>
                  </a:lnTo>
                  <a:cubicBezTo>
                    <a:pt x="2156831" y="855667"/>
                    <a:pt x="2590622" y="2191755"/>
                    <a:pt x="2522825" y="3678515"/>
                  </a:cubicBezTo>
                  <a:cubicBezTo>
                    <a:pt x="2459072" y="5076606"/>
                    <a:pt x="1519830" y="5692656"/>
                    <a:pt x="557500" y="6451411"/>
                  </a:cubicBezTo>
                  <a:cubicBezTo>
                    <a:pt x="382255" y="6589587"/>
                    <a:pt x="208689" y="6724853"/>
                    <a:pt x="32482" y="6849373"/>
                  </a:cubicBezTo>
                  <a:lnTo>
                    <a:pt x="19531" y="6858000"/>
                  </a:lnTo>
                  <a:lnTo>
                    <a:pt x="0" y="6858000"/>
                  </a:lnTo>
                  <a:lnTo>
                    <a:pt x="14202" y="6848540"/>
                  </a:lnTo>
                  <a:cubicBezTo>
                    <a:pt x="190409" y="6724020"/>
                    <a:pt x="363976" y="6588754"/>
                    <a:pt x="539221" y="6450578"/>
                  </a:cubicBezTo>
                  <a:cubicBezTo>
                    <a:pt x="1501550" y="5691822"/>
                    <a:pt x="2440792" y="5075773"/>
                    <a:pt x="2504546" y="3677682"/>
                  </a:cubicBezTo>
                  <a:cubicBezTo>
                    <a:pt x="2572343" y="2190921"/>
                    <a:pt x="2138551" y="854834"/>
                    <a:pt x="1284280" y="23504"/>
                  </a:cubicBezTo>
                  <a:close/>
                </a:path>
              </a:pathLst>
            </a:cu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Meiryo"/>
                <a:ea typeface="+mn-ea"/>
                <a:cs typeface="+mn-cs"/>
              </a:endParaRPr>
            </a:p>
          </p:txBody>
        </p:sp>
        <p:sp>
          <p:nvSpPr>
            <p:cNvPr id="13" name="Freeform: Shape 12">
              <a:extLst>
                <a:ext uri="{FF2B5EF4-FFF2-40B4-BE49-F238E27FC236}">
                  <a16:creationId xmlns:a16="http://schemas.microsoft.com/office/drawing/2014/main" id="{59AC73F7-22BD-4C46-B368-3F03B8478F9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8184327" y="0"/>
              <a:ext cx="2536434" cy="6858000"/>
            </a:xfrm>
            <a:custGeom>
              <a:avLst/>
              <a:gdLst>
                <a:gd name="connsiteX0" fmla="*/ 879731 w 2536434"/>
                <a:gd name="connsiteY0" fmla="*/ 0 h 6858000"/>
                <a:gd name="connsiteX1" fmla="*/ 913411 w 2536434"/>
                <a:gd name="connsiteY1" fmla="*/ 0 h 6858000"/>
                <a:gd name="connsiteX2" fmla="*/ 935535 w 2536434"/>
                <a:gd name="connsiteY2" fmla="*/ 14997 h 6858000"/>
                <a:gd name="connsiteX3" fmla="*/ 2536434 w 2536434"/>
                <a:gd name="connsiteY3" fmla="*/ 3621656 h 6858000"/>
                <a:gd name="connsiteX4" fmla="*/ 662084 w 2536434"/>
                <a:gd name="connsiteY4" fmla="*/ 6374814 h 6858000"/>
                <a:gd name="connsiteX5" fmla="*/ 145436 w 2536434"/>
                <a:gd name="connsiteY5" fmla="*/ 6780599 h 6858000"/>
                <a:gd name="connsiteX6" fmla="*/ 33680 w 2536434"/>
                <a:gd name="connsiteY6" fmla="*/ 6858000 h 6858000"/>
                <a:gd name="connsiteX7" fmla="*/ 0 w 2536434"/>
                <a:gd name="connsiteY7" fmla="*/ 6858000 h 6858000"/>
                <a:gd name="connsiteX8" fmla="*/ 111756 w 2536434"/>
                <a:gd name="connsiteY8" fmla="*/ 6780599 h 6858000"/>
                <a:gd name="connsiteX9" fmla="*/ 628404 w 2536434"/>
                <a:gd name="connsiteY9" fmla="*/ 6374814 h 6858000"/>
                <a:gd name="connsiteX10" fmla="*/ 2502754 w 2536434"/>
                <a:gd name="connsiteY10" fmla="*/ 3621656 h 6858000"/>
                <a:gd name="connsiteX11" fmla="*/ 901855 w 2536434"/>
                <a:gd name="connsiteY11" fmla="*/ 14997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536434" h="6858000">
                  <a:moveTo>
                    <a:pt x="879731" y="0"/>
                  </a:moveTo>
                  <a:lnTo>
                    <a:pt x="913411" y="0"/>
                  </a:lnTo>
                  <a:lnTo>
                    <a:pt x="935535" y="14997"/>
                  </a:lnTo>
                  <a:cubicBezTo>
                    <a:pt x="1962698" y="754641"/>
                    <a:pt x="2536434" y="2093192"/>
                    <a:pt x="2536434" y="3621656"/>
                  </a:cubicBezTo>
                  <a:cubicBezTo>
                    <a:pt x="2536434" y="4969131"/>
                    <a:pt x="1607709" y="5602839"/>
                    <a:pt x="662084" y="6374814"/>
                  </a:cubicBezTo>
                  <a:cubicBezTo>
                    <a:pt x="489881" y="6515397"/>
                    <a:pt x="319254" y="6653108"/>
                    <a:pt x="145436" y="6780599"/>
                  </a:cubicBezTo>
                  <a:lnTo>
                    <a:pt x="33680" y="6858000"/>
                  </a:lnTo>
                  <a:lnTo>
                    <a:pt x="0" y="6858000"/>
                  </a:lnTo>
                  <a:lnTo>
                    <a:pt x="111756" y="6780599"/>
                  </a:lnTo>
                  <a:cubicBezTo>
                    <a:pt x="285574" y="6653108"/>
                    <a:pt x="456201" y="6515397"/>
                    <a:pt x="628404" y="6374814"/>
                  </a:cubicBezTo>
                  <a:cubicBezTo>
                    <a:pt x="1574029" y="5602839"/>
                    <a:pt x="2502754" y="4969131"/>
                    <a:pt x="2502754" y="3621656"/>
                  </a:cubicBezTo>
                  <a:cubicBezTo>
                    <a:pt x="2502754" y="2093192"/>
                    <a:pt x="1929018" y="754641"/>
                    <a:pt x="901855" y="14997"/>
                  </a:cubicBezTo>
                  <a:close/>
                </a:path>
              </a:pathLst>
            </a:cu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Meiryo"/>
                <a:ea typeface="+mn-ea"/>
                <a:cs typeface="+mn-cs"/>
              </a:endParaRPr>
            </a:p>
          </p:txBody>
        </p:sp>
        <p:sp>
          <p:nvSpPr>
            <p:cNvPr id="14" name="Freeform: Shape 13">
              <a:extLst>
                <a:ext uri="{FF2B5EF4-FFF2-40B4-BE49-F238E27FC236}">
                  <a16:creationId xmlns:a16="http://schemas.microsoft.com/office/drawing/2014/main" id="{95C99F96-8984-456F-BD66-5C019A65103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7953086" y="0"/>
              <a:ext cx="2261351" cy="6858000"/>
            </a:xfrm>
            <a:custGeom>
              <a:avLst/>
              <a:gdLst>
                <a:gd name="connsiteX0" fmla="*/ 879731 w 2521425"/>
                <a:gd name="connsiteY0" fmla="*/ 0 h 6858000"/>
                <a:gd name="connsiteX1" fmla="*/ 898402 w 2521425"/>
                <a:gd name="connsiteY1" fmla="*/ 0 h 6858000"/>
                <a:gd name="connsiteX2" fmla="*/ 920526 w 2521425"/>
                <a:gd name="connsiteY2" fmla="*/ 14997 h 6858000"/>
                <a:gd name="connsiteX3" fmla="*/ 2521425 w 2521425"/>
                <a:gd name="connsiteY3" fmla="*/ 3621656 h 6858000"/>
                <a:gd name="connsiteX4" fmla="*/ 647075 w 2521425"/>
                <a:gd name="connsiteY4" fmla="*/ 6374814 h 6858000"/>
                <a:gd name="connsiteX5" fmla="*/ 130427 w 2521425"/>
                <a:gd name="connsiteY5" fmla="*/ 6780599 h 6858000"/>
                <a:gd name="connsiteX6" fmla="*/ 18671 w 2521425"/>
                <a:gd name="connsiteY6" fmla="*/ 6858000 h 6858000"/>
                <a:gd name="connsiteX7" fmla="*/ 0 w 2521425"/>
                <a:gd name="connsiteY7" fmla="*/ 6858000 h 6858000"/>
                <a:gd name="connsiteX8" fmla="*/ 111756 w 2521425"/>
                <a:gd name="connsiteY8" fmla="*/ 6780599 h 6858000"/>
                <a:gd name="connsiteX9" fmla="*/ 628404 w 2521425"/>
                <a:gd name="connsiteY9" fmla="*/ 6374814 h 6858000"/>
                <a:gd name="connsiteX10" fmla="*/ 2502754 w 2521425"/>
                <a:gd name="connsiteY10" fmla="*/ 3621656 h 6858000"/>
                <a:gd name="connsiteX11" fmla="*/ 901855 w 2521425"/>
                <a:gd name="connsiteY11" fmla="*/ 14997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521425" h="6858000">
                  <a:moveTo>
                    <a:pt x="879731" y="0"/>
                  </a:moveTo>
                  <a:lnTo>
                    <a:pt x="898402" y="0"/>
                  </a:lnTo>
                  <a:lnTo>
                    <a:pt x="920526" y="14997"/>
                  </a:lnTo>
                  <a:cubicBezTo>
                    <a:pt x="1947689" y="754641"/>
                    <a:pt x="2521425" y="2093192"/>
                    <a:pt x="2521425" y="3621656"/>
                  </a:cubicBezTo>
                  <a:cubicBezTo>
                    <a:pt x="2521425" y="4969131"/>
                    <a:pt x="1592700" y="5602839"/>
                    <a:pt x="647075" y="6374814"/>
                  </a:cubicBezTo>
                  <a:cubicBezTo>
                    <a:pt x="474872" y="6515397"/>
                    <a:pt x="304245" y="6653108"/>
                    <a:pt x="130427" y="6780599"/>
                  </a:cubicBezTo>
                  <a:lnTo>
                    <a:pt x="18671" y="6858000"/>
                  </a:lnTo>
                  <a:lnTo>
                    <a:pt x="0" y="6858000"/>
                  </a:lnTo>
                  <a:lnTo>
                    <a:pt x="111756" y="6780599"/>
                  </a:lnTo>
                  <a:cubicBezTo>
                    <a:pt x="285574" y="6653108"/>
                    <a:pt x="456201" y="6515397"/>
                    <a:pt x="628404" y="6374814"/>
                  </a:cubicBezTo>
                  <a:cubicBezTo>
                    <a:pt x="1574029" y="5602839"/>
                    <a:pt x="2502754" y="4969131"/>
                    <a:pt x="2502754" y="3621656"/>
                  </a:cubicBezTo>
                  <a:cubicBezTo>
                    <a:pt x="2502754" y="2093192"/>
                    <a:pt x="1929018" y="754641"/>
                    <a:pt x="901855" y="14997"/>
                  </a:cubicBezTo>
                  <a:close/>
                </a:path>
              </a:pathLst>
            </a:custGeom>
            <a:solidFill>
              <a:schemeClr val="bg2">
                <a:lumMod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Meiryo"/>
                <a:ea typeface="+mn-ea"/>
                <a:cs typeface="+mn-cs"/>
              </a:endParaRPr>
            </a:p>
          </p:txBody>
        </p:sp>
      </p:grpSp>
      <p:sp>
        <p:nvSpPr>
          <p:cNvPr id="3" name="İçerik Yer Tutucusu 2">
            <a:extLst>
              <a:ext uri="{FF2B5EF4-FFF2-40B4-BE49-F238E27FC236}">
                <a16:creationId xmlns:a16="http://schemas.microsoft.com/office/drawing/2014/main" id="{78D67AD8-EDE2-81BD-B536-5128C0945F76}"/>
              </a:ext>
            </a:extLst>
          </p:cNvPr>
          <p:cNvSpPr>
            <a:spLocks noGrp="1"/>
          </p:cNvSpPr>
          <p:nvPr>
            <p:ph idx="1"/>
          </p:nvPr>
        </p:nvSpPr>
        <p:spPr>
          <a:xfrm>
            <a:off x="1000125" y="914399"/>
            <a:ext cx="8341099" cy="5450541"/>
          </a:xfrm>
          <a:solidFill>
            <a:schemeClr val="accent1">
              <a:alpha val="60179"/>
            </a:schemeClr>
          </a:solidFill>
        </p:spPr>
        <p:txBody>
          <a:bodyPr>
            <a:normAutofit/>
          </a:bodyPr>
          <a:lstStyle/>
          <a:p>
            <a:pPr>
              <a:lnSpc>
                <a:spcPct val="130000"/>
              </a:lnSpc>
            </a:pPr>
            <a:r>
              <a:rPr lang="tr-TR" sz="1400" b="1" dirty="0"/>
              <a:t>Nasıl yapılacaktır? </a:t>
            </a:r>
            <a:r>
              <a:rPr lang="tr-TR" sz="1400" dirty="0"/>
              <a:t>Planlamada yapılacak işlerin yapılma tarzının ortaya konması gerekir. Bu iki faktörü gerektirir; birincisi amaçlara ulaşmak için işlerin, faaliyetlerin, projelerin, programların kararlaştırılması, ikincisi ise stratejilerin, politikaların, yöntemlerin, standartların ve bütçelerin belirlenen amaçlar için düzenlenmesidir. </a:t>
            </a:r>
          </a:p>
          <a:p>
            <a:pPr>
              <a:lnSpc>
                <a:spcPct val="130000"/>
              </a:lnSpc>
            </a:pPr>
            <a:r>
              <a:rPr lang="tr-TR" sz="1400" b="1" dirty="0"/>
              <a:t>Hangi olanaklar kullanılacaktır? </a:t>
            </a:r>
            <a:r>
              <a:rPr lang="tr-TR" sz="1400" dirty="0"/>
              <a:t>Burada olanaklardan kastedilen hangi fiziksel olanakların kullanılacağıdır. Burada önemli olan işletmenin elindeki çeşitli kaynakları (fiziksel ve beşeri) gözden geçirmesi ve gelecekte gerekli olacak kaynakları belirlemesi ve bu ikisi arasında bir denge kurmasıdır. </a:t>
            </a:r>
          </a:p>
          <a:p>
            <a:pPr>
              <a:lnSpc>
                <a:spcPct val="130000"/>
              </a:lnSpc>
            </a:pPr>
            <a:r>
              <a:rPr lang="tr-TR" sz="1400" b="1" dirty="0"/>
              <a:t>Neden yapacaktır? </a:t>
            </a:r>
            <a:r>
              <a:rPr lang="tr-TR" sz="1400" dirty="0"/>
              <a:t>İşletmelerde gelecek bir sorun olduğu gibi geleceği tahmin etmek de kolay değildir. İşletme yöneticileri işletmenin gelişmesi sorumluluğunu taşıdıklarından geleceğiyle ilgili kararlar almak zorundadırlar. Gelecekte ne olacağını tahmin etmek, işletmenin nereye gittiğini, gelecek yıllarda faaliyetlerinin ne tür bir seyir göstereceğinin sistematik bir biçimde öngörmek, yükümlülüğün önemli bir kısmını oluşturur. İşletme kurmak ve başarılı bir şekilde yürütmek, karlar ve yatırımların geri dönüşünü artırmak ve istenen amaçlara ulaşmak için planlama gereklidir</a:t>
            </a:r>
          </a:p>
        </p:txBody>
      </p:sp>
    </p:spTree>
    <p:extLst>
      <p:ext uri="{BB962C8B-B14F-4D97-AF65-F5344CB8AC3E}">
        <p14:creationId xmlns:p14="http://schemas.microsoft.com/office/powerpoint/2010/main" val="309607421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useBgFill="1">
        <p:nvSpPr>
          <p:cNvPr id="20" name="Rectangle 19">
            <a:extLst>
              <a:ext uri="{FF2B5EF4-FFF2-40B4-BE49-F238E27FC236}">
                <a16:creationId xmlns:a16="http://schemas.microsoft.com/office/drawing/2014/main" id="{3D5FBB81-B61B-416A-8F5D-A8DDF62530F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53" y="0"/>
            <a:ext cx="12191695"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Meiryo"/>
              <a:ea typeface="+mn-ea"/>
              <a:cs typeface="+mn-cs"/>
            </a:endParaRPr>
          </a:p>
        </p:txBody>
      </p:sp>
      <p:pic>
        <p:nvPicPr>
          <p:cNvPr id="5" name="Picture 4" descr="Labirent">
            <a:extLst>
              <a:ext uri="{FF2B5EF4-FFF2-40B4-BE49-F238E27FC236}">
                <a16:creationId xmlns:a16="http://schemas.microsoft.com/office/drawing/2014/main" id="{3576ED7B-E454-46F1-B0BB-09A7958E8830}"/>
              </a:ext>
            </a:extLst>
          </p:cNvPr>
          <p:cNvPicPr>
            <a:picLocks noChangeAspect="1"/>
          </p:cNvPicPr>
          <p:nvPr/>
        </p:nvPicPr>
        <p:blipFill rotWithShape="1">
          <a:blip r:embed="rId3" cstate="screen">
            <a:extLst>
              <a:ext uri="{28A0092B-C50C-407E-A947-70E740481C1C}">
                <a14:useLocalDpi xmlns:a14="http://schemas.microsoft.com/office/drawing/2010/main"/>
              </a:ext>
            </a:extLst>
          </a:blip>
          <a:srcRect b="-2"/>
          <a:stretch/>
        </p:blipFill>
        <p:spPr>
          <a:xfrm>
            <a:off x="4691118" y="1"/>
            <a:ext cx="7500882" cy="6857999"/>
          </a:xfrm>
          <a:custGeom>
            <a:avLst/>
            <a:gdLst/>
            <a:ahLst/>
            <a:cxnLst/>
            <a:rect l="l" t="t" r="r" b="b"/>
            <a:pathLst>
              <a:path w="7500882" h="6857999">
                <a:moveTo>
                  <a:pt x="898230" y="0"/>
                </a:moveTo>
                <a:lnTo>
                  <a:pt x="7500882" y="0"/>
                </a:lnTo>
                <a:lnTo>
                  <a:pt x="7500882" y="6857999"/>
                </a:lnTo>
                <a:lnTo>
                  <a:pt x="0" y="6857999"/>
                </a:lnTo>
                <a:lnTo>
                  <a:pt x="114106" y="6780598"/>
                </a:lnTo>
                <a:cubicBezTo>
                  <a:pt x="291579" y="6653107"/>
                  <a:pt x="465794" y="6515396"/>
                  <a:pt x="641619" y="6374813"/>
                </a:cubicBezTo>
                <a:cubicBezTo>
                  <a:pt x="1607125" y="5602838"/>
                  <a:pt x="2555378" y="4969130"/>
                  <a:pt x="2555378" y="3621655"/>
                </a:cubicBezTo>
                <a:cubicBezTo>
                  <a:pt x="2555378" y="2093191"/>
                  <a:pt x="1969579" y="754640"/>
                  <a:pt x="920818" y="14996"/>
                </a:cubicBezTo>
                <a:close/>
              </a:path>
            </a:pathLst>
          </a:custGeom>
        </p:spPr>
      </p:pic>
      <p:sp>
        <p:nvSpPr>
          <p:cNvPr id="22" name="Freeform: Shape 21">
            <a:extLst>
              <a:ext uri="{FF2B5EF4-FFF2-40B4-BE49-F238E27FC236}">
                <a16:creationId xmlns:a16="http://schemas.microsoft.com/office/drawing/2014/main" id="{40C0D7D4-D83D-4C58-87D1-955F0A9173D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7476051" cy="6858000"/>
          </a:xfrm>
          <a:custGeom>
            <a:avLst/>
            <a:gdLst>
              <a:gd name="connsiteX0" fmla="*/ 0 w 7476051"/>
              <a:gd name="connsiteY0" fmla="*/ 0 h 6858000"/>
              <a:gd name="connsiteX1" fmla="*/ 5853028 w 7476051"/>
              <a:gd name="connsiteY1" fmla="*/ 0 h 6858000"/>
              <a:gd name="connsiteX2" fmla="*/ 5875152 w 7476051"/>
              <a:gd name="connsiteY2" fmla="*/ 14997 h 6858000"/>
              <a:gd name="connsiteX3" fmla="*/ 7476051 w 7476051"/>
              <a:gd name="connsiteY3" fmla="*/ 3621656 h 6858000"/>
              <a:gd name="connsiteX4" fmla="*/ 5601702 w 7476051"/>
              <a:gd name="connsiteY4" fmla="*/ 6374814 h 6858000"/>
              <a:gd name="connsiteX5" fmla="*/ 5085053 w 7476051"/>
              <a:gd name="connsiteY5" fmla="*/ 6780599 h 6858000"/>
              <a:gd name="connsiteX6" fmla="*/ 4973297 w 7476051"/>
              <a:gd name="connsiteY6" fmla="*/ 6858000 h 6858000"/>
              <a:gd name="connsiteX7" fmla="*/ 0 w 7476051"/>
              <a:gd name="connsiteY7"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7476051" h="6858000">
                <a:moveTo>
                  <a:pt x="0" y="0"/>
                </a:moveTo>
                <a:lnTo>
                  <a:pt x="5853028" y="0"/>
                </a:lnTo>
                <a:lnTo>
                  <a:pt x="5875152" y="14997"/>
                </a:lnTo>
                <a:cubicBezTo>
                  <a:pt x="6902315" y="754641"/>
                  <a:pt x="7476051" y="2093192"/>
                  <a:pt x="7476051" y="3621656"/>
                </a:cubicBezTo>
                <a:cubicBezTo>
                  <a:pt x="7476051" y="4969131"/>
                  <a:pt x="6547326" y="5602839"/>
                  <a:pt x="5601702" y="6374814"/>
                </a:cubicBezTo>
                <a:cubicBezTo>
                  <a:pt x="5429499" y="6515397"/>
                  <a:pt x="5258871" y="6653108"/>
                  <a:pt x="5085053" y="6780599"/>
                </a:cubicBezTo>
                <a:lnTo>
                  <a:pt x="4973297" y="6858000"/>
                </a:lnTo>
                <a:lnTo>
                  <a:pt x="0" y="6858000"/>
                </a:lnTo>
                <a:close/>
              </a:path>
            </a:pathLst>
          </a:custGeom>
          <a:solidFill>
            <a:srgbClr val="FFFFFF">
              <a:alpha val="6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Meiryo"/>
              <a:ea typeface="+mn-ea"/>
              <a:cs typeface="+mn-cs"/>
            </a:endParaRPr>
          </a:p>
        </p:txBody>
      </p:sp>
      <p:sp useBgFill="1">
        <p:nvSpPr>
          <p:cNvPr id="24" name="Freeform: Shape 23">
            <a:extLst>
              <a:ext uri="{FF2B5EF4-FFF2-40B4-BE49-F238E27FC236}">
                <a16:creationId xmlns:a16="http://schemas.microsoft.com/office/drawing/2014/main" id="{0BA56A81-C9DD-4EBA-9E13-32FFB51CFD4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53" y="0"/>
            <a:ext cx="7307402" cy="6858000"/>
          </a:xfrm>
          <a:custGeom>
            <a:avLst/>
            <a:gdLst>
              <a:gd name="connsiteX0" fmla="*/ 0 w 7097265"/>
              <a:gd name="connsiteY0" fmla="*/ 0 h 6858000"/>
              <a:gd name="connsiteX1" fmla="*/ 5474242 w 7097265"/>
              <a:gd name="connsiteY1" fmla="*/ 0 h 6858000"/>
              <a:gd name="connsiteX2" fmla="*/ 5496366 w 7097265"/>
              <a:gd name="connsiteY2" fmla="*/ 14997 h 6858000"/>
              <a:gd name="connsiteX3" fmla="*/ 7097265 w 7097265"/>
              <a:gd name="connsiteY3" fmla="*/ 3621656 h 6858000"/>
              <a:gd name="connsiteX4" fmla="*/ 5222916 w 7097265"/>
              <a:gd name="connsiteY4" fmla="*/ 6374814 h 6858000"/>
              <a:gd name="connsiteX5" fmla="*/ 4706267 w 7097265"/>
              <a:gd name="connsiteY5" fmla="*/ 6780599 h 6858000"/>
              <a:gd name="connsiteX6" fmla="*/ 4594511 w 7097265"/>
              <a:gd name="connsiteY6" fmla="*/ 6858000 h 6858000"/>
              <a:gd name="connsiteX7" fmla="*/ 0 w 7097265"/>
              <a:gd name="connsiteY7"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7097265" h="6858000">
                <a:moveTo>
                  <a:pt x="0" y="0"/>
                </a:moveTo>
                <a:lnTo>
                  <a:pt x="5474242" y="0"/>
                </a:lnTo>
                <a:lnTo>
                  <a:pt x="5496366" y="14997"/>
                </a:lnTo>
                <a:cubicBezTo>
                  <a:pt x="6523529" y="754641"/>
                  <a:pt x="7097265" y="2093192"/>
                  <a:pt x="7097265" y="3621656"/>
                </a:cubicBezTo>
                <a:cubicBezTo>
                  <a:pt x="7097265" y="4969131"/>
                  <a:pt x="6168540" y="5602839"/>
                  <a:pt x="5222916" y="6374814"/>
                </a:cubicBezTo>
                <a:cubicBezTo>
                  <a:pt x="5050713" y="6515397"/>
                  <a:pt x="4880085" y="6653108"/>
                  <a:pt x="4706267" y="6780599"/>
                </a:cubicBezTo>
                <a:lnTo>
                  <a:pt x="4594511" y="6858000"/>
                </a:lnTo>
                <a:lnTo>
                  <a:pt x="0" y="6858000"/>
                </a:ln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Meiryo"/>
              <a:ea typeface="+mn-ea"/>
              <a:cs typeface="+mn-cs"/>
            </a:endParaRPr>
          </a:p>
        </p:txBody>
      </p:sp>
      <p:sp>
        <p:nvSpPr>
          <p:cNvPr id="26" name="Freeform: Shape 25">
            <a:extLst>
              <a:ext uri="{FF2B5EF4-FFF2-40B4-BE49-F238E27FC236}">
                <a16:creationId xmlns:a16="http://schemas.microsoft.com/office/drawing/2014/main" id="{15F9A324-404E-4C5D-AFF0-C5D0D84182B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139034" y="-1"/>
            <a:ext cx="2535264" cy="6858001"/>
          </a:xfrm>
          <a:custGeom>
            <a:avLst/>
            <a:gdLst>
              <a:gd name="connsiteX0" fmla="*/ 1218585 w 2535264"/>
              <a:gd name="connsiteY0" fmla="*/ 0 h 6858001"/>
              <a:gd name="connsiteX1" fmla="*/ 1236561 w 2535264"/>
              <a:gd name="connsiteY1" fmla="*/ 0 h 6858001"/>
              <a:gd name="connsiteX2" fmla="*/ 1264452 w 2535264"/>
              <a:gd name="connsiteY2" fmla="*/ 24550 h 6858001"/>
              <a:gd name="connsiteX3" fmla="*/ 2528121 w 2535264"/>
              <a:gd name="connsiteY3" fmla="*/ 3710502 h 6858001"/>
              <a:gd name="connsiteX4" fmla="*/ 492890 w 2535264"/>
              <a:gd name="connsiteY4" fmla="*/ 6507511 h 6858001"/>
              <a:gd name="connsiteX5" fmla="*/ 221418 w 2535264"/>
              <a:gd name="connsiteY5" fmla="*/ 6713387 h 6858001"/>
              <a:gd name="connsiteX6" fmla="*/ 20100 w 2535264"/>
              <a:gd name="connsiteY6" fmla="*/ 6858001 h 6858001"/>
              <a:gd name="connsiteX7" fmla="*/ 0 w 2535264"/>
              <a:gd name="connsiteY7" fmla="*/ 6858001 h 6858001"/>
              <a:gd name="connsiteX8" fmla="*/ 202488 w 2535264"/>
              <a:gd name="connsiteY8" fmla="*/ 6712547 h 6858001"/>
              <a:gd name="connsiteX9" fmla="*/ 473961 w 2535264"/>
              <a:gd name="connsiteY9" fmla="*/ 6506670 h 6858001"/>
              <a:gd name="connsiteX10" fmla="*/ 2509192 w 2535264"/>
              <a:gd name="connsiteY10" fmla="*/ 3709662 h 6858001"/>
              <a:gd name="connsiteX11" fmla="*/ 1245521 w 2535264"/>
              <a:gd name="connsiteY11" fmla="*/ 23708 h 68580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535264" h="6858001">
                <a:moveTo>
                  <a:pt x="1218585" y="0"/>
                </a:moveTo>
                <a:lnTo>
                  <a:pt x="1236561" y="0"/>
                </a:lnTo>
                <a:lnTo>
                  <a:pt x="1264452" y="24550"/>
                </a:lnTo>
                <a:cubicBezTo>
                  <a:pt x="2149109" y="863108"/>
                  <a:pt x="2598329" y="2210814"/>
                  <a:pt x="2528121" y="3710502"/>
                </a:cubicBezTo>
                <a:cubicBezTo>
                  <a:pt x="2462100" y="5120751"/>
                  <a:pt x="1489450" y="5742158"/>
                  <a:pt x="492890" y="6507511"/>
                </a:cubicBezTo>
                <a:cubicBezTo>
                  <a:pt x="402151" y="6577199"/>
                  <a:pt x="311847" y="6646154"/>
                  <a:pt x="221418" y="6713387"/>
                </a:cubicBezTo>
                <a:lnTo>
                  <a:pt x="20100" y="6858001"/>
                </a:lnTo>
                <a:lnTo>
                  <a:pt x="0" y="6858001"/>
                </a:lnTo>
                <a:lnTo>
                  <a:pt x="202488" y="6712547"/>
                </a:lnTo>
                <a:cubicBezTo>
                  <a:pt x="292917" y="6645314"/>
                  <a:pt x="383222" y="6576359"/>
                  <a:pt x="473961" y="6506670"/>
                </a:cubicBezTo>
                <a:cubicBezTo>
                  <a:pt x="1470520" y="5741317"/>
                  <a:pt x="2443170" y="5119911"/>
                  <a:pt x="2509192" y="3709662"/>
                </a:cubicBezTo>
                <a:cubicBezTo>
                  <a:pt x="2579400" y="2209973"/>
                  <a:pt x="2130178" y="862268"/>
                  <a:pt x="1245521" y="23708"/>
                </a:cubicBezTo>
                <a:close/>
              </a:path>
            </a:pathLst>
          </a:cu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Meiryo"/>
              <a:ea typeface="+mn-ea"/>
              <a:cs typeface="+mn-cs"/>
            </a:endParaRPr>
          </a:p>
        </p:txBody>
      </p:sp>
      <p:sp>
        <p:nvSpPr>
          <p:cNvPr id="2" name="Başlık 1">
            <a:extLst>
              <a:ext uri="{FF2B5EF4-FFF2-40B4-BE49-F238E27FC236}">
                <a16:creationId xmlns:a16="http://schemas.microsoft.com/office/drawing/2014/main" id="{54446FCF-98A3-A543-9347-80F5E9E36768}"/>
              </a:ext>
            </a:extLst>
          </p:cNvPr>
          <p:cNvSpPr>
            <a:spLocks noGrp="1"/>
          </p:cNvSpPr>
          <p:nvPr>
            <p:ph type="title"/>
          </p:nvPr>
        </p:nvSpPr>
        <p:spPr>
          <a:xfrm>
            <a:off x="992518" y="442913"/>
            <a:ext cx="4780129" cy="1639888"/>
          </a:xfrm>
        </p:spPr>
        <p:txBody>
          <a:bodyPr anchor="b">
            <a:normAutofit/>
          </a:bodyPr>
          <a:lstStyle/>
          <a:p>
            <a:r>
              <a:rPr lang="tr-TR" dirty="0"/>
              <a:t>Planlamanın Temel Aşamaları</a:t>
            </a:r>
          </a:p>
        </p:txBody>
      </p:sp>
      <p:sp>
        <p:nvSpPr>
          <p:cNvPr id="3" name="İçerik Yer Tutucusu 2">
            <a:extLst>
              <a:ext uri="{FF2B5EF4-FFF2-40B4-BE49-F238E27FC236}">
                <a16:creationId xmlns:a16="http://schemas.microsoft.com/office/drawing/2014/main" id="{0CAAC20D-54B7-524A-9282-681F6038A44B}"/>
              </a:ext>
            </a:extLst>
          </p:cNvPr>
          <p:cNvSpPr>
            <a:spLocks noGrp="1"/>
          </p:cNvSpPr>
          <p:nvPr>
            <p:ph idx="1"/>
          </p:nvPr>
        </p:nvSpPr>
        <p:spPr>
          <a:xfrm>
            <a:off x="992518" y="2312988"/>
            <a:ext cx="5368525" cy="3651250"/>
          </a:xfrm>
        </p:spPr>
        <p:txBody>
          <a:bodyPr>
            <a:normAutofit/>
          </a:bodyPr>
          <a:lstStyle/>
          <a:p>
            <a:pPr marL="342900" indent="-342900">
              <a:buAutoNum type="arabicPeriod"/>
            </a:pPr>
            <a:r>
              <a:rPr lang="tr-TR"/>
              <a:t>Misyon Açıklamaları ve Vizyon </a:t>
            </a:r>
          </a:p>
          <a:p>
            <a:pPr marL="342900" indent="-342900">
              <a:buAutoNum type="arabicPeriod"/>
            </a:pPr>
            <a:r>
              <a:rPr lang="tr-TR"/>
              <a:t>Amaç ve Hedeflerin Belirlenmesi </a:t>
            </a:r>
          </a:p>
          <a:p>
            <a:pPr marL="342900" indent="-342900">
              <a:buAutoNum type="arabicPeriod"/>
            </a:pPr>
            <a:r>
              <a:rPr lang="tr-TR"/>
              <a:t>Amaçlara Ulaştıracak Alternatif Yolların Belirlenmesi </a:t>
            </a:r>
          </a:p>
          <a:p>
            <a:pPr marL="342900" indent="-342900">
              <a:buAutoNum type="arabicPeriod"/>
            </a:pPr>
            <a:r>
              <a:rPr lang="tr-TR"/>
              <a:t>Alternatifler Arasında Seçim Yapma </a:t>
            </a:r>
          </a:p>
        </p:txBody>
      </p:sp>
    </p:spTree>
    <p:extLst>
      <p:ext uri="{BB962C8B-B14F-4D97-AF65-F5344CB8AC3E}">
        <p14:creationId xmlns:p14="http://schemas.microsoft.com/office/powerpoint/2010/main" val="364908416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8181FC64-B306-4821-98E2-780662EFC48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5" y="0"/>
            <a:ext cx="12191695"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Meiryo"/>
              <a:ea typeface="+mn-ea"/>
              <a:cs typeface="+mn-cs"/>
            </a:endParaRPr>
          </a:p>
        </p:txBody>
      </p:sp>
      <p:sp>
        <p:nvSpPr>
          <p:cNvPr id="3" name="İçerik Yer Tutucusu 2">
            <a:extLst>
              <a:ext uri="{FF2B5EF4-FFF2-40B4-BE49-F238E27FC236}">
                <a16:creationId xmlns:a16="http://schemas.microsoft.com/office/drawing/2014/main" id="{0CAAC20D-54B7-524A-9282-681F6038A44B}"/>
              </a:ext>
            </a:extLst>
          </p:cNvPr>
          <p:cNvSpPr>
            <a:spLocks noGrp="1"/>
          </p:cNvSpPr>
          <p:nvPr>
            <p:ph idx="1"/>
          </p:nvPr>
        </p:nvSpPr>
        <p:spPr>
          <a:xfrm>
            <a:off x="621792" y="1041401"/>
            <a:ext cx="5955693" cy="5595142"/>
          </a:xfrm>
        </p:spPr>
        <p:txBody>
          <a:bodyPr>
            <a:noAutofit/>
          </a:bodyPr>
          <a:lstStyle/>
          <a:p>
            <a:pPr marL="342900" indent="-342900" algn="just">
              <a:lnSpc>
                <a:spcPct val="130000"/>
              </a:lnSpc>
              <a:buAutoNum type="arabicPeriod"/>
            </a:pPr>
            <a:r>
              <a:rPr lang="tr-TR" sz="2400" dirty="0"/>
              <a:t>Misyon Açıklamaları ve Vizyon </a:t>
            </a:r>
          </a:p>
          <a:p>
            <a:pPr algn="just">
              <a:lnSpc>
                <a:spcPct val="130000"/>
              </a:lnSpc>
            </a:pPr>
            <a:r>
              <a:rPr lang="tr-TR" sz="1600" dirty="0"/>
              <a:t>Misyon Açıklamaları ve Vizyon İşletmelerin varlık nedenlerini açıklamaları veya ne tür bir işletme olarak kendilerini görmek istediklerini belirtmeleri işletmelerin ‘misyon açıklaması’ olarak bilinmektedir.. Planlama ile yakından ilgili bir diğer kavram ise vizyondur. Bir yöneticilik kavramı olarak vizyon, mevcut gerçekler ile gelecekte beklenen koşulları birleştirerek işletme için arzu edilen bir gelecek imajı yaratmaktadır. Başka bir deyişle vizyon, işletme ile ilgili olarak hayal edilen gelecektir. </a:t>
            </a:r>
            <a:endParaRPr lang="tr-TR" dirty="0"/>
          </a:p>
        </p:txBody>
      </p:sp>
      <p:sp>
        <p:nvSpPr>
          <p:cNvPr id="11" name="Freeform: Shape 10">
            <a:extLst>
              <a:ext uri="{FF2B5EF4-FFF2-40B4-BE49-F238E27FC236}">
                <a16:creationId xmlns:a16="http://schemas.microsoft.com/office/drawing/2014/main" id="{5871FC61-DD4E-47D4-81FD-8A7E7D12B37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6986049" y="0"/>
            <a:ext cx="5205951" cy="6858000"/>
          </a:xfrm>
          <a:custGeom>
            <a:avLst/>
            <a:gdLst>
              <a:gd name="connsiteX0" fmla="*/ 0 w 5205951"/>
              <a:gd name="connsiteY0" fmla="*/ 0 h 6858000"/>
              <a:gd name="connsiteX1" fmla="*/ 1709529 w 5205951"/>
              <a:gd name="connsiteY1" fmla="*/ 0 h 6858000"/>
              <a:gd name="connsiteX2" fmla="*/ 2489695 w 5205951"/>
              <a:gd name="connsiteY2" fmla="*/ 0 h 6858000"/>
              <a:gd name="connsiteX3" fmla="*/ 3582928 w 5205951"/>
              <a:gd name="connsiteY3" fmla="*/ 0 h 6858000"/>
              <a:gd name="connsiteX4" fmla="*/ 3605052 w 5205951"/>
              <a:gd name="connsiteY4" fmla="*/ 14997 h 6858000"/>
              <a:gd name="connsiteX5" fmla="*/ 5205951 w 5205951"/>
              <a:gd name="connsiteY5" fmla="*/ 3621656 h 6858000"/>
              <a:gd name="connsiteX6" fmla="*/ 3331601 w 5205951"/>
              <a:gd name="connsiteY6" fmla="*/ 6374814 h 6858000"/>
              <a:gd name="connsiteX7" fmla="*/ 2814953 w 5205951"/>
              <a:gd name="connsiteY7" fmla="*/ 6780599 h 6858000"/>
              <a:gd name="connsiteX8" fmla="*/ 2703197 w 5205951"/>
              <a:gd name="connsiteY8" fmla="*/ 6858000 h 6858000"/>
              <a:gd name="connsiteX9" fmla="*/ 2489695 w 5205951"/>
              <a:gd name="connsiteY9" fmla="*/ 6858000 h 6858000"/>
              <a:gd name="connsiteX10" fmla="*/ 1709529 w 5205951"/>
              <a:gd name="connsiteY10" fmla="*/ 6858000 h 6858000"/>
              <a:gd name="connsiteX11" fmla="*/ 0 w 5205951"/>
              <a:gd name="connsiteY11"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5205951" h="6858000">
                <a:moveTo>
                  <a:pt x="0" y="0"/>
                </a:moveTo>
                <a:lnTo>
                  <a:pt x="1709529" y="0"/>
                </a:lnTo>
                <a:lnTo>
                  <a:pt x="2489695" y="0"/>
                </a:lnTo>
                <a:lnTo>
                  <a:pt x="3582928" y="0"/>
                </a:lnTo>
                <a:lnTo>
                  <a:pt x="3605052" y="14997"/>
                </a:lnTo>
                <a:cubicBezTo>
                  <a:pt x="4632215" y="754641"/>
                  <a:pt x="5205951" y="2093192"/>
                  <a:pt x="5205951" y="3621656"/>
                </a:cubicBezTo>
                <a:cubicBezTo>
                  <a:pt x="5205951" y="4969131"/>
                  <a:pt x="4277226" y="5602839"/>
                  <a:pt x="3331601" y="6374814"/>
                </a:cubicBezTo>
                <a:cubicBezTo>
                  <a:pt x="3159398" y="6515397"/>
                  <a:pt x="2988771" y="6653108"/>
                  <a:pt x="2814953" y="6780599"/>
                </a:cubicBezTo>
                <a:lnTo>
                  <a:pt x="2703197" y="6858000"/>
                </a:lnTo>
                <a:lnTo>
                  <a:pt x="2489695" y="6858000"/>
                </a:lnTo>
                <a:lnTo>
                  <a:pt x="1709529" y="6858000"/>
                </a:lnTo>
                <a:lnTo>
                  <a:pt x="0" y="6858000"/>
                </a:lnTo>
                <a:close/>
              </a:path>
            </a:pathLst>
          </a:custGeom>
          <a:solidFill>
            <a:srgbClr val="FFFFFF">
              <a:alpha val="6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FFFFFF"/>
              </a:solidFill>
              <a:effectLst/>
              <a:uLnTx/>
              <a:uFillTx/>
              <a:latin typeface="Meiryo"/>
              <a:ea typeface="+mn-ea"/>
              <a:cs typeface="+mn-cs"/>
            </a:endParaRPr>
          </a:p>
        </p:txBody>
      </p:sp>
      <p:sp>
        <p:nvSpPr>
          <p:cNvPr id="13" name="Freeform: Shape 12">
            <a:extLst>
              <a:ext uri="{FF2B5EF4-FFF2-40B4-BE49-F238E27FC236}">
                <a16:creationId xmlns:a16="http://schemas.microsoft.com/office/drawing/2014/main" id="{829A1E2C-5AC8-40FC-99E9-832069D3979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6577485" y="0"/>
            <a:ext cx="2529723" cy="6858000"/>
          </a:xfrm>
          <a:custGeom>
            <a:avLst/>
            <a:gdLst>
              <a:gd name="connsiteX0" fmla="*/ 1258269 w 2529723"/>
              <a:gd name="connsiteY0" fmla="*/ 0 h 6858000"/>
              <a:gd name="connsiteX1" fmla="*/ 1275627 w 2529723"/>
              <a:gd name="connsiteY1" fmla="*/ 0 h 6858000"/>
              <a:gd name="connsiteX2" fmla="*/ 1302560 w 2529723"/>
              <a:gd name="connsiteY2" fmla="*/ 24338 h 6858000"/>
              <a:gd name="connsiteX3" fmla="*/ 2522825 w 2529723"/>
              <a:gd name="connsiteY3" fmla="*/ 3678515 h 6858000"/>
              <a:gd name="connsiteX4" fmla="*/ 557500 w 2529723"/>
              <a:gd name="connsiteY4" fmla="*/ 6451411 h 6858000"/>
              <a:gd name="connsiteX5" fmla="*/ 32482 w 2529723"/>
              <a:gd name="connsiteY5" fmla="*/ 6849373 h 6858000"/>
              <a:gd name="connsiteX6" fmla="*/ 19531 w 2529723"/>
              <a:gd name="connsiteY6" fmla="*/ 6858000 h 6858000"/>
              <a:gd name="connsiteX7" fmla="*/ 0 w 2529723"/>
              <a:gd name="connsiteY7" fmla="*/ 6858000 h 6858000"/>
              <a:gd name="connsiteX8" fmla="*/ 14202 w 2529723"/>
              <a:gd name="connsiteY8" fmla="*/ 6848540 h 6858000"/>
              <a:gd name="connsiteX9" fmla="*/ 539221 w 2529723"/>
              <a:gd name="connsiteY9" fmla="*/ 6450578 h 6858000"/>
              <a:gd name="connsiteX10" fmla="*/ 2504546 w 2529723"/>
              <a:gd name="connsiteY10" fmla="*/ 3677682 h 6858000"/>
              <a:gd name="connsiteX11" fmla="*/ 1284280 w 2529723"/>
              <a:gd name="connsiteY11" fmla="*/ 23504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529723" h="6858000">
                <a:moveTo>
                  <a:pt x="1258269" y="0"/>
                </a:moveTo>
                <a:lnTo>
                  <a:pt x="1275627" y="0"/>
                </a:lnTo>
                <a:lnTo>
                  <a:pt x="1302560" y="24338"/>
                </a:lnTo>
                <a:cubicBezTo>
                  <a:pt x="2156831" y="855667"/>
                  <a:pt x="2590622" y="2191755"/>
                  <a:pt x="2522825" y="3678515"/>
                </a:cubicBezTo>
                <a:cubicBezTo>
                  <a:pt x="2459072" y="5076606"/>
                  <a:pt x="1519830" y="5692656"/>
                  <a:pt x="557500" y="6451411"/>
                </a:cubicBezTo>
                <a:cubicBezTo>
                  <a:pt x="382255" y="6589587"/>
                  <a:pt x="208689" y="6724853"/>
                  <a:pt x="32482" y="6849373"/>
                </a:cubicBezTo>
                <a:lnTo>
                  <a:pt x="19531" y="6858000"/>
                </a:lnTo>
                <a:lnTo>
                  <a:pt x="0" y="6858000"/>
                </a:lnTo>
                <a:lnTo>
                  <a:pt x="14202" y="6848540"/>
                </a:lnTo>
                <a:cubicBezTo>
                  <a:pt x="190409" y="6724020"/>
                  <a:pt x="363976" y="6588754"/>
                  <a:pt x="539221" y="6450578"/>
                </a:cubicBezTo>
                <a:cubicBezTo>
                  <a:pt x="1501550" y="5691822"/>
                  <a:pt x="2440792" y="5075773"/>
                  <a:pt x="2504546" y="3677682"/>
                </a:cubicBezTo>
                <a:cubicBezTo>
                  <a:pt x="2572343" y="2190921"/>
                  <a:pt x="2138551" y="854834"/>
                  <a:pt x="1284280" y="23504"/>
                </a:cubicBezTo>
                <a:close/>
              </a:path>
            </a:pathLst>
          </a:cu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Meiryo"/>
              <a:ea typeface="+mn-ea"/>
              <a:cs typeface="+mn-cs"/>
            </a:endParaRPr>
          </a:p>
        </p:txBody>
      </p:sp>
      <p:sp>
        <p:nvSpPr>
          <p:cNvPr id="15" name="Freeform: Shape 14">
            <a:extLst>
              <a:ext uri="{FF2B5EF4-FFF2-40B4-BE49-F238E27FC236}">
                <a16:creationId xmlns:a16="http://schemas.microsoft.com/office/drawing/2014/main" id="{55C54A75-E44A-4147-B9D0-FF46CFD3161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6754925" y="0"/>
            <a:ext cx="2536434" cy="6858000"/>
          </a:xfrm>
          <a:custGeom>
            <a:avLst/>
            <a:gdLst>
              <a:gd name="connsiteX0" fmla="*/ 879731 w 2536434"/>
              <a:gd name="connsiteY0" fmla="*/ 0 h 6858000"/>
              <a:gd name="connsiteX1" fmla="*/ 913411 w 2536434"/>
              <a:gd name="connsiteY1" fmla="*/ 0 h 6858000"/>
              <a:gd name="connsiteX2" fmla="*/ 935535 w 2536434"/>
              <a:gd name="connsiteY2" fmla="*/ 14997 h 6858000"/>
              <a:gd name="connsiteX3" fmla="*/ 2536434 w 2536434"/>
              <a:gd name="connsiteY3" fmla="*/ 3621656 h 6858000"/>
              <a:gd name="connsiteX4" fmla="*/ 662084 w 2536434"/>
              <a:gd name="connsiteY4" fmla="*/ 6374814 h 6858000"/>
              <a:gd name="connsiteX5" fmla="*/ 145436 w 2536434"/>
              <a:gd name="connsiteY5" fmla="*/ 6780599 h 6858000"/>
              <a:gd name="connsiteX6" fmla="*/ 33680 w 2536434"/>
              <a:gd name="connsiteY6" fmla="*/ 6858000 h 6858000"/>
              <a:gd name="connsiteX7" fmla="*/ 0 w 2536434"/>
              <a:gd name="connsiteY7" fmla="*/ 6858000 h 6858000"/>
              <a:gd name="connsiteX8" fmla="*/ 111756 w 2536434"/>
              <a:gd name="connsiteY8" fmla="*/ 6780599 h 6858000"/>
              <a:gd name="connsiteX9" fmla="*/ 628404 w 2536434"/>
              <a:gd name="connsiteY9" fmla="*/ 6374814 h 6858000"/>
              <a:gd name="connsiteX10" fmla="*/ 2502754 w 2536434"/>
              <a:gd name="connsiteY10" fmla="*/ 3621656 h 6858000"/>
              <a:gd name="connsiteX11" fmla="*/ 901855 w 2536434"/>
              <a:gd name="connsiteY11" fmla="*/ 14997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536434" h="6858000">
                <a:moveTo>
                  <a:pt x="879731" y="0"/>
                </a:moveTo>
                <a:lnTo>
                  <a:pt x="913411" y="0"/>
                </a:lnTo>
                <a:lnTo>
                  <a:pt x="935535" y="14997"/>
                </a:lnTo>
                <a:cubicBezTo>
                  <a:pt x="1962698" y="754641"/>
                  <a:pt x="2536434" y="2093192"/>
                  <a:pt x="2536434" y="3621656"/>
                </a:cubicBezTo>
                <a:cubicBezTo>
                  <a:pt x="2536434" y="4969131"/>
                  <a:pt x="1607709" y="5602839"/>
                  <a:pt x="662084" y="6374814"/>
                </a:cubicBezTo>
                <a:cubicBezTo>
                  <a:pt x="489881" y="6515397"/>
                  <a:pt x="319254" y="6653108"/>
                  <a:pt x="145436" y="6780599"/>
                </a:cubicBezTo>
                <a:lnTo>
                  <a:pt x="33680" y="6858000"/>
                </a:lnTo>
                <a:lnTo>
                  <a:pt x="0" y="6858000"/>
                </a:lnTo>
                <a:lnTo>
                  <a:pt x="111756" y="6780599"/>
                </a:lnTo>
                <a:cubicBezTo>
                  <a:pt x="285574" y="6653108"/>
                  <a:pt x="456201" y="6515397"/>
                  <a:pt x="628404" y="6374814"/>
                </a:cubicBezTo>
                <a:cubicBezTo>
                  <a:pt x="1574029" y="5602839"/>
                  <a:pt x="2502754" y="4969131"/>
                  <a:pt x="2502754" y="3621656"/>
                </a:cubicBezTo>
                <a:cubicBezTo>
                  <a:pt x="2502754" y="2093192"/>
                  <a:pt x="1929018" y="754641"/>
                  <a:pt x="901855" y="14997"/>
                </a:cubicBezTo>
                <a:close/>
              </a:path>
            </a:pathLst>
          </a:cu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Meiryo"/>
              <a:ea typeface="+mn-ea"/>
              <a:cs typeface="+mn-cs"/>
            </a:endParaRPr>
          </a:p>
        </p:txBody>
      </p:sp>
      <p:pic>
        <p:nvPicPr>
          <p:cNvPr id="5" name="Picture 4" descr="Bir araya gelen firemen'ler">
            <a:extLst>
              <a:ext uri="{FF2B5EF4-FFF2-40B4-BE49-F238E27FC236}">
                <a16:creationId xmlns:a16="http://schemas.microsoft.com/office/drawing/2014/main" id="{3576ED7B-E454-46F1-B0BB-09A7958E8830}"/>
              </a:ext>
            </a:extLst>
          </p:cNvPr>
          <p:cNvPicPr>
            <a:picLocks noChangeAspect="1"/>
          </p:cNvPicPr>
          <p:nvPr/>
        </p:nvPicPr>
        <p:blipFill>
          <a:blip r:embed="rId3" cstate="screen">
            <a:extLst>
              <a:ext uri="{28A0092B-C50C-407E-A947-70E740481C1C}">
                <a14:useLocalDpi xmlns:a14="http://schemas.microsoft.com/office/drawing/2010/main"/>
              </a:ext>
            </a:extLst>
          </a:blip>
          <a:srcRect/>
          <a:stretch/>
        </p:blipFill>
        <p:spPr>
          <a:xfrm>
            <a:off x="7203882" y="10"/>
            <a:ext cx="4988118" cy="6857990"/>
          </a:xfrm>
          <a:custGeom>
            <a:avLst/>
            <a:gdLst/>
            <a:ahLst/>
            <a:cxnLst/>
            <a:rect l="l" t="t" r="r" b="b"/>
            <a:pathLst>
              <a:path w="4901771" h="6858000">
                <a:moveTo>
                  <a:pt x="1623023" y="0"/>
                </a:moveTo>
                <a:lnTo>
                  <a:pt x="2716256" y="0"/>
                </a:lnTo>
                <a:lnTo>
                  <a:pt x="3496422" y="0"/>
                </a:lnTo>
                <a:lnTo>
                  <a:pt x="4544484" y="0"/>
                </a:lnTo>
                <a:lnTo>
                  <a:pt x="4710787" y="0"/>
                </a:lnTo>
                <a:lnTo>
                  <a:pt x="4901771" y="0"/>
                </a:lnTo>
                <a:lnTo>
                  <a:pt x="4901771" y="6858000"/>
                </a:lnTo>
                <a:lnTo>
                  <a:pt x="4710787" y="6858000"/>
                </a:lnTo>
                <a:lnTo>
                  <a:pt x="4544484" y="6858000"/>
                </a:lnTo>
                <a:lnTo>
                  <a:pt x="3496422" y="6858000"/>
                </a:lnTo>
                <a:lnTo>
                  <a:pt x="2716256" y="6858000"/>
                </a:lnTo>
                <a:lnTo>
                  <a:pt x="2502754" y="6858000"/>
                </a:lnTo>
                <a:lnTo>
                  <a:pt x="2390998" y="6780599"/>
                </a:lnTo>
                <a:cubicBezTo>
                  <a:pt x="2217180" y="6653108"/>
                  <a:pt x="2046553" y="6515397"/>
                  <a:pt x="1874350" y="6374814"/>
                </a:cubicBezTo>
                <a:cubicBezTo>
                  <a:pt x="928725" y="5602839"/>
                  <a:pt x="0" y="4969131"/>
                  <a:pt x="0" y="3621656"/>
                </a:cubicBezTo>
                <a:cubicBezTo>
                  <a:pt x="0" y="2093192"/>
                  <a:pt x="573736" y="754641"/>
                  <a:pt x="1600899" y="14997"/>
                </a:cubicBezTo>
                <a:close/>
              </a:path>
            </a:pathLst>
          </a:custGeom>
        </p:spPr>
      </p:pic>
      <p:sp>
        <p:nvSpPr>
          <p:cNvPr id="4" name="Başlık 1">
            <a:extLst>
              <a:ext uri="{FF2B5EF4-FFF2-40B4-BE49-F238E27FC236}">
                <a16:creationId xmlns:a16="http://schemas.microsoft.com/office/drawing/2014/main" id="{09A57AAE-3BC4-763E-0639-89F1FEC70DA4}"/>
              </a:ext>
            </a:extLst>
          </p:cNvPr>
          <p:cNvSpPr txBox="1">
            <a:spLocks/>
          </p:cNvSpPr>
          <p:nvPr/>
        </p:nvSpPr>
        <p:spPr>
          <a:xfrm>
            <a:off x="753856" y="221457"/>
            <a:ext cx="7433539" cy="819944"/>
          </a:xfrm>
          <a:prstGeom prst="rect">
            <a:avLst/>
          </a:prstGeom>
        </p:spPr>
        <p:txBody>
          <a:bodyPr vert="horz" lIns="109728" tIns="109728" rIns="109728" bIns="91440" rtlCol="0" anchor="b">
            <a:normAutofit/>
          </a:bodyPr>
          <a:lstStyle>
            <a:lvl1pPr algn="l" defTabSz="914400" rtl="0" eaLnBrk="1" latinLnBrk="0" hangingPunct="1">
              <a:lnSpc>
                <a:spcPct val="130000"/>
              </a:lnSpc>
              <a:spcBef>
                <a:spcPct val="0"/>
              </a:spcBef>
              <a:buNone/>
              <a:defRPr sz="3200" b="1" kern="1200" spc="150" baseline="0">
                <a:solidFill>
                  <a:schemeClr val="tx1">
                    <a:lumMod val="75000"/>
                    <a:lumOff val="25000"/>
                  </a:schemeClr>
                </a:solidFill>
                <a:latin typeface="+mj-lt"/>
                <a:ea typeface="+mj-ea"/>
                <a:cs typeface="+mj-cs"/>
              </a:defRPr>
            </a:lvl1pPr>
          </a:lstStyle>
          <a:p>
            <a:pPr marL="0" marR="0" lvl="0" indent="0" algn="l" defTabSz="914400" rtl="0" eaLnBrk="1" fontAlgn="auto" latinLnBrk="0" hangingPunct="1">
              <a:lnSpc>
                <a:spcPct val="130000"/>
              </a:lnSpc>
              <a:spcBef>
                <a:spcPct val="0"/>
              </a:spcBef>
              <a:spcAft>
                <a:spcPts val="0"/>
              </a:spcAft>
              <a:buClrTx/>
              <a:buSzTx/>
              <a:buFontTx/>
              <a:buNone/>
              <a:tabLst/>
              <a:defRPr/>
            </a:pPr>
            <a:r>
              <a:rPr kumimoji="0" lang="tr-TR" sz="3200" b="1" i="0" u="none" strike="noStrike" kern="1200" cap="none" spc="150" normalizeH="0" baseline="0" noProof="0" dirty="0">
                <a:ln>
                  <a:noFill/>
                </a:ln>
                <a:solidFill>
                  <a:srgbClr val="000000">
                    <a:lumMod val="75000"/>
                    <a:lumOff val="25000"/>
                  </a:srgbClr>
                </a:solidFill>
                <a:effectLst/>
                <a:uLnTx/>
                <a:uFillTx/>
                <a:latin typeface="Meiryo"/>
                <a:ea typeface="+mj-ea"/>
                <a:cs typeface="+mj-cs"/>
              </a:rPr>
              <a:t>Planlamanın Temel Aşamaları</a:t>
            </a:r>
          </a:p>
        </p:txBody>
      </p:sp>
    </p:spTree>
    <p:extLst>
      <p:ext uri="{BB962C8B-B14F-4D97-AF65-F5344CB8AC3E}">
        <p14:creationId xmlns:p14="http://schemas.microsoft.com/office/powerpoint/2010/main" val="325366617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8181FC64-B306-4821-98E2-780662EFC48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5" y="0"/>
            <a:ext cx="12191695"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Meiryo"/>
              <a:ea typeface="+mn-ea"/>
              <a:cs typeface="+mn-cs"/>
            </a:endParaRPr>
          </a:p>
        </p:txBody>
      </p:sp>
      <p:sp>
        <p:nvSpPr>
          <p:cNvPr id="2" name="Başlık 1">
            <a:extLst>
              <a:ext uri="{FF2B5EF4-FFF2-40B4-BE49-F238E27FC236}">
                <a16:creationId xmlns:a16="http://schemas.microsoft.com/office/drawing/2014/main" id="{54446FCF-98A3-A543-9347-80F5E9E36768}"/>
              </a:ext>
            </a:extLst>
          </p:cNvPr>
          <p:cNvSpPr>
            <a:spLocks noGrp="1"/>
          </p:cNvSpPr>
          <p:nvPr>
            <p:ph type="title"/>
          </p:nvPr>
        </p:nvSpPr>
        <p:spPr>
          <a:xfrm>
            <a:off x="621792" y="0"/>
            <a:ext cx="5271804" cy="1639888"/>
          </a:xfrm>
        </p:spPr>
        <p:txBody>
          <a:bodyPr anchor="b">
            <a:normAutofit/>
          </a:bodyPr>
          <a:lstStyle/>
          <a:p>
            <a:r>
              <a:rPr lang="tr-TR" dirty="0"/>
              <a:t>Planlamanın Temel Aşamaları</a:t>
            </a:r>
          </a:p>
        </p:txBody>
      </p:sp>
      <p:sp>
        <p:nvSpPr>
          <p:cNvPr id="3" name="İçerik Yer Tutucusu 2">
            <a:extLst>
              <a:ext uri="{FF2B5EF4-FFF2-40B4-BE49-F238E27FC236}">
                <a16:creationId xmlns:a16="http://schemas.microsoft.com/office/drawing/2014/main" id="{0CAAC20D-54B7-524A-9282-681F6038A44B}"/>
              </a:ext>
            </a:extLst>
          </p:cNvPr>
          <p:cNvSpPr>
            <a:spLocks noGrp="1"/>
          </p:cNvSpPr>
          <p:nvPr>
            <p:ph idx="1"/>
          </p:nvPr>
        </p:nvSpPr>
        <p:spPr>
          <a:xfrm>
            <a:off x="621792" y="1639888"/>
            <a:ext cx="5955693" cy="4775199"/>
          </a:xfrm>
        </p:spPr>
        <p:txBody>
          <a:bodyPr>
            <a:noAutofit/>
          </a:bodyPr>
          <a:lstStyle/>
          <a:p>
            <a:pPr algn="just">
              <a:lnSpc>
                <a:spcPct val="130000"/>
              </a:lnSpc>
            </a:pPr>
            <a:r>
              <a:rPr lang="tr-TR" b="1" dirty="0"/>
              <a:t>Amaç ve Hedeflerin Belirlenmesi </a:t>
            </a:r>
          </a:p>
          <a:p>
            <a:pPr algn="just">
              <a:lnSpc>
                <a:spcPct val="130000"/>
              </a:lnSpc>
            </a:pPr>
            <a:r>
              <a:rPr lang="tr-TR" sz="1400" dirty="0"/>
              <a:t>Planlama sürecinin bu aşamasında, işletmenin veya yöneticinin başında bulunduğu birimin, gelecekte belli bir zaman içinde neyi ne miktarda gerçekleştirmek istedikleri karara bağlanır. Amaç ve hedef belirlemenin en önemli ilkesi, amaçların ölçülebilir olması, gerekli aksiyonları işaret etmesi ve zaman boyutunun olmasıdır. İşletmenin tamamını ilgilendiren genel veya stratejik nitelikteki amaçların belirlenmesi ile daha alt amaçların belirlenmesi ve sonuç olarak bir amaçlar hiyerarşisinin oluşması sağlanacaktır. Amaçlar hiyerarşisinde işletmede tüm birimlerin amaçları birbiriyle bağlantılı olmalıdır ve bir bütün oluşturmalıdır. Bunun yanında en tepede belirlenen stratejik nitelikli amaçların gerçekleşebilmesi için öncelikle alt kademelerdeki amaçların gerçekleşmesi gerekmektedir. </a:t>
            </a:r>
          </a:p>
        </p:txBody>
      </p:sp>
      <p:sp>
        <p:nvSpPr>
          <p:cNvPr id="11" name="Freeform: Shape 10">
            <a:extLst>
              <a:ext uri="{FF2B5EF4-FFF2-40B4-BE49-F238E27FC236}">
                <a16:creationId xmlns:a16="http://schemas.microsoft.com/office/drawing/2014/main" id="{5871FC61-DD4E-47D4-81FD-8A7E7D12B37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6986049" y="0"/>
            <a:ext cx="5205951" cy="6858000"/>
          </a:xfrm>
          <a:custGeom>
            <a:avLst/>
            <a:gdLst>
              <a:gd name="connsiteX0" fmla="*/ 0 w 5205951"/>
              <a:gd name="connsiteY0" fmla="*/ 0 h 6858000"/>
              <a:gd name="connsiteX1" fmla="*/ 1709529 w 5205951"/>
              <a:gd name="connsiteY1" fmla="*/ 0 h 6858000"/>
              <a:gd name="connsiteX2" fmla="*/ 2489695 w 5205951"/>
              <a:gd name="connsiteY2" fmla="*/ 0 h 6858000"/>
              <a:gd name="connsiteX3" fmla="*/ 3582928 w 5205951"/>
              <a:gd name="connsiteY3" fmla="*/ 0 h 6858000"/>
              <a:gd name="connsiteX4" fmla="*/ 3605052 w 5205951"/>
              <a:gd name="connsiteY4" fmla="*/ 14997 h 6858000"/>
              <a:gd name="connsiteX5" fmla="*/ 5205951 w 5205951"/>
              <a:gd name="connsiteY5" fmla="*/ 3621656 h 6858000"/>
              <a:gd name="connsiteX6" fmla="*/ 3331601 w 5205951"/>
              <a:gd name="connsiteY6" fmla="*/ 6374814 h 6858000"/>
              <a:gd name="connsiteX7" fmla="*/ 2814953 w 5205951"/>
              <a:gd name="connsiteY7" fmla="*/ 6780599 h 6858000"/>
              <a:gd name="connsiteX8" fmla="*/ 2703197 w 5205951"/>
              <a:gd name="connsiteY8" fmla="*/ 6858000 h 6858000"/>
              <a:gd name="connsiteX9" fmla="*/ 2489695 w 5205951"/>
              <a:gd name="connsiteY9" fmla="*/ 6858000 h 6858000"/>
              <a:gd name="connsiteX10" fmla="*/ 1709529 w 5205951"/>
              <a:gd name="connsiteY10" fmla="*/ 6858000 h 6858000"/>
              <a:gd name="connsiteX11" fmla="*/ 0 w 5205951"/>
              <a:gd name="connsiteY11"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5205951" h="6858000">
                <a:moveTo>
                  <a:pt x="0" y="0"/>
                </a:moveTo>
                <a:lnTo>
                  <a:pt x="1709529" y="0"/>
                </a:lnTo>
                <a:lnTo>
                  <a:pt x="2489695" y="0"/>
                </a:lnTo>
                <a:lnTo>
                  <a:pt x="3582928" y="0"/>
                </a:lnTo>
                <a:lnTo>
                  <a:pt x="3605052" y="14997"/>
                </a:lnTo>
                <a:cubicBezTo>
                  <a:pt x="4632215" y="754641"/>
                  <a:pt x="5205951" y="2093192"/>
                  <a:pt x="5205951" y="3621656"/>
                </a:cubicBezTo>
                <a:cubicBezTo>
                  <a:pt x="5205951" y="4969131"/>
                  <a:pt x="4277226" y="5602839"/>
                  <a:pt x="3331601" y="6374814"/>
                </a:cubicBezTo>
                <a:cubicBezTo>
                  <a:pt x="3159398" y="6515397"/>
                  <a:pt x="2988771" y="6653108"/>
                  <a:pt x="2814953" y="6780599"/>
                </a:cubicBezTo>
                <a:lnTo>
                  <a:pt x="2703197" y="6858000"/>
                </a:lnTo>
                <a:lnTo>
                  <a:pt x="2489695" y="6858000"/>
                </a:lnTo>
                <a:lnTo>
                  <a:pt x="1709529" y="6858000"/>
                </a:lnTo>
                <a:lnTo>
                  <a:pt x="0" y="6858000"/>
                </a:lnTo>
                <a:close/>
              </a:path>
            </a:pathLst>
          </a:custGeom>
          <a:solidFill>
            <a:srgbClr val="FFFFFF">
              <a:alpha val="6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FFFFFF"/>
              </a:solidFill>
              <a:effectLst/>
              <a:uLnTx/>
              <a:uFillTx/>
              <a:latin typeface="Meiryo"/>
              <a:ea typeface="+mn-ea"/>
              <a:cs typeface="+mn-cs"/>
            </a:endParaRPr>
          </a:p>
        </p:txBody>
      </p:sp>
      <p:sp>
        <p:nvSpPr>
          <p:cNvPr id="13" name="Freeform: Shape 12">
            <a:extLst>
              <a:ext uri="{FF2B5EF4-FFF2-40B4-BE49-F238E27FC236}">
                <a16:creationId xmlns:a16="http://schemas.microsoft.com/office/drawing/2014/main" id="{829A1E2C-5AC8-40FC-99E9-832069D3979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6577485" y="0"/>
            <a:ext cx="2529723" cy="6858000"/>
          </a:xfrm>
          <a:custGeom>
            <a:avLst/>
            <a:gdLst>
              <a:gd name="connsiteX0" fmla="*/ 1258269 w 2529723"/>
              <a:gd name="connsiteY0" fmla="*/ 0 h 6858000"/>
              <a:gd name="connsiteX1" fmla="*/ 1275627 w 2529723"/>
              <a:gd name="connsiteY1" fmla="*/ 0 h 6858000"/>
              <a:gd name="connsiteX2" fmla="*/ 1302560 w 2529723"/>
              <a:gd name="connsiteY2" fmla="*/ 24338 h 6858000"/>
              <a:gd name="connsiteX3" fmla="*/ 2522825 w 2529723"/>
              <a:gd name="connsiteY3" fmla="*/ 3678515 h 6858000"/>
              <a:gd name="connsiteX4" fmla="*/ 557500 w 2529723"/>
              <a:gd name="connsiteY4" fmla="*/ 6451411 h 6858000"/>
              <a:gd name="connsiteX5" fmla="*/ 32482 w 2529723"/>
              <a:gd name="connsiteY5" fmla="*/ 6849373 h 6858000"/>
              <a:gd name="connsiteX6" fmla="*/ 19531 w 2529723"/>
              <a:gd name="connsiteY6" fmla="*/ 6858000 h 6858000"/>
              <a:gd name="connsiteX7" fmla="*/ 0 w 2529723"/>
              <a:gd name="connsiteY7" fmla="*/ 6858000 h 6858000"/>
              <a:gd name="connsiteX8" fmla="*/ 14202 w 2529723"/>
              <a:gd name="connsiteY8" fmla="*/ 6848540 h 6858000"/>
              <a:gd name="connsiteX9" fmla="*/ 539221 w 2529723"/>
              <a:gd name="connsiteY9" fmla="*/ 6450578 h 6858000"/>
              <a:gd name="connsiteX10" fmla="*/ 2504546 w 2529723"/>
              <a:gd name="connsiteY10" fmla="*/ 3677682 h 6858000"/>
              <a:gd name="connsiteX11" fmla="*/ 1284280 w 2529723"/>
              <a:gd name="connsiteY11" fmla="*/ 23504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529723" h="6858000">
                <a:moveTo>
                  <a:pt x="1258269" y="0"/>
                </a:moveTo>
                <a:lnTo>
                  <a:pt x="1275627" y="0"/>
                </a:lnTo>
                <a:lnTo>
                  <a:pt x="1302560" y="24338"/>
                </a:lnTo>
                <a:cubicBezTo>
                  <a:pt x="2156831" y="855667"/>
                  <a:pt x="2590622" y="2191755"/>
                  <a:pt x="2522825" y="3678515"/>
                </a:cubicBezTo>
                <a:cubicBezTo>
                  <a:pt x="2459072" y="5076606"/>
                  <a:pt x="1519830" y="5692656"/>
                  <a:pt x="557500" y="6451411"/>
                </a:cubicBezTo>
                <a:cubicBezTo>
                  <a:pt x="382255" y="6589587"/>
                  <a:pt x="208689" y="6724853"/>
                  <a:pt x="32482" y="6849373"/>
                </a:cubicBezTo>
                <a:lnTo>
                  <a:pt x="19531" y="6858000"/>
                </a:lnTo>
                <a:lnTo>
                  <a:pt x="0" y="6858000"/>
                </a:lnTo>
                <a:lnTo>
                  <a:pt x="14202" y="6848540"/>
                </a:lnTo>
                <a:cubicBezTo>
                  <a:pt x="190409" y="6724020"/>
                  <a:pt x="363976" y="6588754"/>
                  <a:pt x="539221" y="6450578"/>
                </a:cubicBezTo>
                <a:cubicBezTo>
                  <a:pt x="1501550" y="5691822"/>
                  <a:pt x="2440792" y="5075773"/>
                  <a:pt x="2504546" y="3677682"/>
                </a:cubicBezTo>
                <a:cubicBezTo>
                  <a:pt x="2572343" y="2190921"/>
                  <a:pt x="2138551" y="854834"/>
                  <a:pt x="1284280" y="23504"/>
                </a:cubicBezTo>
                <a:close/>
              </a:path>
            </a:pathLst>
          </a:cu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Meiryo"/>
              <a:ea typeface="+mn-ea"/>
              <a:cs typeface="+mn-cs"/>
            </a:endParaRPr>
          </a:p>
        </p:txBody>
      </p:sp>
      <p:sp>
        <p:nvSpPr>
          <p:cNvPr id="15" name="Freeform: Shape 14">
            <a:extLst>
              <a:ext uri="{FF2B5EF4-FFF2-40B4-BE49-F238E27FC236}">
                <a16:creationId xmlns:a16="http://schemas.microsoft.com/office/drawing/2014/main" id="{55C54A75-E44A-4147-B9D0-FF46CFD3161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6754925" y="0"/>
            <a:ext cx="2536434" cy="6858000"/>
          </a:xfrm>
          <a:custGeom>
            <a:avLst/>
            <a:gdLst>
              <a:gd name="connsiteX0" fmla="*/ 879731 w 2536434"/>
              <a:gd name="connsiteY0" fmla="*/ 0 h 6858000"/>
              <a:gd name="connsiteX1" fmla="*/ 913411 w 2536434"/>
              <a:gd name="connsiteY1" fmla="*/ 0 h 6858000"/>
              <a:gd name="connsiteX2" fmla="*/ 935535 w 2536434"/>
              <a:gd name="connsiteY2" fmla="*/ 14997 h 6858000"/>
              <a:gd name="connsiteX3" fmla="*/ 2536434 w 2536434"/>
              <a:gd name="connsiteY3" fmla="*/ 3621656 h 6858000"/>
              <a:gd name="connsiteX4" fmla="*/ 662084 w 2536434"/>
              <a:gd name="connsiteY4" fmla="*/ 6374814 h 6858000"/>
              <a:gd name="connsiteX5" fmla="*/ 145436 w 2536434"/>
              <a:gd name="connsiteY5" fmla="*/ 6780599 h 6858000"/>
              <a:gd name="connsiteX6" fmla="*/ 33680 w 2536434"/>
              <a:gd name="connsiteY6" fmla="*/ 6858000 h 6858000"/>
              <a:gd name="connsiteX7" fmla="*/ 0 w 2536434"/>
              <a:gd name="connsiteY7" fmla="*/ 6858000 h 6858000"/>
              <a:gd name="connsiteX8" fmla="*/ 111756 w 2536434"/>
              <a:gd name="connsiteY8" fmla="*/ 6780599 h 6858000"/>
              <a:gd name="connsiteX9" fmla="*/ 628404 w 2536434"/>
              <a:gd name="connsiteY9" fmla="*/ 6374814 h 6858000"/>
              <a:gd name="connsiteX10" fmla="*/ 2502754 w 2536434"/>
              <a:gd name="connsiteY10" fmla="*/ 3621656 h 6858000"/>
              <a:gd name="connsiteX11" fmla="*/ 901855 w 2536434"/>
              <a:gd name="connsiteY11" fmla="*/ 14997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536434" h="6858000">
                <a:moveTo>
                  <a:pt x="879731" y="0"/>
                </a:moveTo>
                <a:lnTo>
                  <a:pt x="913411" y="0"/>
                </a:lnTo>
                <a:lnTo>
                  <a:pt x="935535" y="14997"/>
                </a:lnTo>
                <a:cubicBezTo>
                  <a:pt x="1962698" y="754641"/>
                  <a:pt x="2536434" y="2093192"/>
                  <a:pt x="2536434" y="3621656"/>
                </a:cubicBezTo>
                <a:cubicBezTo>
                  <a:pt x="2536434" y="4969131"/>
                  <a:pt x="1607709" y="5602839"/>
                  <a:pt x="662084" y="6374814"/>
                </a:cubicBezTo>
                <a:cubicBezTo>
                  <a:pt x="489881" y="6515397"/>
                  <a:pt x="319254" y="6653108"/>
                  <a:pt x="145436" y="6780599"/>
                </a:cubicBezTo>
                <a:lnTo>
                  <a:pt x="33680" y="6858000"/>
                </a:lnTo>
                <a:lnTo>
                  <a:pt x="0" y="6858000"/>
                </a:lnTo>
                <a:lnTo>
                  <a:pt x="111756" y="6780599"/>
                </a:lnTo>
                <a:cubicBezTo>
                  <a:pt x="285574" y="6653108"/>
                  <a:pt x="456201" y="6515397"/>
                  <a:pt x="628404" y="6374814"/>
                </a:cubicBezTo>
                <a:cubicBezTo>
                  <a:pt x="1574029" y="5602839"/>
                  <a:pt x="2502754" y="4969131"/>
                  <a:pt x="2502754" y="3621656"/>
                </a:cubicBezTo>
                <a:cubicBezTo>
                  <a:pt x="2502754" y="2093192"/>
                  <a:pt x="1929018" y="754641"/>
                  <a:pt x="901855" y="14997"/>
                </a:cubicBezTo>
                <a:close/>
              </a:path>
            </a:pathLst>
          </a:cu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Meiryo"/>
              <a:ea typeface="+mn-ea"/>
              <a:cs typeface="+mn-cs"/>
            </a:endParaRPr>
          </a:p>
        </p:txBody>
      </p:sp>
      <p:pic>
        <p:nvPicPr>
          <p:cNvPr id="5" name="Picture 4" descr="Close up of bullseye">
            <a:extLst>
              <a:ext uri="{FF2B5EF4-FFF2-40B4-BE49-F238E27FC236}">
                <a16:creationId xmlns:a16="http://schemas.microsoft.com/office/drawing/2014/main" id="{3576ED7B-E454-46F1-B0BB-09A7958E8830}"/>
              </a:ext>
            </a:extLst>
          </p:cNvPr>
          <p:cNvPicPr>
            <a:picLocks noChangeAspect="1"/>
          </p:cNvPicPr>
          <p:nvPr/>
        </p:nvPicPr>
        <p:blipFill>
          <a:blip r:embed="rId3" cstate="screen">
            <a:extLst>
              <a:ext uri="{28A0092B-C50C-407E-A947-70E740481C1C}">
                <a14:useLocalDpi xmlns:a14="http://schemas.microsoft.com/office/drawing/2010/main"/>
              </a:ext>
            </a:extLst>
          </a:blip>
          <a:srcRect/>
          <a:stretch/>
        </p:blipFill>
        <p:spPr>
          <a:xfrm>
            <a:off x="7203882" y="10"/>
            <a:ext cx="4988118" cy="6857990"/>
          </a:xfrm>
          <a:custGeom>
            <a:avLst/>
            <a:gdLst/>
            <a:ahLst/>
            <a:cxnLst/>
            <a:rect l="l" t="t" r="r" b="b"/>
            <a:pathLst>
              <a:path w="4901771" h="6858000">
                <a:moveTo>
                  <a:pt x="1623023" y="0"/>
                </a:moveTo>
                <a:lnTo>
                  <a:pt x="2716256" y="0"/>
                </a:lnTo>
                <a:lnTo>
                  <a:pt x="3496422" y="0"/>
                </a:lnTo>
                <a:lnTo>
                  <a:pt x="4544484" y="0"/>
                </a:lnTo>
                <a:lnTo>
                  <a:pt x="4710787" y="0"/>
                </a:lnTo>
                <a:lnTo>
                  <a:pt x="4901771" y="0"/>
                </a:lnTo>
                <a:lnTo>
                  <a:pt x="4901771" y="6858000"/>
                </a:lnTo>
                <a:lnTo>
                  <a:pt x="4710787" y="6858000"/>
                </a:lnTo>
                <a:lnTo>
                  <a:pt x="4544484" y="6858000"/>
                </a:lnTo>
                <a:lnTo>
                  <a:pt x="3496422" y="6858000"/>
                </a:lnTo>
                <a:lnTo>
                  <a:pt x="2716256" y="6858000"/>
                </a:lnTo>
                <a:lnTo>
                  <a:pt x="2502754" y="6858000"/>
                </a:lnTo>
                <a:lnTo>
                  <a:pt x="2390998" y="6780599"/>
                </a:lnTo>
                <a:cubicBezTo>
                  <a:pt x="2217180" y="6653108"/>
                  <a:pt x="2046553" y="6515397"/>
                  <a:pt x="1874350" y="6374814"/>
                </a:cubicBezTo>
                <a:cubicBezTo>
                  <a:pt x="928725" y="5602839"/>
                  <a:pt x="0" y="4969131"/>
                  <a:pt x="0" y="3621656"/>
                </a:cubicBezTo>
                <a:cubicBezTo>
                  <a:pt x="0" y="2093192"/>
                  <a:pt x="573736" y="754641"/>
                  <a:pt x="1600899" y="14997"/>
                </a:cubicBezTo>
                <a:close/>
              </a:path>
            </a:pathLst>
          </a:custGeom>
        </p:spPr>
      </p:pic>
    </p:spTree>
    <p:extLst>
      <p:ext uri="{BB962C8B-B14F-4D97-AF65-F5344CB8AC3E}">
        <p14:creationId xmlns:p14="http://schemas.microsoft.com/office/powerpoint/2010/main" val="148391213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8181FC64-B306-4821-98E2-780662EFC48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5" y="0"/>
            <a:ext cx="12191695"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Meiryo"/>
              <a:ea typeface="+mn-ea"/>
              <a:cs typeface="+mn-cs"/>
            </a:endParaRPr>
          </a:p>
        </p:txBody>
      </p:sp>
      <p:sp>
        <p:nvSpPr>
          <p:cNvPr id="2" name="Başlık 1">
            <a:extLst>
              <a:ext uri="{FF2B5EF4-FFF2-40B4-BE49-F238E27FC236}">
                <a16:creationId xmlns:a16="http://schemas.microsoft.com/office/drawing/2014/main" id="{54446FCF-98A3-A543-9347-80F5E9E36768}"/>
              </a:ext>
            </a:extLst>
          </p:cNvPr>
          <p:cNvSpPr>
            <a:spLocks noGrp="1"/>
          </p:cNvSpPr>
          <p:nvPr>
            <p:ph type="title"/>
          </p:nvPr>
        </p:nvSpPr>
        <p:spPr>
          <a:xfrm>
            <a:off x="992518" y="442913"/>
            <a:ext cx="5271804" cy="1639888"/>
          </a:xfrm>
        </p:spPr>
        <p:txBody>
          <a:bodyPr anchor="b">
            <a:normAutofit/>
          </a:bodyPr>
          <a:lstStyle/>
          <a:p>
            <a:r>
              <a:rPr lang="tr-TR" dirty="0"/>
              <a:t>Planlamanın Temel Aşamaları</a:t>
            </a:r>
          </a:p>
        </p:txBody>
      </p:sp>
      <p:sp>
        <p:nvSpPr>
          <p:cNvPr id="3" name="İçerik Yer Tutucusu 2">
            <a:extLst>
              <a:ext uri="{FF2B5EF4-FFF2-40B4-BE49-F238E27FC236}">
                <a16:creationId xmlns:a16="http://schemas.microsoft.com/office/drawing/2014/main" id="{0CAAC20D-54B7-524A-9282-681F6038A44B}"/>
              </a:ext>
            </a:extLst>
          </p:cNvPr>
          <p:cNvSpPr>
            <a:spLocks noGrp="1"/>
          </p:cNvSpPr>
          <p:nvPr>
            <p:ph idx="1"/>
          </p:nvPr>
        </p:nvSpPr>
        <p:spPr>
          <a:xfrm>
            <a:off x="621792" y="2082801"/>
            <a:ext cx="5955693" cy="3927855"/>
          </a:xfrm>
        </p:spPr>
        <p:txBody>
          <a:bodyPr>
            <a:noAutofit/>
          </a:bodyPr>
          <a:lstStyle/>
          <a:p>
            <a:pPr algn="just">
              <a:lnSpc>
                <a:spcPct val="130000"/>
              </a:lnSpc>
            </a:pPr>
            <a:r>
              <a:rPr lang="tr-TR" sz="1600" b="1" dirty="0"/>
              <a:t>Amaçlara Ulaştıracak Alternatif Yolların Belirlenmesi </a:t>
            </a:r>
          </a:p>
          <a:p>
            <a:pPr algn="just">
              <a:lnSpc>
                <a:spcPct val="130000"/>
              </a:lnSpc>
            </a:pPr>
            <a:r>
              <a:rPr lang="tr-TR" sz="1600" dirty="0"/>
              <a:t>Planlama sürecinin bu aşaması, gelecekte belli bir zaman süresi sonunda ulaşılması kararlaştırılmış durum veya konuma ‘nasıl’ veya ‘ne yaparak’ ulaşılabileceğinin irdelenmesi, incelenmesi ve bu yolların belirlenmesini kapsamaktadır. Alternatif yolların veya seçeneklerin belirlenmesi olarak adlandırılan bu safhada yaratıcı olma, mevcut ve daha önce kullanılmış yollardan farklı bir yol bulabilme, rakiplere oranla işletmeye avantaj sağlayacak yollar bulabilme gibi hususlar söz konusudur</a:t>
            </a:r>
          </a:p>
        </p:txBody>
      </p:sp>
      <p:sp>
        <p:nvSpPr>
          <p:cNvPr id="11" name="Freeform: Shape 10">
            <a:extLst>
              <a:ext uri="{FF2B5EF4-FFF2-40B4-BE49-F238E27FC236}">
                <a16:creationId xmlns:a16="http://schemas.microsoft.com/office/drawing/2014/main" id="{5871FC61-DD4E-47D4-81FD-8A7E7D12B37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6986049" y="0"/>
            <a:ext cx="5205951" cy="6858000"/>
          </a:xfrm>
          <a:custGeom>
            <a:avLst/>
            <a:gdLst>
              <a:gd name="connsiteX0" fmla="*/ 0 w 5205951"/>
              <a:gd name="connsiteY0" fmla="*/ 0 h 6858000"/>
              <a:gd name="connsiteX1" fmla="*/ 1709529 w 5205951"/>
              <a:gd name="connsiteY1" fmla="*/ 0 h 6858000"/>
              <a:gd name="connsiteX2" fmla="*/ 2489695 w 5205951"/>
              <a:gd name="connsiteY2" fmla="*/ 0 h 6858000"/>
              <a:gd name="connsiteX3" fmla="*/ 3582928 w 5205951"/>
              <a:gd name="connsiteY3" fmla="*/ 0 h 6858000"/>
              <a:gd name="connsiteX4" fmla="*/ 3605052 w 5205951"/>
              <a:gd name="connsiteY4" fmla="*/ 14997 h 6858000"/>
              <a:gd name="connsiteX5" fmla="*/ 5205951 w 5205951"/>
              <a:gd name="connsiteY5" fmla="*/ 3621656 h 6858000"/>
              <a:gd name="connsiteX6" fmla="*/ 3331601 w 5205951"/>
              <a:gd name="connsiteY6" fmla="*/ 6374814 h 6858000"/>
              <a:gd name="connsiteX7" fmla="*/ 2814953 w 5205951"/>
              <a:gd name="connsiteY7" fmla="*/ 6780599 h 6858000"/>
              <a:gd name="connsiteX8" fmla="*/ 2703197 w 5205951"/>
              <a:gd name="connsiteY8" fmla="*/ 6858000 h 6858000"/>
              <a:gd name="connsiteX9" fmla="*/ 2489695 w 5205951"/>
              <a:gd name="connsiteY9" fmla="*/ 6858000 h 6858000"/>
              <a:gd name="connsiteX10" fmla="*/ 1709529 w 5205951"/>
              <a:gd name="connsiteY10" fmla="*/ 6858000 h 6858000"/>
              <a:gd name="connsiteX11" fmla="*/ 0 w 5205951"/>
              <a:gd name="connsiteY11"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5205951" h="6858000">
                <a:moveTo>
                  <a:pt x="0" y="0"/>
                </a:moveTo>
                <a:lnTo>
                  <a:pt x="1709529" y="0"/>
                </a:lnTo>
                <a:lnTo>
                  <a:pt x="2489695" y="0"/>
                </a:lnTo>
                <a:lnTo>
                  <a:pt x="3582928" y="0"/>
                </a:lnTo>
                <a:lnTo>
                  <a:pt x="3605052" y="14997"/>
                </a:lnTo>
                <a:cubicBezTo>
                  <a:pt x="4632215" y="754641"/>
                  <a:pt x="5205951" y="2093192"/>
                  <a:pt x="5205951" y="3621656"/>
                </a:cubicBezTo>
                <a:cubicBezTo>
                  <a:pt x="5205951" y="4969131"/>
                  <a:pt x="4277226" y="5602839"/>
                  <a:pt x="3331601" y="6374814"/>
                </a:cubicBezTo>
                <a:cubicBezTo>
                  <a:pt x="3159398" y="6515397"/>
                  <a:pt x="2988771" y="6653108"/>
                  <a:pt x="2814953" y="6780599"/>
                </a:cubicBezTo>
                <a:lnTo>
                  <a:pt x="2703197" y="6858000"/>
                </a:lnTo>
                <a:lnTo>
                  <a:pt x="2489695" y="6858000"/>
                </a:lnTo>
                <a:lnTo>
                  <a:pt x="1709529" y="6858000"/>
                </a:lnTo>
                <a:lnTo>
                  <a:pt x="0" y="6858000"/>
                </a:lnTo>
                <a:close/>
              </a:path>
            </a:pathLst>
          </a:custGeom>
          <a:solidFill>
            <a:srgbClr val="FFFFFF">
              <a:alpha val="6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FFFFFF"/>
              </a:solidFill>
              <a:effectLst/>
              <a:uLnTx/>
              <a:uFillTx/>
              <a:latin typeface="Meiryo"/>
              <a:ea typeface="+mn-ea"/>
              <a:cs typeface="+mn-cs"/>
            </a:endParaRPr>
          </a:p>
        </p:txBody>
      </p:sp>
      <p:sp>
        <p:nvSpPr>
          <p:cNvPr id="13" name="Freeform: Shape 12">
            <a:extLst>
              <a:ext uri="{FF2B5EF4-FFF2-40B4-BE49-F238E27FC236}">
                <a16:creationId xmlns:a16="http://schemas.microsoft.com/office/drawing/2014/main" id="{829A1E2C-5AC8-40FC-99E9-832069D3979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6577485" y="0"/>
            <a:ext cx="2529723" cy="6858000"/>
          </a:xfrm>
          <a:custGeom>
            <a:avLst/>
            <a:gdLst>
              <a:gd name="connsiteX0" fmla="*/ 1258269 w 2529723"/>
              <a:gd name="connsiteY0" fmla="*/ 0 h 6858000"/>
              <a:gd name="connsiteX1" fmla="*/ 1275627 w 2529723"/>
              <a:gd name="connsiteY1" fmla="*/ 0 h 6858000"/>
              <a:gd name="connsiteX2" fmla="*/ 1302560 w 2529723"/>
              <a:gd name="connsiteY2" fmla="*/ 24338 h 6858000"/>
              <a:gd name="connsiteX3" fmla="*/ 2522825 w 2529723"/>
              <a:gd name="connsiteY3" fmla="*/ 3678515 h 6858000"/>
              <a:gd name="connsiteX4" fmla="*/ 557500 w 2529723"/>
              <a:gd name="connsiteY4" fmla="*/ 6451411 h 6858000"/>
              <a:gd name="connsiteX5" fmla="*/ 32482 w 2529723"/>
              <a:gd name="connsiteY5" fmla="*/ 6849373 h 6858000"/>
              <a:gd name="connsiteX6" fmla="*/ 19531 w 2529723"/>
              <a:gd name="connsiteY6" fmla="*/ 6858000 h 6858000"/>
              <a:gd name="connsiteX7" fmla="*/ 0 w 2529723"/>
              <a:gd name="connsiteY7" fmla="*/ 6858000 h 6858000"/>
              <a:gd name="connsiteX8" fmla="*/ 14202 w 2529723"/>
              <a:gd name="connsiteY8" fmla="*/ 6848540 h 6858000"/>
              <a:gd name="connsiteX9" fmla="*/ 539221 w 2529723"/>
              <a:gd name="connsiteY9" fmla="*/ 6450578 h 6858000"/>
              <a:gd name="connsiteX10" fmla="*/ 2504546 w 2529723"/>
              <a:gd name="connsiteY10" fmla="*/ 3677682 h 6858000"/>
              <a:gd name="connsiteX11" fmla="*/ 1284280 w 2529723"/>
              <a:gd name="connsiteY11" fmla="*/ 23504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529723" h="6858000">
                <a:moveTo>
                  <a:pt x="1258269" y="0"/>
                </a:moveTo>
                <a:lnTo>
                  <a:pt x="1275627" y="0"/>
                </a:lnTo>
                <a:lnTo>
                  <a:pt x="1302560" y="24338"/>
                </a:lnTo>
                <a:cubicBezTo>
                  <a:pt x="2156831" y="855667"/>
                  <a:pt x="2590622" y="2191755"/>
                  <a:pt x="2522825" y="3678515"/>
                </a:cubicBezTo>
                <a:cubicBezTo>
                  <a:pt x="2459072" y="5076606"/>
                  <a:pt x="1519830" y="5692656"/>
                  <a:pt x="557500" y="6451411"/>
                </a:cubicBezTo>
                <a:cubicBezTo>
                  <a:pt x="382255" y="6589587"/>
                  <a:pt x="208689" y="6724853"/>
                  <a:pt x="32482" y="6849373"/>
                </a:cubicBezTo>
                <a:lnTo>
                  <a:pt x="19531" y="6858000"/>
                </a:lnTo>
                <a:lnTo>
                  <a:pt x="0" y="6858000"/>
                </a:lnTo>
                <a:lnTo>
                  <a:pt x="14202" y="6848540"/>
                </a:lnTo>
                <a:cubicBezTo>
                  <a:pt x="190409" y="6724020"/>
                  <a:pt x="363976" y="6588754"/>
                  <a:pt x="539221" y="6450578"/>
                </a:cubicBezTo>
                <a:cubicBezTo>
                  <a:pt x="1501550" y="5691822"/>
                  <a:pt x="2440792" y="5075773"/>
                  <a:pt x="2504546" y="3677682"/>
                </a:cubicBezTo>
                <a:cubicBezTo>
                  <a:pt x="2572343" y="2190921"/>
                  <a:pt x="2138551" y="854834"/>
                  <a:pt x="1284280" y="23504"/>
                </a:cubicBezTo>
                <a:close/>
              </a:path>
            </a:pathLst>
          </a:cu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Meiryo"/>
              <a:ea typeface="+mn-ea"/>
              <a:cs typeface="+mn-cs"/>
            </a:endParaRPr>
          </a:p>
        </p:txBody>
      </p:sp>
      <p:sp>
        <p:nvSpPr>
          <p:cNvPr id="15" name="Freeform: Shape 14">
            <a:extLst>
              <a:ext uri="{FF2B5EF4-FFF2-40B4-BE49-F238E27FC236}">
                <a16:creationId xmlns:a16="http://schemas.microsoft.com/office/drawing/2014/main" id="{55C54A75-E44A-4147-B9D0-FF46CFD3161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6754925" y="0"/>
            <a:ext cx="2536434" cy="6858000"/>
          </a:xfrm>
          <a:custGeom>
            <a:avLst/>
            <a:gdLst>
              <a:gd name="connsiteX0" fmla="*/ 879731 w 2536434"/>
              <a:gd name="connsiteY0" fmla="*/ 0 h 6858000"/>
              <a:gd name="connsiteX1" fmla="*/ 913411 w 2536434"/>
              <a:gd name="connsiteY1" fmla="*/ 0 h 6858000"/>
              <a:gd name="connsiteX2" fmla="*/ 935535 w 2536434"/>
              <a:gd name="connsiteY2" fmla="*/ 14997 h 6858000"/>
              <a:gd name="connsiteX3" fmla="*/ 2536434 w 2536434"/>
              <a:gd name="connsiteY3" fmla="*/ 3621656 h 6858000"/>
              <a:gd name="connsiteX4" fmla="*/ 662084 w 2536434"/>
              <a:gd name="connsiteY4" fmla="*/ 6374814 h 6858000"/>
              <a:gd name="connsiteX5" fmla="*/ 145436 w 2536434"/>
              <a:gd name="connsiteY5" fmla="*/ 6780599 h 6858000"/>
              <a:gd name="connsiteX6" fmla="*/ 33680 w 2536434"/>
              <a:gd name="connsiteY6" fmla="*/ 6858000 h 6858000"/>
              <a:gd name="connsiteX7" fmla="*/ 0 w 2536434"/>
              <a:gd name="connsiteY7" fmla="*/ 6858000 h 6858000"/>
              <a:gd name="connsiteX8" fmla="*/ 111756 w 2536434"/>
              <a:gd name="connsiteY8" fmla="*/ 6780599 h 6858000"/>
              <a:gd name="connsiteX9" fmla="*/ 628404 w 2536434"/>
              <a:gd name="connsiteY9" fmla="*/ 6374814 h 6858000"/>
              <a:gd name="connsiteX10" fmla="*/ 2502754 w 2536434"/>
              <a:gd name="connsiteY10" fmla="*/ 3621656 h 6858000"/>
              <a:gd name="connsiteX11" fmla="*/ 901855 w 2536434"/>
              <a:gd name="connsiteY11" fmla="*/ 14997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536434" h="6858000">
                <a:moveTo>
                  <a:pt x="879731" y="0"/>
                </a:moveTo>
                <a:lnTo>
                  <a:pt x="913411" y="0"/>
                </a:lnTo>
                <a:lnTo>
                  <a:pt x="935535" y="14997"/>
                </a:lnTo>
                <a:cubicBezTo>
                  <a:pt x="1962698" y="754641"/>
                  <a:pt x="2536434" y="2093192"/>
                  <a:pt x="2536434" y="3621656"/>
                </a:cubicBezTo>
                <a:cubicBezTo>
                  <a:pt x="2536434" y="4969131"/>
                  <a:pt x="1607709" y="5602839"/>
                  <a:pt x="662084" y="6374814"/>
                </a:cubicBezTo>
                <a:cubicBezTo>
                  <a:pt x="489881" y="6515397"/>
                  <a:pt x="319254" y="6653108"/>
                  <a:pt x="145436" y="6780599"/>
                </a:cubicBezTo>
                <a:lnTo>
                  <a:pt x="33680" y="6858000"/>
                </a:lnTo>
                <a:lnTo>
                  <a:pt x="0" y="6858000"/>
                </a:lnTo>
                <a:lnTo>
                  <a:pt x="111756" y="6780599"/>
                </a:lnTo>
                <a:cubicBezTo>
                  <a:pt x="285574" y="6653108"/>
                  <a:pt x="456201" y="6515397"/>
                  <a:pt x="628404" y="6374814"/>
                </a:cubicBezTo>
                <a:cubicBezTo>
                  <a:pt x="1574029" y="5602839"/>
                  <a:pt x="2502754" y="4969131"/>
                  <a:pt x="2502754" y="3621656"/>
                </a:cubicBezTo>
                <a:cubicBezTo>
                  <a:pt x="2502754" y="2093192"/>
                  <a:pt x="1929018" y="754641"/>
                  <a:pt x="901855" y="14997"/>
                </a:cubicBezTo>
                <a:close/>
              </a:path>
            </a:pathLst>
          </a:cu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Meiryo"/>
              <a:ea typeface="+mn-ea"/>
              <a:cs typeface="+mn-cs"/>
            </a:endParaRPr>
          </a:p>
        </p:txBody>
      </p:sp>
      <p:pic>
        <p:nvPicPr>
          <p:cNvPr id="5" name="Picture 4" descr="Kırsal orman yolunda bir çatal">
            <a:extLst>
              <a:ext uri="{FF2B5EF4-FFF2-40B4-BE49-F238E27FC236}">
                <a16:creationId xmlns:a16="http://schemas.microsoft.com/office/drawing/2014/main" id="{3576ED7B-E454-46F1-B0BB-09A7958E8830}"/>
              </a:ext>
            </a:extLst>
          </p:cNvPr>
          <p:cNvPicPr>
            <a:picLocks noChangeAspect="1"/>
          </p:cNvPicPr>
          <p:nvPr/>
        </p:nvPicPr>
        <p:blipFill>
          <a:blip r:embed="rId3" cstate="screen">
            <a:extLst>
              <a:ext uri="{28A0092B-C50C-407E-A947-70E740481C1C}">
                <a14:useLocalDpi xmlns:a14="http://schemas.microsoft.com/office/drawing/2010/main"/>
              </a:ext>
            </a:extLst>
          </a:blip>
          <a:srcRect/>
          <a:stretch/>
        </p:blipFill>
        <p:spPr>
          <a:xfrm>
            <a:off x="7203882" y="10"/>
            <a:ext cx="4988118" cy="6857990"/>
          </a:xfrm>
          <a:custGeom>
            <a:avLst/>
            <a:gdLst/>
            <a:ahLst/>
            <a:cxnLst/>
            <a:rect l="l" t="t" r="r" b="b"/>
            <a:pathLst>
              <a:path w="4901771" h="6858000">
                <a:moveTo>
                  <a:pt x="1623023" y="0"/>
                </a:moveTo>
                <a:lnTo>
                  <a:pt x="2716256" y="0"/>
                </a:lnTo>
                <a:lnTo>
                  <a:pt x="3496422" y="0"/>
                </a:lnTo>
                <a:lnTo>
                  <a:pt x="4544484" y="0"/>
                </a:lnTo>
                <a:lnTo>
                  <a:pt x="4710787" y="0"/>
                </a:lnTo>
                <a:lnTo>
                  <a:pt x="4901771" y="0"/>
                </a:lnTo>
                <a:lnTo>
                  <a:pt x="4901771" y="6858000"/>
                </a:lnTo>
                <a:lnTo>
                  <a:pt x="4710787" y="6858000"/>
                </a:lnTo>
                <a:lnTo>
                  <a:pt x="4544484" y="6858000"/>
                </a:lnTo>
                <a:lnTo>
                  <a:pt x="3496422" y="6858000"/>
                </a:lnTo>
                <a:lnTo>
                  <a:pt x="2716256" y="6858000"/>
                </a:lnTo>
                <a:lnTo>
                  <a:pt x="2502754" y="6858000"/>
                </a:lnTo>
                <a:lnTo>
                  <a:pt x="2390998" y="6780599"/>
                </a:lnTo>
                <a:cubicBezTo>
                  <a:pt x="2217180" y="6653108"/>
                  <a:pt x="2046553" y="6515397"/>
                  <a:pt x="1874350" y="6374814"/>
                </a:cubicBezTo>
                <a:cubicBezTo>
                  <a:pt x="928725" y="5602839"/>
                  <a:pt x="0" y="4969131"/>
                  <a:pt x="0" y="3621656"/>
                </a:cubicBezTo>
                <a:cubicBezTo>
                  <a:pt x="0" y="2093192"/>
                  <a:pt x="573736" y="754641"/>
                  <a:pt x="1600899" y="14997"/>
                </a:cubicBezTo>
                <a:close/>
              </a:path>
            </a:pathLst>
          </a:custGeom>
        </p:spPr>
      </p:pic>
    </p:spTree>
    <p:extLst>
      <p:ext uri="{BB962C8B-B14F-4D97-AF65-F5344CB8AC3E}">
        <p14:creationId xmlns:p14="http://schemas.microsoft.com/office/powerpoint/2010/main" val="242967181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8181FC64-B306-4821-98E2-780662EFC48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5" y="0"/>
            <a:ext cx="12191695"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Meiryo"/>
              <a:ea typeface="+mn-ea"/>
              <a:cs typeface="+mn-cs"/>
            </a:endParaRPr>
          </a:p>
        </p:txBody>
      </p:sp>
      <p:sp>
        <p:nvSpPr>
          <p:cNvPr id="2" name="Başlık 1">
            <a:extLst>
              <a:ext uri="{FF2B5EF4-FFF2-40B4-BE49-F238E27FC236}">
                <a16:creationId xmlns:a16="http://schemas.microsoft.com/office/drawing/2014/main" id="{54446FCF-98A3-A543-9347-80F5E9E36768}"/>
              </a:ext>
            </a:extLst>
          </p:cNvPr>
          <p:cNvSpPr>
            <a:spLocks noGrp="1"/>
          </p:cNvSpPr>
          <p:nvPr>
            <p:ph type="title"/>
          </p:nvPr>
        </p:nvSpPr>
        <p:spPr>
          <a:xfrm>
            <a:off x="992518" y="442913"/>
            <a:ext cx="5271804" cy="1639888"/>
          </a:xfrm>
        </p:spPr>
        <p:txBody>
          <a:bodyPr anchor="b">
            <a:normAutofit/>
          </a:bodyPr>
          <a:lstStyle/>
          <a:p>
            <a:r>
              <a:rPr lang="tr-TR" dirty="0"/>
              <a:t>Planlamanın Temel Aşamaları</a:t>
            </a:r>
          </a:p>
        </p:txBody>
      </p:sp>
      <p:sp>
        <p:nvSpPr>
          <p:cNvPr id="3" name="İçerik Yer Tutucusu 2">
            <a:extLst>
              <a:ext uri="{FF2B5EF4-FFF2-40B4-BE49-F238E27FC236}">
                <a16:creationId xmlns:a16="http://schemas.microsoft.com/office/drawing/2014/main" id="{0CAAC20D-54B7-524A-9282-681F6038A44B}"/>
              </a:ext>
            </a:extLst>
          </p:cNvPr>
          <p:cNvSpPr>
            <a:spLocks noGrp="1"/>
          </p:cNvSpPr>
          <p:nvPr>
            <p:ph idx="1"/>
          </p:nvPr>
        </p:nvSpPr>
        <p:spPr>
          <a:xfrm>
            <a:off x="621792" y="2082801"/>
            <a:ext cx="5955693" cy="3927855"/>
          </a:xfrm>
        </p:spPr>
        <p:txBody>
          <a:bodyPr>
            <a:noAutofit/>
          </a:bodyPr>
          <a:lstStyle/>
          <a:p>
            <a:pPr algn="just">
              <a:lnSpc>
                <a:spcPct val="130000"/>
              </a:lnSpc>
            </a:pPr>
            <a:r>
              <a:rPr lang="tr-TR" sz="1600" b="1" dirty="0"/>
              <a:t>Alternatifler Arasında Seçim Yapma </a:t>
            </a:r>
          </a:p>
          <a:p>
            <a:pPr algn="just">
              <a:lnSpc>
                <a:spcPct val="130000"/>
              </a:lnSpc>
            </a:pPr>
            <a:r>
              <a:rPr lang="tr-TR" sz="1600" dirty="0"/>
              <a:t>Yönetici bu aşamada belirlenmiş bulunan hedeflere ulaştıracak alternatiflerden birisini seçecek (karar verecek)tir. Bu safhanın özelliği seçim yapma işidir. Seçim yapma, belli bir yöne kanalize olma işidir. Böylece, yöneticilerin belli bir konuda yapmış oldukları seçimin toplamından oluşan bir belge olarak plan ortaya çıkacaktır. İşte bu belge işletmenin yol haritasıdır. </a:t>
            </a:r>
          </a:p>
        </p:txBody>
      </p:sp>
      <p:sp>
        <p:nvSpPr>
          <p:cNvPr id="11" name="Freeform: Shape 10">
            <a:extLst>
              <a:ext uri="{FF2B5EF4-FFF2-40B4-BE49-F238E27FC236}">
                <a16:creationId xmlns:a16="http://schemas.microsoft.com/office/drawing/2014/main" id="{5871FC61-DD4E-47D4-81FD-8A7E7D12B37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6986049" y="0"/>
            <a:ext cx="5205951" cy="6858000"/>
          </a:xfrm>
          <a:custGeom>
            <a:avLst/>
            <a:gdLst>
              <a:gd name="connsiteX0" fmla="*/ 0 w 5205951"/>
              <a:gd name="connsiteY0" fmla="*/ 0 h 6858000"/>
              <a:gd name="connsiteX1" fmla="*/ 1709529 w 5205951"/>
              <a:gd name="connsiteY1" fmla="*/ 0 h 6858000"/>
              <a:gd name="connsiteX2" fmla="*/ 2489695 w 5205951"/>
              <a:gd name="connsiteY2" fmla="*/ 0 h 6858000"/>
              <a:gd name="connsiteX3" fmla="*/ 3582928 w 5205951"/>
              <a:gd name="connsiteY3" fmla="*/ 0 h 6858000"/>
              <a:gd name="connsiteX4" fmla="*/ 3605052 w 5205951"/>
              <a:gd name="connsiteY4" fmla="*/ 14997 h 6858000"/>
              <a:gd name="connsiteX5" fmla="*/ 5205951 w 5205951"/>
              <a:gd name="connsiteY5" fmla="*/ 3621656 h 6858000"/>
              <a:gd name="connsiteX6" fmla="*/ 3331601 w 5205951"/>
              <a:gd name="connsiteY6" fmla="*/ 6374814 h 6858000"/>
              <a:gd name="connsiteX7" fmla="*/ 2814953 w 5205951"/>
              <a:gd name="connsiteY7" fmla="*/ 6780599 h 6858000"/>
              <a:gd name="connsiteX8" fmla="*/ 2703197 w 5205951"/>
              <a:gd name="connsiteY8" fmla="*/ 6858000 h 6858000"/>
              <a:gd name="connsiteX9" fmla="*/ 2489695 w 5205951"/>
              <a:gd name="connsiteY9" fmla="*/ 6858000 h 6858000"/>
              <a:gd name="connsiteX10" fmla="*/ 1709529 w 5205951"/>
              <a:gd name="connsiteY10" fmla="*/ 6858000 h 6858000"/>
              <a:gd name="connsiteX11" fmla="*/ 0 w 5205951"/>
              <a:gd name="connsiteY11"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5205951" h="6858000">
                <a:moveTo>
                  <a:pt x="0" y="0"/>
                </a:moveTo>
                <a:lnTo>
                  <a:pt x="1709529" y="0"/>
                </a:lnTo>
                <a:lnTo>
                  <a:pt x="2489695" y="0"/>
                </a:lnTo>
                <a:lnTo>
                  <a:pt x="3582928" y="0"/>
                </a:lnTo>
                <a:lnTo>
                  <a:pt x="3605052" y="14997"/>
                </a:lnTo>
                <a:cubicBezTo>
                  <a:pt x="4632215" y="754641"/>
                  <a:pt x="5205951" y="2093192"/>
                  <a:pt x="5205951" y="3621656"/>
                </a:cubicBezTo>
                <a:cubicBezTo>
                  <a:pt x="5205951" y="4969131"/>
                  <a:pt x="4277226" y="5602839"/>
                  <a:pt x="3331601" y="6374814"/>
                </a:cubicBezTo>
                <a:cubicBezTo>
                  <a:pt x="3159398" y="6515397"/>
                  <a:pt x="2988771" y="6653108"/>
                  <a:pt x="2814953" y="6780599"/>
                </a:cubicBezTo>
                <a:lnTo>
                  <a:pt x="2703197" y="6858000"/>
                </a:lnTo>
                <a:lnTo>
                  <a:pt x="2489695" y="6858000"/>
                </a:lnTo>
                <a:lnTo>
                  <a:pt x="1709529" y="6858000"/>
                </a:lnTo>
                <a:lnTo>
                  <a:pt x="0" y="6858000"/>
                </a:lnTo>
                <a:close/>
              </a:path>
            </a:pathLst>
          </a:custGeom>
          <a:solidFill>
            <a:srgbClr val="FFFFFF">
              <a:alpha val="6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FFFFFF"/>
              </a:solidFill>
              <a:effectLst/>
              <a:uLnTx/>
              <a:uFillTx/>
              <a:latin typeface="Meiryo"/>
              <a:ea typeface="+mn-ea"/>
              <a:cs typeface="+mn-cs"/>
            </a:endParaRPr>
          </a:p>
        </p:txBody>
      </p:sp>
      <p:sp>
        <p:nvSpPr>
          <p:cNvPr id="13" name="Freeform: Shape 12">
            <a:extLst>
              <a:ext uri="{FF2B5EF4-FFF2-40B4-BE49-F238E27FC236}">
                <a16:creationId xmlns:a16="http://schemas.microsoft.com/office/drawing/2014/main" id="{829A1E2C-5AC8-40FC-99E9-832069D3979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6577485" y="0"/>
            <a:ext cx="2529723" cy="6858000"/>
          </a:xfrm>
          <a:custGeom>
            <a:avLst/>
            <a:gdLst>
              <a:gd name="connsiteX0" fmla="*/ 1258269 w 2529723"/>
              <a:gd name="connsiteY0" fmla="*/ 0 h 6858000"/>
              <a:gd name="connsiteX1" fmla="*/ 1275627 w 2529723"/>
              <a:gd name="connsiteY1" fmla="*/ 0 h 6858000"/>
              <a:gd name="connsiteX2" fmla="*/ 1302560 w 2529723"/>
              <a:gd name="connsiteY2" fmla="*/ 24338 h 6858000"/>
              <a:gd name="connsiteX3" fmla="*/ 2522825 w 2529723"/>
              <a:gd name="connsiteY3" fmla="*/ 3678515 h 6858000"/>
              <a:gd name="connsiteX4" fmla="*/ 557500 w 2529723"/>
              <a:gd name="connsiteY4" fmla="*/ 6451411 h 6858000"/>
              <a:gd name="connsiteX5" fmla="*/ 32482 w 2529723"/>
              <a:gd name="connsiteY5" fmla="*/ 6849373 h 6858000"/>
              <a:gd name="connsiteX6" fmla="*/ 19531 w 2529723"/>
              <a:gd name="connsiteY6" fmla="*/ 6858000 h 6858000"/>
              <a:gd name="connsiteX7" fmla="*/ 0 w 2529723"/>
              <a:gd name="connsiteY7" fmla="*/ 6858000 h 6858000"/>
              <a:gd name="connsiteX8" fmla="*/ 14202 w 2529723"/>
              <a:gd name="connsiteY8" fmla="*/ 6848540 h 6858000"/>
              <a:gd name="connsiteX9" fmla="*/ 539221 w 2529723"/>
              <a:gd name="connsiteY9" fmla="*/ 6450578 h 6858000"/>
              <a:gd name="connsiteX10" fmla="*/ 2504546 w 2529723"/>
              <a:gd name="connsiteY10" fmla="*/ 3677682 h 6858000"/>
              <a:gd name="connsiteX11" fmla="*/ 1284280 w 2529723"/>
              <a:gd name="connsiteY11" fmla="*/ 23504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529723" h="6858000">
                <a:moveTo>
                  <a:pt x="1258269" y="0"/>
                </a:moveTo>
                <a:lnTo>
                  <a:pt x="1275627" y="0"/>
                </a:lnTo>
                <a:lnTo>
                  <a:pt x="1302560" y="24338"/>
                </a:lnTo>
                <a:cubicBezTo>
                  <a:pt x="2156831" y="855667"/>
                  <a:pt x="2590622" y="2191755"/>
                  <a:pt x="2522825" y="3678515"/>
                </a:cubicBezTo>
                <a:cubicBezTo>
                  <a:pt x="2459072" y="5076606"/>
                  <a:pt x="1519830" y="5692656"/>
                  <a:pt x="557500" y="6451411"/>
                </a:cubicBezTo>
                <a:cubicBezTo>
                  <a:pt x="382255" y="6589587"/>
                  <a:pt x="208689" y="6724853"/>
                  <a:pt x="32482" y="6849373"/>
                </a:cubicBezTo>
                <a:lnTo>
                  <a:pt x="19531" y="6858000"/>
                </a:lnTo>
                <a:lnTo>
                  <a:pt x="0" y="6858000"/>
                </a:lnTo>
                <a:lnTo>
                  <a:pt x="14202" y="6848540"/>
                </a:lnTo>
                <a:cubicBezTo>
                  <a:pt x="190409" y="6724020"/>
                  <a:pt x="363976" y="6588754"/>
                  <a:pt x="539221" y="6450578"/>
                </a:cubicBezTo>
                <a:cubicBezTo>
                  <a:pt x="1501550" y="5691822"/>
                  <a:pt x="2440792" y="5075773"/>
                  <a:pt x="2504546" y="3677682"/>
                </a:cubicBezTo>
                <a:cubicBezTo>
                  <a:pt x="2572343" y="2190921"/>
                  <a:pt x="2138551" y="854834"/>
                  <a:pt x="1284280" y="23504"/>
                </a:cubicBezTo>
                <a:close/>
              </a:path>
            </a:pathLst>
          </a:cu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Meiryo"/>
              <a:ea typeface="+mn-ea"/>
              <a:cs typeface="+mn-cs"/>
            </a:endParaRPr>
          </a:p>
        </p:txBody>
      </p:sp>
      <p:sp>
        <p:nvSpPr>
          <p:cNvPr id="15" name="Freeform: Shape 14">
            <a:extLst>
              <a:ext uri="{FF2B5EF4-FFF2-40B4-BE49-F238E27FC236}">
                <a16:creationId xmlns:a16="http://schemas.microsoft.com/office/drawing/2014/main" id="{55C54A75-E44A-4147-B9D0-FF46CFD3161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6754925" y="0"/>
            <a:ext cx="2536434" cy="6858000"/>
          </a:xfrm>
          <a:custGeom>
            <a:avLst/>
            <a:gdLst>
              <a:gd name="connsiteX0" fmla="*/ 879731 w 2536434"/>
              <a:gd name="connsiteY0" fmla="*/ 0 h 6858000"/>
              <a:gd name="connsiteX1" fmla="*/ 913411 w 2536434"/>
              <a:gd name="connsiteY1" fmla="*/ 0 h 6858000"/>
              <a:gd name="connsiteX2" fmla="*/ 935535 w 2536434"/>
              <a:gd name="connsiteY2" fmla="*/ 14997 h 6858000"/>
              <a:gd name="connsiteX3" fmla="*/ 2536434 w 2536434"/>
              <a:gd name="connsiteY3" fmla="*/ 3621656 h 6858000"/>
              <a:gd name="connsiteX4" fmla="*/ 662084 w 2536434"/>
              <a:gd name="connsiteY4" fmla="*/ 6374814 h 6858000"/>
              <a:gd name="connsiteX5" fmla="*/ 145436 w 2536434"/>
              <a:gd name="connsiteY5" fmla="*/ 6780599 h 6858000"/>
              <a:gd name="connsiteX6" fmla="*/ 33680 w 2536434"/>
              <a:gd name="connsiteY6" fmla="*/ 6858000 h 6858000"/>
              <a:gd name="connsiteX7" fmla="*/ 0 w 2536434"/>
              <a:gd name="connsiteY7" fmla="*/ 6858000 h 6858000"/>
              <a:gd name="connsiteX8" fmla="*/ 111756 w 2536434"/>
              <a:gd name="connsiteY8" fmla="*/ 6780599 h 6858000"/>
              <a:gd name="connsiteX9" fmla="*/ 628404 w 2536434"/>
              <a:gd name="connsiteY9" fmla="*/ 6374814 h 6858000"/>
              <a:gd name="connsiteX10" fmla="*/ 2502754 w 2536434"/>
              <a:gd name="connsiteY10" fmla="*/ 3621656 h 6858000"/>
              <a:gd name="connsiteX11" fmla="*/ 901855 w 2536434"/>
              <a:gd name="connsiteY11" fmla="*/ 14997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536434" h="6858000">
                <a:moveTo>
                  <a:pt x="879731" y="0"/>
                </a:moveTo>
                <a:lnTo>
                  <a:pt x="913411" y="0"/>
                </a:lnTo>
                <a:lnTo>
                  <a:pt x="935535" y="14997"/>
                </a:lnTo>
                <a:cubicBezTo>
                  <a:pt x="1962698" y="754641"/>
                  <a:pt x="2536434" y="2093192"/>
                  <a:pt x="2536434" y="3621656"/>
                </a:cubicBezTo>
                <a:cubicBezTo>
                  <a:pt x="2536434" y="4969131"/>
                  <a:pt x="1607709" y="5602839"/>
                  <a:pt x="662084" y="6374814"/>
                </a:cubicBezTo>
                <a:cubicBezTo>
                  <a:pt x="489881" y="6515397"/>
                  <a:pt x="319254" y="6653108"/>
                  <a:pt x="145436" y="6780599"/>
                </a:cubicBezTo>
                <a:lnTo>
                  <a:pt x="33680" y="6858000"/>
                </a:lnTo>
                <a:lnTo>
                  <a:pt x="0" y="6858000"/>
                </a:lnTo>
                <a:lnTo>
                  <a:pt x="111756" y="6780599"/>
                </a:lnTo>
                <a:cubicBezTo>
                  <a:pt x="285574" y="6653108"/>
                  <a:pt x="456201" y="6515397"/>
                  <a:pt x="628404" y="6374814"/>
                </a:cubicBezTo>
                <a:cubicBezTo>
                  <a:pt x="1574029" y="5602839"/>
                  <a:pt x="2502754" y="4969131"/>
                  <a:pt x="2502754" y="3621656"/>
                </a:cubicBezTo>
                <a:cubicBezTo>
                  <a:pt x="2502754" y="2093192"/>
                  <a:pt x="1929018" y="754641"/>
                  <a:pt x="901855" y="14997"/>
                </a:cubicBezTo>
                <a:close/>
              </a:path>
            </a:pathLst>
          </a:cu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Meiryo"/>
              <a:ea typeface="+mn-ea"/>
              <a:cs typeface="+mn-cs"/>
            </a:endParaRPr>
          </a:p>
        </p:txBody>
      </p:sp>
      <p:pic>
        <p:nvPicPr>
          <p:cNvPr id="5" name="Picture 4" descr="Bovling pistine top toplanıyor">
            <a:extLst>
              <a:ext uri="{FF2B5EF4-FFF2-40B4-BE49-F238E27FC236}">
                <a16:creationId xmlns:a16="http://schemas.microsoft.com/office/drawing/2014/main" id="{3576ED7B-E454-46F1-B0BB-09A7958E8830}"/>
              </a:ext>
            </a:extLst>
          </p:cNvPr>
          <p:cNvPicPr>
            <a:picLocks noChangeAspect="1"/>
          </p:cNvPicPr>
          <p:nvPr/>
        </p:nvPicPr>
        <p:blipFill>
          <a:blip r:embed="rId3" cstate="screen">
            <a:extLst>
              <a:ext uri="{28A0092B-C50C-407E-A947-70E740481C1C}">
                <a14:useLocalDpi xmlns:a14="http://schemas.microsoft.com/office/drawing/2010/main"/>
              </a:ext>
            </a:extLst>
          </a:blip>
          <a:srcRect/>
          <a:stretch/>
        </p:blipFill>
        <p:spPr>
          <a:xfrm>
            <a:off x="7203882" y="10"/>
            <a:ext cx="4988118" cy="6857990"/>
          </a:xfrm>
          <a:custGeom>
            <a:avLst/>
            <a:gdLst/>
            <a:ahLst/>
            <a:cxnLst/>
            <a:rect l="l" t="t" r="r" b="b"/>
            <a:pathLst>
              <a:path w="4901771" h="6858000">
                <a:moveTo>
                  <a:pt x="1623023" y="0"/>
                </a:moveTo>
                <a:lnTo>
                  <a:pt x="2716256" y="0"/>
                </a:lnTo>
                <a:lnTo>
                  <a:pt x="3496422" y="0"/>
                </a:lnTo>
                <a:lnTo>
                  <a:pt x="4544484" y="0"/>
                </a:lnTo>
                <a:lnTo>
                  <a:pt x="4710787" y="0"/>
                </a:lnTo>
                <a:lnTo>
                  <a:pt x="4901771" y="0"/>
                </a:lnTo>
                <a:lnTo>
                  <a:pt x="4901771" y="6858000"/>
                </a:lnTo>
                <a:lnTo>
                  <a:pt x="4710787" y="6858000"/>
                </a:lnTo>
                <a:lnTo>
                  <a:pt x="4544484" y="6858000"/>
                </a:lnTo>
                <a:lnTo>
                  <a:pt x="3496422" y="6858000"/>
                </a:lnTo>
                <a:lnTo>
                  <a:pt x="2716256" y="6858000"/>
                </a:lnTo>
                <a:lnTo>
                  <a:pt x="2502754" y="6858000"/>
                </a:lnTo>
                <a:lnTo>
                  <a:pt x="2390998" y="6780599"/>
                </a:lnTo>
                <a:cubicBezTo>
                  <a:pt x="2217180" y="6653108"/>
                  <a:pt x="2046553" y="6515397"/>
                  <a:pt x="1874350" y="6374814"/>
                </a:cubicBezTo>
                <a:cubicBezTo>
                  <a:pt x="928725" y="5602839"/>
                  <a:pt x="0" y="4969131"/>
                  <a:pt x="0" y="3621656"/>
                </a:cubicBezTo>
                <a:cubicBezTo>
                  <a:pt x="0" y="2093192"/>
                  <a:pt x="573736" y="754641"/>
                  <a:pt x="1600899" y="14997"/>
                </a:cubicBezTo>
                <a:close/>
              </a:path>
            </a:pathLst>
          </a:custGeom>
        </p:spPr>
      </p:pic>
    </p:spTree>
    <p:extLst>
      <p:ext uri="{BB962C8B-B14F-4D97-AF65-F5344CB8AC3E}">
        <p14:creationId xmlns:p14="http://schemas.microsoft.com/office/powerpoint/2010/main" val="404951095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 name="İçerik Yer Tutucusu 9" descr="metin, ekran görüntüsü, yazı tipi içeren bir resim&#10;&#10;Açıklama otomatik olarak oluşturuldu">
            <a:extLst>
              <a:ext uri="{FF2B5EF4-FFF2-40B4-BE49-F238E27FC236}">
                <a16:creationId xmlns:a16="http://schemas.microsoft.com/office/drawing/2014/main" id="{0A1D3444-890C-11DA-C635-EDC7F4BF201E}"/>
              </a:ext>
            </a:extLst>
          </p:cNvPr>
          <p:cNvPicPr>
            <a:picLocks noGrp="1" noChangeAspect="1"/>
          </p:cNvPicPr>
          <p:nvPr>
            <p:ph idx="1"/>
          </p:nvPr>
        </p:nvPicPr>
        <p:blipFill>
          <a:blip r:embed="rId3"/>
          <a:stretch>
            <a:fillRect/>
          </a:stretch>
        </p:blipFill>
        <p:spPr>
          <a:xfrm>
            <a:off x="1647695" y="1093487"/>
            <a:ext cx="9325105" cy="4949865"/>
          </a:xfrm>
        </p:spPr>
      </p:pic>
      <p:sp>
        <p:nvSpPr>
          <p:cNvPr id="11" name="Başlık 1">
            <a:extLst>
              <a:ext uri="{FF2B5EF4-FFF2-40B4-BE49-F238E27FC236}">
                <a16:creationId xmlns:a16="http://schemas.microsoft.com/office/drawing/2014/main" id="{B56C96B7-A276-D35C-C70D-5417D9931B87}"/>
              </a:ext>
            </a:extLst>
          </p:cNvPr>
          <p:cNvSpPr txBox="1">
            <a:spLocks/>
          </p:cNvSpPr>
          <p:nvPr/>
        </p:nvSpPr>
        <p:spPr>
          <a:xfrm>
            <a:off x="2119746" y="162462"/>
            <a:ext cx="6941126" cy="931025"/>
          </a:xfrm>
          <a:prstGeom prst="rect">
            <a:avLst/>
          </a:prstGeom>
        </p:spPr>
        <p:txBody>
          <a:bodyPr vert="horz" lIns="109728" tIns="109728" rIns="109728" bIns="91440" rtlCol="0" anchor="b">
            <a:normAutofit/>
          </a:bodyPr>
          <a:lstStyle>
            <a:lvl1pPr algn="l" defTabSz="914400" rtl="0" eaLnBrk="1" latinLnBrk="0" hangingPunct="1">
              <a:lnSpc>
                <a:spcPct val="130000"/>
              </a:lnSpc>
              <a:spcBef>
                <a:spcPct val="0"/>
              </a:spcBef>
              <a:buNone/>
              <a:defRPr sz="3200" b="1" kern="1200" spc="150" baseline="0">
                <a:solidFill>
                  <a:schemeClr val="tx1">
                    <a:lumMod val="75000"/>
                    <a:lumOff val="25000"/>
                  </a:schemeClr>
                </a:solidFill>
                <a:latin typeface="+mj-lt"/>
                <a:ea typeface="+mj-ea"/>
                <a:cs typeface="+mj-cs"/>
              </a:defRPr>
            </a:lvl1pPr>
          </a:lstStyle>
          <a:p>
            <a:pPr marL="0" marR="0" lvl="0" indent="0" algn="l" defTabSz="914400" rtl="0" eaLnBrk="1" fontAlgn="auto" latinLnBrk="0" hangingPunct="1">
              <a:lnSpc>
                <a:spcPct val="130000"/>
              </a:lnSpc>
              <a:spcBef>
                <a:spcPct val="0"/>
              </a:spcBef>
              <a:spcAft>
                <a:spcPts val="0"/>
              </a:spcAft>
              <a:buClrTx/>
              <a:buSzTx/>
              <a:buFontTx/>
              <a:buNone/>
              <a:tabLst/>
              <a:defRPr/>
            </a:pPr>
            <a:r>
              <a:rPr kumimoji="0" lang="tr-TR" sz="3200" b="1" i="0" u="none" strike="noStrike" kern="1200" cap="none" spc="150" normalizeH="0" baseline="0" noProof="0" dirty="0">
                <a:ln>
                  <a:noFill/>
                </a:ln>
                <a:solidFill>
                  <a:srgbClr val="000000">
                    <a:lumMod val="75000"/>
                    <a:lumOff val="25000"/>
                  </a:srgbClr>
                </a:solidFill>
                <a:effectLst/>
                <a:uLnTx/>
                <a:uFillTx/>
                <a:latin typeface="Meiryo"/>
                <a:ea typeface="+mj-ea"/>
                <a:cs typeface="+mj-cs"/>
              </a:rPr>
              <a:t>PLANLAMA TÜRLERİ</a:t>
            </a:r>
          </a:p>
        </p:txBody>
      </p:sp>
      <p:sp>
        <p:nvSpPr>
          <p:cNvPr id="14" name="Metin kutusu 13">
            <a:extLst>
              <a:ext uri="{FF2B5EF4-FFF2-40B4-BE49-F238E27FC236}">
                <a16:creationId xmlns:a16="http://schemas.microsoft.com/office/drawing/2014/main" id="{52C7360A-A690-ED65-1DA6-3224220B034F}"/>
              </a:ext>
            </a:extLst>
          </p:cNvPr>
          <p:cNvSpPr txBox="1"/>
          <p:nvPr/>
        </p:nvSpPr>
        <p:spPr>
          <a:xfrm>
            <a:off x="4414945" y="5287088"/>
            <a:ext cx="1895302" cy="369332"/>
          </a:xfrm>
          <a:prstGeom prst="rect">
            <a:avLst/>
          </a:prstGeom>
          <a:solidFill>
            <a:schemeClr val="bg1"/>
          </a:solid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tr-TR" sz="1800" b="0" i="0" u="none" strike="noStrike" kern="1200" cap="none" spc="0" normalizeH="0" baseline="0" noProof="0" dirty="0">
              <a:ln>
                <a:noFill/>
              </a:ln>
              <a:solidFill>
                <a:srgbClr val="000000"/>
              </a:solidFill>
              <a:effectLst/>
              <a:uLnTx/>
              <a:uFillTx/>
              <a:latin typeface="Meiryo"/>
              <a:ea typeface="+mn-ea"/>
              <a:cs typeface="+mn-cs"/>
            </a:endParaRPr>
          </a:p>
        </p:txBody>
      </p:sp>
    </p:spTree>
    <p:extLst>
      <p:ext uri="{BB962C8B-B14F-4D97-AF65-F5344CB8AC3E}">
        <p14:creationId xmlns:p14="http://schemas.microsoft.com/office/powerpoint/2010/main" val="168509302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blipFill dpi="0" rotWithShape="1">
          <a:blip r:embed="rId3" cstate="screen">
            <a:alphaModFix amt="32000"/>
            <a:lum/>
            <a:extLst>
              <a:ext uri="{BEBA8EAE-BF5A-486C-A8C5-ECC9F3942E4B}">
                <a14:imgProps xmlns:a14="http://schemas.microsoft.com/office/drawing/2010/main">
                  <a14:imgLayer r:embed="rId4">
                    <a14:imgEffect>
                      <a14:artisticCement/>
                    </a14:imgEffect>
                  </a14:imgLayer>
                </a14:imgProps>
              </a:ext>
              <a:ext uri="{28A0092B-C50C-407E-A947-70E740481C1C}">
                <a14:useLocalDpi xmlns:a14="http://schemas.microsoft.com/office/drawing/2010/main"/>
              </a:ext>
            </a:extLst>
          </a:blip>
          <a:srcRect/>
          <a:stretch>
            <a:fillRect/>
          </a:stretch>
        </a:blipFill>
        <a:effectLst/>
      </p:bgPr>
    </p:bg>
    <p:spTree>
      <p:nvGrpSpPr>
        <p:cNvPr id="1" name=""/>
        <p:cNvGrpSpPr/>
        <p:nvPr/>
      </p:nvGrpSpPr>
      <p:grpSpPr>
        <a:xfrm>
          <a:off x="0" y="0"/>
          <a:ext cx="0" cy="0"/>
          <a:chOff x="0" y="0"/>
          <a:chExt cx="0" cy="0"/>
        </a:xfrm>
      </p:grpSpPr>
      <p:sp useBgFill="1">
        <p:nvSpPr>
          <p:cNvPr id="21" name="Rectangle 7">
            <a:extLst>
              <a:ext uri="{FF2B5EF4-FFF2-40B4-BE49-F238E27FC236}">
                <a16:creationId xmlns:a16="http://schemas.microsoft.com/office/drawing/2014/main" id="{22F24225-0E3A-40A5-A927-CEFC144381A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53" y="0"/>
            <a:ext cx="12191695"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Meiryo"/>
              <a:ea typeface="+mn-ea"/>
              <a:cs typeface="+mn-cs"/>
            </a:endParaRPr>
          </a:p>
        </p:txBody>
      </p:sp>
      <p:sp>
        <p:nvSpPr>
          <p:cNvPr id="23" name="Freeform: Shape 9">
            <a:extLst>
              <a:ext uri="{FF2B5EF4-FFF2-40B4-BE49-F238E27FC236}">
                <a16:creationId xmlns:a16="http://schemas.microsoft.com/office/drawing/2014/main" id="{5B02B8FB-EF36-4677-B5B5-E9B989F25EB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4583796" cy="6858000"/>
          </a:xfrm>
          <a:custGeom>
            <a:avLst/>
            <a:gdLst>
              <a:gd name="connsiteX0" fmla="*/ 0 w 4583796"/>
              <a:gd name="connsiteY0" fmla="*/ 0 h 6858000"/>
              <a:gd name="connsiteX1" fmla="*/ 1087374 w 4583796"/>
              <a:gd name="connsiteY1" fmla="*/ 0 h 6858000"/>
              <a:gd name="connsiteX2" fmla="*/ 1598212 w 4583796"/>
              <a:gd name="connsiteY2" fmla="*/ 0 h 6858000"/>
              <a:gd name="connsiteX3" fmla="*/ 2960773 w 4583796"/>
              <a:gd name="connsiteY3" fmla="*/ 0 h 6858000"/>
              <a:gd name="connsiteX4" fmla="*/ 2982897 w 4583796"/>
              <a:gd name="connsiteY4" fmla="*/ 14997 h 6858000"/>
              <a:gd name="connsiteX5" fmla="*/ 4583796 w 4583796"/>
              <a:gd name="connsiteY5" fmla="*/ 3621656 h 6858000"/>
              <a:gd name="connsiteX6" fmla="*/ 2709446 w 4583796"/>
              <a:gd name="connsiteY6" fmla="*/ 6374814 h 6858000"/>
              <a:gd name="connsiteX7" fmla="*/ 2192798 w 4583796"/>
              <a:gd name="connsiteY7" fmla="*/ 6780599 h 6858000"/>
              <a:gd name="connsiteX8" fmla="*/ 2081042 w 4583796"/>
              <a:gd name="connsiteY8" fmla="*/ 6858000 h 6858000"/>
              <a:gd name="connsiteX9" fmla="*/ 1598212 w 4583796"/>
              <a:gd name="connsiteY9" fmla="*/ 6858000 h 6858000"/>
              <a:gd name="connsiteX10" fmla="*/ 1087374 w 4583796"/>
              <a:gd name="connsiteY10" fmla="*/ 6858000 h 6858000"/>
              <a:gd name="connsiteX11" fmla="*/ 0 w 4583796"/>
              <a:gd name="connsiteY11"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583796" h="6858000">
                <a:moveTo>
                  <a:pt x="0" y="0"/>
                </a:moveTo>
                <a:lnTo>
                  <a:pt x="1087374" y="0"/>
                </a:lnTo>
                <a:lnTo>
                  <a:pt x="1598212" y="0"/>
                </a:lnTo>
                <a:lnTo>
                  <a:pt x="2960773" y="0"/>
                </a:lnTo>
                <a:lnTo>
                  <a:pt x="2982897" y="14997"/>
                </a:lnTo>
                <a:cubicBezTo>
                  <a:pt x="4010060" y="754641"/>
                  <a:pt x="4583796" y="2093192"/>
                  <a:pt x="4583796" y="3621656"/>
                </a:cubicBezTo>
                <a:cubicBezTo>
                  <a:pt x="4583796" y="4969131"/>
                  <a:pt x="3655071" y="5602839"/>
                  <a:pt x="2709446" y="6374814"/>
                </a:cubicBezTo>
                <a:cubicBezTo>
                  <a:pt x="2537243" y="6515397"/>
                  <a:pt x="2366616" y="6653108"/>
                  <a:pt x="2192798" y="6780599"/>
                </a:cubicBezTo>
                <a:lnTo>
                  <a:pt x="2081042" y="6858000"/>
                </a:lnTo>
                <a:lnTo>
                  <a:pt x="1598212" y="6858000"/>
                </a:lnTo>
                <a:lnTo>
                  <a:pt x="1087374" y="6858000"/>
                </a:lnTo>
                <a:lnTo>
                  <a:pt x="0" y="6858000"/>
                </a:lnTo>
                <a:close/>
              </a:path>
            </a:pathLst>
          </a:custGeom>
          <a:solidFill>
            <a:srgbClr val="FFFFFF">
              <a:alpha val="6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FFFFFF"/>
              </a:solidFill>
              <a:effectLst/>
              <a:uLnTx/>
              <a:uFillTx/>
              <a:latin typeface="Meiryo"/>
              <a:ea typeface="+mn-ea"/>
              <a:cs typeface="+mn-cs"/>
            </a:endParaRPr>
          </a:p>
        </p:txBody>
      </p:sp>
      <p:sp>
        <p:nvSpPr>
          <p:cNvPr id="12" name="Freeform: Shape 11">
            <a:extLst>
              <a:ext uri="{FF2B5EF4-FFF2-40B4-BE49-F238E27FC236}">
                <a16:creationId xmlns:a16="http://schemas.microsoft.com/office/drawing/2014/main" id="{BE30D5C6-EC5C-4D78-8689-1B6822BFF71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500120" y="0"/>
            <a:ext cx="2529723" cy="6858000"/>
          </a:xfrm>
          <a:custGeom>
            <a:avLst/>
            <a:gdLst>
              <a:gd name="connsiteX0" fmla="*/ 1258269 w 2529723"/>
              <a:gd name="connsiteY0" fmla="*/ 0 h 6858000"/>
              <a:gd name="connsiteX1" fmla="*/ 1275627 w 2529723"/>
              <a:gd name="connsiteY1" fmla="*/ 0 h 6858000"/>
              <a:gd name="connsiteX2" fmla="*/ 1302560 w 2529723"/>
              <a:gd name="connsiteY2" fmla="*/ 24338 h 6858000"/>
              <a:gd name="connsiteX3" fmla="*/ 2522825 w 2529723"/>
              <a:gd name="connsiteY3" fmla="*/ 3678515 h 6858000"/>
              <a:gd name="connsiteX4" fmla="*/ 557500 w 2529723"/>
              <a:gd name="connsiteY4" fmla="*/ 6451411 h 6858000"/>
              <a:gd name="connsiteX5" fmla="*/ 32482 w 2529723"/>
              <a:gd name="connsiteY5" fmla="*/ 6849373 h 6858000"/>
              <a:gd name="connsiteX6" fmla="*/ 19531 w 2529723"/>
              <a:gd name="connsiteY6" fmla="*/ 6858000 h 6858000"/>
              <a:gd name="connsiteX7" fmla="*/ 0 w 2529723"/>
              <a:gd name="connsiteY7" fmla="*/ 6858000 h 6858000"/>
              <a:gd name="connsiteX8" fmla="*/ 14202 w 2529723"/>
              <a:gd name="connsiteY8" fmla="*/ 6848540 h 6858000"/>
              <a:gd name="connsiteX9" fmla="*/ 539221 w 2529723"/>
              <a:gd name="connsiteY9" fmla="*/ 6450578 h 6858000"/>
              <a:gd name="connsiteX10" fmla="*/ 2504546 w 2529723"/>
              <a:gd name="connsiteY10" fmla="*/ 3677682 h 6858000"/>
              <a:gd name="connsiteX11" fmla="*/ 1284280 w 2529723"/>
              <a:gd name="connsiteY11" fmla="*/ 23504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529723" h="6858000">
                <a:moveTo>
                  <a:pt x="1258269" y="0"/>
                </a:moveTo>
                <a:lnTo>
                  <a:pt x="1275627" y="0"/>
                </a:lnTo>
                <a:lnTo>
                  <a:pt x="1302560" y="24338"/>
                </a:lnTo>
                <a:cubicBezTo>
                  <a:pt x="2156831" y="855667"/>
                  <a:pt x="2590622" y="2191755"/>
                  <a:pt x="2522825" y="3678515"/>
                </a:cubicBezTo>
                <a:cubicBezTo>
                  <a:pt x="2459072" y="5076606"/>
                  <a:pt x="1519830" y="5692656"/>
                  <a:pt x="557500" y="6451411"/>
                </a:cubicBezTo>
                <a:cubicBezTo>
                  <a:pt x="382255" y="6589587"/>
                  <a:pt x="208689" y="6724853"/>
                  <a:pt x="32482" y="6849373"/>
                </a:cubicBezTo>
                <a:lnTo>
                  <a:pt x="19531" y="6858000"/>
                </a:lnTo>
                <a:lnTo>
                  <a:pt x="0" y="6858000"/>
                </a:lnTo>
                <a:lnTo>
                  <a:pt x="14202" y="6848540"/>
                </a:lnTo>
                <a:cubicBezTo>
                  <a:pt x="190409" y="6724020"/>
                  <a:pt x="363976" y="6588754"/>
                  <a:pt x="539221" y="6450578"/>
                </a:cubicBezTo>
                <a:cubicBezTo>
                  <a:pt x="1501550" y="5691822"/>
                  <a:pt x="2440792" y="5075773"/>
                  <a:pt x="2504546" y="3677682"/>
                </a:cubicBezTo>
                <a:cubicBezTo>
                  <a:pt x="2572343" y="2190921"/>
                  <a:pt x="2138551" y="854834"/>
                  <a:pt x="1284280" y="23504"/>
                </a:cubicBezTo>
                <a:close/>
              </a:path>
            </a:pathLst>
          </a:cu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Meiryo"/>
              <a:ea typeface="+mn-ea"/>
              <a:cs typeface="+mn-cs"/>
            </a:endParaRPr>
          </a:p>
        </p:txBody>
      </p:sp>
      <p:sp>
        <p:nvSpPr>
          <p:cNvPr id="14" name="Freeform: Shape 13">
            <a:extLst>
              <a:ext uri="{FF2B5EF4-FFF2-40B4-BE49-F238E27FC236}">
                <a16:creationId xmlns:a16="http://schemas.microsoft.com/office/drawing/2014/main" id="{12A73499-12A4-4080-B0DE-351867697F8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280113" y="0"/>
            <a:ext cx="2536434" cy="6858000"/>
          </a:xfrm>
          <a:custGeom>
            <a:avLst/>
            <a:gdLst>
              <a:gd name="connsiteX0" fmla="*/ 879731 w 2536434"/>
              <a:gd name="connsiteY0" fmla="*/ 0 h 6858000"/>
              <a:gd name="connsiteX1" fmla="*/ 913411 w 2536434"/>
              <a:gd name="connsiteY1" fmla="*/ 0 h 6858000"/>
              <a:gd name="connsiteX2" fmla="*/ 935535 w 2536434"/>
              <a:gd name="connsiteY2" fmla="*/ 14997 h 6858000"/>
              <a:gd name="connsiteX3" fmla="*/ 2536434 w 2536434"/>
              <a:gd name="connsiteY3" fmla="*/ 3621656 h 6858000"/>
              <a:gd name="connsiteX4" fmla="*/ 662084 w 2536434"/>
              <a:gd name="connsiteY4" fmla="*/ 6374814 h 6858000"/>
              <a:gd name="connsiteX5" fmla="*/ 145436 w 2536434"/>
              <a:gd name="connsiteY5" fmla="*/ 6780599 h 6858000"/>
              <a:gd name="connsiteX6" fmla="*/ 33680 w 2536434"/>
              <a:gd name="connsiteY6" fmla="*/ 6858000 h 6858000"/>
              <a:gd name="connsiteX7" fmla="*/ 0 w 2536434"/>
              <a:gd name="connsiteY7" fmla="*/ 6858000 h 6858000"/>
              <a:gd name="connsiteX8" fmla="*/ 111756 w 2536434"/>
              <a:gd name="connsiteY8" fmla="*/ 6780599 h 6858000"/>
              <a:gd name="connsiteX9" fmla="*/ 628404 w 2536434"/>
              <a:gd name="connsiteY9" fmla="*/ 6374814 h 6858000"/>
              <a:gd name="connsiteX10" fmla="*/ 2502754 w 2536434"/>
              <a:gd name="connsiteY10" fmla="*/ 3621656 h 6858000"/>
              <a:gd name="connsiteX11" fmla="*/ 901855 w 2536434"/>
              <a:gd name="connsiteY11" fmla="*/ 14997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536434" h="6858000">
                <a:moveTo>
                  <a:pt x="879731" y="0"/>
                </a:moveTo>
                <a:lnTo>
                  <a:pt x="913411" y="0"/>
                </a:lnTo>
                <a:lnTo>
                  <a:pt x="935535" y="14997"/>
                </a:lnTo>
                <a:cubicBezTo>
                  <a:pt x="1962698" y="754641"/>
                  <a:pt x="2536434" y="2093192"/>
                  <a:pt x="2536434" y="3621656"/>
                </a:cubicBezTo>
                <a:cubicBezTo>
                  <a:pt x="2536434" y="4969131"/>
                  <a:pt x="1607709" y="5602839"/>
                  <a:pt x="662084" y="6374814"/>
                </a:cubicBezTo>
                <a:cubicBezTo>
                  <a:pt x="489881" y="6515397"/>
                  <a:pt x="319254" y="6653108"/>
                  <a:pt x="145436" y="6780599"/>
                </a:cubicBezTo>
                <a:lnTo>
                  <a:pt x="33680" y="6858000"/>
                </a:lnTo>
                <a:lnTo>
                  <a:pt x="0" y="6858000"/>
                </a:lnTo>
                <a:lnTo>
                  <a:pt x="111756" y="6780599"/>
                </a:lnTo>
                <a:cubicBezTo>
                  <a:pt x="285574" y="6653108"/>
                  <a:pt x="456201" y="6515397"/>
                  <a:pt x="628404" y="6374814"/>
                </a:cubicBezTo>
                <a:cubicBezTo>
                  <a:pt x="1574029" y="5602839"/>
                  <a:pt x="2502754" y="4969131"/>
                  <a:pt x="2502754" y="3621656"/>
                </a:cubicBezTo>
                <a:cubicBezTo>
                  <a:pt x="2502754" y="2093192"/>
                  <a:pt x="1929018" y="754641"/>
                  <a:pt x="901855" y="14997"/>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Meiryo"/>
              <a:ea typeface="+mn-ea"/>
              <a:cs typeface="+mn-cs"/>
            </a:endParaRPr>
          </a:p>
        </p:txBody>
      </p:sp>
      <p:sp>
        <p:nvSpPr>
          <p:cNvPr id="24" name="Freeform: Shape 15">
            <a:extLst>
              <a:ext uri="{FF2B5EF4-FFF2-40B4-BE49-F238E27FC236}">
                <a16:creationId xmlns:a16="http://schemas.microsoft.com/office/drawing/2014/main" id="{60A52FE6-BB17-4BE4-BFA1-8896FD7CFAB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048872" y="0"/>
            <a:ext cx="2261351" cy="6858000"/>
          </a:xfrm>
          <a:custGeom>
            <a:avLst/>
            <a:gdLst>
              <a:gd name="connsiteX0" fmla="*/ 879731 w 2521425"/>
              <a:gd name="connsiteY0" fmla="*/ 0 h 6858000"/>
              <a:gd name="connsiteX1" fmla="*/ 898402 w 2521425"/>
              <a:gd name="connsiteY1" fmla="*/ 0 h 6858000"/>
              <a:gd name="connsiteX2" fmla="*/ 920526 w 2521425"/>
              <a:gd name="connsiteY2" fmla="*/ 14997 h 6858000"/>
              <a:gd name="connsiteX3" fmla="*/ 2521425 w 2521425"/>
              <a:gd name="connsiteY3" fmla="*/ 3621656 h 6858000"/>
              <a:gd name="connsiteX4" fmla="*/ 647075 w 2521425"/>
              <a:gd name="connsiteY4" fmla="*/ 6374814 h 6858000"/>
              <a:gd name="connsiteX5" fmla="*/ 130427 w 2521425"/>
              <a:gd name="connsiteY5" fmla="*/ 6780599 h 6858000"/>
              <a:gd name="connsiteX6" fmla="*/ 18671 w 2521425"/>
              <a:gd name="connsiteY6" fmla="*/ 6858000 h 6858000"/>
              <a:gd name="connsiteX7" fmla="*/ 0 w 2521425"/>
              <a:gd name="connsiteY7" fmla="*/ 6858000 h 6858000"/>
              <a:gd name="connsiteX8" fmla="*/ 111756 w 2521425"/>
              <a:gd name="connsiteY8" fmla="*/ 6780599 h 6858000"/>
              <a:gd name="connsiteX9" fmla="*/ 628404 w 2521425"/>
              <a:gd name="connsiteY9" fmla="*/ 6374814 h 6858000"/>
              <a:gd name="connsiteX10" fmla="*/ 2502754 w 2521425"/>
              <a:gd name="connsiteY10" fmla="*/ 3621656 h 6858000"/>
              <a:gd name="connsiteX11" fmla="*/ 901855 w 2521425"/>
              <a:gd name="connsiteY11" fmla="*/ 14997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521425" h="6858000">
                <a:moveTo>
                  <a:pt x="879731" y="0"/>
                </a:moveTo>
                <a:lnTo>
                  <a:pt x="898402" y="0"/>
                </a:lnTo>
                <a:lnTo>
                  <a:pt x="920526" y="14997"/>
                </a:lnTo>
                <a:cubicBezTo>
                  <a:pt x="1947689" y="754641"/>
                  <a:pt x="2521425" y="2093192"/>
                  <a:pt x="2521425" y="3621656"/>
                </a:cubicBezTo>
                <a:cubicBezTo>
                  <a:pt x="2521425" y="4969131"/>
                  <a:pt x="1592700" y="5602839"/>
                  <a:pt x="647075" y="6374814"/>
                </a:cubicBezTo>
                <a:cubicBezTo>
                  <a:pt x="474872" y="6515397"/>
                  <a:pt x="304245" y="6653108"/>
                  <a:pt x="130427" y="6780599"/>
                </a:cubicBezTo>
                <a:lnTo>
                  <a:pt x="18671" y="6858000"/>
                </a:lnTo>
                <a:lnTo>
                  <a:pt x="0" y="6858000"/>
                </a:lnTo>
                <a:lnTo>
                  <a:pt x="111756" y="6780599"/>
                </a:lnTo>
                <a:cubicBezTo>
                  <a:pt x="285574" y="6653108"/>
                  <a:pt x="456201" y="6515397"/>
                  <a:pt x="628404" y="6374814"/>
                </a:cubicBezTo>
                <a:cubicBezTo>
                  <a:pt x="1574029" y="5602839"/>
                  <a:pt x="2502754" y="4969131"/>
                  <a:pt x="2502754" y="3621656"/>
                </a:cubicBezTo>
                <a:cubicBezTo>
                  <a:pt x="2502754" y="2093192"/>
                  <a:pt x="1929018" y="754641"/>
                  <a:pt x="901855" y="14997"/>
                </a:cubicBezTo>
                <a:close/>
              </a:path>
            </a:pathLst>
          </a:custGeom>
          <a:solidFill>
            <a:schemeClr val="bg2">
              <a:lumMod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Meiryo"/>
              <a:ea typeface="+mn-ea"/>
              <a:cs typeface="+mn-cs"/>
            </a:endParaRPr>
          </a:p>
        </p:txBody>
      </p:sp>
      <p:sp>
        <p:nvSpPr>
          <p:cNvPr id="25" name="Freeform: Shape 17">
            <a:extLst>
              <a:ext uri="{FF2B5EF4-FFF2-40B4-BE49-F238E27FC236}">
                <a16:creationId xmlns:a16="http://schemas.microsoft.com/office/drawing/2014/main" id="{A7BBF837-70DD-4FFD-A87C-FAD1F5D8AB4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500120" y="0"/>
            <a:ext cx="2529723" cy="6858000"/>
          </a:xfrm>
          <a:custGeom>
            <a:avLst/>
            <a:gdLst>
              <a:gd name="connsiteX0" fmla="*/ 1258269 w 2529723"/>
              <a:gd name="connsiteY0" fmla="*/ 0 h 6858000"/>
              <a:gd name="connsiteX1" fmla="*/ 1275627 w 2529723"/>
              <a:gd name="connsiteY1" fmla="*/ 0 h 6858000"/>
              <a:gd name="connsiteX2" fmla="*/ 1302560 w 2529723"/>
              <a:gd name="connsiteY2" fmla="*/ 24338 h 6858000"/>
              <a:gd name="connsiteX3" fmla="*/ 2522825 w 2529723"/>
              <a:gd name="connsiteY3" fmla="*/ 3678515 h 6858000"/>
              <a:gd name="connsiteX4" fmla="*/ 557500 w 2529723"/>
              <a:gd name="connsiteY4" fmla="*/ 6451411 h 6858000"/>
              <a:gd name="connsiteX5" fmla="*/ 32482 w 2529723"/>
              <a:gd name="connsiteY5" fmla="*/ 6849373 h 6858000"/>
              <a:gd name="connsiteX6" fmla="*/ 19531 w 2529723"/>
              <a:gd name="connsiteY6" fmla="*/ 6858000 h 6858000"/>
              <a:gd name="connsiteX7" fmla="*/ 0 w 2529723"/>
              <a:gd name="connsiteY7" fmla="*/ 6858000 h 6858000"/>
              <a:gd name="connsiteX8" fmla="*/ 14202 w 2529723"/>
              <a:gd name="connsiteY8" fmla="*/ 6848540 h 6858000"/>
              <a:gd name="connsiteX9" fmla="*/ 539221 w 2529723"/>
              <a:gd name="connsiteY9" fmla="*/ 6450578 h 6858000"/>
              <a:gd name="connsiteX10" fmla="*/ 2504546 w 2529723"/>
              <a:gd name="connsiteY10" fmla="*/ 3677682 h 6858000"/>
              <a:gd name="connsiteX11" fmla="*/ 1284280 w 2529723"/>
              <a:gd name="connsiteY11" fmla="*/ 23504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529723" h="6858000">
                <a:moveTo>
                  <a:pt x="1258269" y="0"/>
                </a:moveTo>
                <a:lnTo>
                  <a:pt x="1275627" y="0"/>
                </a:lnTo>
                <a:lnTo>
                  <a:pt x="1302560" y="24338"/>
                </a:lnTo>
                <a:cubicBezTo>
                  <a:pt x="2156831" y="855667"/>
                  <a:pt x="2590622" y="2191755"/>
                  <a:pt x="2522825" y="3678515"/>
                </a:cubicBezTo>
                <a:cubicBezTo>
                  <a:pt x="2459072" y="5076606"/>
                  <a:pt x="1519830" y="5692656"/>
                  <a:pt x="557500" y="6451411"/>
                </a:cubicBezTo>
                <a:cubicBezTo>
                  <a:pt x="382255" y="6589587"/>
                  <a:pt x="208689" y="6724853"/>
                  <a:pt x="32482" y="6849373"/>
                </a:cubicBezTo>
                <a:lnTo>
                  <a:pt x="19531" y="6858000"/>
                </a:lnTo>
                <a:lnTo>
                  <a:pt x="0" y="6858000"/>
                </a:lnTo>
                <a:lnTo>
                  <a:pt x="14202" y="6848540"/>
                </a:lnTo>
                <a:cubicBezTo>
                  <a:pt x="190409" y="6724020"/>
                  <a:pt x="363976" y="6588754"/>
                  <a:pt x="539221" y="6450578"/>
                </a:cubicBezTo>
                <a:cubicBezTo>
                  <a:pt x="1501550" y="5691822"/>
                  <a:pt x="2440792" y="5075773"/>
                  <a:pt x="2504546" y="3677682"/>
                </a:cubicBezTo>
                <a:cubicBezTo>
                  <a:pt x="2572343" y="2190921"/>
                  <a:pt x="2138551" y="854834"/>
                  <a:pt x="1284280" y="23504"/>
                </a:cubicBezTo>
                <a:close/>
              </a:path>
            </a:pathLst>
          </a:cu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Meiryo"/>
              <a:ea typeface="+mn-ea"/>
              <a:cs typeface="+mn-cs"/>
            </a:endParaRPr>
          </a:p>
        </p:txBody>
      </p:sp>
      <p:sp>
        <p:nvSpPr>
          <p:cNvPr id="20" name="Freeform: Shape 19">
            <a:extLst>
              <a:ext uri="{FF2B5EF4-FFF2-40B4-BE49-F238E27FC236}">
                <a16:creationId xmlns:a16="http://schemas.microsoft.com/office/drawing/2014/main" id="{CE5EB792-CB0B-44C0-9561-24A263D874D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280113" y="0"/>
            <a:ext cx="2536434" cy="6858000"/>
          </a:xfrm>
          <a:custGeom>
            <a:avLst/>
            <a:gdLst>
              <a:gd name="connsiteX0" fmla="*/ 879731 w 2536434"/>
              <a:gd name="connsiteY0" fmla="*/ 0 h 6858000"/>
              <a:gd name="connsiteX1" fmla="*/ 913411 w 2536434"/>
              <a:gd name="connsiteY1" fmla="*/ 0 h 6858000"/>
              <a:gd name="connsiteX2" fmla="*/ 935535 w 2536434"/>
              <a:gd name="connsiteY2" fmla="*/ 14997 h 6858000"/>
              <a:gd name="connsiteX3" fmla="*/ 2536434 w 2536434"/>
              <a:gd name="connsiteY3" fmla="*/ 3621656 h 6858000"/>
              <a:gd name="connsiteX4" fmla="*/ 662084 w 2536434"/>
              <a:gd name="connsiteY4" fmla="*/ 6374814 h 6858000"/>
              <a:gd name="connsiteX5" fmla="*/ 145436 w 2536434"/>
              <a:gd name="connsiteY5" fmla="*/ 6780599 h 6858000"/>
              <a:gd name="connsiteX6" fmla="*/ 33680 w 2536434"/>
              <a:gd name="connsiteY6" fmla="*/ 6858000 h 6858000"/>
              <a:gd name="connsiteX7" fmla="*/ 0 w 2536434"/>
              <a:gd name="connsiteY7" fmla="*/ 6858000 h 6858000"/>
              <a:gd name="connsiteX8" fmla="*/ 111756 w 2536434"/>
              <a:gd name="connsiteY8" fmla="*/ 6780599 h 6858000"/>
              <a:gd name="connsiteX9" fmla="*/ 628404 w 2536434"/>
              <a:gd name="connsiteY9" fmla="*/ 6374814 h 6858000"/>
              <a:gd name="connsiteX10" fmla="*/ 2502754 w 2536434"/>
              <a:gd name="connsiteY10" fmla="*/ 3621656 h 6858000"/>
              <a:gd name="connsiteX11" fmla="*/ 901855 w 2536434"/>
              <a:gd name="connsiteY11" fmla="*/ 14997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536434" h="6858000">
                <a:moveTo>
                  <a:pt x="879731" y="0"/>
                </a:moveTo>
                <a:lnTo>
                  <a:pt x="913411" y="0"/>
                </a:lnTo>
                <a:lnTo>
                  <a:pt x="935535" y="14997"/>
                </a:lnTo>
                <a:cubicBezTo>
                  <a:pt x="1962698" y="754641"/>
                  <a:pt x="2536434" y="2093192"/>
                  <a:pt x="2536434" y="3621656"/>
                </a:cubicBezTo>
                <a:cubicBezTo>
                  <a:pt x="2536434" y="4969131"/>
                  <a:pt x="1607709" y="5602839"/>
                  <a:pt x="662084" y="6374814"/>
                </a:cubicBezTo>
                <a:cubicBezTo>
                  <a:pt x="489881" y="6515397"/>
                  <a:pt x="319254" y="6653108"/>
                  <a:pt x="145436" y="6780599"/>
                </a:cubicBezTo>
                <a:lnTo>
                  <a:pt x="33680" y="6858000"/>
                </a:lnTo>
                <a:lnTo>
                  <a:pt x="0" y="6858000"/>
                </a:lnTo>
                <a:lnTo>
                  <a:pt x="111756" y="6780599"/>
                </a:lnTo>
                <a:cubicBezTo>
                  <a:pt x="285574" y="6653108"/>
                  <a:pt x="456201" y="6515397"/>
                  <a:pt x="628404" y="6374814"/>
                </a:cubicBezTo>
                <a:cubicBezTo>
                  <a:pt x="1574029" y="5602839"/>
                  <a:pt x="2502754" y="4969131"/>
                  <a:pt x="2502754" y="3621656"/>
                </a:cubicBezTo>
                <a:cubicBezTo>
                  <a:pt x="2502754" y="2093192"/>
                  <a:pt x="1929018" y="754641"/>
                  <a:pt x="901855" y="14997"/>
                </a:cubicBezTo>
                <a:close/>
              </a:path>
            </a:pathLst>
          </a:cu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Meiryo"/>
              <a:ea typeface="+mn-ea"/>
              <a:cs typeface="+mn-cs"/>
            </a:endParaRPr>
          </a:p>
        </p:txBody>
      </p:sp>
      <p:sp>
        <p:nvSpPr>
          <p:cNvPr id="22" name="Freeform: Shape 21">
            <a:extLst>
              <a:ext uri="{FF2B5EF4-FFF2-40B4-BE49-F238E27FC236}">
                <a16:creationId xmlns:a16="http://schemas.microsoft.com/office/drawing/2014/main" id="{C0FB4A96-0FD5-4642-8CE2-57623A3A42D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048872" y="0"/>
            <a:ext cx="2261351" cy="6858000"/>
          </a:xfrm>
          <a:custGeom>
            <a:avLst/>
            <a:gdLst>
              <a:gd name="connsiteX0" fmla="*/ 879731 w 2521425"/>
              <a:gd name="connsiteY0" fmla="*/ 0 h 6858000"/>
              <a:gd name="connsiteX1" fmla="*/ 898402 w 2521425"/>
              <a:gd name="connsiteY1" fmla="*/ 0 h 6858000"/>
              <a:gd name="connsiteX2" fmla="*/ 920526 w 2521425"/>
              <a:gd name="connsiteY2" fmla="*/ 14997 h 6858000"/>
              <a:gd name="connsiteX3" fmla="*/ 2521425 w 2521425"/>
              <a:gd name="connsiteY3" fmla="*/ 3621656 h 6858000"/>
              <a:gd name="connsiteX4" fmla="*/ 647075 w 2521425"/>
              <a:gd name="connsiteY4" fmla="*/ 6374814 h 6858000"/>
              <a:gd name="connsiteX5" fmla="*/ 130427 w 2521425"/>
              <a:gd name="connsiteY5" fmla="*/ 6780599 h 6858000"/>
              <a:gd name="connsiteX6" fmla="*/ 18671 w 2521425"/>
              <a:gd name="connsiteY6" fmla="*/ 6858000 h 6858000"/>
              <a:gd name="connsiteX7" fmla="*/ 0 w 2521425"/>
              <a:gd name="connsiteY7" fmla="*/ 6858000 h 6858000"/>
              <a:gd name="connsiteX8" fmla="*/ 111756 w 2521425"/>
              <a:gd name="connsiteY8" fmla="*/ 6780599 h 6858000"/>
              <a:gd name="connsiteX9" fmla="*/ 628404 w 2521425"/>
              <a:gd name="connsiteY9" fmla="*/ 6374814 h 6858000"/>
              <a:gd name="connsiteX10" fmla="*/ 2502754 w 2521425"/>
              <a:gd name="connsiteY10" fmla="*/ 3621656 h 6858000"/>
              <a:gd name="connsiteX11" fmla="*/ 901855 w 2521425"/>
              <a:gd name="connsiteY11" fmla="*/ 14997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521425" h="6858000">
                <a:moveTo>
                  <a:pt x="879731" y="0"/>
                </a:moveTo>
                <a:lnTo>
                  <a:pt x="898402" y="0"/>
                </a:lnTo>
                <a:lnTo>
                  <a:pt x="920526" y="14997"/>
                </a:lnTo>
                <a:cubicBezTo>
                  <a:pt x="1947689" y="754641"/>
                  <a:pt x="2521425" y="2093192"/>
                  <a:pt x="2521425" y="3621656"/>
                </a:cubicBezTo>
                <a:cubicBezTo>
                  <a:pt x="2521425" y="4969131"/>
                  <a:pt x="1592700" y="5602839"/>
                  <a:pt x="647075" y="6374814"/>
                </a:cubicBezTo>
                <a:cubicBezTo>
                  <a:pt x="474872" y="6515397"/>
                  <a:pt x="304245" y="6653108"/>
                  <a:pt x="130427" y="6780599"/>
                </a:cubicBezTo>
                <a:lnTo>
                  <a:pt x="18671" y="6858000"/>
                </a:lnTo>
                <a:lnTo>
                  <a:pt x="0" y="6858000"/>
                </a:lnTo>
                <a:lnTo>
                  <a:pt x="111756" y="6780599"/>
                </a:lnTo>
                <a:cubicBezTo>
                  <a:pt x="285574" y="6653108"/>
                  <a:pt x="456201" y="6515397"/>
                  <a:pt x="628404" y="6374814"/>
                </a:cubicBezTo>
                <a:cubicBezTo>
                  <a:pt x="1574029" y="5602839"/>
                  <a:pt x="2502754" y="4969131"/>
                  <a:pt x="2502754" y="3621656"/>
                </a:cubicBezTo>
                <a:cubicBezTo>
                  <a:pt x="2502754" y="2093192"/>
                  <a:pt x="1929018" y="754641"/>
                  <a:pt x="901855" y="14997"/>
                </a:cubicBezTo>
                <a:close/>
              </a:path>
            </a:pathLst>
          </a:custGeom>
          <a:solidFill>
            <a:schemeClr val="bg2">
              <a:lumMod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Meiryo"/>
              <a:ea typeface="+mn-ea"/>
              <a:cs typeface="+mn-cs"/>
            </a:endParaRPr>
          </a:p>
        </p:txBody>
      </p:sp>
      <p:sp>
        <p:nvSpPr>
          <p:cNvPr id="2" name="Başlık 1">
            <a:extLst>
              <a:ext uri="{FF2B5EF4-FFF2-40B4-BE49-F238E27FC236}">
                <a16:creationId xmlns:a16="http://schemas.microsoft.com/office/drawing/2014/main" id="{6367FB1F-CFE7-354B-8C36-16592E996A2B}"/>
              </a:ext>
            </a:extLst>
          </p:cNvPr>
          <p:cNvSpPr>
            <a:spLocks noGrp="1"/>
          </p:cNvSpPr>
          <p:nvPr>
            <p:ph type="title"/>
          </p:nvPr>
        </p:nvSpPr>
        <p:spPr>
          <a:xfrm>
            <a:off x="159488" y="1961984"/>
            <a:ext cx="4297902" cy="2934031"/>
          </a:xfrm>
        </p:spPr>
        <p:txBody>
          <a:bodyPr anchor="ctr">
            <a:normAutofit/>
          </a:bodyPr>
          <a:lstStyle/>
          <a:p>
            <a:r>
              <a:rPr lang="tr-TR" sz="2800" dirty="0"/>
              <a:t>2.ÖRGÜTLEME (ORGANİZASYON)</a:t>
            </a:r>
          </a:p>
        </p:txBody>
      </p:sp>
      <p:sp>
        <p:nvSpPr>
          <p:cNvPr id="26" name="İçerik Yer Tutucusu 2">
            <a:extLst>
              <a:ext uri="{FF2B5EF4-FFF2-40B4-BE49-F238E27FC236}">
                <a16:creationId xmlns:a16="http://schemas.microsoft.com/office/drawing/2014/main" id="{446071D8-08D0-E948-B2A8-B634494B2B98}"/>
              </a:ext>
            </a:extLst>
          </p:cNvPr>
          <p:cNvSpPr>
            <a:spLocks noGrp="1"/>
          </p:cNvSpPr>
          <p:nvPr>
            <p:ph idx="1"/>
          </p:nvPr>
        </p:nvSpPr>
        <p:spPr>
          <a:xfrm>
            <a:off x="5047788" y="400051"/>
            <a:ext cx="6553662" cy="5886449"/>
          </a:xfrm>
          <a:blipFill dpi="0" rotWithShape="1">
            <a:blip r:embed="rId5">
              <a:alphaModFix amt="73931"/>
            </a:blip>
            <a:srcRect/>
            <a:tile tx="0" ty="0" sx="100000" sy="100000" flip="none" algn="tl"/>
          </a:blipFill>
        </p:spPr>
        <p:txBody>
          <a:bodyPr anchor="ctr">
            <a:normAutofit/>
          </a:bodyPr>
          <a:lstStyle/>
          <a:p>
            <a:pPr>
              <a:lnSpc>
                <a:spcPct val="130000"/>
              </a:lnSpc>
            </a:pPr>
            <a:r>
              <a:rPr lang="tr-TR" sz="1600" b="1" dirty="0">
                <a:solidFill>
                  <a:schemeClr val="tx1"/>
                </a:solidFill>
              </a:rPr>
              <a:t>a) Örgüt ve Örgütlemenin Tanımı ve Niteliği</a:t>
            </a:r>
          </a:p>
          <a:p>
            <a:pPr algn="just">
              <a:lnSpc>
                <a:spcPct val="130000"/>
              </a:lnSpc>
            </a:pPr>
            <a:r>
              <a:rPr lang="tr-TR" sz="1600" dirty="0">
                <a:solidFill>
                  <a:schemeClr val="tx1"/>
                </a:solidFill>
              </a:rPr>
              <a:t>Örgüt Belirli bir amacı gerçekleştirmek üzere iki veya daha fazla kişinin çabalarını bilinçli olarak birleştirmeleri yolu ile ortaya çıkan iş birliği stratejisidir. (</a:t>
            </a:r>
            <a:r>
              <a:rPr lang="tr-TR" sz="1600" dirty="0" err="1">
                <a:solidFill>
                  <a:schemeClr val="tx1"/>
                </a:solidFill>
              </a:rPr>
              <a:t>Chester</a:t>
            </a:r>
            <a:r>
              <a:rPr lang="tr-TR" sz="1600" dirty="0">
                <a:solidFill>
                  <a:schemeClr val="tx1"/>
                </a:solidFill>
              </a:rPr>
              <a:t> </a:t>
            </a:r>
            <a:r>
              <a:rPr lang="tr-TR" sz="1600" dirty="0" err="1">
                <a:solidFill>
                  <a:schemeClr val="tx1"/>
                </a:solidFill>
              </a:rPr>
              <a:t>Barnard</a:t>
            </a:r>
            <a:r>
              <a:rPr lang="tr-TR" sz="1600" dirty="0">
                <a:solidFill>
                  <a:schemeClr val="tx1"/>
                </a:solidFill>
              </a:rPr>
              <a:t>)</a:t>
            </a:r>
          </a:p>
          <a:p>
            <a:pPr>
              <a:lnSpc>
                <a:spcPct val="130000"/>
              </a:lnSpc>
            </a:pPr>
            <a:endParaRPr lang="tr-TR" sz="1600" dirty="0">
              <a:solidFill>
                <a:schemeClr val="tx1"/>
              </a:solidFill>
            </a:endParaRPr>
          </a:p>
          <a:p>
            <a:pPr algn="just">
              <a:lnSpc>
                <a:spcPct val="130000"/>
              </a:lnSpc>
            </a:pPr>
            <a:r>
              <a:rPr lang="tr-TR" sz="1600" dirty="0">
                <a:solidFill>
                  <a:schemeClr val="tx1"/>
                </a:solidFill>
              </a:rPr>
              <a:t>Örgütleme veya organize etme örgüt yapısının oluşturulması ile ilgili eylemler dizisini veya bir süreci ifade eder. Söz konusu süreç; örgütün kuruluşunu gerektiren amaçların gerçekleşmesi için yapılması zorunlu faaliyetleri anlamlı ve etkin şekilde gruplandırmak, bu grupların belirli örgüt düzeyleri ve konumları haline getirmek ve bu konumlara gerekli nitelikte ve sayıda personeli atamak evrelerini kapsar. Bu anlamda örgütleme süreci planlı ve bilinçli bir çaba şeklinde ortaya çıkar.</a:t>
            </a:r>
          </a:p>
        </p:txBody>
      </p:sp>
    </p:spTree>
    <p:extLst>
      <p:ext uri="{BB962C8B-B14F-4D97-AF65-F5344CB8AC3E}">
        <p14:creationId xmlns:p14="http://schemas.microsoft.com/office/powerpoint/2010/main" val="195206017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blipFill dpi="0" rotWithShape="1">
          <a:blip r:embed="rId3" cstate="screen">
            <a:alphaModFix amt="20000"/>
            <a:lum/>
            <a:extLst>
              <a:ext uri="{BEBA8EAE-BF5A-486C-A8C5-ECC9F3942E4B}">
                <a14:imgProps xmlns:a14="http://schemas.microsoft.com/office/drawing/2010/main">
                  <a14:imgLayer r:embed="rId4">
                    <a14:imgEffect>
                      <a14:artisticCutout numberOfShades="4"/>
                    </a14:imgEffect>
                  </a14:imgLayer>
                </a14:imgProps>
              </a:ext>
              <a:ext uri="{28A0092B-C50C-407E-A947-70E740481C1C}">
                <a14:useLocalDpi xmlns:a14="http://schemas.microsoft.com/office/drawing/2010/main"/>
              </a:ext>
            </a:extLst>
          </a:blip>
          <a:srcRect/>
          <a:stretch>
            <a:fillRect/>
          </a:stretch>
        </a:blip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3D5FBB81-B61B-416A-8F5D-A8DDF62530F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53" y="0"/>
            <a:ext cx="12191695"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Meiryo"/>
              <a:ea typeface="+mn-ea"/>
              <a:cs typeface="+mn-cs"/>
            </a:endParaRPr>
          </a:p>
        </p:txBody>
      </p:sp>
      <p:sp>
        <p:nvSpPr>
          <p:cNvPr id="12" name="Freeform: Shape 11">
            <a:extLst>
              <a:ext uri="{FF2B5EF4-FFF2-40B4-BE49-F238E27FC236}">
                <a16:creationId xmlns:a16="http://schemas.microsoft.com/office/drawing/2014/main" id="{40C0D7D4-D83D-4C58-87D1-955F0A9173D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7476051" cy="6858000"/>
          </a:xfrm>
          <a:custGeom>
            <a:avLst/>
            <a:gdLst>
              <a:gd name="connsiteX0" fmla="*/ 0 w 7476051"/>
              <a:gd name="connsiteY0" fmla="*/ 0 h 6858000"/>
              <a:gd name="connsiteX1" fmla="*/ 5853028 w 7476051"/>
              <a:gd name="connsiteY1" fmla="*/ 0 h 6858000"/>
              <a:gd name="connsiteX2" fmla="*/ 5875152 w 7476051"/>
              <a:gd name="connsiteY2" fmla="*/ 14997 h 6858000"/>
              <a:gd name="connsiteX3" fmla="*/ 7476051 w 7476051"/>
              <a:gd name="connsiteY3" fmla="*/ 3621656 h 6858000"/>
              <a:gd name="connsiteX4" fmla="*/ 5601702 w 7476051"/>
              <a:gd name="connsiteY4" fmla="*/ 6374814 h 6858000"/>
              <a:gd name="connsiteX5" fmla="*/ 5085053 w 7476051"/>
              <a:gd name="connsiteY5" fmla="*/ 6780599 h 6858000"/>
              <a:gd name="connsiteX6" fmla="*/ 4973297 w 7476051"/>
              <a:gd name="connsiteY6" fmla="*/ 6858000 h 6858000"/>
              <a:gd name="connsiteX7" fmla="*/ 0 w 7476051"/>
              <a:gd name="connsiteY7"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7476051" h="6858000">
                <a:moveTo>
                  <a:pt x="0" y="0"/>
                </a:moveTo>
                <a:lnTo>
                  <a:pt x="5853028" y="0"/>
                </a:lnTo>
                <a:lnTo>
                  <a:pt x="5875152" y="14997"/>
                </a:lnTo>
                <a:cubicBezTo>
                  <a:pt x="6902315" y="754641"/>
                  <a:pt x="7476051" y="2093192"/>
                  <a:pt x="7476051" y="3621656"/>
                </a:cubicBezTo>
                <a:cubicBezTo>
                  <a:pt x="7476051" y="4969131"/>
                  <a:pt x="6547326" y="5602839"/>
                  <a:pt x="5601702" y="6374814"/>
                </a:cubicBezTo>
                <a:cubicBezTo>
                  <a:pt x="5429499" y="6515397"/>
                  <a:pt x="5258871" y="6653108"/>
                  <a:pt x="5085053" y="6780599"/>
                </a:cubicBezTo>
                <a:lnTo>
                  <a:pt x="4973297" y="6858000"/>
                </a:lnTo>
                <a:lnTo>
                  <a:pt x="0" y="6858000"/>
                </a:lnTo>
                <a:close/>
              </a:path>
            </a:pathLst>
          </a:custGeom>
          <a:solidFill>
            <a:schemeClr val="bg1">
              <a:alpha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Meiryo"/>
              <a:ea typeface="+mn-ea"/>
              <a:cs typeface="+mn-cs"/>
            </a:endParaRPr>
          </a:p>
        </p:txBody>
      </p:sp>
      <p:sp>
        <p:nvSpPr>
          <p:cNvPr id="14" name="Freeform: Shape 13">
            <a:extLst>
              <a:ext uri="{FF2B5EF4-FFF2-40B4-BE49-F238E27FC236}">
                <a16:creationId xmlns:a16="http://schemas.microsoft.com/office/drawing/2014/main" id="{15F9A324-404E-4C5D-AFF0-C5D0D84182B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348204" y="-1"/>
            <a:ext cx="2535264" cy="6858001"/>
          </a:xfrm>
          <a:custGeom>
            <a:avLst/>
            <a:gdLst>
              <a:gd name="connsiteX0" fmla="*/ 1218585 w 2535264"/>
              <a:gd name="connsiteY0" fmla="*/ 0 h 6858001"/>
              <a:gd name="connsiteX1" fmla="*/ 1236561 w 2535264"/>
              <a:gd name="connsiteY1" fmla="*/ 0 h 6858001"/>
              <a:gd name="connsiteX2" fmla="*/ 1264452 w 2535264"/>
              <a:gd name="connsiteY2" fmla="*/ 24550 h 6858001"/>
              <a:gd name="connsiteX3" fmla="*/ 2528121 w 2535264"/>
              <a:gd name="connsiteY3" fmla="*/ 3710502 h 6858001"/>
              <a:gd name="connsiteX4" fmla="*/ 492890 w 2535264"/>
              <a:gd name="connsiteY4" fmla="*/ 6507511 h 6858001"/>
              <a:gd name="connsiteX5" fmla="*/ 221418 w 2535264"/>
              <a:gd name="connsiteY5" fmla="*/ 6713387 h 6858001"/>
              <a:gd name="connsiteX6" fmla="*/ 20100 w 2535264"/>
              <a:gd name="connsiteY6" fmla="*/ 6858001 h 6858001"/>
              <a:gd name="connsiteX7" fmla="*/ 0 w 2535264"/>
              <a:gd name="connsiteY7" fmla="*/ 6858001 h 6858001"/>
              <a:gd name="connsiteX8" fmla="*/ 202488 w 2535264"/>
              <a:gd name="connsiteY8" fmla="*/ 6712547 h 6858001"/>
              <a:gd name="connsiteX9" fmla="*/ 473961 w 2535264"/>
              <a:gd name="connsiteY9" fmla="*/ 6506670 h 6858001"/>
              <a:gd name="connsiteX10" fmla="*/ 2509192 w 2535264"/>
              <a:gd name="connsiteY10" fmla="*/ 3709662 h 6858001"/>
              <a:gd name="connsiteX11" fmla="*/ 1245521 w 2535264"/>
              <a:gd name="connsiteY11" fmla="*/ 23708 h 68580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535264" h="6858001">
                <a:moveTo>
                  <a:pt x="1218585" y="0"/>
                </a:moveTo>
                <a:lnTo>
                  <a:pt x="1236561" y="0"/>
                </a:lnTo>
                <a:lnTo>
                  <a:pt x="1264452" y="24550"/>
                </a:lnTo>
                <a:cubicBezTo>
                  <a:pt x="2149109" y="863108"/>
                  <a:pt x="2598329" y="2210814"/>
                  <a:pt x="2528121" y="3710502"/>
                </a:cubicBezTo>
                <a:cubicBezTo>
                  <a:pt x="2462100" y="5120751"/>
                  <a:pt x="1489450" y="5742158"/>
                  <a:pt x="492890" y="6507511"/>
                </a:cubicBezTo>
                <a:cubicBezTo>
                  <a:pt x="402151" y="6577199"/>
                  <a:pt x="311847" y="6646154"/>
                  <a:pt x="221418" y="6713387"/>
                </a:cubicBezTo>
                <a:lnTo>
                  <a:pt x="20100" y="6858001"/>
                </a:lnTo>
                <a:lnTo>
                  <a:pt x="0" y="6858001"/>
                </a:lnTo>
                <a:lnTo>
                  <a:pt x="202488" y="6712547"/>
                </a:lnTo>
                <a:cubicBezTo>
                  <a:pt x="292917" y="6645314"/>
                  <a:pt x="383222" y="6576359"/>
                  <a:pt x="473961" y="6506670"/>
                </a:cubicBezTo>
                <a:cubicBezTo>
                  <a:pt x="1470520" y="5741317"/>
                  <a:pt x="2443170" y="5119911"/>
                  <a:pt x="2509192" y="3709662"/>
                </a:cubicBezTo>
                <a:cubicBezTo>
                  <a:pt x="2579400" y="2209973"/>
                  <a:pt x="2130178" y="862268"/>
                  <a:pt x="1245521" y="23708"/>
                </a:cubicBezTo>
                <a:close/>
              </a:path>
            </a:pathLst>
          </a:cu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Meiryo"/>
              <a:ea typeface="+mn-ea"/>
              <a:cs typeface="+mn-cs"/>
            </a:endParaRPr>
          </a:p>
        </p:txBody>
      </p:sp>
      <p:sp>
        <p:nvSpPr>
          <p:cNvPr id="16" name="Freeform: Shape 15">
            <a:extLst>
              <a:ext uri="{FF2B5EF4-FFF2-40B4-BE49-F238E27FC236}">
                <a16:creationId xmlns:a16="http://schemas.microsoft.com/office/drawing/2014/main" id="{AC4CE3C4-3600-4353-9FE1-B32D06BEF02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133737" y="0"/>
            <a:ext cx="2536434" cy="6858000"/>
          </a:xfrm>
          <a:custGeom>
            <a:avLst/>
            <a:gdLst>
              <a:gd name="connsiteX0" fmla="*/ 879731 w 2536434"/>
              <a:gd name="connsiteY0" fmla="*/ 0 h 6858000"/>
              <a:gd name="connsiteX1" fmla="*/ 913411 w 2536434"/>
              <a:gd name="connsiteY1" fmla="*/ 0 h 6858000"/>
              <a:gd name="connsiteX2" fmla="*/ 935535 w 2536434"/>
              <a:gd name="connsiteY2" fmla="*/ 14997 h 6858000"/>
              <a:gd name="connsiteX3" fmla="*/ 2536434 w 2536434"/>
              <a:gd name="connsiteY3" fmla="*/ 3621656 h 6858000"/>
              <a:gd name="connsiteX4" fmla="*/ 662084 w 2536434"/>
              <a:gd name="connsiteY4" fmla="*/ 6374814 h 6858000"/>
              <a:gd name="connsiteX5" fmla="*/ 145436 w 2536434"/>
              <a:gd name="connsiteY5" fmla="*/ 6780599 h 6858000"/>
              <a:gd name="connsiteX6" fmla="*/ 33680 w 2536434"/>
              <a:gd name="connsiteY6" fmla="*/ 6858000 h 6858000"/>
              <a:gd name="connsiteX7" fmla="*/ 0 w 2536434"/>
              <a:gd name="connsiteY7" fmla="*/ 6858000 h 6858000"/>
              <a:gd name="connsiteX8" fmla="*/ 111756 w 2536434"/>
              <a:gd name="connsiteY8" fmla="*/ 6780599 h 6858000"/>
              <a:gd name="connsiteX9" fmla="*/ 628404 w 2536434"/>
              <a:gd name="connsiteY9" fmla="*/ 6374814 h 6858000"/>
              <a:gd name="connsiteX10" fmla="*/ 2502754 w 2536434"/>
              <a:gd name="connsiteY10" fmla="*/ 3621656 h 6858000"/>
              <a:gd name="connsiteX11" fmla="*/ 901855 w 2536434"/>
              <a:gd name="connsiteY11" fmla="*/ 14997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536434" h="6858000">
                <a:moveTo>
                  <a:pt x="879731" y="0"/>
                </a:moveTo>
                <a:lnTo>
                  <a:pt x="913411" y="0"/>
                </a:lnTo>
                <a:lnTo>
                  <a:pt x="935535" y="14997"/>
                </a:lnTo>
                <a:cubicBezTo>
                  <a:pt x="1962698" y="754641"/>
                  <a:pt x="2536434" y="2093192"/>
                  <a:pt x="2536434" y="3621656"/>
                </a:cubicBezTo>
                <a:cubicBezTo>
                  <a:pt x="2536434" y="4969131"/>
                  <a:pt x="1607709" y="5602839"/>
                  <a:pt x="662084" y="6374814"/>
                </a:cubicBezTo>
                <a:cubicBezTo>
                  <a:pt x="489881" y="6515397"/>
                  <a:pt x="319254" y="6653108"/>
                  <a:pt x="145436" y="6780599"/>
                </a:cubicBezTo>
                <a:lnTo>
                  <a:pt x="33680" y="6858000"/>
                </a:lnTo>
                <a:lnTo>
                  <a:pt x="0" y="6858000"/>
                </a:lnTo>
                <a:lnTo>
                  <a:pt x="111756" y="6780599"/>
                </a:lnTo>
                <a:cubicBezTo>
                  <a:pt x="285574" y="6653108"/>
                  <a:pt x="456201" y="6515397"/>
                  <a:pt x="628404" y="6374814"/>
                </a:cubicBezTo>
                <a:cubicBezTo>
                  <a:pt x="1574029" y="5602839"/>
                  <a:pt x="2502754" y="4969131"/>
                  <a:pt x="2502754" y="3621656"/>
                </a:cubicBezTo>
                <a:cubicBezTo>
                  <a:pt x="2502754" y="2093192"/>
                  <a:pt x="1929018" y="754641"/>
                  <a:pt x="901855" y="14997"/>
                </a:cubicBezTo>
                <a:close/>
              </a:path>
            </a:pathLst>
          </a:cu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Meiryo"/>
              <a:ea typeface="+mn-ea"/>
              <a:cs typeface="+mn-cs"/>
            </a:endParaRPr>
          </a:p>
        </p:txBody>
      </p:sp>
      <p:sp>
        <p:nvSpPr>
          <p:cNvPr id="2" name="Başlık 1">
            <a:extLst>
              <a:ext uri="{FF2B5EF4-FFF2-40B4-BE49-F238E27FC236}">
                <a16:creationId xmlns:a16="http://schemas.microsoft.com/office/drawing/2014/main" id="{86CF4575-636C-C940-95DF-AEBAD6079E01}"/>
              </a:ext>
            </a:extLst>
          </p:cNvPr>
          <p:cNvSpPr>
            <a:spLocks noGrp="1"/>
          </p:cNvSpPr>
          <p:nvPr>
            <p:ph type="title"/>
          </p:nvPr>
        </p:nvSpPr>
        <p:spPr>
          <a:xfrm>
            <a:off x="992518" y="442913"/>
            <a:ext cx="5185645" cy="1639888"/>
          </a:xfrm>
        </p:spPr>
        <p:txBody>
          <a:bodyPr anchor="b">
            <a:normAutofit/>
          </a:bodyPr>
          <a:lstStyle/>
          <a:p>
            <a:r>
              <a:rPr lang="tr-TR" dirty="0"/>
              <a:t>ÖRGÜTLEME</a:t>
            </a:r>
          </a:p>
        </p:txBody>
      </p:sp>
      <p:sp>
        <p:nvSpPr>
          <p:cNvPr id="3" name="İçerik Yer Tutucusu 2">
            <a:extLst>
              <a:ext uri="{FF2B5EF4-FFF2-40B4-BE49-F238E27FC236}">
                <a16:creationId xmlns:a16="http://schemas.microsoft.com/office/drawing/2014/main" id="{10D241CB-6F79-0647-B10A-45F6FBD4B8D2}"/>
              </a:ext>
            </a:extLst>
          </p:cNvPr>
          <p:cNvSpPr>
            <a:spLocks noGrp="1"/>
          </p:cNvSpPr>
          <p:nvPr>
            <p:ph idx="1"/>
          </p:nvPr>
        </p:nvSpPr>
        <p:spPr>
          <a:xfrm>
            <a:off x="992519" y="2312988"/>
            <a:ext cx="5296964" cy="3651250"/>
          </a:xfrm>
          <a:solidFill>
            <a:schemeClr val="bg2">
              <a:alpha val="69026"/>
            </a:schemeClr>
          </a:solidFill>
        </p:spPr>
        <p:txBody>
          <a:bodyPr>
            <a:normAutofit/>
          </a:bodyPr>
          <a:lstStyle/>
          <a:p>
            <a:r>
              <a:rPr lang="tr-TR" b="1" dirty="0"/>
              <a:t>b) Formal ve İnformal Örgüt</a:t>
            </a:r>
          </a:p>
          <a:p>
            <a:r>
              <a:rPr lang="tr-TR" dirty="0"/>
              <a:t>Formal: biçimsel-resmi</a:t>
            </a:r>
          </a:p>
          <a:p>
            <a:r>
              <a:rPr lang="tr-TR" dirty="0"/>
              <a:t>İnformal: biçimsel olmayan-</a:t>
            </a:r>
            <a:r>
              <a:rPr lang="tr-TR" dirty="0" err="1"/>
              <a:t>gayriresmi</a:t>
            </a:r>
            <a:endParaRPr lang="tr-TR" dirty="0"/>
          </a:p>
          <a:p>
            <a:endParaRPr lang="tr-TR" dirty="0"/>
          </a:p>
        </p:txBody>
      </p:sp>
      <p:pic>
        <p:nvPicPr>
          <p:cNvPr id="7" name="Graphic 6" descr="Toplantı">
            <a:extLst>
              <a:ext uri="{FF2B5EF4-FFF2-40B4-BE49-F238E27FC236}">
                <a16:creationId xmlns:a16="http://schemas.microsoft.com/office/drawing/2014/main" id="{4B8D5E9C-0A2E-EADE-A3FB-3D6F60D036D3}"/>
              </a:ext>
            </a:extLst>
          </p:cNvPr>
          <p:cNvPicPr>
            <a:picLocks noChangeAspect="1"/>
          </p:cNvPicPr>
          <p:nvPr/>
        </p:nvPicPr>
        <p:blipFill>
          <a:blip r:embed="rId5">
            <a:extLst>
              <a:ext uri="{28A0092B-C50C-407E-A947-70E740481C1C}">
                <a14:useLocalDpi xmlns:a14="http://schemas.microsoft.com/office/drawing/2010/main"/>
              </a:ext>
              <a:ext uri="{96DAC541-7B7A-43D3-8B79-37D633B846F1}">
                <asvg:svgBlip xmlns:asvg="http://schemas.microsoft.com/office/drawing/2016/SVG/main" r:embed="rId6"/>
              </a:ext>
            </a:extLst>
          </a:blip>
          <a:stretch>
            <a:fillRect/>
          </a:stretch>
        </p:blipFill>
        <p:spPr>
          <a:xfrm>
            <a:off x="8237967" y="1934660"/>
            <a:ext cx="2988679" cy="2988679"/>
          </a:xfrm>
          <a:prstGeom prst="rect">
            <a:avLst/>
          </a:prstGeom>
        </p:spPr>
      </p:pic>
    </p:spTree>
    <p:extLst>
      <p:ext uri="{BB962C8B-B14F-4D97-AF65-F5344CB8AC3E}">
        <p14:creationId xmlns:p14="http://schemas.microsoft.com/office/powerpoint/2010/main" val="317193360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blipFill dpi="0" rotWithShape="1">
          <a:blip r:embed="rId3" cstate="screen">
            <a:alphaModFix amt="20000"/>
            <a:lum/>
            <a:extLst>
              <a:ext uri="{BEBA8EAE-BF5A-486C-A8C5-ECC9F3942E4B}">
                <a14:imgProps xmlns:a14="http://schemas.microsoft.com/office/drawing/2010/main">
                  <a14:imgLayer r:embed="rId4">
                    <a14:imgEffect>
                      <a14:artisticCement/>
                    </a14:imgEffect>
                  </a14:imgLayer>
                </a14:imgProps>
              </a:ext>
              <a:ext uri="{28A0092B-C50C-407E-A947-70E740481C1C}">
                <a14:useLocalDpi xmlns:a14="http://schemas.microsoft.com/office/drawing/2010/main"/>
              </a:ext>
            </a:extLst>
          </a:blip>
          <a:srcRect/>
          <a:stretch>
            <a:fillRect/>
          </a:stretch>
        </a:blip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3D5FBB81-B61B-416A-8F5D-A8DDF62530F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53" y="0"/>
            <a:ext cx="12191695"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Meiryo"/>
              <a:ea typeface="+mn-ea"/>
              <a:cs typeface="+mn-cs"/>
            </a:endParaRPr>
          </a:p>
        </p:txBody>
      </p:sp>
      <p:sp>
        <p:nvSpPr>
          <p:cNvPr id="17" name="Freeform: Shape 11">
            <a:extLst>
              <a:ext uri="{FF2B5EF4-FFF2-40B4-BE49-F238E27FC236}">
                <a16:creationId xmlns:a16="http://schemas.microsoft.com/office/drawing/2014/main" id="{40C0D7D4-D83D-4C58-87D1-955F0A9173D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7476051" cy="6858000"/>
          </a:xfrm>
          <a:custGeom>
            <a:avLst/>
            <a:gdLst>
              <a:gd name="connsiteX0" fmla="*/ 0 w 7476051"/>
              <a:gd name="connsiteY0" fmla="*/ 0 h 6858000"/>
              <a:gd name="connsiteX1" fmla="*/ 5853028 w 7476051"/>
              <a:gd name="connsiteY1" fmla="*/ 0 h 6858000"/>
              <a:gd name="connsiteX2" fmla="*/ 5875152 w 7476051"/>
              <a:gd name="connsiteY2" fmla="*/ 14997 h 6858000"/>
              <a:gd name="connsiteX3" fmla="*/ 7476051 w 7476051"/>
              <a:gd name="connsiteY3" fmla="*/ 3621656 h 6858000"/>
              <a:gd name="connsiteX4" fmla="*/ 5601702 w 7476051"/>
              <a:gd name="connsiteY4" fmla="*/ 6374814 h 6858000"/>
              <a:gd name="connsiteX5" fmla="*/ 5085053 w 7476051"/>
              <a:gd name="connsiteY5" fmla="*/ 6780599 h 6858000"/>
              <a:gd name="connsiteX6" fmla="*/ 4973297 w 7476051"/>
              <a:gd name="connsiteY6" fmla="*/ 6858000 h 6858000"/>
              <a:gd name="connsiteX7" fmla="*/ 0 w 7476051"/>
              <a:gd name="connsiteY7"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7476051" h="6858000">
                <a:moveTo>
                  <a:pt x="0" y="0"/>
                </a:moveTo>
                <a:lnTo>
                  <a:pt x="5853028" y="0"/>
                </a:lnTo>
                <a:lnTo>
                  <a:pt x="5875152" y="14997"/>
                </a:lnTo>
                <a:cubicBezTo>
                  <a:pt x="6902315" y="754641"/>
                  <a:pt x="7476051" y="2093192"/>
                  <a:pt x="7476051" y="3621656"/>
                </a:cubicBezTo>
                <a:cubicBezTo>
                  <a:pt x="7476051" y="4969131"/>
                  <a:pt x="6547326" y="5602839"/>
                  <a:pt x="5601702" y="6374814"/>
                </a:cubicBezTo>
                <a:cubicBezTo>
                  <a:pt x="5429499" y="6515397"/>
                  <a:pt x="5258871" y="6653108"/>
                  <a:pt x="5085053" y="6780599"/>
                </a:cubicBezTo>
                <a:lnTo>
                  <a:pt x="4973297" y="6858000"/>
                </a:lnTo>
                <a:lnTo>
                  <a:pt x="0" y="6858000"/>
                </a:lnTo>
                <a:close/>
              </a:path>
            </a:pathLst>
          </a:custGeom>
          <a:solidFill>
            <a:schemeClr val="bg1">
              <a:alpha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Meiryo"/>
              <a:ea typeface="+mn-ea"/>
              <a:cs typeface="+mn-cs"/>
            </a:endParaRPr>
          </a:p>
        </p:txBody>
      </p:sp>
      <p:sp>
        <p:nvSpPr>
          <p:cNvPr id="18" name="Freeform: Shape 13">
            <a:extLst>
              <a:ext uri="{FF2B5EF4-FFF2-40B4-BE49-F238E27FC236}">
                <a16:creationId xmlns:a16="http://schemas.microsoft.com/office/drawing/2014/main" id="{15F9A324-404E-4C5D-AFF0-C5D0D84182B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348204" y="-1"/>
            <a:ext cx="2535264" cy="6858001"/>
          </a:xfrm>
          <a:custGeom>
            <a:avLst/>
            <a:gdLst>
              <a:gd name="connsiteX0" fmla="*/ 1218585 w 2535264"/>
              <a:gd name="connsiteY0" fmla="*/ 0 h 6858001"/>
              <a:gd name="connsiteX1" fmla="*/ 1236561 w 2535264"/>
              <a:gd name="connsiteY1" fmla="*/ 0 h 6858001"/>
              <a:gd name="connsiteX2" fmla="*/ 1264452 w 2535264"/>
              <a:gd name="connsiteY2" fmla="*/ 24550 h 6858001"/>
              <a:gd name="connsiteX3" fmla="*/ 2528121 w 2535264"/>
              <a:gd name="connsiteY3" fmla="*/ 3710502 h 6858001"/>
              <a:gd name="connsiteX4" fmla="*/ 492890 w 2535264"/>
              <a:gd name="connsiteY4" fmla="*/ 6507511 h 6858001"/>
              <a:gd name="connsiteX5" fmla="*/ 221418 w 2535264"/>
              <a:gd name="connsiteY5" fmla="*/ 6713387 h 6858001"/>
              <a:gd name="connsiteX6" fmla="*/ 20100 w 2535264"/>
              <a:gd name="connsiteY6" fmla="*/ 6858001 h 6858001"/>
              <a:gd name="connsiteX7" fmla="*/ 0 w 2535264"/>
              <a:gd name="connsiteY7" fmla="*/ 6858001 h 6858001"/>
              <a:gd name="connsiteX8" fmla="*/ 202488 w 2535264"/>
              <a:gd name="connsiteY8" fmla="*/ 6712547 h 6858001"/>
              <a:gd name="connsiteX9" fmla="*/ 473961 w 2535264"/>
              <a:gd name="connsiteY9" fmla="*/ 6506670 h 6858001"/>
              <a:gd name="connsiteX10" fmla="*/ 2509192 w 2535264"/>
              <a:gd name="connsiteY10" fmla="*/ 3709662 h 6858001"/>
              <a:gd name="connsiteX11" fmla="*/ 1245521 w 2535264"/>
              <a:gd name="connsiteY11" fmla="*/ 23708 h 68580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535264" h="6858001">
                <a:moveTo>
                  <a:pt x="1218585" y="0"/>
                </a:moveTo>
                <a:lnTo>
                  <a:pt x="1236561" y="0"/>
                </a:lnTo>
                <a:lnTo>
                  <a:pt x="1264452" y="24550"/>
                </a:lnTo>
                <a:cubicBezTo>
                  <a:pt x="2149109" y="863108"/>
                  <a:pt x="2598329" y="2210814"/>
                  <a:pt x="2528121" y="3710502"/>
                </a:cubicBezTo>
                <a:cubicBezTo>
                  <a:pt x="2462100" y="5120751"/>
                  <a:pt x="1489450" y="5742158"/>
                  <a:pt x="492890" y="6507511"/>
                </a:cubicBezTo>
                <a:cubicBezTo>
                  <a:pt x="402151" y="6577199"/>
                  <a:pt x="311847" y="6646154"/>
                  <a:pt x="221418" y="6713387"/>
                </a:cubicBezTo>
                <a:lnTo>
                  <a:pt x="20100" y="6858001"/>
                </a:lnTo>
                <a:lnTo>
                  <a:pt x="0" y="6858001"/>
                </a:lnTo>
                <a:lnTo>
                  <a:pt x="202488" y="6712547"/>
                </a:lnTo>
                <a:cubicBezTo>
                  <a:pt x="292917" y="6645314"/>
                  <a:pt x="383222" y="6576359"/>
                  <a:pt x="473961" y="6506670"/>
                </a:cubicBezTo>
                <a:cubicBezTo>
                  <a:pt x="1470520" y="5741317"/>
                  <a:pt x="2443170" y="5119911"/>
                  <a:pt x="2509192" y="3709662"/>
                </a:cubicBezTo>
                <a:cubicBezTo>
                  <a:pt x="2579400" y="2209973"/>
                  <a:pt x="2130178" y="862268"/>
                  <a:pt x="1245521" y="23708"/>
                </a:cubicBezTo>
                <a:close/>
              </a:path>
            </a:pathLst>
          </a:cu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Meiryo"/>
              <a:ea typeface="+mn-ea"/>
              <a:cs typeface="+mn-cs"/>
            </a:endParaRPr>
          </a:p>
        </p:txBody>
      </p:sp>
      <p:sp>
        <p:nvSpPr>
          <p:cNvPr id="16" name="Freeform: Shape 15">
            <a:extLst>
              <a:ext uri="{FF2B5EF4-FFF2-40B4-BE49-F238E27FC236}">
                <a16:creationId xmlns:a16="http://schemas.microsoft.com/office/drawing/2014/main" id="{AC4CE3C4-3600-4353-9FE1-B32D06BEF02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133737" y="0"/>
            <a:ext cx="2536434" cy="6858000"/>
          </a:xfrm>
          <a:custGeom>
            <a:avLst/>
            <a:gdLst>
              <a:gd name="connsiteX0" fmla="*/ 879731 w 2536434"/>
              <a:gd name="connsiteY0" fmla="*/ 0 h 6858000"/>
              <a:gd name="connsiteX1" fmla="*/ 913411 w 2536434"/>
              <a:gd name="connsiteY1" fmla="*/ 0 h 6858000"/>
              <a:gd name="connsiteX2" fmla="*/ 935535 w 2536434"/>
              <a:gd name="connsiteY2" fmla="*/ 14997 h 6858000"/>
              <a:gd name="connsiteX3" fmla="*/ 2536434 w 2536434"/>
              <a:gd name="connsiteY3" fmla="*/ 3621656 h 6858000"/>
              <a:gd name="connsiteX4" fmla="*/ 662084 w 2536434"/>
              <a:gd name="connsiteY4" fmla="*/ 6374814 h 6858000"/>
              <a:gd name="connsiteX5" fmla="*/ 145436 w 2536434"/>
              <a:gd name="connsiteY5" fmla="*/ 6780599 h 6858000"/>
              <a:gd name="connsiteX6" fmla="*/ 33680 w 2536434"/>
              <a:gd name="connsiteY6" fmla="*/ 6858000 h 6858000"/>
              <a:gd name="connsiteX7" fmla="*/ 0 w 2536434"/>
              <a:gd name="connsiteY7" fmla="*/ 6858000 h 6858000"/>
              <a:gd name="connsiteX8" fmla="*/ 111756 w 2536434"/>
              <a:gd name="connsiteY8" fmla="*/ 6780599 h 6858000"/>
              <a:gd name="connsiteX9" fmla="*/ 628404 w 2536434"/>
              <a:gd name="connsiteY9" fmla="*/ 6374814 h 6858000"/>
              <a:gd name="connsiteX10" fmla="*/ 2502754 w 2536434"/>
              <a:gd name="connsiteY10" fmla="*/ 3621656 h 6858000"/>
              <a:gd name="connsiteX11" fmla="*/ 901855 w 2536434"/>
              <a:gd name="connsiteY11" fmla="*/ 14997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536434" h="6858000">
                <a:moveTo>
                  <a:pt x="879731" y="0"/>
                </a:moveTo>
                <a:lnTo>
                  <a:pt x="913411" y="0"/>
                </a:lnTo>
                <a:lnTo>
                  <a:pt x="935535" y="14997"/>
                </a:lnTo>
                <a:cubicBezTo>
                  <a:pt x="1962698" y="754641"/>
                  <a:pt x="2536434" y="2093192"/>
                  <a:pt x="2536434" y="3621656"/>
                </a:cubicBezTo>
                <a:cubicBezTo>
                  <a:pt x="2536434" y="4969131"/>
                  <a:pt x="1607709" y="5602839"/>
                  <a:pt x="662084" y="6374814"/>
                </a:cubicBezTo>
                <a:cubicBezTo>
                  <a:pt x="489881" y="6515397"/>
                  <a:pt x="319254" y="6653108"/>
                  <a:pt x="145436" y="6780599"/>
                </a:cubicBezTo>
                <a:lnTo>
                  <a:pt x="33680" y="6858000"/>
                </a:lnTo>
                <a:lnTo>
                  <a:pt x="0" y="6858000"/>
                </a:lnTo>
                <a:lnTo>
                  <a:pt x="111756" y="6780599"/>
                </a:lnTo>
                <a:cubicBezTo>
                  <a:pt x="285574" y="6653108"/>
                  <a:pt x="456201" y="6515397"/>
                  <a:pt x="628404" y="6374814"/>
                </a:cubicBezTo>
                <a:cubicBezTo>
                  <a:pt x="1574029" y="5602839"/>
                  <a:pt x="2502754" y="4969131"/>
                  <a:pt x="2502754" y="3621656"/>
                </a:cubicBezTo>
                <a:cubicBezTo>
                  <a:pt x="2502754" y="2093192"/>
                  <a:pt x="1929018" y="754641"/>
                  <a:pt x="901855" y="14997"/>
                </a:cubicBezTo>
                <a:close/>
              </a:path>
            </a:pathLst>
          </a:cu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Meiryo"/>
              <a:ea typeface="+mn-ea"/>
              <a:cs typeface="+mn-cs"/>
            </a:endParaRPr>
          </a:p>
        </p:txBody>
      </p:sp>
      <p:sp>
        <p:nvSpPr>
          <p:cNvPr id="19" name="İçerik Yer Tutucusu 2">
            <a:extLst>
              <a:ext uri="{FF2B5EF4-FFF2-40B4-BE49-F238E27FC236}">
                <a16:creationId xmlns:a16="http://schemas.microsoft.com/office/drawing/2014/main" id="{2E32D5AB-D571-A466-08F8-B8E92BCECCBF}"/>
              </a:ext>
            </a:extLst>
          </p:cNvPr>
          <p:cNvSpPr>
            <a:spLocks noGrp="1"/>
          </p:cNvSpPr>
          <p:nvPr>
            <p:ph idx="1"/>
          </p:nvPr>
        </p:nvSpPr>
        <p:spPr>
          <a:xfrm>
            <a:off x="432262" y="1030778"/>
            <a:ext cx="7398288" cy="5827222"/>
          </a:xfrm>
          <a:solidFill>
            <a:schemeClr val="bg2">
              <a:alpha val="53000"/>
            </a:schemeClr>
          </a:solidFill>
        </p:spPr>
        <p:txBody>
          <a:bodyPr>
            <a:normAutofit fontScale="92500" lnSpcReduction="10000"/>
          </a:bodyPr>
          <a:lstStyle/>
          <a:p>
            <a:pPr algn="just">
              <a:lnSpc>
                <a:spcPct val="130000"/>
              </a:lnSpc>
            </a:pPr>
            <a:r>
              <a:rPr lang="tr-TR" b="1" i="0" dirty="0">
                <a:effectLst/>
                <a:latin typeface="Söhne"/>
              </a:rPr>
              <a:t>Formal Örgüt Örneği:</a:t>
            </a:r>
            <a:r>
              <a:rPr lang="tr-TR" b="0" i="0" dirty="0">
                <a:effectLst/>
                <a:latin typeface="Söhne"/>
              </a:rPr>
              <a:t> Bir şirketin resmi olarak belirlenmiş yapısı ve hiyerarşisi formal örgütü temsil eder. Örneğin, bir şirketin aşağıdaki unsurları içeren formal örgüt yapısı vardır:</a:t>
            </a:r>
          </a:p>
          <a:p>
            <a:pPr>
              <a:lnSpc>
                <a:spcPct val="130000"/>
              </a:lnSpc>
              <a:buFont typeface="Arial" panose="020B0604020202020204" pitchFamily="34" charset="0"/>
              <a:buChar char="•"/>
            </a:pPr>
            <a:r>
              <a:rPr lang="tr-TR" b="1" i="0" dirty="0">
                <a:effectLst/>
                <a:latin typeface="Söhne"/>
              </a:rPr>
              <a:t>Üst Yönetim:</a:t>
            </a:r>
            <a:r>
              <a:rPr lang="tr-TR" b="0" i="0" dirty="0">
                <a:effectLst/>
                <a:latin typeface="Söhne"/>
              </a:rPr>
              <a:t> Genel Müdür, CEO gibi resmi pozisyonlara sahip yöneticiler.</a:t>
            </a:r>
          </a:p>
          <a:p>
            <a:pPr>
              <a:lnSpc>
                <a:spcPct val="130000"/>
              </a:lnSpc>
              <a:buFont typeface="Arial" panose="020B0604020202020204" pitchFamily="34" charset="0"/>
              <a:buChar char="•"/>
            </a:pPr>
            <a:r>
              <a:rPr lang="tr-TR" b="1" i="0" dirty="0">
                <a:effectLst/>
                <a:latin typeface="Söhne"/>
              </a:rPr>
              <a:t>Bölüm Yöneticileri:</a:t>
            </a:r>
            <a:r>
              <a:rPr lang="tr-TR" b="0" i="0" dirty="0">
                <a:effectLst/>
                <a:latin typeface="Söhne"/>
              </a:rPr>
              <a:t> Satış, pazarlama, finans gibi belirli iş alanlarına odaklanan departman yöneticileri.</a:t>
            </a:r>
          </a:p>
          <a:p>
            <a:pPr>
              <a:lnSpc>
                <a:spcPct val="130000"/>
              </a:lnSpc>
              <a:buFont typeface="Arial" panose="020B0604020202020204" pitchFamily="34" charset="0"/>
              <a:buChar char="•"/>
            </a:pPr>
            <a:r>
              <a:rPr lang="tr-TR" b="1" i="0" dirty="0">
                <a:effectLst/>
                <a:latin typeface="Söhne"/>
              </a:rPr>
              <a:t>Çalışanlar:</a:t>
            </a:r>
            <a:r>
              <a:rPr lang="tr-TR" b="0" i="0" dirty="0">
                <a:effectLst/>
                <a:latin typeface="Söhne"/>
              </a:rPr>
              <a:t> Belirli görev ve sorumlulukları olan resmi pozisyonlarda çalışan personel.</a:t>
            </a:r>
          </a:p>
          <a:p>
            <a:pPr>
              <a:lnSpc>
                <a:spcPct val="130000"/>
              </a:lnSpc>
              <a:buFont typeface="Arial" panose="020B0604020202020204" pitchFamily="34" charset="0"/>
              <a:buChar char="•"/>
            </a:pPr>
            <a:r>
              <a:rPr lang="tr-TR" b="1" i="0" dirty="0">
                <a:effectLst/>
                <a:latin typeface="Söhne"/>
              </a:rPr>
              <a:t>Resmi Görev Tanımları:</a:t>
            </a:r>
            <a:r>
              <a:rPr lang="tr-TR" b="0" i="0" dirty="0">
                <a:effectLst/>
                <a:latin typeface="Söhne"/>
              </a:rPr>
              <a:t> Her pozisyonun belirli görev ve sorumluluklarına dair yazılı belgeler.</a:t>
            </a:r>
          </a:p>
          <a:p>
            <a:pPr algn="just">
              <a:lnSpc>
                <a:spcPct val="130000"/>
              </a:lnSpc>
            </a:pPr>
            <a:r>
              <a:rPr lang="tr-TR" b="0" i="1" dirty="0">
                <a:effectLst/>
                <a:latin typeface="Söhne"/>
              </a:rPr>
              <a:t>Örnek: ABC Şirketi, genel müdür, satış müdürü, finans müdürü gibi resmi pozisyonlara sahip yöneticiler, belirli departmanlara ayrılmış bölüm yöneticileri ve belirli pozisyonlarda çalışan personelden oluşan bir formal örgüt yapısına sahiptir.</a:t>
            </a:r>
            <a:endParaRPr lang="tr-TR" b="0" i="0" dirty="0">
              <a:effectLst/>
              <a:latin typeface="Söhne"/>
            </a:endParaRPr>
          </a:p>
          <a:p>
            <a:pPr>
              <a:lnSpc>
                <a:spcPct val="130000"/>
              </a:lnSpc>
            </a:pPr>
            <a:br>
              <a:rPr lang="tr-TR" sz="700" dirty="0"/>
            </a:br>
            <a:endParaRPr lang="tr-TR" sz="700" dirty="0"/>
          </a:p>
        </p:txBody>
      </p:sp>
    </p:spTree>
    <p:extLst>
      <p:ext uri="{BB962C8B-B14F-4D97-AF65-F5344CB8AC3E}">
        <p14:creationId xmlns:p14="http://schemas.microsoft.com/office/powerpoint/2010/main" val="282399427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blipFill dpi="0" rotWithShape="1">
          <a:blip r:embed="rId2" cstate="screen">
            <a:alphaModFix amt="20000"/>
            <a:lum/>
            <a:extLst>
              <a:ext uri="{28A0092B-C50C-407E-A947-70E740481C1C}">
                <a14:useLocalDpi xmlns:a14="http://schemas.microsoft.com/office/drawing/2010/main"/>
              </a:ext>
            </a:extLst>
          </a:blip>
          <a:srcRect/>
          <a:stretch>
            <a:fillRect/>
          </a:stretch>
        </a:blip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3D5FBB81-B61B-416A-8F5D-A8DDF62530F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53" y="0"/>
            <a:ext cx="12191695"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Meiryo"/>
              <a:ea typeface="+mn-ea"/>
              <a:cs typeface="+mn-cs"/>
            </a:endParaRPr>
          </a:p>
        </p:txBody>
      </p:sp>
      <p:sp>
        <p:nvSpPr>
          <p:cNvPr id="12" name="Freeform: Shape 11">
            <a:extLst>
              <a:ext uri="{FF2B5EF4-FFF2-40B4-BE49-F238E27FC236}">
                <a16:creationId xmlns:a16="http://schemas.microsoft.com/office/drawing/2014/main" id="{40C0D7D4-D83D-4C58-87D1-955F0A9173D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7476051" cy="6858000"/>
          </a:xfrm>
          <a:custGeom>
            <a:avLst/>
            <a:gdLst>
              <a:gd name="connsiteX0" fmla="*/ 0 w 7476051"/>
              <a:gd name="connsiteY0" fmla="*/ 0 h 6858000"/>
              <a:gd name="connsiteX1" fmla="*/ 5853028 w 7476051"/>
              <a:gd name="connsiteY1" fmla="*/ 0 h 6858000"/>
              <a:gd name="connsiteX2" fmla="*/ 5875152 w 7476051"/>
              <a:gd name="connsiteY2" fmla="*/ 14997 h 6858000"/>
              <a:gd name="connsiteX3" fmla="*/ 7476051 w 7476051"/>
              <a:gd name="connsiteY3" fmla="*/ 3621656 h 6858000"/>
              <a:gd name="connsiteX4" fmla="*/ 5601702 w 7476051"/>
              <a:gd name="connsiteY4" fmla="*/ 6374814 h 6858000"/>
              <a:gd name="connsiteX5" fmla="*/ 5085053 w 7476051"/>
              <a:gd name="connsiteY5" fmla="*/ 6780599 h 6858000"/>
              <a:gd name="connsiteX6" fmla="*/ 4973297 w 7476051"/>
              <a:gd name="connsiteY6" fmla="*/ 6858000 h 6858000"/>
              <a:gd name="connsiteX7" fmla="*/ 0 w 7476051"/>
              <a:gd name="connsiteY7"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7476051" h="6858000">
                <a:moveTo>
                  <a:pt x="0" y="0"/>
                </a:moveTo>
                <a:lnTo>
                  <a:pt x="5853028" y="0"/>
                </a:lnTo>
                <a:lnTo>
                  <a:pt x="5875152" y="14997"/>
                </a:lnTo>
                <a:cubicBezTo>
                  <a:pt x="6902315" y="754641"/>
                  <a:pt x="7476051" y="2093192"/>
                  <a:pt x="7476051" y="3621656"/>
                </a:cubicBezTo>
                <a:cubicBezTo>
                  <a:pt x="7476051" y="4969131"/>
                  <a:pt x="6547326" y="5602839"/>
                  <a:pt x="5601702" y="6374814"/>
                </a:cubicBezTo>
                <a:cubicBezTo>
                  <a:pt x="5429499" y="6515397"/>
                  <a:pt x="5258871" y="6653108"/>
                  <a:pt x="5085053" y="6780599"/>
                </a:cubicBezTo>
                <a:lnTo>
                  <a:pt x="4973297" y="6858000"/>
                </a:lnTo>
                <a:lnTo>
                  <a:pt x="0" y="6858000"/>
                </a:lnTo>
                <a:close/>
              </a:path>
            </a:pathLst>
          </a:custGeom>
          <a:solidFill>
            <a:schemeClr val="bg1">
              <a:alpha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Meiryo"/>
              <a:ea typeface="+mn-ea"/>
              <a:cs typeface="+mn-cs"/>
            </a:endParaRPr>
          </a:p>
        </p:txBody>
      </p:sp>
      <p:sp>
        <p:nvSpPr>
          <p:cNvPr id="14" name="Freeform: Shape 13">
            <a:extLst>
              <a:ext uri="{FF2B5EF4-FFF2-40B4-BE49-F238E27FC236}">
                <a16:creationId xmlns:a16="http://schemas.microsoft.com/office/drawing/2014/main" id="{15F9A324-404E-4C5D-AFF0-C5D0D84182B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348204" y="-1"/>
            <a:ext cx="2535264" cy="6858001"/>
          </a:xfrm>
          <a:custGeom>
            <a:avLst/>
            <a:gdLst>
              <a:gd name="connsiteX0" fmla="*/ 1218585 w 2535264"/>
              <a:gd name="connsiteY0" fmla="*/ 0 h 6858001"/>
              <a:gd name="connsiteX1" fmla="*/ 1236561 w 2535264"/>
              <a:gd name="connsiteY1" fmla="*/ 0 h 6858001"/>
              <a:gd name="connsiteX2" fmla="*/ 1264452 w 2535264"/>
              <a:gd name="connsiteY2" fmla="*/ 24550 h 6858001"/>
              <a:gd name="connsiteX3" fmla="*/ 2528121 w 2535264"/>
              <a:gd name="connsiteY3" fmla="*/ 3710502 h 6858001"/>
              <a:gd name="connsiteX4" fmla="*/ 492890 w 2535264"/>
              <a:gd name="connsiteY4" fmla="*/ 6507511 h 6858001"/>
              <a:gd name="connsiteX5" fmla="*/ 221418 w 2535264"/>
              <a:gd name="connsiteY5" fmla="*/ 6713387 h 6858001"/>
              <a:gd name="connsiteX6" fmla="*/ 20100 w 2535264"/>
              <a:gd name="connsiteY6" fmla="*/ 6858001 h 6858001"/>
              <a:gd name="connsiteX7" fmla="*/ 0 w 2535264"/>
              <a:gd name="connsiteY7" fmla="*/ 6858001 h 6858001"/>
              <a:gd name="connsiteX8" fmla="*/ 202488 w 2535264"/>
              <a:gd name="connsiteY8" fmla="*/ 6712547 h 6858001"/>
              <a:gd name="connsiteX9" fmla="*/ 473961 w 2535264"/>
              <a:gd name="connsiteY9" fmla="*/ 6506670 h 6858001"/>
              <a:gd name="connsiteX10" fmla="*/ 2509192 w 2535264"/>
              <a:gd name="connsiteY10" fmla="*/ 3709662 h 6858001"/>
              <a:gd name="connsiteX11" fmla="*/ 1245521 w 2535264"/>
              <a:gd name="connsiteY11" fmla="*/ 23708 h 68580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535264" h="6858001">
                <a:moveTo>
                  <a:pt x="1218585" y="0"/>
                </a:moveTo>
                <a:lnTo>
                  <a:pt x="1236561" y="0"/>
                </a:lnTo>
                <a:lnTo>
                  <a:pt x="1264452" y="24550"/>
                </a:lnTo>
                <a:cubicBezTo>
                  <a:pt x="2149109" y="863108"/>
                  <a:pt x="2598329" y="2210814"/>
                  <a:pt x="2528121" y="3710502"/>
                </a:cubicBezTo>
                <a:cubicBezTo>
                  <a:pt x="2462100" y="5120751"/>
                  <a:pt x="1489450" y="5742158"/>
                  <a:pt x="492890" y="6507511"/>
                </a:cubicBezTo>
                <a:cubicBezTo>
                  <a:pt x="402151" y="6577199"/>
                  <a:pt x="311847" y="6646154"/>
                  <a:pt x="221418" y="6713387"/>
                </a:cubicBezTo>
                <a:lnTo>
                  <a:pt x="20100" y="6858001"/>
                </a:lnTo>
                <a:lnTo>
                  <a:pt x="0" y="6858001"/>
                </a:lnTo>
                <a:lnTo>
                  <a:pt x="202488" y="6712547"/>
                </a:lnTo>
                <a:cubicBezTo>
                  <a:pt x="292917" y="6645314"/>
                  <a:pt x="383222" y="6576359"/>
                  <a:pt x="473961" y="6506670"/>
                </a:cubicBezTo>
                <a:cubicBezTo>
                  <a:pt x="1470520" y="5741317"/>
                  <a:pt x="2443170" y="5119911"/>
                  <a:pt x="2509192" y="3709662"/>
                </a:cubicBezTo>
                <a:cubicBezTo>
                  <a:pt x="2579400" y="2209973"/>
                  <a:pt x="2130178" y="862268"/>
                  <a:pt x="1245521" y="23708"/>
                </a:cubicBezTo>
                <a:close/>
              </a:path>
            </a:pathLst>
          </a:cu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Meiryo"/>
              <a:ea typeface="+mn-ea"/>
              <a:cs typeface="+mn-cs"/>
            </a:endParaRPr>
          </a:p>
        </p:txBody>
      </p:sp>
      <p:sp>
        <p:nvSpPr>
          <p:cNvPr id="16" name="Freeform: Shape 15">
            <a:extLst>
              <a:ext uri="{FF2B5EF4-FFF2-40B4-BE49-F238E27FC236}">
                <a16:creationId xmlns:a16="http://schemas.microsoft.com/office/drawing/2014/main" id="{AC4CE3C4-3600-4353-9FE1-B32D06BEF02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133737" y="0"/>
            <a:ext cx="2536434" cy="6858000"/>
          </a:xfrm>
          <a:custGeom>
            <a:avLst/>
            <a:gdLst>
              <a:gd name="connsiteX0" fmla="*/ 879731 w 2536434"/>
              <a:gd name="connsiteY0" fmla="*/ 0 h 6858000"/>
              <a:gd name="connsiteX1" fmla="*/ 913411 w 2536434"/>
              <a:gd name="connsiteY1" fmla="*/ 0 h 6858000"/>
              <a:gd name="connsiteX2" fmla="*/ 935535 w 2536434"/>
              <a:gd name="connsiteY2" fmla="*/ 14997 h 6858000"/>
              <a:gd name="connsiteX3" fmla="*/ 2536434 w 2536434"/>
              <a:gd name="connsiteY3" fmla="*/ 3621656 h 6858000"/>
              <a:gd name="connsiteX4" fmla="*/ 662084 w 2536434"/>
              <a:gd name="connsiteY4" fmla="*/ 6374814 h 6858000"/>
              <a:gd name="connsiteX5" fmla="*/ 145436 w 2536434"/>
              <a:gd name="connsiteY5" fmla="*/ 6780599 h 6858000"/>
              <a:gd name="connsiteX6" fmla="*/ 33680 w 2536434"/>
              <a:gd name="connsiteY6" fmla="*/ 6858000 h 6858000"/>
              <a:gd name="connsiteX7" fmla="*/ 0 w 2536434"/>
              <a:gd name="connsiteY7" fmla="*/ 6858000 h 6858000"/>
              <a:gd name="connsiteX8" fmla="*/ 111756 w 2536434"/>
              <a:gd name="connsiteY8" fmla="*/ 6780599 h 6858000"/>
              <a:gd name="connsiteX9" fmla="*/ 628404 w 2536434"/>
              <a:gd name="connsiteY9" fmla="*/ 6374814 h 6858000"/>
              <a:gd name="connsiteX10" fmla="*/ 2502754 w 2536434"/>
              <a:gd name="connsiteY10" fmla="*/ 3621656 h 6858000"/>
              <a:gd name="connsiteX11" fmla="*/ 901855 w 2536434"/>
              <a:gd name="connsiteY11" fmla="*/ 14997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536434" h="6858000">
                <a:moveTo>
                  <a:pt x="879731" y="0"/>
                </a:moveTo>
                <a:lnTo>
                  <a:pt x="913411" y="0"/>
                </a:lnTo>
                <a:lnTo>
                  <a:pt x="935535" y="14997"/>
                </a:lnTo>
                <a:cubicBezTo>
                  <a:pt x="1962698" y="754641"/>
                  <a:pt x="2536434" y="2093192"/>
                  <a:pt x="2536434" y="3621656"/>
                </a:cubicBezTo>
                <a:cubicBezTo>
                  <a:pt x="2536434" y="4969131"/>
                  <a:pt x="1607709" y="5602839"/>
                  <a:pt x="662084" y="6374814"/>
                </a:cubicBezTo>
                <a:cubicBezTo>
                  <a:pt x="489881" y="6515397"/>
                  <a:pt x="319254" y="6653108"/>
                  <a:pt x="145436" y="6780599"/>
                </a:cubicBezTo>
                <a:lnTo>
                  <a:pt x="33680" y="6858000"/>
                </a:lnTo>
                <a:lnTo>
                  <a:pt x="0" y="6858000"/>
                </a:lnTo>
                <a:lnTo>
                  <a:pt x="111756" y="6780599"/>
                </a:lnTo>
                <a:cubicBezTo>
                  <a:pt x="285574" y="6653108"/>
                  <a:pt x="456201" y="6515397"/>
                  <a:pt x="628404" y="6374814"/>
                </a:cubicBezTo>
                <a:cubicBezTo>
                  <a:pt x="1574029" y="5602839"/>
                  <a:pt x="2502754" y="4969131"/>
                  <a:pt x="2502754" y="3621656"/>
                </a:cubicBezTo>
                <a:cubicBezTo>
                  <a:pt x="2502754" y="2093192"/>
                  <a:pt x="1929018" y="754641"/>
                  <a:pt x="901855" y="14997"/>
                </a:cubicBezTo>
                <a:close/>
              </a:path>
            </a:pathLst>
          </a:cu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Meiryo"/>
              <a:ea typeface="+mn-ea"/>
              <a:cs typeface="+mn-cs"/>
            </a:endParaRPr>
          </a:p>
        </p:txBody>
      </p:sp>
      <p:sp>
        <p:nvSpPr>
          <p:cNvPr id="3" name="İçerik Yer Tutucusu 2">
            <a:extLst>
              <a:ext uri="{FF2B5EF4-FFF2-40B4-BE49-F238E27FC236}">
                <a16:creationId xmlns:a16="http://schemas.microsoft.com/office/drawing/2014/main" id="{FFC328EE-5E62-807C-A77B-012047195DE7}"/>
              </a:ext>
            </a:extLst>
          </p:cNvPr>
          <p:cNvSpPr>
            <a:spLocks noGrp="1"/>
          </p:cNvSpPr>
          <p:nvPr>
            <p:ph idx="1"/>
          </p:nvPr>
        </p:nvSpPr>
        <p:spPr>
          <a:xfrm>
            <a:off x="825357" y="831273"/>
            <a:ext cx="6650694" cy="5569527"/>
          </a:xfrm>
          <a:solidFill>
            <a:schemeClr val="bg2">
              <a:alpha val="27550"/>
            </a:schemeClr>
          </a:solidFill>
        </p:spPr>
        <p:txBody>
          <a:bodyPr>
            <a:normAutofit/>
          </a:bodyPr>
          <a:lstStyle/>
          <a:p>
            <a:pPr algn="just">
              <a:lnSpc>
                <a:spcPct val="130000"/>
              </a:lnSpc>
            </a:pPr>
            <a:r>
              <a:rPr lang="tr-TR" b="1" i="0" dirty="0">
                <a:effectLst/>
                <a:latin typeface="Söhne"/>
              </a:rPr>
              <a:t>Informal Örgüt Örneği:</a:t>
            </a:r>
            <a:r>
              <a:rPr lang="tr-TR" b="0" i="0" dirty="0">
                <a:effectLst/>
                <a:latin typeface="Söhne"/>
              </a:rPr>
              <a:t> İnformal örgüt yapısı, resmi hiyerarşinin ötesinde gelişen sosyal ilişkilere dayanır. İnsanlar arasında duygusal bağlar, arkadaşlıklar, güven temelli etkileşimler ve sosyal etkinliklere dayalı bir yapıdır.</a:t>
            </a:r>
          </a:p>
          <a:p>
            <a:pPr algn="just">
              <a:lnSpc>
                <a:spcPct val="130000"/>
              </a:lnSpc>
            </a:pPr>
            <a:r>
              <a:rPr lang="tr-TR" b="0" i="1" dirty="0">
                <a:effectLst/>
                <a:latin typeface="Söhne"/>
              </a:rPr>
              <a:t>Örnek: XYZ Şirketi'nde, çalışanlar arasında kurulan bir kahve köşesi ya da sosyal etkinlikler, belirli bir resmi pozisyonu temsil etmeyen ancak işyerindeki insanların daha yakın ve samimi bir şekilde etkileşimde bulunmalarına olanak tanıyan bir </a:t>
            </a:r>
            <a:r>
              <a:rPr lang="tr-TR" b="0" i="1" dirty="0" err="1">
                <a:effectLst/>
                <a:latin typeface="Söhne"/>
              </a:rPr>
              <a:t>informal</a:t>
            </a:r>
            <a:r>
              <a:rPr lang="tr-TR" b="0" i="1" dirty="0">
                <a:effectLst/>
                <a:latin typeface="Söhne"/>
              </a:rPr>
              <a:t> örgüt yapısı oluşturabilir. Bu tür etkileşimler, işyerindeki sosyal bağları güçlendirebilir ve işbirliğini artırabilir.</a:t>
            </a:r>
            <a:endParaRPr lang="tr-TR" b="0" i="0" dirty="0">
              <a:effectLst/>
              <a:latin typeface="Söhne"/>
            </a:endParaRPr>
          </a:p>
          <a:p>
            <a:pPr>
              <a:lnSpc>
                <a:spcPct val="130000"/>
              </a:lnSpc>
            </a:pPr>
            <a:endParaRPr lang="tr-TR" sz="1400" dirty="0"/>
          </a:p>
        </p:txBody>
      </p:sp>
    </p:spTree>
    <p:extLst>
      <p:ext uri="{BB962C8B-B14F-4D97-AF65-F5344CB8AC3E}">
        <p14:creationId xmlns:p14="http://schemas.microsoft.com/office/powerpoint/2010/main" val="177982745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blipFill dpi="0" rotWithShape="1">
          <a:blip r:embed="rId3">
            <a:alphaModFix amt="28000"/>
            <a:lum/>
          </a:blip>
          <a:srcRect/>
          <a:stretch>
            <a:fillRect/>
          </a:stretch>
        </a:blipFill>
        <a:effectLst/>
      </p:bgPr>
    </p:bg>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86CF4575-636C-C940-95DF-AEBAD6079E01}"/>
              </a:ext>
            </a:extLst>
          </p:cNvPr>
          <p:cNvSpPr>
            <a:spLocks noGrp="1"/>
          </p:cNvSpPr>
          <p:nvPr>
            <p:ph type="title"/>
          </p:nvPr>
        </p:nvSpPr>
        <p:spPr>
          <a:xfrm>
            <a:off x="1354975" y="541973"/>
            <a:ext cx="8770571" cy="1345269"/>
          </a:xfrm>
        </p:spPr>
        <p:txBody>
          <a:bodyPr/>
          <a:lstStyle/>
          <a:p>
            <a:r>
              <a:rPr lang="tr-TR" dirty="0"/>
              <a:t>ÖRGÜTLEME İLKELERİ NELERDİR?</a:t>
            </a:r>
          </a:p>
        </p:txBody>
      </p:sp>
      <p:sp>
        <p:nvSpPr>
          <p:cNvPr id="5" name="İçerik Yer Tutucusu 4">
            <a:extLst>
              <a:ext uri="{FF2B5EF4-FFF2-40B4-BE49-F238E27FC236}">
                <a16:creationId xmlns:a16="http://schemas.microsoft.com/office/drawing/2014/main" id="{B4642A33-04E0-5325-3A24-1EBB7DEA9B92}"/>
              </a:ext>
            </a:extLst>
          </p:cNvPr>
          <p:cNvSpPr>
            <a:spLocks noGrp="1"/>
          </p:cNvSpPr>
          <p:nvPr>
            <p:ph idx="1"/>
          </p:nvPr>
        </p:nvSpPr>
        <p:spPr>
          <a:xfrm>
            <a:off x="1147156" y="2312275"/>
            <a:ext cx="9543655" cy="4304655"/>
          </a:xfrm>
          <a:solidFill>
            <a:schemeClr val="bg2">
              <a:alpha val="42000"/>
            </a:schemeClr>
          </a:solidFill>
        </p:spPr>
        <p:txBody>
          <a:bodyPr>
            <a:normAutofit/>
          </a:bodyPr>
          <a:lstStyle/>
          <a:p>
            <a:r>
              <a:rPr lang="tr-TR" sz="1200" b="1" dirty="0"/>
              <a:t>Amaç birliği ilkesi: </a:t>
            </a:r>
            <a:r>
              <a:rPr lang="tr-TR" sz="1200" dirty="0"/>
              <a:t>Organizasyonun her bölümü, işletmenin ana hedeflerini gerçekleştirecek biçimde anlaşılmış, organize edilmiş olmalıdır. Her bölümün bu amaçları gerçekleştirebilmesi için sürekli olarak denetlenmesi gerekmektedir.</a:t>
            </a:r>
          </a:p>
          <a:p>
            <a:r>
              <a:rPr lang="tr-TR" sz="1200" dirty="0"/>
              <a:t> </a:t>
            </a:r>
            <a:r>
              <a:rPr lang="tr-TR" sz="1200" b="1" dirty="0"/>
              <a:t>Kumanda birliği ilkesi: </a:t>
            </a:r>
            <a:r>
              <a:rPr lang="tr-TR" sz="1200" dirty="0"/>
              <a:t>Her birey sadece bir üstten emir almalı ve ona karşı sorumlu olmalıdır. Birden fazla amirden emir alması durumunda birey, hangi emri yerine getireceğini bilemez ve organizasyonda karışıklıklar meydana gelir. </a:t>
            </a:r>
          </a:p>
          <a:p>
            <a:r>
              <a:rPr lang="tr-TR" sz="1200" b="1" dirty="0"/>
              <a:t>Yeterlilik ilkesi: </a:t>
            </a:r>
            <a:r>
              <a:rPr lang="tr-TR" sz="1200" dirty="0"/>
              <a:t>İşletme organizasyonları, belirlenmiş amaçlarını en az maliyetle yerine getirmek durumundadırlar. Ancak organizasyonun birimleri, maliyetleri düşürmek amacıyla, fonksiyonlarını yerine getirecek düzeyin altında yetersiz hale gelmemelidir. Maliyetleri düşürürken, işletme birimleri, belirlenmiş amaçları yerine getirmede yeterliliğini kaybetmemelidir.</a:t>
            </a:r>
          </a:p>
          <a:p>
            <a:r>
              <a:rPr lang="tr-TR" sz="1200" b="1" dirty="0"/>
              <a:t> İş bölümü ve uzmanlaşma ilkesi: </a:t>
            </a:r>
            <a:r>
              <a:rPr lang="tr-TR" sz="1200" dirty="0"/>
              <a:t>İş bölümü, işlerin bölünerek, her bir kişiye daha dar kapsamlı işler verilerek, onların uzmanlaşmasının sağlanmasını temin eder. Uzmanlaşan kişiler daha yüksek verimle çalışır. Uzmanlaşmamış olduğu sahalardan daha fazla iş üretir.</a:t>
            </a:r>
          </a:p>
        </p:txBody>
      </p:sp>
    </p:spTree>
    <p:extLst>
      <p:ext uri="{BB962C8B-B14F-4D97-AF65-F5344CB8AC3E}">
        <p14:creationId xmlns:p14="http://schemas.microsoft.com/office/powerpoint/2010/main" val="199136563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blipFill dpi="0" rotWithShape="1">
          <a:blip r:embed="rId3" cstate="screen">
            <a:alphaModFix amt="26000"/>
            <a:lum/>
            <a:extLst>
              <a:ext uri="{BEBA8EAE-BF5A-486C-A8C5-ECC9F3942E4B}">
                <a14:imgProps xmlns:a14="http://schemas.microsoft.com/office/drawing/2010/main">
                  <a14:imgLayer r:embed="rId4">
                    <a14:imgEffect>
                      <a14:artisticCutout/>
                    </a14:imgEffect>
                  </a14:imgLayer>
                </a14:imgProps>
              </a:ext>
              <a:ext uri="{28A0092B-C50C-407E-A947-70E740481C1C}">
                <a14:useLocalDpi xmlns:a14="http://schemas.microsoft.com/office/drawing/2010/main"/>
              </a:ext>
            </a:extLst>
          </a:blip>
          <a:srcRect/>
          <a:stretch>
            <a:fillRect t="-7000" b="-7000"/>
          </a:stretch>
        </a:blipFill>
        <a:effectLst/>
      </p:bgPr>
    </p:bg>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86CF4575-636C-C940-95DF-AEBAD6079E01}"/>
              </a:ext>
            </a:extLst>
          </p:cNvPr>
          <p:cNvSpPr>
            <a:spLocks noGrp="1"/>
          </p:cNvSpPr>
          <p:nvPr>
            <p:ph type="title"/>
          </p:nvPr>
        </p:nvSpPr>
        <p:spPr/>
        <p:txBody>
          <a:bodyPr/>
          <a:lstStyle/>
          <a:p>
            <a:r>
              <a:rPr lang="tr-TR" dirty="0"/>
              <a:t>ÖRGÜTLEME İLKELERİ</a:t>
            </a:r>
          </a:p>
        </p:txBody>
      </p:sp>
      <p:sp>
        <p:nvSpPr>
          <p:cNvPr id="5" name="İçerik Yer Tutucusu 4">
            <a:extLst>
              <a:ext uri="{FF2B5EF4-FFF2-40B4-BE49-F238E27FC236}">
                <a16:creationId xmlns:a16="http://schemas.microsoft.com/office/drawing/2014/main" id="{B4642A33-04E0-5325-3A24-1EBB7DEA9B92}"/>
              </a:ext>
            </a:extLst>
          </p:cNvPr>
          <p:cNvSpPr>
            <a:spLocks noGrp="1"/>
          </p:cNvSpPr>
          <p:nvPr>
            <p:ph idx="1"/>
          </p:nvPr>
        </p:nvSpPr>
        <p:spPr>
          <a:xfrm>
            <a:off x="860612" y="2312276"/>
            <a:ext cx="9830199" cy="4103504"/>
          </a:xfrm>
          <a:solidFill>
            <a:schemeClr val="bg2">
              <a:alpha val="38000"/>
            </a:schemeClr>
          </a:solidFill>
        </p:spPr>
        <p:txBody>
          <a:bodyPr>
            <a:normAutofit lnSpcReduction="10000"/>
          </a:bodyPr>
          <a:lstStyle/>
          <a:p>
            <a:r>
              <a:rPr lang="tr-TR" sz="1200" b="1" dirty="0"/>
              <a:t>Görevlerin tanıtımı ilkesi: </a:t>
            </a:r>
            <a:r>
              <a:rPr lang="tr-TR" sz="1200" dirty="0"/>
              <a:t>Bir organizasyon içinde görev alacak kişilerin görevlerinin önceden açık bir şekilde belirlenmesi gerekir. Böyle olunca, karışıklıklar önlenir ve herkes ne yapacağını kolayca öğrenir. </a:t>
            </a:r>
          </a:p>
          <a:p>
            <a:r>
              <a:rPr lang="tr-TR" sz="1200" b="1" dirty="0"/>
              <a:t>Basamaklar sırası ilkesi</a:t>
            </a:r>
            <a:r>
              <a:rPr lang="tr-TR" sz="1200" dirty="0"/>
              <a:t>: Organizasyonlarda belirli işlerin yapılması, birbirleriyle ilgili görevlerin belirli sıralarla yapılması ile mümkündür. Bu belirli sıralar nedeniyle görevliler birbirine ast ve üst biçiminde bağlanmaktadır. Bu şekilde görevliler arasında görev ve sorumluluklar paylaşılmış olur. Bu duruma basamaklar sırası ilkesi adı verilmektedir. </a:t>
            </a:r>
          </a:p>
          <a:p>
            <a:r>
              <a:rPr lang="tr-TR" sz="1200" b="1" dirty="0"/>
              <a:t>Yetki ve sorumluluk denkliği ilkesi</a:t>
            </a:r>
            <a:r>
              <a:rPr lang="tr-TR" sz="1200" dirty="0"/>
              <a:t>: Organizasyonlarda görev yapan kişilere görevleriyle ilgili yetki ve sorumluluklar verilmelidir. Bir yöneticiye bir görevin yerine getirilmesi ile ilgili sorumluluk verilmiş ise, bu sorumluluğu yerine getirecek yeterli düzeyde yetkinin de verilmesi gerekir. Yetkinin düzeyi sorumluluktan az veya sorumluluğu aşacak düzeyde fazla olmamalıdır. Yetki azlığının da, yetki fazlalığının da ayrı ayrı sakıncalı tarafları vardır. </a:t>
            </a:r>
          </a:p>
          <a:p>
            <a:r>
              <a:rPr lang="tr-TR" sz="1200" b="1" dirty="0"/>
              <a:t>İş, yetki, sorumluluk ve karşılıkların açık olarak belirlenmesi ilkesi</a:t>
            </a:r>
            <a:r>
              <a:rPr lang="tr-TR" sz="1200" dirty="0"/>
              <a:t>: Organizasyonlarda görev alan yöneticilerin hangi işleri yapacağı, bunlarla ilgili hangi yetki ve sorumluluklarının olacağı ve bu sorumlulukları yerine getirmesi karşılığında kendisine ne gibi maddi ve manevi ödüller temin edileceği açık bir şekilde belirtilmelidir. </a:t>
            </a:r>
          </a:p>
        </p:txBody>
      </p:sp>
    </p:spTree>
    <p:extLst>
      <p:ext uri="{BB962C8B-B14F-4D97-AF65-F5344CB8AC3E}">
        <p14:creationId xmlns:p14="http://schemas.microsoft.com/office/powerpoint/2010/main" val="57926304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blipFill dpi="0" rotWithShape="1">
          <a:blip r:embed="rId3" cstate="screen">
            <a:alphaModFix amt="26000"/>
            <a:lum/>
            <a:extLst>
              <a:ext uri="{28A0092B-C50C-407E-A947-70E740481C1C}">
                <a14:useLocalDpi xmlns:a14="http://schemas.microsoft.com/office/drawing/2010/main"/>
              </a:ext>
            </a:extLst>
          </a:blip>
          <a:srcRect/>
          <a:stretch>
            <a:fillRect t="-14000" b="-14000"/>
          </a:stretch>
        </a:blipFill>
        <a:effectLst/>
      </p:bgPr>
    </p:bg>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86CF4575-636C-C940-95DF-AEBAD6079E01}"/>
              </a:ext>
            </a:extLst>
          </p:cNvPr>
          <p:cNvSpPr>
            <a:spLocks noGrp="1"/>
          </p:cNvSpPr>
          <p:nvPr>
            <p:ph type="title"/>
          </p:nvPr>
        </p:nvSpPr>
        <p:spPr/>
        <p:txBody>
          <a:bodyPr/>
          <a:lstStyle/>
          <a:p>
            <a:r>
              <a:rPr lang="tr-TR" dirty="0"/>
              <a:t>ÖRGÜTLEME İLKELERİ</a:t>
            </a:r>
          </a:p>
        </p:txBody>
      </p:sp>
      <p:sp>
        <p:nvSpPr>
          <p:cNvPr id="5" name="İçerik Yer Tutucusu 4">
            <a:extLst>
              <a:ext uri="{FF2B5EF4-FFF2-40B4-BE49-F238E27FC236}">
                <a16:creationId xmlns:a16="http://schemas.microsoft.com/office/drawing/2014/main" id="{B4642A33-04E0-5325-3A24-1EBB7DEA9B92}"/>
              </a:ext>
            </a:extLst>
          </p:cNvPr>
          <p:cNvSpPr>
            <a:spLocks noGrp="1"/>
          </p:cNvSpPr>
          <p:nvPr>
            <p:ph idx="1"/>
          </p:nvPr>
        </p:nvSpPr>
        <p:spPr>
          <a:xfrm>
            <a:off x="1130531" y="2312275"/>
            <a:ext cx="10291155" cy="4371157"/>
          </a:xfrm>
          <a:solidFill>
            <a:schemeClr val="bg2">
              <a:alpha val="45719"/>
            </a:schemeClr>
          </a:solidFill>
        </p:spPr>
        <p:txBody>
          <a:bodyPr>
            <a:normAutofit/>
          </a:bodyPr>
          <a:lstStyle/>
          <a:p>
            <a:r>
              <a:rPr lang="tr-TR" sz="1200" b="1" dirty="0"/>
              <a:t>Ayrıklık ilkesi: </a:t>
            </a:r>
            <a:r>
              <a:rPr lang="tr-TR" sz="1200" dirty="0"/>
              <a:t>Organizasyonlarda iş bölümü sonucu herkesin yapacağı işler belirlendikten sonra, görevi yapan kişilerin kendi işleri ile ilgili bağımsız karar alma yetkilerinin bulunması gerekmektedir. Buna ayrıklık ilkesi denir.</a:t>
            </a:r>
          </a:p>
          <a:p>
            <a:r>
              <a:rPr lang="tr-TR" sz="1200" dirty="0"/>
              <a:t> </a:t>
            </a:r>
            <a:r>
              <a:rPr lang="tr-TR" sz="1200" b="1" dirty="0"/>
              <a:t>Yöneltme birliği ilkesi: </a:t>
            </a:r>
            <a:r>
              <a:rPr lang="tr-TR" sz="1200" dirty="0"/>
              <a:t>İşletmelerde organizasyonların amaçlarını gerçekleştirmenin birçok yolu vardır. Bu yollardan işletmenin amaçlarına en uygun olanı tercih edilir ve bununla ilgili geleceğe dönük planlar yapılır. Bu planların uygulanması sırasında ortaya çıkacak sorunların nasıl anlaşılıp ne şekilde çözüm getirileceğine ilişkin önceden bazı ilke kararları alınır. Bu ilke kararlarına da işletme politikaları denir. Planlar, programlar ve işletme politikaları ile güdülen amaç, işletmeyi önceden kararlaştırılmış ve belirlenmiş amaçlara doğru yöneltmektir.</a:t>
            </a:r>
          </a:p>
          <a:p>
            <a:r>
              <a:rPr lang="tr-TR" sz="1200" b="1" dirty="0"/>
              <a:t> Değişebilirlik ilkesi: </a:t>
            </a:r>
            <a:r>
              <a:rPr lang="tr-TR" sz="1200" dirty="0"/>
              <a:t>Sosyal, teknolojik, biyolojik şartlardaki değişmeler karşısında organizasyonun da değişebilir bir özelliğe sahip olması gerekmektedir. </a:t>
            </a:r>
          </a:p>
          <a:p>
            <a:r>
              <a:rPr lang="tr-TR" sz="1200" b="1" dirty="0"/>
              <a:t>Süreklilik ilkesi: </a:t>
            </a:r>
            <a:r>
              <a:rPr lang="tr-TR" sz="1200" dirty="0"/>
              <a:t>Organizasyon kademelerinde yer alan yönetici adaylarının yetişmelerini sağlayacak tedbirleri alarak, çevredeki değişmeleri yakından takip ederek, amaçlarında da çevredeki değişikliklere paralel değişiklikler yaparak organizasyonun devamlılığının sağlanması yönünde tedbirler alınır.</a:t>
            </a:r>
          </a:p>
        </p:txBody>
      </p:sp>
    </p:spTree>
    <p:extLst>
      <p:ext uri="{BB962C8B-B14F-4D97-AF65-F5344CB8AC3E}">
        <p14:creationId xmlns:p14="http://schemas.microsoft.com/office/powerpoint/2010/main" val="254245724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blipFill dpi="0" rotWithShape="1">
          <a:blip r:embed="rId3" cstate="screen">
            <a:alphaModFix amt="26000"/>
            <a:lum/>
            <a:extLst>
              <a:ext uri="{28A0092B-C50C-407E-A947-70E740481C1C}">
                <a14:useLocalDpi xmlns:a14="http://schemas.microsoft.com/office/drawing/2010/main"/>
              </a:ext>
            </a:extLst>
          </a:blip>
          <a:srcRect/>
          <a:stretch>
            <a:fillRect/>
          </a:stretch>
        </a:blipFill>
        <a:effectLst/>
      </p:bgPr>
    </p:bg>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86CF4575-636C-C940-95DF-AEBAD6079E01}"/>
              </a:ext>
            </a:extLst>
          </p:cNvPr>
          <p:cNvSpPr>
            <a:spLocks noGrp="1"/>
          </p:cNvSpPr>
          <p:nvPr>
            <p:ph type="title"/>
          </p:nvPr>
        </p:nvSpPr>
        <p:spPr/>
        <p:txBody>
          <a:bodyPr/>
          <a:lstStyle/>
          <a:p>
            <a:r>
              <a:rPr lang="tr-TR" dirty="0"/>
              <a:t>ÖRGÜTLEME İLKELERİ</a:t>
            </a:r>
          </a:p>
        </p:txBody>
      </p:sp>
      <p:sp>
        <p:nvSpPr>
          <p:cNvPr id="5" name="İçerik Yer Tutucusu 4">
            <a:extLst>
              <a:ext uri="{FF2B5EF4-FFF2-40B4-BE49-F238E27FC236}">
                <a16:creationId xmlns:a16="http://schemas.microsoft.com/office/drawing/2014/main" id="{B4642A33-04E0-5325-3A24-1EBB7DEA9B92}"/>
              </a:ext>
            </a:extLst>
          </p:cNvPr>
          <p:cNvSpPr>
            <a:spLocks noGrp="1"/>
          </p:cNvSpPr>
          <p:nvPr>
            <p:ph idx="1"/>
          </p:nvPr>
        </p:nvSpPr>
        <p:spPr>
          <a:xfrm>
            <a:off x="980902" y="2312276"/>
            <a:ext cx="9709909" cy="4321280"/>
          </a:xfrm>
          <a:solidFill>
            <a:schemeClr val="bg2">
              <a:alpha val="37000"/>
            </a:schemeClr>
          </a:solidFill>
        </p:spPr>
        <p:txBody>
          <a:bodyPr>
            <a:normAutofit fontScale="92500"/>
          </a:bodyPr>
          <a:lstStyle/>
          <a:p>
            <a:r>
              <a:rPr lang="tr-TR" sz="1200" b="1" dirty="0"/>
              <a:t>Önderliğin kolaylaştırılması ilkesi: </a:t>
            </a:r>
            <a:r>
              <a:rPr lang="tr-TR" sz="1200" dirty="0"/>
              <a:t>Organizasyon yapısı ve yetki devri, yöneticinin başarısı için gerekli olan çevreyi meydana getirerek önderlik yeteneğini arttırır. Yöneticilik önemli ölçüde, yönetim görevinde bulunan kişilerin önderlik yetilerine bağlıdır. Bu bakımdan organizasyon yapısı bu durumu temin edecek şartları oluşturmalı ve yöneticinin önderlik yetilerini kullanabilmesine imkan sağlamalıdır. </a:t>
            </a:r>
          </a:p>
          <a:p>
            <a:r>
              <a:rPr lang="tr-TR" sz="1200" b="1" dirty="0"/>
              <a:t>Fonksiyonel benzerlik ilkesi: </a:t>
            </a:r>
            <a:r>
              <a:rPr lang="tr-TR" sz="1200" dirty="0"/>
              <a:t>Görevler, gruplar halinde bir araya getirilirken, fonksiyonel benzerlikler dikkate alınmalıdır. Belirli işlerin bir arada toplanması ve bu işlerde uzmanlaşmış personelin aynı bölümde toplanması ile organizasyona katkıları daha büyük olur. Yönetim alanı ilkesi: Yöneticilere rahat denetleyebileceği sayıda ast bağlanmalıdır. Kontrol edebileceğinden fazla ast bağlandığında yönetici başarısız olur.</a:t>
            </a:r>
          </a:p>
          <a:p>
            <a:r>
              <a:rPr lang="tr-TR" sz="1200" dirty="0"/>
              <a:t> </a:t>
            </a:r>
            <a:r>
              <a:rPr lang="tr-TR" sz="1200" b="1" dirty="0"/>
              <a:t>Personeli işe yerleştirme ilkesi: </a:t>
            </a:r>
            <a:r>
              <a:rPr lang="tr-TR" sz="1200" dirty="0"/>
              <a:t>Personelin işe yerleştirilmesi sırasında, işi yapması için taşıması gereken asgari niteliklere dikkat etmek, daha doğrusu işe göre adam almak gerekir. </a:t>
            </a:r>
          </a:p>
          <a:p>
            <a:r>
              <a:rPr lang="tr-TR" sz="1200" b="1" dirty="0"/>
              <a:t>Sorumluluk ilkesi: </a:t>
            </a:r>
            <a:r>
              <a:rPr lang="tr-TR" sz="1200" dirty="0"/>
              <a:t>Görevlerin yapılıp yapılmamasından yöneticiler sorumludur. Üstler kendi yetki ve sorumluluklarını astlara devretseler bile, işlerin yapılmaması durumunda yine kendi üstlerine hesap vermek durumundalardır. Bu nedenle üstler kendi yetki ve sorumluluklarını astlarına tamamen devredemezler. Devretmeleri halinde de üstlerine karşı kendi sorumlulukları devam eder.</a:t>
            </a:r>
          </a:p>
        </p:txBody>
      </p:sp>
    </p:spTree>
    <p:extLst>
      <p:ext uri="{BB962C8B-B14F-4D97-AF65-F5344CB8AC3E}">
        <p14:creationId xmlns:p14="http://schemas.microsoft.com/office/powerpoint/2010/main" val="303521960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blipFill dpi="0" rotWithShape="1">
          <a:blip r:embed="rId3" cstate="screen">
            <a:alphaModFix amt="26000"/>
            <a:lum/>
            <a:extLst>
              <a:ext uri="{28A0092B-C50C-407E-A947-70E740481C1C}">
                <a14:useLocalDpi xmlns:a14="http://schemas.microsoft.com/office/drawing/2010/main"/>
              </a:ext>
            </a:extLst>
          </a:blip>
          <a:srcRect/>
          <a:stretch>
            <a:fillRect/>
          </a:stretch>
        </a:blipFill>
        <a:effectLst/>
      </p:bgPr>
    </p:bg>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86CF4575-636C-C940-95DF-AEBAD6079E01}"/>
              </a:ext>
            </a:extLst>
          </p:cNvPr>
          <p:cNvSpPr>
            <a:spLocks noGrp="1"/>
          </p:cNvSpPr>
          <p:nvPr>
            <p:ph type="title"/>
          </p:nvPr>
        </p:nvSpPr>
        <p:spPr/>
        <p:txBody>
          <a:bodyPr/>
          <a:lstStyle/>
          <a:p>
            <a:r>
              <a:rPr lang="tr-TR" dirty="0"/>
              <a:t>ÖRGÜTLEME İLKELERİ</a:t>
            </a:r>
          </a:p>
        </p:txBody>
      </p:sp>
      <p:sp>
        <p:nvSpPr>
          <p:cNvPr id="5" name="İçerik Yer Tutucusu 4">
            <a:extLst>
              <a:ext uri="{FF2B5EF4-FFF2-40B4-BE49-F238E27FC236}">
                <a16:creationId xmlns:a16="http://schemas.microsoft.com/office/drawing/2014/main" id="{B4642A33-04E0-5325-3A24-1EBB7DEA9B92}"/>
              </a:ext>
            </a:extLst>
          </p:cNvPr>
          <p:cNvSpPr>
            <a:spLocks noGrp="1"/>
          </p:cNvSpPr>
          <p:nvPr>
            <p:ph idx="1"/>
          </p:nvPr>
        </p:nvSpPr>
        <p:spPr>
          <a:solidFill>
            <a:schemeClr val="bg2">
              <a:alpha val="36012"/>
            </a:schemeClr>
          </a:solidFill>
        </p:spPr>
        <p:txBody>
          <a:bodyPr>
            <a:normAutofit fontScale="77500" lnSpcReduction="20000"/>
          </a:bodyPr>
          <a:lstStyle/>
          <a:p>
            <a:r>
              <a:rPr lang="tr-TR" b="1" dirty="0"/>
              <a:t>Fonksiyonel büyüme ilkesi: </a:t>
            </a:r>
            <a:r>
              <a:rPr lang="tr-TR" dirty="0"/>
              <a:t>İşletmeler büyüdükçe organizasyonlarda da sürekli değişiklik yapmak zorunlu hale gelir. Yeni bölümlerin açılması veya yeni elemanların işe alınmasıyla fonksiyonel büyüme sağlanmış olur. Bundan başka, değişik nitelikteki işleri bir arada yapan bölümler, iş hacminin artmasıyla birden çok veya ayrı ayrı bölümler haline gelebilirler. Böylece işletmelerde fonksiyonel büyümenin yanında organizasyonlar da büyümek durumunda kalır. </a:t>
            </a:r>
          </a:p>
          <a:p>
            <a:r>
              <a:rPr lang="tr-TR" b="1" dirty="0"/>
              <a:t>Çapraz ilişkiler ilkesi: </a:t>
            </a:r>
            <a:r>
              <a:rPr lang="tr-TR" dirty="0"/>
              <a:t>Organizasyonlarda aynı yönetim kademesinde bulunan kişilerin birbirleri ile konuşup konunun ayrıntılarına girerek konuşmalarına izin verilmelidir. Alt kademedeki bir yönetici kendi yetki alanın içinde herhangi bir konuda başka bir birimden yardım alabilir. Kısa devre ilişkisi denilen bu ilişki ile her zaman tasarruf sağlanabilir, üst yönetici de sürekli olarak meşgul ve rahatsız edilmemiş olur.</a:t>
            </a:r>
          </a:p>
        </p:txBody>
      </p:sp>
    </p:spTree>
    <p:extLst>
      <p:ext uri="{BB962C8B-B14F-4D97-AF65-F5344CB8AC3E}">
        <p14:creationId xmlns:p14="http://schemas.microsoft.com/office/powerpoint/2010/main" val="2846505537"/>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effectLst/>
      </p:bgPr>
    </p:bg>
    <p:spTree>
      <p:nvGrpSpPr>
        <p:cNvPr id="1" name=""/>
        <p:cNvGrpSpPr/>
        <p:nvPr/>
      </p:nvGrpSpPr>
      <p:grpSpPr>
        <a:xfrm>
          <a:off x="0" y="0"/>
          <a:ext cx="0" cy="0"/>
          <a:chOff x="0" y="0"/>
          <a:chExt cx="0" cy="0"/>
        </a:xfrm>
      </p:grpSpPr>
      <p:sp useBgFill="1">
        <p:nvSpPr>
          <p:cNvPr id="25" name="Rectangle 24">
            <a:extLst>
              <a:ext uri="{FF2B5EF4-FFF2-40B4-BE49-F238E27FC236}">
                <a16:creationId xmlns:a16="http://schemas.microsoft.com/office/drawing/2014/main" id="{3D5FBB81-B61B-416A-8F5D-A8DDF62530F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53" y="0"/>
            <a:ext cx="12191695"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Meiryo"/>
              <a:ea typeface="+mn-ea"/>
              <a:cs typeface="+mn-cs"/>
            </a:endParaRPr>
          </a:p>
        </p:txBody>
      </p:sp>
      <p:sp>
        <p:nvSpPr>
          <p:cNvPr id="27" name="Freeform: Shape 26">
            <a:extLst>
              <a:ext uri="{FF2B5EF4-FFF2-40B4-BE49-F238E27FC236}">
                <a16:creationId xmlns:a16="http://schemas.microsoft.com/office/drawing/2014/main" id="{40C0D7D4-D83D-4C58-87D1-955F0A9173D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7476051" cy="6858000"/>
          </a:xfrm>
          <a:custGeom>
            <a:avLst/>
            <a:gdLst>
              <a:gd name="connsiteX0" fmla="*/ 0 w 7476051"/>
              <a:gd name="connsiteY0" fmla="*/ 0 h 6858000"/>
              <a:gd name="connsiteX1" fmla="*/ 5853028 w 7476051"/>
              <a:gd name="connsiteY1" fmla="*/ 0 h 6858000"/>
              <a:gd name="connsiteX2" fmla="*/ 5875152 w 7476051"/>
              <a:gd name="connsiteY2" fmla="*/ 14997 h 6858000"/>
              <a:gd name="connsiteX3" fmla="*/ 7476051 w 7476051"/>
              <a:gd name="connsiteY3" fmla="*/ 3621656 h 6858000"/>
              <a:gd name="connsiteX4" fmla="*/ 5601702 w 7476051"/>
              <a:gd name="connsiteY4" fmla="*/ 6374814 h 6858000"/>
              <a:gd name="connsiteX5" fmla="*/ 5085053 w 7476051"/>
              <a:gd name="connsiteY5" fmla="*/ 6780599 h 6858000"/>
              <a:gd name="connsiteX6" fmla="*/ 4973297 w 7476051"/>
              <a:gd name="connsiteY6" fmla="*/ 6858000 h 6858000"/>
              <a:gd name="connsiteX7" fmla="*/ 0 w 7476051"/>
              <a:gd name="connsiteY7"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7476051" h="6858000">
                <a:moveTo>
                  <a:pt x="0" y="0"/>
                </a:moveTo>
                <a:lnTo>
                  <a:pt x="5853028" y="0"/>
                </a:lnTo>
                <a:lnTo>
                  <a:pt x="5875152" y="14997"/>
                </a:lnTo>
                <a:cubicBezTo>
                  <a:pt x="6902315" y="754641"/>
                  <a:pt x="7476051" y="2093192"/>
                  <a:pt x="7476051" y="3621656"/>
                </a:cubicBezTo>
                <a:cubicBezTo>
                  <a:pt x="7476051" y="4969131"/>
                  <a:pt x="6547326" y="5602839"/>
                  <a:pt x="5601702" y="6374814"/>
                </a:cubicBezTo>
                <a:cubicBezTo>
                  <a:pt x="5429499" y="6515397"/>
                  <a:pt x="5258871" y="6653108"/>
                  <a:pt x="5085053" y="6780599"/>
                </a:cubicBezTo>
                <a:lnTo>
                  <a:pt x="4973297" y="6858000"/>
                </a:lnTo>
                <a:lnTo>
                  <a:pt x="0" y="6858000"/>
                </a:lnTo>
                <a:close/>
              </a:path>
            </a:pathLst>
          </a:custGeom>
          <a:solidFill>
            <a:schemeClr val="bg1">
              <a:alpha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Meiryo"/>
              <a:ea typeface="+mn-ea"/>
              <a:cs typeface="+mn-cs"/>
            </a:endParaRPr>
          </a:p>
        </p:txBody>
      </p:sp>
      <p:sp>
        <p:nvSpPr>
          <p:cNvPr id="29" name="Freeform: Shape 28">
            <a:extLst>
              <a:ext uri="{FF2B5EF4-FFF2-40B4-BE49-F238E27FC236}">
                <a16:creationId xmlns:a16="http://schemas.microsoft.com/office/drawing/2014/main" id="{15F9A324-404E-4C5D-AFF0-C5D0D84182B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348204" y="-1"/>
            <a:ext cx="2535264" cy="6858001"/>
          </a:xfrm>
          <a:custGeom>
            <a:avLst/>
            <a:gdLst>
              <a:gd name="connsiteX0" fmla="*/ 1218585 w 2535264"/>
              <a:gd name="connsiteY0" fmla="*/ 0 h 6858001"/>
              <a:gd name="connsiteX1" fmla="*/ 1236561 w 2535264"/>
              <a:gd name="connsiteY1" fmla="*/ 0 h 6858001"/>
              <a:gd name="connsiteX2" fmla="*/ 1264452 w 2535264"/>
              <a:gd name="connsiteY2" fmla="*/ 24550 h 6858001"/>
              <a:gd name="connsiteX3" fmla="*/ 2528121 w 2535264"/>
              <a:gd name="connsiteY3" fmla="*/ 3710502 h 6858001"/>
              <a:gd name="connsiteX4" fmla="*/ 492890 w 2535264"/>
              <a:gd name="connsiteY4" fmla="*/ 6507511 h 6858001"/>
              <a:gd name="connsiteX5" fmla="*/ 221418 w 2535264"/>
              <a:gd name="connsiteY5" fmla="*/ 6713387 h 6858001"/>
              <a:gd name="connsiteX6" fmla="*/ 20100 w 2535264"/>
              <a:gd name="connsiteY6" fmla="*/ 6858001 h 6858001"/>
              <a:gd name="connsiteX7" fmla="*/ 0 w 2535264"/>
              <a:gd name="connsiteY7" fmla="*/ 6858001 h 6858001"/>
              <a:gd name="connsiteX8" fmla="*/ 202488 w 2535264"/>
              <a:gd name="connsiteY8" fmla="*/ 6712547 h 6858001"/>
              <a:gd name="connsiteX9" fmla="*/ 473961 w 2535264"/>
              <a:gd name="connsiteY9" fmla="*/ 6506670 h 6858001"/>
              <a:gd name="connsiteX10" fmla="*/ 2509192 w 2535264"/>
              <a:gd name="connsiteY10" fmla="*/ 3709662 h 6858001"/>
              <a:gd name="connsiteX11" fmla="*/ 1245521 w 2535264"/>
              <a:gd name="connsiteY11" fmla="*/ 23708 h 68580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535264" h="6858001">
                <a:moveTo>
                  <a:pt x="1218585" y="0"/>
                </a:moveTo>
                <a:lnTo>
                  <a:pt x="1236561" y="0"/>
                </a:lnTo>
                <a:lnTo>
                  <a:pt x="1264452" y="24550"/>
                </a:lnTo>
                <a:cubicBezTo>
                  <a:pt x="2149109" y="863108"/>
                  <a:pt x="2598329" y="2210814"/>
                  <a:pt x="2528121" y="3710502"/>
                </a:cubicBezTo>
                <a:cubicBezTo>
                  <a:pt x="2462100" y="5120751"/>
                  <a:pt x="1489450" y="5742158"/>
                  <a:pt x="492890" y="6507511"/>
                </a:cubicBezTo>
                <a:cubicBezTo>
                  <a:pt x="402151" y="6577199"/>
                  <a:pt x="311847" y="6646154"/>
                  <a:pt x="221418" y="6713387"/>
                </a:cubicBezTo>
                <a:lnTo>
                  <a:pt x="20100" y="6858001"/>
                </a:lnTo>
                <a:lnTo>
                  <a:pt x="0" y="6858001"/>
                </a:lnTo>
                <a:lnTo>
                  <a:pt x="202488" y="6712547"/>
                </a:lnTo>
                <a:cubicBezTo>
                  <a:pt x="292917" y="6645314"/>
                  <a:pt x="383222" y="6576359"/>
                  <a:pt x="473961" y="6506670"/>
                </a:cubicBezTo>
                <a:cubicBezTo>
                  <a:pt x="1470520" y="5741317"/>
                  <a:pt x="2443170" y="5119911"/>
                  <a:pt x="2509192" y="3709662"/>
                </a:cubicBezTo>
                <a:cubicBezTo>
                  <a:pt x="2579400" y="2209973"/>
                  <a:pt x="2130178" y="862268"/>
                  <a:pt x="1245521" y="23708"/>
                </a:cubicBezTo>
                <a:close/>
              </a:path>
            </a:pathLst>
          </a:cu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Meiryo"/>
              <a:ea typeface="+mn-ea"/>
              <a:cs typeface="+mn-cs"/>
            </a:endParaRPr>
          </a:p>
        </p:txBody>
      </p:sp>
      <p:sp>
        <p:nvSpPr>
          <p:cNvPr id="31" name="Freeform: Shape 30">
            <a:extLst>
              <a:ext uri="{FF2B5EF4-FFF2-40B4-BE49-F238E27FC236}">
                <a16:creationId xmlns:a16="http://schemas.microsoft.com/office/drawing/2014/main" id="{AC4CE3C4-3600-4353-9FE1-B32D06BEF02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133737" y="0"/>
            <a:ext cx="2536434" cy="6858000"/>
          </a:xfrm>
          <a:custGeom>
            <a:avLst/>
            <a:gdLst>
              <a:gd name="connsiteX0" fmla="*/ 879731 w 2536434"/>
              <a:gd name="connsiteY0" fmla="*/ 0 h 6858000"/>
              <a:gd name="connsiteX1" fmla="*/ 913411 w 2536434"/>
              <a:gd name="connsiteY1" fmla="*/ 0 h 6858000"/>
              <a:gd name="connsiteX2" fmla="*/ 935535 w 2536434"/>
              <a:gd name="connsiteY2" fmla="*/ 14997 h 6858000"/>
              <a:gd name="connsiteX3" fmla="*/ 2536434 w 2536434"/>
              <a:gd name="connsiteY3" fmla="*/ 3621656 h 6858000"/>
              <a:gd name="connsiteX4" fmla="*/ 662084 w 2536434"/>
              <a:gd name="connsiteY4" fmla="*/ 6374814 h 6858000"/>
              <a:gd name="connsiteX5" fmla="*/ 145436 w 2536434"/>
              <a:gd name="connsiteY5" fmla="*/ 6780599 h 6858000"/>
              <a:gd name="connsiteX6" fmla="*/ 33680 w 2536434"/>
              <a:gd name="connsiteY6" fmla="*/ 6858000 h 6858000"/>
              <a:gd name="connsiteX7" fmla="*/ 0 w 2536434"/>
              <a:gd name="connsiteY7" fmla="*/ 6858000 h 6858000"/>
              <a:gd name="connsiteX8" fmla="*/ 111756 w 2536434"/>
              <a:gd name="connsiteY8" fmla="*/ 6780599 h 6858000"/>
              <a:gd name="connsiteX9" fmla="*/ 628404 w 2536434"/>
              <a:gd name="connsiteY9" fmla="*/ 6374814 h 6858000"/>
              <a:gd name="connsiteX10" fmla="*/ 2502754 w 2536434"/>
              <a:gd name="connsiteY10" fmla="*/ 3621656 h 6858000"/>
              <a:gd name="connsiteX11" fmla="*/ 901855 w 2536434"/>
              <a:gd name="connsiteY11" fmla="*/ 14997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536434" h="6858000">
                <a:moveTo>
                  <a:pt x="879731" y="0"/>
                </a:moveTo>
                <a:lnTo>
                  <a:pt x="913411" y="0"/>
                </a:lnTo>
                <a:lnTo>
                  <a:pt x="935535" y="14997"/>
                </a:lnTo>
                <a:cubicBezTo>
                  <a:pt x="1962698" y="754641"/>
                  <a:pt x="2536434" y="2093192"/>
                  <a:pt x="2536434" y="3621656"/>
                </a:cubicBezTo>
                <a:cubicBezTo>
                  <a:pt x="2536434" y="4969131"/>
                  <a:pt x="1607709" y="5602839"/>
                  <a:pt x="662084" y="6374814"/>
                </a:cubicBezTo>
                <a:cubicBezTo>
                  <a:pt x="489881" y="6515397"/>
                  <a:pt x="319254" y="6653108"/>
                  <a:pt x="145436" y="6780599"/>
                </a:cubicBezTo>
                <a:lnTo>
                  <a:pt x="33680" y="6858000"/>
                </a:lnTo>
                <a:lnTo>
                  <a:pt x="0" y="6858000"/>
                </a:lnTo>
                <a:lnTo>
                  <a:pt x="111756" y="6780599"/>
                </a:lnTo>
                <a:cubicBezTo>
                  <a:pt x="285574" y="6653108"/>
                  <a:pt x="456201" y="6515397"/>
                  <a:pt x="628404" y="6374814"/>
                </a:cubicBezTo>
                <a:cubicBezTo>
                  <a:pt x="1574029" y="5602839"/>
                  <a:pt x="2502754" y="4969131"/>
                  <a:pt x="2502754" y="3621656"/>
                </a:cubicBezTo>
                <a:cubicBezTo>
                  <a:pt x="2502754" y="2093192"/>
                  <a:pt x="1929018" y="754641"/>
                  <a:pt x="901855" y="14997"/>
                </a:cubicBezTo>
                <a:close/>
              </a:path>
            </a:pathLst>
          </a:cu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Meiryo"/>
              <a:ea typeface="+mn-ea"/>
              <a:cs typeface="+mn-cs"/>
            </a:endParaRPr>
          </a:p>
        </p:txBody>
      </p:sp>
      <p:sp>
        <p:nvSpPr>
          <p:cNvPr id="2" name="Başlık 1">
            <a:extLst>
              <a:ext uri="{FF2B5EF4-FFF2-40B4-BE49-F238E27FC236}">
                <a16:creationId xmlns:a16="http://schemas.microsoft.com/office/drawing/2014/main" id="{86CF4575-636C-C940-95DF-AEBAD6079E01}"/>
              </a:ext>
            </a:extLst>
          </p:cNvPr>
          <p:cNvSpPr>
            <a:spLocks noGrp="1"/>
          </p:cNvSpPr>
          <p:nvPr>
            <p:ph type="title"/>
          </p:nvPr>
        </p:nvSpPr>
        <p:spPr>
          <a:xfrm>
            <a:off x="992518" y="442913"/>
            <a:ext cx="5185645" cy="1639888"/>
          </a:xfrm>
        </p:spPr>
        <p:txBody>
          <a:bodyPr vert="horz" lIns="109728" tIns="109728" rIns="109728" bIns="91440" rtlCol="0" anchor="b">
            <a:normAutofit/>
          </a:bodyPr>
          <a:lstStyle/>
          <a:p>
            <a:r>
              <a:rPr lang="en-US"/>
              <a:t>ÖRGÜTLEME</a:t>
            </a:r>
          </a:p>
        </p:txBody>
      </p:sp>
      <p:sp>
        <p:nvSpPr>
          <p:cNvPr id="3" name="İçerik Yer Tutucusu 2">
            <a:extLst>
              <a:ext uri="{FF2B5EF4-FFF2-40B4-BE49-F238E27FC236}">
                <a16:creationId xmlns:a16="http://schemas.microsoft.com/office/drawing/2014/main" id="{10D241CB-6F79-0647-B10A-45F6FBD4B8D2}"/>
              </a:ext>
            </a:extLst>
          </p:cNvPr>
          <p:cNvSpPr>
            <a:spLocks/>
          </p:cNvSpPr>
          <p:nvPr/>
        </p:nvSpPr>
        <p:spPr>
          <a:xfrm>
            <a:off x="3094869" y="2312988"/>
            <a:ext cx="6877925" cy="2863528"/>
          </a:xfrm>
          <a:prstGeom prst="rect">
            <a:avLst/>
          </a:prstGeom>
        </p:spPr>
        <p:txBody>
          <a:bodyPr>
            <a:normAutofit/>
          </a:bodyPr>
          <a:lstStyle/>
          <a:p>
            <a:pPr marL="0" marR="0" lvl="0" indent="0" algn="l" defTabSz="713232" rtl="0" eaLnBrk="1" fontAlgn="auto" latinLnBrk="0" hangingPunct="1">
              <a:spcBef>
                <a:spcPts val="0"/>
              </a:spcBef>
              <a:spcAft>
                <a:spcPts val="600"/>
              </a:spcAft>
              <a:buClrTx/>
              <a:buSzTx/>
              <a:buFontTx/>
              <a:buNone/>
              <a:tabLst/>
              <a:defRPr/>
            </a:pPr>
            <a:r>
              <a:rPr kumimoji="0" lang="tr-TR" sz="1404" b="0" i="0" u="none" strike="noStrike" kern="1200" cap="none" spc="0" normalizeH="0" baseline="0" noProof="0">
                <a:ln>
                  <a:noFill/>
                </a:ln>
                <a:solidFill>
                  <a:srgbClr val="000000"/>
                </a:solidFill>
                <a:effectLst/>
                <a:uLnTx/>
                <a:uFillTx/>
                <a:latin typeface="Meiryo"/>
                <a:ea typeface="+mn-ea"/>
                <a:cs typeface="+mn-cs"/>
              </a:rPr>
              <a:t>Örgütlerde bölümlere ayırmada temel ölçütler</a:t>
            </a:r>
          </a:p>
          <a:p>
            <a:pPr marL="267462" marR="0" lvl="0" indent="-267462" algn="l" defTabSz="713232" rtl="0" eaLnBrk="1" fontAlgn="auto" latinLnBrk="0" hangingPunct="1">
              <a:spcBef>
                <a:spcPts val="0"/>
              </a:spcBef>
              <a:spcAft>
                <a:spcPts val="600"/>
              </a:spcAft>
              <a:buClrTx/>
              <a:buSzTx/>
              <a:buFontTx/>
              <a:buAutoNum type="alphaLcParenR"/>
              <a:tabLst/>
              <a:defRPr/>
            </a:pPr>
            <a:r>
              <a:rPr kumimoji="0" lang="tr-TR" sz="1404" b="1" i="0" u="none" strike="noStrike" kern="1200" cap="none" spc="0" normalizeH="0" baseline="0" noProof="0">
                <a:ln>
                  <a:noFill/>
                </a:ln>
                <a:solidFill>
                  <a:srgbClr val="000000"/>
                </a:solidFill>
                <a:effectLst/>
                <a:uLnTx/>
                <a:uFillTx/>
                <a:latin typeface="Meiryo"/>
                <a:ea typeface="+mn-ea"/>
                <a:cs typeface="+mn-cs"/>
              </a:rPr>
              <a:t>Fonksiyon temeline göre örgütleme </a:t>
            </a:r>
          </a:p>
          <a:p>
            <a:pPr marL="342900" marR="0" lvl="0" indent="-342900" algn="l" defTabSz="914400" rtl="0" eaLnBrk="1" fontAlgn="auto" latinLnBrk="0" hangingPunct="1">
              <a:spcBef>
                <a:spcPts val="0"/>
              </a:spcBef>
              <a:spcAft>
                <a:spcPts val="600"/>
              </a:spcAft>
              <a:buClrTx/>
              <a:buSzTx/>
              <a:buFontTx/>
              <a:buAutoNum type="alphaLcParenR"/>
              <a:tabLst/>
              <a:defRPr/>
            </a:pPr>
            <a:endParaRPr kumimoji="0" lang="tr-TR" sz="1800" b="0" i="0" u="none" strike="noStrike" kern="1200" cap="none" spc="0" normalizeH="0" baseline="0" noProof="0">
              <a:ln>
                <a:noFill/>
              </a:ln>
              <a:solidFill>
                <a:srgbClr val="000000"/>
              </a:solidFill>
              <a:effectLst/>
              <a:uLnTx/>
              <a:uFillTx/>
              <a:latin typeface="Meiryo"/>
              <a:ea typeface="+mn-ea"/>
              <a:cs typeface="+mn-cs"/>
            </a:endParaRPr>
          </a:p>
        </p:txBody>
      </p:sp>
      <p:graphicFrame>
        <p:nvGraphicFramePr>
          <p:cNvPr id="4" name="Diyagram 3">
            <a:extLst>
              <a:ext uri="{FF2B5EF4-FFF2-40B4-BE49-F238E27FC236}">
                <a16:creationId xmlns:a16="http://schemas.microsoft.com/office/drawing/2014/main" id="{AC038344-2F93-D74F-B25F-A3C65D3168CC}"/>
              </a:ext>
            </a:extLst>
          </p:cNvPr>
          <p:cNvGraphicFramePr/>
          <p:nvPr>
            <p:extLst>
              <p:ext uri="{D42A27DB-BD31-4B8C-83A1-F6EECF244321}">
                <p14:modId xmlns:p14="http://schemas.microsoft.com/office/powerpoint/2010/main" val="1296106604"/>
              </p:ext>
            </p:extLst>
          </p:nvPr>
        </p:nvGraphicFramePr>
        <p:xfrm>
          <a:off x="992519" y="2312988"/>
          <a:ext cx="5296964" cy="365125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pic>
        <p:nvPicPr>
          <p:cNvPr id="5" name="Resim 4">
            <a:extLst>
              <a:ext uri="{FF2B5EF4-FFF2-40B4-BE49-F238E27FC236}">
                <a16:creationId xmlns:a16="http://schemas.microsoft.com/office/drawing/2014/main" id="{768C673C-9AD9-1E1B-4F6C-B904327E8B0E}"/>
              </a:ext>
            </a:extLst>
          </p:cNvPr>
          <p:cNvPicPr>
            <a:picLocks noChangeAspect="1"/>
          </p:cNvPicPr>
          <p:nvPr/>
        </p:nvPicPr>
        <p:blipFill>
          <a:blip r:embed="rId8" cstate="screen">
            <a:extLst>
              <a:ext uri="{28A0092B-C50C-407E-A947-70E740481C1C}">
                <a14:useLocalDpi xmlns:a14="http://schemas.microsoft.com/office/drawing/2010/main"/>
              </a:ext>
            </a:extLst>
          </a:blip>
          <a:stretch>
            <a:fillRect/>
          </a:stretch>
        </p:blipFill>
        <p:spPr>
          <a:xfrm>
            <a:off x="7987678" y="1721965"/>
            <a:ext cx="3970231" cy="2863529"/>
          </a:xfrm>
          <a:prstGeom prst="rect">
            <a:avLst/>
          </a:prstGeom>
        </p:spPr>
      </p:pic>
    </p:spTree>
    <p:extLst>
      <p:ext uri="{BB962C8B-B14F-4D97-AF65-F5344CB8AC3E}">
        <p14:creationId xmlns:p14="http://schemas.microsoft.com/office/powerpoint/2010/main" val="1766084869"/>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effectLst/>
      </p:bgPr>
    </p:bg>
    <p:spTree>
      <p:nvGrpSpPr>
        <p:cNvPr id="1" name=""/>
        <p:cNvGrpSpPr/>
        <p:nvPr/>
      </p:nvGrpSpPr>
      <p:grpSpPr>
        <a:xfrm>
          <a:off x="0" y="0"/>
          <a:ext cx="0" cy="0"/>
          <a:chOff x="0" y="0"/>
          <a:chExt cx="0" cy="0"/>
        </a:xfrm>
      </p:grpSpPr>
      <p:sp useBgFill="1">
        <p:nvSpPr>
          <p:cNvPr id="27" name="Rectangle 26">
            <a:extLst>
              <a:ext uri="{FF2B5EF4-FFF2-40B4-BE49-F238E27FC236}">
                <a16:creationId xmlns:a16="http://schemas.microsoft.com/office/drawing/2014/main" id="{49BB7E9A-6937-4BF0-9F51-A20F197B550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53" y="0"/>
            <a:ext cx="12191695"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Meiryo"/>
              <a:ea typeface="+mn-ea"/>
              <a:cs typeface="+mn-cs"/>
            </a:endParaRPr>
          </a:p>
        </p:txBody>
      </p:sp>
      <p:sp>
        <p:nvSpPr>
          <p:cNvPr id="29" name="Freeform: Shape 28">
            <a:extLst>
              <a:ext uri="{FF2B5EF4-FFF2-40B4-BE49-F238E27FC236}">
                <a16:creationId xmlns:a16="http://schemas.microsoft.com/office/drawing/2014/main" id="{E0939753-89D7-48A8-8441-B9FF25CE8A7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504167" y="0"/>
            <a:ext cx="5687681" cy="5708856"/>
          </a:xfrm>
          <a:custGeom>
            <a:avLst/>
            <a:gdLst>
              <a:gd name="connsiteX0" fmla="*/ 2787282 w 5687681"/>
              <a:gd name="connsiteY0" fmla="*/ 0 h 5708856"/>
              <a:gd name="connsiteX1" fmla="*/ 3988996 w 5687681"/>
              <a:gd name="connsiteY1" fmla="*/ 0 h 5708856"/>
              <a:gd name="connsiteX2" fmla="*/ 4236253 w 5687681"/>
              <a:gd name="connsiteY2" fmla="*/ 68070 h 5708856"/>
              <a:gd name="connsiteX3" fmla="*/ 4483543 w 5687681"/>
              <a:gd name="connsiteY3" fmla="*/ 168573 h 5708856"/>
              <a:gd name="connsiteX4" fmla="*/ 5265611 w 5687681"/>
              <a:gd name="connsiteY4" fmla="*/ 790441 h 5708856"/>
              <a:gd name="connsiteX5" fmla="*/ 5682608 w 5687681"/>
              <a:gd name="connsiteY5" fmla="*/ 1499885 h 5708856"/>
              <a:gd name="connsiteX6" fmla="*/ 5687681 w 5687681"/>
              <a:gd name="connsiteY6" fmla="*/ 1513862 h 5708856"/>
              <a:gd name="connsiteX7" fmla="*/ 5687681 w 5687681"/>
              <a:gd name="connsiteY7" fmla="*/ 3841322 h 5708856"/>
              <a:gd name="connsiteX8" fmla="*/ 5651147 w 5687681"/>
              <a:gd name="connsiteY8" fmla="*/ 3896489 h 5708856"/>
              <a:gd name="connsiteX9" fmla="*/ 4734255 w 5687681"/>
              <a:gd name="connsiteY9" fmla="*/ 4737639 h 5708856"/>
              <a:gd name="connsiteX10" fmla="*/ 4532663 w 5687681"/>
              <a:gd name="connsiteY10" fmla="*/ 4898543 h 5708856"/>
              <a:gd name="connsiteX11" fmla="*/ 2876165 w 5687681"/>
              <a:gd name="connsiteY11" fmla="*/ 5708856 h 5708856"/>
              <a:gd name="connsiteX12" fmla="*/ 694066 w 5687681"/>
              <a:gd name="connsiteY12" fmla="*/ 4391717 h 5708856"/>
              <a:gd name="connsiteX13" fmla="*/ 461517 w 5687681"/>
              <a:gd name="connsiteY13" fmla="*/ 4054756 h 5708856"/>
              <a:gd name="connsiteX14" fmla="*/ 0 w 5687681"/>
              <a:gd name="connsiteY14" fmla="*/ 2993139 h 5708856"/>
              <a:gd name="connsiteX15" fmla="*/ 278855 w 5687681"/>
              <a:gd name="connsiteY15" fmla="*/ 1849819 h 5708856"/>
              <a:gd name="connsiteX16" fmla="*/ 1047879 w 5687681"/>
              <a:gd name="connsiteY16" fmla="*/ 867400 h 5708856"/>
              <a:gd name="connsiteX17" fmla="*/ 2159714 w 5687681"/>
              <a:gd name="connsiteY17" fmla="*/ 186098 h 5708856"/>
              <a:gd name="connsiteX18" fmla="*/ 2785137 w 5687681"/>
              <a:gd name="connsiteY18" fmla="*/ 372 h 57088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5687681" h="5708856">
                <a:moveTo>
                  <a:pt x="2787282" y="0"/>
                </a:moveTo>
                <a:lnTo>
                  <a:pt x="3988996" y="0"/>
                </a:lnTo>
                <a:lnTo>
                  <a:pt x="4236253" y="68070"/>
                </a:lnTo>
                <a:cubicBezTo>
                  <a:pt x="4321147" y="96843"/>
                  <a:pt x="4403628" y="130356"/>
                  <a:pt x="4483543" y="168573"/>
                </a:cubicBezTo>
                <a:cubicBezTo>
                  <a:pt x="4783119" y="311949"/>
                  <a:pt x="5046239" y="521215"/>
                  <a:pt x="5265611" y="790441"/>
                </a:cubicBezTo>
                <a:cubicBezTo>
                  <a:pt x="5433740" y="996857"/>
                  <a:pt x="5573537" y="1235870"/>
                  <a:pt x="5682608" y="1499885"/>
                </a:cubicBezTo>
                <a:lnTo>
                  <a:pt x="5687681" y="1513862"/>
                </a:lnTo>
                <a:lnTo>
                  <a:pt x="5687681" y="3841322"/>
                </a:lnTo>
                <a:lnTo>
                  <a:pt x="5651147" y="3896489"/>
                </a:lnTo>
                <a:cubicBezTo>
                  <a:pt x="5427171" y="4186934"/>
                  <a:pt x="5090625" y="4454446"/>
                  <a:pt x="4734255" y="4737639"/>
                </a:cubicBezTo>
                <a:cubicBezTo>
                  <a:pt x="4668506" y="4789825"/>
                  <a:pt x="4600584" y="4843856"/>
                  <a:pt x="4532663" y="4898543"/>
                </a:cubicBezTo>
                <a:cubicBezTo>
                  <a:pt x="3924681" y="5387974"/>
                  <a:pt x="3480945" y="5708856"/>
                  <a:pt x="2876165" y="5708856"/>
                </a:cubicBezTo>
                <a:cubicBezTo>
                  <a:pt x="1954665" y="5708856"/>
                  <a:pt x="1302047" y="5314966"/>
                  <a:pt x="694066" y="4391717"/>
                </a:cubicBezTo>
                <a:cubicBezTo>
                  <a:pt x="614503" y="4270875"/>
                  <a:pt x="536731" y="4160972"/>
                  <a:pt x="461517" y="4054756"/>
                </a:cubicBezTo>
                <a:cubicBezTo>
                  <a:pt x="149788" y="3614348"/>
                  <a:pt x="0" y="3385316"/>
                  <a:pt x="0" y="2993139"/>
                </a:cubicBezTo>
                <a:cubicBezTo>
                  <a:pt x="0" y="2603731"/>
                  <a:pt x="93889" y="2219065"/>
                  <a:pt x="278855" y="1849819"/>
                </a:cubicBezTo>
                <a:cubicBezTo>
                  <a:pt x="459854" y="1488610"/>
                  <a:pt x="718625" y="1157977"/>
                  <a:pt x="1047879" y="867400"/>
                </a:cubicBezTo>
                <a:cubicBezTo>
                  <a:pt x="1371504" y="581701"/>
                  <a:pt x="1755887" y="346080"/>
                  <a:pt x="2159714" y="186098"/>
                </a:cubicBezTo>
                <a:cubicBezTo>
                  <a:pt x="2367064" y="103803"/>
                  <a:pt x="2576044" y="41801"/>
                  <a:pt x="2785137" y="372"/>
                </a:cubicBezTo>
                <a:close/>
              </a:path>
            </a:pathLst>
          </a:custGeom>
          <a:noFill/>
          <a:ln w="19050">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Meiryo"/>
              <a:ea typeface="+mn-ea"/>
              <a:cs typeface="+mn-cs"/>
            </a:endParaRPr>
          </a:p>
        </p:txBody>
      </p:sp>
      <p:sp>
        <p:nvSpPr>
          <p:cNvPr id="31" name="Freeform: Shape 30">
            <a:extLst>
              <a:ext uri="{FF2B5EF4-FFF2-40B4-BE49-F238E27FC236}">
                <a16:creationId xmlns:a16="http://schemas.microsoft.com/office/drawing/2014/main" id="{9F5CCFC5-858F-4B45-9B10-D49DD0280D2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325450" y="0"/>
            <a:ext cx="5866550" cy="5788550"/>
          </a:xfrm>
          <a:custGeom>
            <a:avLst/>
            <a:gdLst>
              <a:gd name="connsiteX0" fmla="*/ 2331396 w 5798121"/>
              <a:gd name="connsiteY0" fmla="*/ 0 h 5788550"/>
              <a:gd name="connsiteX1" fmla="*/ 4658651 w 5798121"/>
              <a:gd name="connsiteY1" fmla="*/ 0 h 5788550"/>
              <a:gd name="connsiteX2" fmla="*/ 4682835 w 5798121"/>
              <a:gd name="connsiteY2" fmla="*/ 9816 h 5788550"/>
              <a:gd name="connsiteX3" fmla="*/ 5499667 w 5798121"/>
              <a:gd name="connsiteY3" fmla="*/ 658449 h 5788550"/>
              <a:gd name="connsiteX4" fmla="*/ 5665313 w 5798121"/>
              <a:gd name="connsiteY4" fmla="*/ 884789 h 5788550"/>
              <a:gd name="connsiteX5" fmla="*/ 5798121 w 5798121"/>
              <a:gd name="connsiteY5" fmla="*/ 1110681 h 5788550"/>
              <a:gd name="connsiteX6" fmla="*/ 5798121 w 5798121"/>
              <a:gd name="connsiteY6" fmla="*/ 4016954 h 5788550"/>
              <a:gd name="connsiteX7" fmla="*/ 5706359 w 5798121"/>
              <a:gd name="connsiteY7" fmla="*/ 4121532 h 5788550"/>
              <a:gd name="connsiteX8" fmla="*/ 4944692 w 5798121"/>
              <a:gd name="connsiteY8" fmla="*/ 4775532 h 5788550"/>
              <a:gd name="connsiteX9" fmla="*/ 4734137 w 5798121"/>
              <a:gd name="connsiteY9" fmla="*/ 4943362 h 5788550"/>
              <a:gd name="connsiteX10" fmla="*/ 3004009 w 5798121"/>
              <a:gd name="connsiteY10" fmla="*/ 5788550 h 5788550"/>
              <a:gd name="connsiteX11" fmla="*/ 724917 w 5798121"/>
              <a:gd name="connsiteY11" fmla="*/ 4414722 h 5788550"/>
              <a:gd name="connsiteX12" fmla="*/ 482031 w 5798121"/>
              <a:gd name="connsiteY12" fmla="*/ 4063258 h 5788550"/>
              <a:gd name="connsiteX13" fmla="*/ 0 w 5798121"/>
              <a:gd name="connsiteY13" fmla="*/ 2955950 h 5788550"/>
              <a:gd name="connsiteX14" fmla="*/ 291250 w 5798121"/>
              <a:gd name="connsiteY14" fmla="*/ 1763422 h 5788550"/>
              <a:gd name="connsiteX15" fmla="*/ 1094457 w 5798121"/>
              <a:gd name="connsiteY15" fmla="*/ 738720 h 5788550"/>
              <a:gd name="connsiteX16" fmla="*/ 2255713 w 5798121"/>
              <a:gd name="connsiteY16" fmla="*/ 28095 h 57885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5798121" h="5788550">
                <a:moveTo>
                  <a:pt x="2331396" y="0"/>
                </a:moveTo>
                <a:lnTo>
                  <a:pt x="4658651" y="0"/>
                </a:lnTo>
                <a:lnTo>
                  <a:pt x="4682835" y="9816"/>
                </a:lnTo>
                <a:cubicBezTo>
                  <a:pt x="4995727" y="159362"/>
                  <a:pt x="5270543" y="377635"/>
                  <a:pt x="5499667" y="658449"/>
                </a:cubicBezTo>
                <a:cubicBezTo>
                  <a:pt x="5558201" y="730215"/>
                  <a:pt x="5613447" y="805760"/>
                  <a:pt x="5665313" y="884789"/>
                </a:cubicBezTo>
                <a:lnTo>
                  <a:pt x="5798121" y="1110681"/>
                </a:lnTo>
                <a:lnTo>
                  <a:pt x="5798121" y="4016954"/>
                </a:lnTo>
                <a:lnTo>
                  <a:pt x="5706359" y="4121532"/>
                </a:lnTo>
                <a:cubicBezTo>
                  <a:pt x="5491360" y="4341659"/>
                  <a:pt x="5223849" y="4553996"/>
                  <a:pt x="4944692" y="4775532"/>
                </a:cubicBezTo>
                <a:cubicBezTo>
                  <a:pt x="4876021" y="4829964"/>
                  <a:pt x="4805079" y="4886320"/>
                  <a:pt x="4734137" y="4943362"/>
                </a:cubicBezTo>
                <a:cubicBezTo>
                  <a:pt x="4099133" y="5453857"/>
                  <a:pt x="3635672" y="5788550"/>
                  <a:pt x="3004009" y="5788550"/>
                </a:cubicBezTo>
                <a:cubicBezTo>
                  <a:pt x="2041550" y="5788550"/>
                  <a:pt x="1359922" y="5377707"/>
                  <a:pt x="724917" y="4414722"/>
                </a:cubicBezTo>
                <a:cubicBezTo>
                  <a:pt x="641818" y="4288679"/>
                  <a:pt x="560588" y="4174046"/>
                  <a:pt x="482031" y="4063258"/>
                </a:cubicBezTo>
                <a:cubicBezTo>
                  <a:pt x="156446" y="3603895"/>
                  <a:pt x="0" y="3365006"/>
                  <a:pt x="0" y="2955950"/>
                </a:cubicBezTo>
                <a:cubicBezTo>
                  <a:pt x="0" y="2549782"/>
                  <a:pt x="98062" y="2148559"/>
                  <a:pt x="291250" y="1763422"/>
                </a:cubicBezTo>
                <a:cubicBezTo>
                  <a:pt x="480295" y="1386666"/>
                  <a:pt x="750568" y="1041802"/>
                  <a:pt x="1094457" y="738720"/>
                </a:cubicBezTo>
                <a:cubicBezTo>
                  <a:pt x="1432467" y="440725"/>
                  <a:pt x="1833935" y="194963"/>
                  <a:pt x="2255713" y="28095"/>
                </a:cubicBezTo>
                <a:close/>
              </a:path>
            </a:pathLst>
          </a:custGeom>
          <a:noFill/>
          <a:ln w="19050">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Meiryo"/>
              <a:ea typeface="+mn-ea"/>
              <a:cs typeface="+mn-cs"/>
            </a:endParaRPr>
          </a:p>
        </p:txBody>
      </p:sp>
      <p:sp>
        <p:nvSpPr>
          <p:cNvPr id="2" name="Başlık 1">
            <a:extLst>
              <a:ext uri="{FF2B5EF4-FFF2-40B4-BE49-F238E27FC236}">
                <a16:creationId xmlns:a16="http://schemas.microsoft.com/office/drawing/2014/main" id="{86CF4575-636C-C940-95DF-AEBAD6079E01}"/>
              </a:ext>
            </a:extLst>
          </p:cNvPr>
          <p:cNvSpPr>
            <a:spLocks noGrp="1"/>
          </p:cNvSpPr>
          <p:nvPr>
            <p:ph type="title"/>
          </p:nvPr>
        </p:nvSpPr>
        <p:spPr>
          <a:xfrm>
            <a:off x="914400" y="442912"/>
            <a:ext cx="5411050" cy="1822123"/>
          </a:xfrm>
        </p:spPr>
        <p:txBody>
          <a:bodyPr anchor="b">
            <a:normAutofit/>
          </a:bodyPr>
          <a:lstStyle/>
          <a:p>
            <a:r>
              <a:rPr lang="tr-TR"/>
              <a:t>ÖRGÜTLEME</a:t>
            </a:r>
            <a:endParaRPr lang="tr-TR" dirty="0"/>
          </a:p>
        </p:txBody>
      </p:sp>
      <p:sp>
        <p:nvSpPr>
          <p:cNvPr id="3" name="İçerik Yer Tutucusu 2">
            <a:extLst>
              <a:ext uri="{FF2B5EF4-FFF2-40B4-BE49-F238E27FC236}">
                <a16:creationId xmlns:a16="http://schemas.microsoft.com/office/drawing/2014/main" id="{10D241CB-6F79-0647-B10A-45F6FBD4B8D2}"/>
              </a:ext>
            </a:extLst>
          </p:cNvPr>
          <p:cNvSpPr>
            <a:spLocks noGrp="1"/>
          </p:cNvSpPr>
          <p:nvPr>
            <p:ph idx="1"/>
          </p:nvPr>
        </p:nvSpPr>
        <p:spPr>
          <a:xfrm>
            <a:off x="914400" y="2496720"/>
            <a:ext cx="5181599" cy="3467518"/>
          </a:xfrm>
        </p:spPr>
        <p:txBody>
          <a:bodyPr anchor="t">
            <a:normAutofit/>
          </a:bodyPr>
          <a:lstStyle/>
          <a:p>
            <a:r>
              <a:rPr lang="tr-TR" dirty="0"/>
              <a:t>Örgütlerde bölümlere ayırmada temel ölçütler</a:t>
            </a:r>
          </a:p>
          <a:p>
            <a:r>
              <a:rPr lang="tr-TR" b="1" dirty="0"/>
              <a:t>b) Sayı temeline göre örgütleme</a:t>
            </a:r>
          </a:p>
          <a:p>
            <a:r>
              <a:rPr lang="tr-TR" dirty="0"/>
              <a:t>Kabile, klan, ordu vb.</a:t>
            </a:r>
          </a:p>
        </p:txBody>
      </p:sp>
      <p:sp>
        <p:nvSpPr>
          <p:cNvPr id="33" name="Freeform: Shape 32">
            <a:extLst>
              <a:ext uri="{FF2B5EF4-FFF2-40B4-BE49-F238E27FC236}">
                <a16:creationId xmlns:a16="http://schemas.microsoft.com/office/drawing/2014/main" id="{2348ECDC-D455-4B71-90F6-2ECC12B7983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623734" y="0"/>
            <a:ext cx="5568114" cy="5577748"/>
          </a:xfrm>
          <a:custGeom>
            <a:avLst/>
            <a:gdLst>
              <a:gd name="connsiteX0" fmla="*/ 2959946 w 5568114"/>
              <a:gd name="connsiteY0" fmla="*/ 0 h 5577748"/>
              <a:gd name="connsiteX1" fmla="*/ 3614224 w 5568114"/>
              <a:gd name="connsiteY1" fmla="*/ 0 h 5577748"/>
              <a:gd name="connsiteX2" fmla="*/ 3844432 w 5568114"/>
              <a:gd name="connsiteY2" fmla="*/ 36392 h 5577748"/>
              <a:gd name="connsiteX3" fmla="*/ 4336826 w 5568114"/>
              <a:gd name="connsiteY3" fmla="*/ 203778 h 5577748"/>
              <a:gd name="connsiteX4" fmla="*/ 5093304 w 5568114"/>
              <a:gd name="connsiteY4" fmla="*/ 806978 h 5577748"/>
              <a:gd name="connsiteX5" fmla="*/ 5496656 w 5568114"/>
              <a:gd name="connsiteY5" fmla="*/ 1495125 h 5577748"/>
              <a:gd name="connsiteX6" fmla="*/ 5568114 w 5568114"/>
              <a:gd name="connsiteY6" fmla="*/ 1692569 h 5577748"/>
              <a:gd name="connsiteX7" fmla="*/ 5568114 w 5568114"/>
              <a:gd name="connsiteY7" fmla="*/ 3665503 h 5577748"/>
              <a:gd name="connsiteX8" fmla="*/ 5466225 w 5568114"/>
              <a:gd name="connsiteY8" fmla="*/ 3819786 h 5577748"/>
              <a:gd name="connsiteX9" fmla="*/ 4579336 w 5568114"/>
              <a:gd name="connsiteY9" fmla="*/ 4635686 h 5577748"/>
              <a:gd name="connsiteX10" fmla="*/ 4384340 w 5568114"/>
              <a:gd name="connsiteY10" fmla="*/ 4791760 h 5577748"/>
              <a:gd name="connsiteX11" fmla="*/ 2782048 w 5568114"/>
              <a:gd name="connsiteY11" fmla="*/ 5577748 h 5577748"/>
              <a:gd name="connsiteX12" fmla="*/ 671354 w 5568114"/>
              <a:gd name="connsiteY12" fmla="*/ 4300148 h 5577748"/>
              <a:gd name="connsiteX13" fmla="*/ 446415 w 5568114"/>
              <a:gd name="connsiteY13" fmla="*/ 3973302 h 5577748"/>
              <a:gd name="connsiteX14" fmla="*/ 0 w 5568114"/>
              <a:gd name="connsiteY14" fmla="*/ 2943554 h 5577748"/>
              <a:gd name="connsiteX15" fmla="*/ 269730 w 5568114"/>
              <a:gd name="connsiteY15" fmla="*/ 1834555 h 5577748"/>
              <a:gd name="connsiteX16" fmla="*/ 1013589 w 5568114"/>
              <a:gd name="connsiteY16" fmla="*/ 881627 h 5577748"/>
              <a:gd name="connsiteX17" fmla="*/ 2089042 w 5568114"/>
              <a:gd name="connsiteY17" fmla="*/ 220777 h 5577748"/>
              <a:gd name="connsiteX18" fmla="*/ 2845684 w 5568114"/>
              <a:gd name="connsiteY18" fmla="*/ 14234 h 55777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5568114" h="5577748">
                <a:moveTo>
                  <a:pt x="2959946" y="0"/>
                </a:moveTo>
                <a:lnTo>
                  <a:pt x="3614224" y="0"/>
                </a:lnTo>
                <a:lnTo>
                  <a:pt x="3844432" y="36392"/>
                </a:lnTo>
                <a:cubicBezTo>
                  <a:pt x="4017699" y="73748"/>
                  <a:pt x="4182227" y="129639"/>
                  <a:pt x="4336826" y="203778"/>
                </a:cubicBezTo>
                <a:cubicBezTo>
                  <a:pt x="4626600" y="342850"/>
                  <a:pt x="4881111" y="545834"/>
                  <a:pt x="5093304" y="806978"/>
                </a:cubicBezTo>
                <a:cubicBezTo>
                  <a:pt x="5255931" y="1007198"/>
                  <a:pt x="5391154" y="1239036"/>
                  <a:pt x="5496656" y="1495125"/>
                </a:cubicBezTo>
                <a:lnTo>
                  <a:pt x="5568114" y="1692569"/>
                </a:lnTo>
                <a:lnTo>
                  <a:pt x="5568114" y="3665503"/>
                </a:lnTo>
                <a:lnTo>
                  <a:pt x="5466225" y="3819786"/>
                </a:lnTo>
                <a:cubicBezTo>
                  <a:pt x="5249576" y="4101511"/>
                  <a:pt x="4924044" y="4360994"/>
                  <a:pt x="4579336" y="4635686"/>
                </a:cubicBezTo>
                <a:cubicBezTo>
                  <a:pt x="4515738" y="4686305"/>
                  <a:pt x="4450038" y="4738713"/>
                  <a:pt x="4384340" y="4791760"/>
                </a:cubicBezTo>
                <a:cubicBezTo>
                  <a:pt x="3796254" y="5266498"/>
                  <a:pt x="3367038" y="5577748"/>
                  <a:pt x="2782048" y="5577748"/>
                </a:cubicBezTo>
                <a:cubicBezTo>
                  <a:pt x="1890703" y="5577748"/>
                  <a:pt x="1259439" y="5195682"/>
                  <a:pt x="671354" y="4300148"/>
                </a:cubicBezTo>
                <a:cubicBezTo>
                  <a:pt x="594395" y="4182934"/>
                  <a:pt x="519167" y="4076330"/>
                  <a:pt x="446415" y="3973302"/>
                </a:cubicBezTo>
                <a:cubicBezTo>
                  <a:pt x="144886" y="3546115"/>
                  <a:pt x="0" y="3323958"/>
                  <a:pt x="0" y="2943554"/>
                </a:cubicBezTo>
                <a:cubicBezTo>
                  <a:pt x="0" y="2565835"/>
                  <a:pt x="90816" y="2192716"/>
                  <a:pt x="269730" y="1834555"/>
                </a:cubicBezTo>
                <a:cubicBezTo>
                  <a:pt x="444806" y="1484188"/>
                  <a:pt x="695109" y="1163480"/>
                  <a:pt x="1013589" y="881627"/>
                </a:cubicBezTo>
                <a:cubicBezTo>
                  <a:pt x="1326624" y="604505"/>
                  <a:pt x="1698428" y="375956"/>
                  <a:pt x="2089042" y="220777"/>
                </a:cubicBezTo>
                <a:cubicBezTo>
                  <a:pt x="2339747" y="120996"/>
                  <a:pt x="2592918" y="51971"/>
                  <a:pt x="2845684" y="14234"/>
                </a:cubicBezTo>
                <a:close/>
              </a:path>
            </a:pathLst>
          </a:custGeom>
          <a:solidFill>
            <a:srgbClr val="FFFFFF">
              <a:alpha val="6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Meiryo"/>
              <a:ea typeface="+mn-ea"/>
              <a:cs typeface="+mn-cs"/>
            </a:endParaRPr>
          </a:p>
        </p:txBody>
      </p:sp>
      <p:pic>
        <p:nvPicPr>
          <p:cNvPr id="4" name="Resim 3">
            <a:extLst>
              <a:ext uri="{FF2B5EF4-FFF2-40B4-BE49-F238E27FC236}">
                <a16:creationId xmlns:a16="http://schemas.microsoft.com/office/drawing/2014/main" id="{DCCD0909-DC57-F51E-5257-C74D91D683E5}"/>
              </a:ext>
            </a:extLst>
          </p:cNvPr>
          <p:cNvPicPr>
            <a:picLocks noChangeAspect="1"/>
          </p:cNvPicPr>
          <p:nvPr/>
        </p:nvPicPr>
        <p:blipFill>
          <a:blip r:embed="rId3" cstate="screen">
            <a:extLst>
              <a:ext uri="{28A0092B-C50C-407E-A947-70E740481C1C}">
                <a14:useLocalDpi xmlns:a14="http://schemas.microsoft.com/office/drawing/2010/main"/>
              </a:ext>
            </a:extLst>
          </a:blip>
          <a:srcRect/>
          <a:stretch/>
        </p:blipFill>
        <p:spPr>
          <a:xfrm>
            <a:off x="6877878" y="294199"/>
            <a:ext cx="5150794" cy="5001370"/>
          </a:xfrm>
          <a:custGeom>
            <a:avLst/>
            <a:gdLst/>
            <a:ahLst/>
            <a:cxnLst/>
            <a:rect l="l" t="t" r="r" b="b"/>
            <a:pathLst>
              <a:path w="5044104" h="4896924">
                <a:moveTo>
                  <a:pt x="2886613" y="0"/>
                </a:moveTo>
                <a:cubicBezTo>
                  <a:pt x="3218269" y="0"/>
                  <a:pt x="3523512" y="65865"/>
                  <a:pt x="3794011" y="195584"/>
                </a:cubicBezTo>
                <a:cubicBezTo>
                  <a:pt x="4047516" y="317247"/>
                  <a:pt x="4270172" y="494825"/>
                  <a:pt x="4455804" y="723284"/>
                </a:cubicBezTo>
                <a:cubicBezTo>
                  <a:pt x="4835198" y="1190375"/>
                  <a:pt x="5044104" y="1854168"/>
                  <a:pt x="5044104" y="2592438"/>
                </a:cubicBezTo>
                <a:cubicBezTo>
                  <a:pt x="5044104" y="2886985"/>
                  <a:pt x="4963247" y="3123382"/>
                  <a:pt x="4782050" y="3358996"/>
                </a:cubicBezTo>
                <a:cubicBezTo>
                  <a:pt x="4592516" y="3605460"/>
                  <a:pt x="4307730" y="3832465"/>
                  <a:pt x="4006167" y="4072775"/>
                </a:cubicBezTo>
                <a:cubicBezTo>
                  <a:pt x="3950530" y="4117058"/>
                  <a:pt x="3893052" y="4162907"/>
                  <a:pt x="3835576" y="4209314"/>
                </a:cubicBezTo>
                <a:cubicBezTo>
                  <a:pt x="3321099" y="4624632"/>
                  <a:pt x="2945605" y="4896924"/>
                  <a:pt x="2433835" y="4896924"/>
                </a:cubicBezTo>
                <a:cubicBezTo>
                  <a:pt x="1654054" y="4896924"/>
                  <a:pt x="1101803" y="4562680"/>
                  <a:pt x="587325" y="3779234"/>
                </a:cubicBezTo>
                <a:cubicBezTo>
                  <a:pt x="519999" y="3676690"/>
                  <a:pt x="454187" y="3583430"/>
                  <a:pt x="390540" y="3493298"/>
                </a:cubicBezTo>
                <a:cubicBezTo>
                  <a:pt x="126752" y="3119579"/>
                  <a:pt x="0" y="2925228"/>
                  <a:pt x="0" y="2592438"/>
                </a:cubicBezTo>
                <a:cubicBezTo>
                  <a:pt x="0" y="2261996"/>
                  <a:pt x="79450" y="1935577"/>
                  <a:pt x="235969" y="1622244"/>
                </a:cubicBezTo>
                <a:cubicBezTo>
                  <a:pt x="389133" y="1315731"/>
                  <a:pt x="608107" y="1035165"/>
                  <a:pt x="886724" y="788590"/>
                </a:cubicBezTo>
                <a:cubicBezTo>
                  <a:pt x="1160578" y="546153"/>
                  <a:pt x="1485846" y="346211"/>
                  <a:pt x="1827568" y="210454"/>
                </a:cubicBezTo>
                <a:cubicBezTo>
                  <a:pt x="2178491" y="70787"/>
                  <a:pt x="2534934" y="0"/>
                  <a:pt x="2886613" y="0"/>
                </a:cubicBezTo>
                <a:close/>
              </a:path>
            </a:pathLst>
          </a:custGeom>
        </p:spPr>
      </p:pic>
    </p:spTree>
    <p:extLst>
      <p:ext uri="{BB962C8B-B14F-4D97-AF65-F5344CB8AC3E}">
        <p14:creationId xmlns:p14="http://schemas.microsoft.com/office/powerpoint/2010/main" val="2549091466"/>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effectLst/>
      </p:bgPr>
    </p:bg>
    <p:spTree>
      <p:nvGrpSpPr>
        <p:cNvPr id="1" name=""/>
        <p:cNvGrpSpPr/>
        <p:nvPr/>
      </p:nvGrpSpPr>
      <p:grpSpPr>
        <a:xfrm>
          <a:off x="0" y="0"/>
          <a:ext cx="0" cy="0"/>
          <a:chOff x="0" y="0"/>
          <a:chExt cx="0" cy="0"/>
        </a:xfrm>
      </p:grpSpPr>
      <p:sp useBgFill="1">
        <p:nvSpPr>
          <p:cNvPr id="50" name="Rectangle 49">
            <a:extLst>
              <a:ext uri="{FF2B5EF4-FFF2-40B4-BE49-F238E27FC236}">
                <a16:creationId xmlns:a16="http://schemas.microsoft.com/office/drawing/2014/main" id="{593B4D24-F4A8-4141-A20A-E0575D19963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5" y="0"/>
            <a:ext cx="12191695"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Meiryo"/>
              <a:ea typeface="+mn-ea"/>
              <a:cs typeface="+mn-cs"/>
            </a:endParaRPr>
          </a:p>
        </p:txBody>
      </p:sp>
      <p:sp>
        <p:nvSpPr>
          <p:cNvPr id="52" name="Freeform: Shape 51">
            <a:extLst>
              <a:ext uri="{FF2B5EF4-FFF2-40B4-BE49-F238E27FC236}">
                <a16:creationId xmlns:a16="http://schemas.microsoft.com/office/drawing/2014/main" id="{55A741C2-AB82-4BF5-9324-5D0B56A3D0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3167675" y="-3167677"/>
            <a:ext cx="5856341" cy="12191695"/>
          </a:xfrm>
          <a:custGeom>
            <a:avLst/>
            <a:gdLst>
              <a:gd name="connsiteX0" fmla="*/ 0 w 5856341"/>
              <a:gd name="connsiteY0" fmla="*/ 12191695 h 12191695"/>
              <a:gd name="connsiteX1" fmla="*/ 0 w 5856341"/>
              <a:gd name="connsiteY1" fmla="*/ 0 h 12191695"/>
              <a:gd name="connsiteX2" fmla="*/ 243849 w 5856341"/>
              <a:gd name="connsiteY2" fmla="*/ 0 h 12191695"/>
              <a:gd name="connsiteX3" fmla="*/ 505121 w 5856341"/>
              <a:gd name="connsiteY3" fmla="*/ 0 h 12191695"/>
              <a:gd name="connsiteX4" fmla="*/ 723207 w 5856341"/>
              <a:gd name="connsiteY4" fmla="*/ 0 h 12191695"/>
              <a:gd name="connsiteX5" fmla="*/ 755828 w 5856341"/>
              <a:gd name="connsiteY5" fmla="*/ 0 h 12191695"/>
              <a:gd name="connsiteX6" fmla="*/ 1411868 w 5856341"/>
              <a:gd name="connsiteY6" fmla="*/ 0 h 12191695"/>
              <a:gd name="connsiteX7" fmla="*/ 1421034 w 5856341"/>
              <a:gd name="connsiteY7" fmla="*/ 0 h 12191695"/>
              <a:gd name="connsiteX8" fmla="*/ 1515206 w 5856341"/>
              <a:gd name="connsiteY8" fmla="*/ 0 h 12191695"/>
              <a:gd name="connsiteX9" fmla="*/ 2636151 w 5856341"/>
              <a:gd name="connsiteY9" fmla="*/ 0 h 12191695"/>
              <a:gd name="connsiteX10" fmla="*/ 4637890 w 5856341"/>
              <a:gd name="connsiteY10" fmla="*/ 0 h 12191695"/>
              <a:gd name="connsiteX11" fmla="*/ 4654499 w 5856341"/>
              <a:gd name="connsiteY11" fmla="*/ 26661 h 12191695"/>
              <a:gd name="connsiteX12" fmla="*/ 5856341 w 5856341"/>
              <a:gd name="connsiteY12" fmla="*/ 6438338 h 12191695"/>
              <a:gd name="connsiteX13" fmla="*/ 4449211 w 5856341"/>
              <a:gd name="connsiteY13" fmla="*/ 11332719 h 12191695"/>
              <a:gd name="connsiteX14" fmla="*/ 4061349 w 5856341"/>
              <a:gd name="connsiteY14" fmla="*/ 12054097 h 12191695"/>
              <a:gd name="connsiteX15" fmla="*/ 3977450 w 5856341"/>
              <a:gd name="connsiteY15" fmla="*/ 12191695 h 12191695"/>
              <a:gd name="connsiteX16" fmla="*/ 2636151 w 5856341"/>
              <a:gd name="connsiteY16" fmla="*/ 12191695 h 12191695"/>
              <a:gd name="connsiteX17" fmla="*/ 1421034 w 5856341"/>
              <a:gd name="connsiteY17" fmla="*/ 12191695 h 12191695"/>
              <a:gd name="connsiteX18" fmla="*/ 1411868 w 5856341"/>
              <a:gd name="connsiteY18" fmla="*/ 12191695 h 12191695"/>
              <a:gd name="connsiteX19" fmla="*/ 1283685 w 5856341"/>
              <a:gd name="connsiteY19" fmla="*/ 12191695 h 12191695"/>
              <a:gd name="connsiteX20" fmla="*/ 755828 w 5856341"/>
              <a:gd name="connsiteY20" fmla="*/ 12191695 h 12191695"/>
              <a:gd name="connsiteX21" fmla="*/ 723207 w 5856341"/>
              <a:gd name="connsiteY21" fmla="*/ 12191695 h 12191695"/>
              <a:gd name="connsiteX22" fmla="*/ 505121 w 5856341"/>
              <a:gd name="connsiteY22" fmla="*/ 12191695 h 12191695"/>
              <a:gd name="connsiteX23" fmla="*/ 243849 w 5856341"/>
              <a:gd name="connsiteY23" fmla="*/ 12191695 h 121916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5856341" h="12191695">
                <a:moveTo>
                  <a:pt x="0" y="12191695"/>
                </a:moveTo>
                <a:lnTo>
                  <a:pt x="0" y="0"/>
                </a:lnTo>
                <a:lnTo>
                  <a:pt x="243849" y="0"/>
                </a:lnTo>
                <a:lnTo>
                  <a:pt x="505121" y="0"/>
                </a:lnTo>
                <a:lnTo>
                  <a:pt x="723207" y="0"/>
                </a:lnTo>
                <a:lnTo>
                  <a:pt x="755828" y="0"/>
                </a:lnTo>
                <a:lnTo>
                  <a:pt x="1411868" y="0"/>
                </a:lnTo>
                <a:lnTo>
                  <a:pt x="1421034" y="0"/>
                </a:lnTo>
                <a:lnTo>
                  <a:pt x="1515206" y="0"/>
                </a:lnTo>
                <a:lnTo>
                  <a:pt x="2636151" y="0"/>
                </a:lnTo>
                <a:lnTo>
                  <a:pt x="4637890" y="0"/>
                </a:lnTo>
                <a:lnTo>
                  <a:pt x="4654499" y="26661"/>
                </a:lnTo>
                <a:cubicBezTo>
                  <a:pt x="5425621" y="1341551"/>
                  <a:pt x="5856341" y="3721137"/>
                  <a:pt x="5856341" y="6438338"/>
                </a:cubicBezTo>
                <a:cubicBezTo>
                  <a:pt x="5856341" y="8833790"/>
                  <a:pt x="5159120" y="9960353"/>
                  <a:pt x="4449211" y="11332719"/>
                </a:cubicBezTo>
                <a:cubicBezTo>
                  <a:pt x="4319934" y="11582638"/>
                  <a:pt x="4191839" y="11827452"/>
                  <a:pt x="4061349" y="12054097"/>
                </a:cubicBezTo>
                <a:lnTo>
                  <a:pt x="3977450" y="12191695"/>
                </a:lnTo>
                <a:lnTo>
                  <a:pt x="2636151" y="12191695"/>
                </a:lnTo>
                <a:lnTo>
                  <a:pt x="1421034" y="12191695"/>
                </a:lnTo>
                <a:lnTo>
                  <a:pt x="1411868" y="12191695"/>
                </a:lnTo>
                <a:lnTo>
                  <a:pt x="1283685" y="12191695"/>
                </a:lnTo>
                <a:lnTo>
                  <a:pt x="755828" y="12191695"/>
                </a:lnTo>
                <a:lnTo>
                  <a:pt x="723207" y="12191695"/>
                </a:lnTo>
                <a:lnTo>
                  <a:pt x="505121" y="12191695"/>
                </a:lnTo>
                <a:lnTo>
                  <a:pt x="243849" y="12191695"/>
                </a:lnTo>
                <a:close/>
              </a:path>
            </a:pathLst>
          </a:custGeom>
          <a:solidFill>
            <a:schemeClr val="bg1">
              <a:alpha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Başlık 1">
            <a:extLst>
              <a:ext uri="{FF2B5EF4-FFF2-40B4-BE49-F238E27FC236}">
                <a16:creationId xmlns:a16="http://schemas.microsoft.com/office/drawing/2014/main" id="{86CF4575-636C-C940-95DF-AEBAD6079E01}"/>
              </a:ext>
            </a:extLst>
          </p:cNvPr>
          <p:cNvSpPr>
            <a:spLocks noGrp="1"/>
          </p:cNvSpPr>
          <p:nvPr>
            <p:ph type="title"/>
          </p:nvPr>
        </p:nvSpPr>
        <p:spPr>
          <a:xfrm>
            <a:off x="1920875" y="442913"/>
            <a:ext cx="8391967" cy="1344612"/>
          </a:xfrm>
        </p:spPr>
        <p:txBody>
          <a:bodyPr anchor="b">
            <a:normAutofit/>
          </a:bodyPr>
          <a:lstStyle/>
          <a:p>
            <a:r>
              <a:rPr lang="tr-TR" dirty="0"/>
              <a:t>ÖRGÜTLEME</a:t>
            </a:r>
          </a:p>
        </p:txBody>
      </p:sp>
      <p:sp>
        <p:nvSpPr>
          <p:cNvPr id="54" name="Freeform: Shape 53">
            <a:extLst>
              <a:ext uri="{FF2B5EF4-FFF2-40B4-BE49-F238E27FC236}">
                <a16:creationId xmlns:a16="http://schemas.microsoft.com/office/drawing/2014/main" id="{DCD46807-BF17-4E5D-90A8-A062604C00C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5146277" y="-874927"/>
            <a:ext cx="1899138" cy="12191695"/>
          </a:xfrm>
          <a:custGeom>
            <a:avLst/>
            <a:gdLst>
              <a:gd name="connsiteX0" fmla="*/ 1258269 w 2529723"/>
              <a:gd name="connsiteY0" fmla="*/ 0 h 6858000"/>
              <a:gd name="connsiteX1" fmla="*/ 1275627 w 2529723"/>
              <a:gd name="connsiteY1" fmla="*/ 0 h 6858000"/>
              <a:gd name="connsiteX2" fmla="*/ 1302560 w 2529723"/>
              <a:gd name="connsiteY2" fmla="*/ 24338 h 6858000"/>
              <a:gd name="connsiteX3" fmla="*/ 2522825 w 2529723"/>
              <a:gd name="connsiteY3" fmla="*/ 3678515 h 6858000"/>
              <a:gd name="connsiteX4" fmla="*/ 557500 w 2529723"/>
              <a:gd name="connsiteY4" fmla="*/ 6451411 h 6858000"/>
              <a:gd name="connsiteX5" fmla="*/ 32482 w 2529723"/>
              <a:gd name="connsiteY5" fmla="*/ 6849373 h 6858000"/>
              <a:gd name="connsiteX6" fmla="*/ 19531 w 2529723"/>
              <a:gd name="connsiteY6" fmla="*/ 6858000 h 6858000"/>
              <a:gd name="connsiteX7" fmla="*/ 0 w 2529723"/>
              <a:gd name="connsiteY7" fmla="*/ 6858000 h 6858000"/>
              <a:gd name="connsiteX8" fmla="*/ 14202 w 2529723"/>
              <a:gd name="connsiteY8" fmla="*/ 6848540 h 6858000"/>
              <a:gd name="connsiteX9" fmla="*/ 539221 w 2529723"/>
              <a:gd name="connsiteY9" fmla="*/ 6450578 h 6858000"/>
              <a:gd name="connsiteX10" fmla="*/ 2504546 w 2529723"/>
              <a:gd name="connsiteY10" fmla="*/ 3677682 h 6858000"/>
              <a:gd name="connsiteX11" fmla="*/ 1284280 w 2529723"/>
              <a:gd name="connsiteY11" fmla="*/ 23504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529723" h="6858000">
                <a:moveTo>
                  <a:pt x="1258269" y="0"/>
                </a:moveTo>
                <a:lnTo>
                  <a:pt x="1275627" y="0"/>
                </a:lnTo>
                <a:lnTo>
                  <a:pt x="1302560" y="24338"/>
                </a:lnTo>
                <a:cubicBezTo>
                  <a:pt x="2156831" y="855667"/>
                  <a:pt x="2590622" y="2191755"/>
                  <a:pt x="2522825" y="3678515"/>
                </a:cubicBezTo>
                <a:cubicBezTo>
                  <a:pt x="2459072" y="5076606"/>
                  <a:pt x="1519830" y="5692656"/>
                  <a:pt x="557500" y="6451411"/>
                </a:cubicBezTo>
                <a:cubicBezTo>
                  <a:pt x="382255" y="6589587"/>
                  <a:pt x="208689" y="6724853"/>
                  <a:pt x="32482" y="6849373"/>
                </a:cubicBezTo>
                <a:lnTo>
                  <a:pt x="19531" y="6858000"/>
                </a:lnTo>
                <a:lnTo>
                  <a:pt x="0" y="6858000"/>
                </a:lnTo>
                <a:lnTo>
                  <a:pt x="14202" y="6848540"/>
                </a:lnTo>
                <a:cubicBezTo>
                  <a:pt x="190409" y="6724020"/>
                  <a:pt x="363976" y="6588754"/>
                  <a:pt x="539221" y="6450578"/>
                </a:cubicBezTo>
                <a:cubicBezTo>
                  <a:pt x="1501550" y="5691822"/>
                  <a:pt x="2440792" y="5075773"/>
                  <a:pt x="2504546" y="3677682"/>
                </a:cubicBezTo>
                <a:cubicBezTo>
                  <a:pt x="2572343" y="2190921"/>
                  <a:pt x="2138551" y="854834"/>
                  <a:pt x="1284280" y="23504"/>
                </a:cubicBezTo>
                <a:close/>
              </a:path>
            </a:pathLst>
          </a:cu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Meiryo"/>
              <a:ea typeface="+mn-ea"/>
              <a:cs typeface="+mn-cs"/>
            </a:endParaRPr>
          </a:p>
        </p:txBody>
      </p:sp>
      <p:sp>
        <p:nvSpPr>
          <p:cNvPr id="56" name="Freeform: Shape 55">
            <a:extLst>
              <a:ext uri="{FF2B5EF4-FFF2-40B4-BE49-F238E27FC236}">
                <a16:creationId xmlns:a16="http://schemas.microsoft.com/office/drawing/2014/main" id="{823926DB-76C8-474A-B5FB-F43C59E33FC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5143758" y="-1037574"/>
            <a:ext cx="1904176" cy="12191695"/>
          </a:xfrm>
          <a:custGeom>
            <a:avLst/>
            <a:gdLst>
              <a:gd name="connsiteX0" fmla="*/ 879731 w 2536434"/>
              <a:gd name="connsiteY0" fmla="*/ 0 h 6858000"/>
              <a:gd name="connsiteX1" fmla="*/ 913411 w 2536434"/>
              <a:gd name="connsiteY1" fmla="*/ 0 h 6858000"/>
              <a:gd name="connsiteX2" fmla="*/ 935535 w 2536434"/>
              <a:gd name="connsiteY2" fmla="*/ 14997 h 6858000"/>
              <a:gd name="connsiteX3" fmla="*/ 2536434 w 2536434"/>
              <a:gd name="connsiteY3" fmla="*/ 3621656 h 6858000"/>
              <a:gd name="connsiteX4" fmla="*/ 662084 w 2536434"/>
              <a:gd name="connsiteY4" fmla="*/ 6374814 h 6858000"/>
              <a:gd name="connsiteX5" fmla="*/ 145436 w 2536434"/>
              <a:gd name="connsiteY5" fmla="*/ 6780599 h 6858000"/>
              <a:gd name="connsiteX6" fmla="*/ 33680 w 2536434"/>
              <a:gd name="connsiteY6" fmla="*/ 6858000 h 6858000"/>
              <a:gd name="connsiteX7" fmla="*/ 0 w 2536434"/>
              <a:gd name="connsiteY7" fmla="*/ 6858000 h 6858000"/>
              <a:gd name="connsiteX8" fmla="*/ 111756 w 2536434"/>
              <a:gd name="connsiteY8" fmla="*/ 6780599 h 6858000"/>
              <a:gd name="connsiteX9" fmla="*/ 628404 w 2536434"/>
              <a:gd name="connsiteY9" fmla="*/ 6374814 h 6858000"/>
              <a:gd name="connsiteX10" fmla="*/ 2502754 w 2536434"/>
              <a:gd name="connsiteY10" fmla="*/ 3621656 h 6858000"/>
              <a:gd name="connsiteX11" fmla="*/ 901855 w 2536434"/>
              <a:gd name="connsiteY11" fmla="*/ 14997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536434" h="6858000">
                <a:moveTo>
                  <a:pt x="879731" y="0"/>
                </a:moveTo>
                <a:lnTo>
                  <a:pt x="913411" y="0"/>
                </a:lnTo>
                <a:lnTo>
                  <a:pt x="935535" y="14997"/>
                </a:lnTo>
                <a:cubicBezTo>
                  <a:pt x="1962698" y="754641"/>
                  <a:pt x="2536434" y="2093192"/>
                  <a:pt x="2536434" y="3621656"/>
                </a:cubicBezTo>
                <a:cubicBezTo>
                  <a:pt x="2536434" y="4969131"/>
                  <a:pt x="1607709" y="5602839"/>
                  <a:pt x="662084" y="6374814"/>
                </a:cubicBezTo>
                <a:cubicBezTo>
                  <a:pt x="489881" y="6515397"/>
                  <a:pt x="319254" y="6653108"/>
                  <a:pt x="145436" y="6780599"/>
                </a:cubicBezTo>
                <a:lnTo>
                  <a:pt x="33680" y="6858000"/>
                </a:lnTo>
                <a:lnTo>
                  <a:pt x="0" y="6858000"/>
                </a:lnTo>
                <a:lnTo>
                  <a:pt x="111756" y="6780599"/>
                </a:lnTo>
                <a:cubicBezTo>
                  <a:pt x="285574" y="6653108"/>
                  <a:pt x="456201" y="6515397"/>
                  <a:pt x="628404" y="6374814"/>
                </a:cubicBezTo>
                <a:cubicBezTo>
                  <a:pt x="1574029" y="5602839"/>
                  <a:pt x="2502754" y="4969131"/>
                  <a:pt x="2502754" y="3621656"/>
                </a:cubicBezTo>
                <a:cubicBezTo>
                  <a:pt x="2502754" y="2093192"/>
                  <a:pt x="1929018" y="754641"/>
                  <a:pt x="901855" y="14997"/>
                </a:cubicBezTo>
                <a:close/>
              </a:path>
            </a:pathLst>
          </a:cu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Meiryo"/>
              <a:ea typeface="+mn-ea"/>
              <a:cs typeface="+mn-cs"/>
            </a:endParaRPr>
          </a:p>
        </p:txBody>
      </p:sp>
      <p:sp>
        <p:nvSpPr>
          <p:cNvPr id="3" name="İçerik Yer Tutucusu 2">
            <a:extLst>
              <a:ext uri="{FF2B5EF4-FFF2-40B4-BE49-F238E27FC236}">
                <a16:creationId xmlns:a16="http://schemas.microsoft.com/office/drawing/2014/main" id="{10D241CB-6F79-0647-B10A-45F6FBD4B8D2}"/>
              </a:ext>
            </a:extLst>
          </p:cNvPr>
          <p:cNvSpPr>
            <a:spLocks noGrp="1"/>
          </p:cNvSpPr>
          <p:nvPr>
            <p:ph idx="1"/>
          </p:nvPr>
        </p:nvSpPr>
        <p:spPr>
          <a:xfrm>
            <a:off x="42024" y="1880113"/>
            <a:ext cx="8770571" cy="3651504"/>
          </a:xfrm>
        </p:spPr>
        <p:txBody>
          <a:bodyPr>
            <a:normAutofit/>
          </a:bodyPr>
          <a:lstStyle/>
          <a:p>
            <a:r>
              <a:rPr lang="tr-TR" sz="1200" dirty="0"/>
              <a:t>Örgütlerde bölümlere ayırmada temel ölçütler</a:t>
            </a:r>
          </a:p>
          <a:p>
            <a:r>
              <a:rPr lang="tr-TR" sz="1200" b="1" dirty="0"/>
              <a:t>c) Bölge ve coğrafi temele göre örgütleme </a:t>
            </a:r>
          </a:p>
        </p:txBody>
      </p:sp>
      <p:graphicFrame>
        <p:nvGraphicFramePr>
          <p:cNvPr id="20" name="Diyagram 19">
            <a:extLst>
              <a:ext uri="{FF2B5EF4-FFF2-40B4-BE49-F238E27FC236}">
                <a16:creationId xmlns:a16="http://schemas.microsoft.com/office/drawing/2014/main" id="{332DD52B-E042-B74C-A4E9-C5AE63C0575A}"/>
              </a:ext>
            </a:extLst>
          </p:cNvPr>
          <p:cNvGraphicFramePr/>
          <p:nvPr>
            <p:extLst>
              <p:ext uri="{D42A27DB-BD31-4B8C-83A1-F6EECF244321}">
                <p14:modId xmlns:p14="http://schemas.microsoft.com/office/powerpoint/2010/main" val="354119777"/>
              </p:ext>
            </p:extLst>
          </p:nvPr>
        </p:nvGraphicFramePr>
        <p:xfrm>
          <a:off x="1920875" y="2107096"/>
          <a:ext cx="8391967" cy="2846567"/>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2852646824"/>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bg>
      <p:bgPr>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effectLst/>
      </p:bgPr>
    </p:bg>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2A3E4F6F-618E-4943-A5A5-4E235C093795}"/>
              </a:ext>
            </a:extLst>
          </p:cNvPr>
          <p:cNvSpPr>
            <a:spLocks noGrp="1"/>
          </p:cNvSpPr>
          <p:nvPr>
            <p:ph type="title"/>
          </p:nvPr>
        </p:nvSpPr>
        <p:spPr/>
        <p:txBody>
          <a:bodyPr/>
          <a:lstStyle/>
          <a:p>
            <a:r>
              <a:rPr lang="tr-TR" dirty="0"/>
              <a:t>ÖRGÜTLEME</a:t>
            </a:r>
          </a:p>
        </p:txBody>
      </p:sp>
      <p:sp>
        <p:nvSpPr>
          <p:cNvPr id="3" name="İçerik Yer Tutucusu 2">
            <a:extLst>
              <a:ext uri="{FF2B5EF4-FFF2-40B4-BE49-F238E27FC236}">
                <a16:creationId xmlns:a16="http://schemas.microsoft.com/office/drawing/2014/main" id="{EBCCCD7A-63C3-E24D-911C-5E8A9C600195}"/>
              </a:ext>
            </a:extLst>
          </p:cNvPr>
          <p:cNvSpPr>
            <a:spLocks noGrp="1"/>
          </p:cNvSpPr>
          <p:nvPr>
            <p:ph idx="1"/>
          </p:nvPr>
        </p:nvSpPr>
        <p:spPr/>
        <p:txBody>
          <a:bodyPr/>
          <a:lstStyle/>
          <a:p>
            <a:r>
              <a:rPr lang="tr-TR" b="1" dirty="0"/>
              <a:t>d) Mamul temeline göre örgütleme</a:t>
            </a:r>
          </a:p>
          <a:p>
            <a:r>
              <a:rPr lang="tr-TR" dirty="0"/>
              <a:t>Üretilen her mamul grubu için ayrı bir örgüt düzenlemesi yapılır.</a:t>
            </a:r>
          </a:p>
        </p:txBody>
      </p:sp>
      <p:graphicFrame>
        <p:nvGraphicFramePr>
          <p:cNvPr id="4" name="Diyagram 3">
            <a:extLst>
              <a:ext uri="{FF2B5EF4-FFF2-40B4-BE49-F238E27FC236}">
                <a16:creationId xmlns:a16="http://schemas.microsoft.com/office/drawing/2014/main" id="{1F650DA2-4909-EB4A-9DA2-3A7DF18F7714}"/>
              </a:ext>
            </a:extLst>
          </p:cNvPr>
          <p:cNvGraphicFramePr/>
          <p:nvPr/>
        </p:nvGraphicFramePr>
        <p:xfrm>
          <a:off x="4693920" y="3011085"/>
          <a:ext cx="5466080" cy="3651504"/>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3651379677"/>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bg>
      <p:bgPr>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effectLst/>
      </p:bgPr>
    </p:bg>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2A3E4F6F-618E-4943-A5A5-4E235C093795}"/>
              </a:ext>
            </a:extLst>
          </p:cNvPr>
          <p:cNvSpPr>
            <a:spLocks noGrp="1"/>
          </p:cNvSpPr>
          <p:nvPr>
            <p:ph type="title"/>
          </p:nvPr>
        </p:nvSpPr>
        <p:spPr/>
        <p:txBody>
          <a:bodyPr/>
          <a:lstStyle/>
          <a:p>
            <a:r>
              <a:rPr lang="tr-TR" dirty="0"/>
              <a:t>ÖRGÜTLEME</a:t>
            </a:r>
          </a:p>
        </p:txBody>
      </p:sp>
      <p:sp>
        <p:nvSpPr>
          <p:cNvPr id="3" name="İçerik Yer Tutucusu 2">
            <a:extLst>
              <a:ext uri="{FF2B5EF4-FFF2-40B4-BE49-F238E27FC236}">
                <a16:creationId xmlns:a16="http://schemas.microsoft.com/office/drawing/2014/main" id="{EBCCCD7A-63C3-E24D-911C-5E8A9C600195}"/>
              </a:ext>
            </a:extLst>
          </p:cNvPr>
          <p:cNvSpPr>
            <a:spLocks noGrp="1"/>
          </p:cNvSpPr>
          <p:nvPr>
            <p:ph idx="1"/>
          </p:nvPr>
        </p:nvSpPr>
        <p:spPr/>
        <p:txBody>
          <a:bodyPr/>
          <a:lstStyle/>
          <a:p>
            <a:r>
              <a:rPr lang="tr-TR" b="1" dirty="0"/>
              <a:t>e) Müşteri temeline göre örgütlenme</a:t>
            </a:r>
          </a:p>
        </p:txBody>
      </p:sp>
      <p:graphicFrame>
        <p:nvGraphicFramePr>
          <p:cNvPr id="4" name="Diyagram 3">
            <a:extLst>
              <a:ext uri="{FF2B5EF4-FFF2-40B4-BE49-F238E27FC236}">
                <a16:creationId xmlns:a16="http://schemas.microsoft.com/office/drawing/2014/main" id="{1F650DA2-4909-EB4A-9DA2-3A7DF18F7714}"/>
              </a:ext>
            </a:extLst>
          </p:cNvPr>
          <p:cNvGraphicFramePr/>
          <p:nvPr/>
        </p:nvGraphicFramePr>
        <p:xfrm>
          <a:off x="3949065" y="2312276"/>
          <a:ext cx="7162800" cy="4988952"/>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4245278570"/>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bg>
      <p:bgPr>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effectLst/>
      </p:bgPr>
    </p:bg>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2A3E4F6F-618E-4943-A5A5-4E235C093795}"/>
              </a:ext>
            </a:extLst>
          </p:cNvPr>
          <p:cNvSpPr>
            <a:spLocks noGrp="1"/>
          </p:cNvSpPr>
          <p:nvPr>
            <p:ph type="title"/>
          </p:nvPr>
        </p:nvSpPr>
        <p:spPr/>
        <p:txBody>
          <a:bodyPr/>
          <a:lstStyle/>
          <a:p>
            <a:r>
              <a:rPr lang="tr-TR" dirty="0"/>
              <a:t>ÖRGÜTLEME</a:t>
            </a:r>
          </a:p>
        </p:txBody>
      </p:sp>
      <p:sp>
        <p:nvSpPr>
          <p:cNvPr id="3" name="İçerik Yer Tutucusu 2">
            <a:extLst>
              <a:ext uri="{FF2B5EF4-FFF2-40B4-BE49-F238E27FC236}">
                <a16:creationId xmlns:a16="http://schemas.microsoft.com/office/drawing/2014/main" id="{EBCCCD7A-63C3-E24D-911C-5E8A9C600195}"/>
              </a:ext>
            </a:extLst>
          </p:cNvPr>
          <p:cNvSpPr>
            <a:spLocks noGrp="1"/>
          </p:cNvSpPr>
          <p:nvPr>
            <p:ph idx="1"/>
          </p:nvPr>
        </p:nvSpPr>
        <p:spPr/>
        <p:txBody>
          <a:bodyPr/>
          <a:lstStyle/>
          <a:p>
            <a:r>
              <a:rPr lang="tr-TR" b="1" dirty="0"/>
              <a:t>f) Zaman temeline göre örgütlenme</a:t>
            </a:r>
          </a:p>
          <a:p>
            <a:r>
              <a:rPr lang="tr-TR" dirty="0"/>
              <a:t>Birinci vardiya, ikinci vardiya gibi</a:t>
            </a:r>
          </a:p>
        </p:txBody>
      </p:sp>
    </p:spTree>
    <p:extLst>
      <p:ext uri="{BB962C8B-B14F-4D97-AF65-F5344CB8AC3E}">
        <p14:creationId xmlns:p14="http://schemas.microsoft.com/office/powerpoint/2010/main" val="3762411401"/>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bg>
      <p:bgPr>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effectLst/>
      </p:bgPr>
    </p:bg>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2A3E4F6F-618E-4943-A5A5-4E235C093795}"/>
              </a:ext>
            </a:extLst>
          </p:cNvPr>
          <p:cNvSpPr>
            <a:spLocks noGrp="1"/>
          </p:cNvSpPr>
          <p:nvPr>
            <p:ph type="title"/>
          </p:nvPr>
        </p:nvSpPr>
        <p:spPr/>
        <p:txBody>
          <a:bodyPr/>
          <a:lstStyle/>
          <a:p>
            <a:r>
              <a:rPr lang="tr-TR" dirty="0"/>
              <a:t>ÖRGÜTLEME</a:t>
            </a:r>
          </a:p>
        </p:txBody>
      </p:sp>
      <p:sp>
        <p:nvSpPr>
          <p:cNvPr id="3" name="İçerik Yer Tutucusu 2">
            <a:extLst>
              <a:ext uri="{FF2B5EF4-FFF2-40B4-BE49-F238E27FC236}">
                <a16:creationId xmlns:a16="http://schemas.microsoft.com/office/drawing/2014/main" id="{EBCCCD7A-63C3-E24D-911C-5E8A9C600195}"/>
              </a:ext>
            </a:extLst>
          </p:cNvPr>
          <p:cNvSpPr>
            <a:spLocks noGrp="1"/>
          </p:cNvSpPr>
          <p:nvPr>
            <p:ph idx="1"/>
          </p:nvPr>
        </p:nvSpPr>
        <p:spPr/>
        <p:txBody>
          <a:bodyPr/>
          <a:lstStyle/>
          <a:p>
            <a:r>
              <a:rPr lang="tr-TR" b="1" dirty="0"/>
              <a:t>g) Süreç ve makine temeline göre örgütleme</a:t>
            </a:r>
          </a:p>
          <a:p>
            <a:r>
              <a:rPr lang="tr-TR" dirty="0"/>
              <a:t>Tekstil işletmesinde pamuktan kumaşa kadar geçen evreler….</a:t>
            </a:r>
          </a:p>
        </p:txBody>
      </p:sp>
    </p:spTree>
    <p:extLst>
      <p:ext uri="{BB962C8B-B14F-4D97-AF65-F5344CB8AC3E}">
        <p14:creationId xmlns:p14="http://schemas.microsoft.com/office/powerpoint/2010/main" val="1600288103"/>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bg>
      <p:bgPr>
        <a:gradFill>
          <a:gsLst>
            <a:gs pos="0">
              <a:schemeClr val="accent1">
                <a:lumMod val="5000"/>
                <a:lumOff val="95000"/>
              </a:schemeClr>
            </a:gs>
            <a:gs pos="74000">
              <a:schemeClr val="bg2">
                <a:lumMod val="75000"/>
              </a:schemeClr>
            </a:gs>
            <a:gs pos="14000">
              <a:schemeClr val="accent4">
                <a:lumMod val="40000"/>
                <a:lumOff val="60000"/>
              </a:schemeClr>
            </a:gs>
            <a:gs pos="100000">
              <a:schemeClr val="accent1">
                <a:lumMod val="30000"/>
                <a:lumOff val="70000"/>
              </a:schemeClr>
            </a:gs>
          </a:gsLst>
          <a:lin ang="5400000" scaled="1"/>
        </a:gradFill>
        <a:effectLst/>
      </p:bgPr>
    </p:bg>
    <p:spTree>
      <p:nvGrpSpPr>
        <p:cNvPr id="1" name=""/>
        <p:cNvGrpSpPr/>
        <p:nvPr/>
      </p:nvGrpSpPr>
      <p:grpSpPr>
        <a:xfrm>
          <a:off x="0" y="0"/>
          <a:ext cx="0" cy="0"/>
          <a:chOff x="0" y="0"/>
          <a:chExt cx="0" cy="0"/>
        </a:xfrm>
      </p:grpSpPr>
      <p:sp useBgFill="1">
        <p:nvSpPr>
          <p:cNvPr id="17" name="Rectangle 8">
            <a:extLst>
              <a:ext uri="{FF2B5EF4-FFF2-40B4-BE49-F238E27FC236}">
                <a16:creationId xmlns:a16="http://schemas.microsoft.com/office/drawing/2014/main" id="{49BB7E9A-6937-4BF0-9F51-A20F197B550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53" y="0"/>
            <a:ext cx="12191695"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Meiryo"/>
              <a:ea typeface="+mn-ea"/>
              <a:cs typeface="+mn-cs"/>
            </a:endParaRPr>
          </a:p>
        </p:txBody>
      </p:sp>
      <p:sp>
        <p:nvSpPr>
          <p:cNvPr id="18" name="Freeform: Shape 10">
            <a:extLst>
              <a:ext uri="{FF2B5EF4-FFF2-40B4-BE49-F238E27FC236}">
                <a16:creationId xmlns:a16="http://schemas.microsoft.com/office/drawing/2014/main" id="{E0939753-89D7-48A8-8441-B9FF25CE8A7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504167" y="0"/>
            <a:ext cx="5687681" cy="5708856"/>
          </a:xfrm>
          <a:custGeom>
            <a:avLst/>
            <a:gdLst>
              <a:gd name="connsiteX0" fmla="*/ 2787282 w 5687681"/>
              <a:gd name="connsiteY0" fmla="*/ 0 h 5708856"/>
              <a:gd name="connsiteX1" fmla="*/ 3988996 w 5687681"/>
              <a:gd name="connsiteY1" fmla="*/ 0 h 5708856"/>
              <a:gd name="connsiteX2" fmla="*/ 4236253 w 5687681"/>
              <a:gd name="connsiteY2" fmla="*/ 68070 h 5708856"/>
              <a:gd name="connsiteX3" fmla="*/ 4483543 w 5687681"/>
              <a:gd name="connsiteY3" fmla="*/ 168573 h 5708856"/>
              <a:gd name="connsiteX4" fmla="*/ 5265611 w 5687681"/>
              <a:gd name="connsiteY4" fmla="*/ 790441 h 5708856"/>
              <a:gd name="connsiteX5" fmla="*/ 5682608 w 5687681"/>
              <a:gd name="connsiteY5" fmla="*/ 1499885 h 5708856"/>
              <a:gd name="connsiteX6" fmla="*/ 5687681 w 5687681"/>
              <a:gd name="connsiteY6" fmla="*/ 1513862 h 5708856"/>
              <a:gd name="connsiteX7" fmla="*/ 5687681 w 5687681"/>
              <a:gd name="connsiteY7" fmla="*/ 3841322 h 5708856"/>
              <a:gd name="connsiteX8" fmla="*/ 5651147 w 5687681"/>
              <a:gd name="connsiteY8" fmla="*/ 3896489 h 5708856"/>
              <a:gd name="connsiteX9" fmla="*/ 4734255 w 5687681"/>
              <a:gd name="connsiteY9" fmla="*/ 4737639 h 5708856"/>
              <a:gd name="connsiteX10" fmla="*/ 4532663 w 5687681"/>
              <a:gd name="connsiteY10" fmla="*/ 4898543 h 5708856"/>
              <a:gd name="connsiteX11" fmla="*/ 2876165 w 5687681"/>
              <a:gd name="connsiteY11" fmla="*/ 5708856 h 5708856"/>
              <a:gd name="connsiteX12" fmla="*/ 694066 w 5687681"/>
              <a:gd name="connsiteY12" fmla="*/ 4391717 h 5708856"/>
              <a:gd name="connsiteX13" fmla="*/ 461517 w 5687681"/>
              <a:gd name="connsiteY13" fmla="*/ 4054756 h 5708856"/>
              <a:gd name="connsiteX14" fmla="*/ 0 w 5687681"/>
              <a:gd name="connsiteY14" fmla="*/ 2993139 h 5708856"/>
              <a:gd name="connsiteX15" fmla="*/ 278855 w 5687681"/>
              <a:gd name="connsiteY15" fmla="*/ 1849819 h 5708856"/>
              <a:gd name="connsiteX16" fmla="*/ 1047879 w 5687681"/>
              <a:gd name="connsiteY16" fmla="*/ 867400 h 5708856"/>
              <a:gd name="connsiteX17" fmla="*/ 2159714 w 5687681"/>
              <a:gd name="connsiteY17" fmla="*/ 186098 h 5708856"/>
              <a:gd name="connsiteX18" fmla="*/ 2785137 w 5687681"/>
              <a:gd name="connsiteY18" fmla="*/ 372 h 57088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5687681" h="5708856">
                <a:moveTo>
                  <a:pt x="2787282" y="0"/>
                </a:moveTo>
                <a:lnTo>
                  <a:pt x="3988996" y="0"/>
                </a:lnTo>
                <a:lnTo>
                  <a:pt x="4236253" y="68070"/>
                </a:lnTo>
                <a:cubicBezTo>
                  <a:pt x="4321147" y="96843"/>
                  <a:pt x="4403628" y="130356"/>
                  <a:pt x="4483543" y="168573"/>
                </a:cubicBezTo>
                <a:cubicBezTo>
                  <a:pt x="4783119" y="311949"/>
                  <a:pt x="5046239" y="521215"/>
                  <a:pt x="5265611" y="790441"/>
                </a:cubicBezTo>
                <a:cubicBezTo>
                  <a:pt x="5433740" y="996857"/>
                  <a:pt x="5573537" y="1235870"/>
                  <a:pt x="5682608" y="1499885"/>
                </a:cubicBezTo>
                <a:lnTo>
                  <a:pt x="5687681" y="1513862"/>
                </a:lnTo>
                <a:lnTo>
                  <a:pt x="5687681" y="3841322"/>
                </a:lnTo>
                <a:lnTo>
                  <a:pt x="5651147" y="3896489"/>
                </a:lnTo>
                <a:cubicBezTo>
                  <a:pt x="5427171" y="4186934"/>
                  <a:pt x="5090625" y="4454446"/>
                  <a:pt x="4734255" y="4737639"/>
                </a:cubicBezTo>
                <a:cubicBezTo>
                  <a:pt x="4668506" y="4789825"/>
                  <a:pt x="4600584" y="4843856"/>
                  <a:pt x="4532663" y="4898543"/>
                </a:cubicBezTo>
                <a:cubicBezTo>
                  <a:pt x="3924681" y="5387974"/>
                  <a:pt x="3480945" y="5708856"/>
                  <a:pt x="2876165" y="5708856"/>
                </a:cubicBezTo>
                <a:cubicBezTo>
                  <a:pt x="1954665" y="5708856"/>
                  <a:pt x="1302047" y="5314966"/>
                  <a:pt x="694066" y="4391717"/>
                </a:cubicBezTo>
                <a:cubicBezTo>
                  <a:pt x="614503" y="4270875"/>
                  <a:pt x="536731" y="4160972"/>
                  <a:pt x="461517" y="4054756"/>
                </a:cubicBezTo>
                <a:cubicBezTo>
                  <a:pt x="149788" y="3614348"/>
                  <a:pt x="0" y="3385316"/>
                  <a:pt x="0" y="2993139"/>
                </a:cubicBezTo>
                <a:cubicBezTo>
                  <a:pt x="0" y="2603731"/>
                  <a:pt x="93889" y="2219065"/>
                  <a:pt x="278855" y="1849819"/>
                </a:cubicBezTo>
                <a:cubicBezTo>
                  <a:pt x="459854" y="1488610"/>
                  <a:pt x="718625" y="1157977"/>
                  <a:pt x="1047879" y="867400"/>
                </a:cubicBezTo>
                <a:cubicBezTo>
                  <a:pt x="1371504" y="581701"/>
                  <a:pt x="1755887" y="346080"/>
                  <a:pt x="2159714" y="186098"/>
                </a:cubicBezTo>
                <a:cubicBezTo>
                  <a:pt x="2367064" y="103803"/>
                  <a:pt x="2576044" y="41801"/>
                  <a:pt x="2785137" y="372"/>
                </a:cubicBezTo>
                <a:close/>
              </a:path>
            </a:pathLst>
          </a:custGeom>
          <a:noFill/>
          <a:ln w="19050">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Meiryo"/>
              <a:ea typeface="+mn-ea"/>
              <a:cs typeface="+mn-cs"/>
            </a:endParaRPr>
          </a:p>
        </p:txBody>
      </p:sp>
      <p:sp>
        <p:nvSpPr>
          <p:cNvPr id="19" name="Freeform: Shape 12">
            <a:extLst>
              <a:ext uri="{FF2B5EF4-FFF2-40B4-BE49-F238E27FC236}">
                <a16:creationId xmlns:a16="http://schemas.microsoft.com/office/drawing/2014/main" id="{9F5CCFC5-858F-4B45-9B10-D49DD0280D2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325450" y="0"/>
            <a:ext cx="5866550" cy="5788550"/>
          </a:xfrm>
          <a:custGeom>
            <a:avLst/>
            <a:gdLst>
              <a:gd name="connsiteX0" fmla="*/ 2331396 w 5798121"/>
              <a:gd name="connsiteY0" fmla="*/ 0 h 5788550"/>
              <a:gd name="connsiteX1" fmla="*/ 4658651 w 5798121"/>
              <a:gd name="connsiteY1" fmla="*/ 0 h 5788550"/>
              <a:gd name="connsiteX2" fmla="*/ 4682835 w 5798121"/>
              <a:gd name="connsiteY2" fmla="*/ 9816 h 5788550"/>
              <a:gd name="connsiteX3" fmla="*/ 5499667 w 5798121"/>
              <a:gd name="connsiteY3" fmla="*/ 658449 h 5788550"/>
              <a:gd name="connsiteX4" fmla="*/ 5665313 w 5798121"/>
              <a:gd name="connsiteY4" fmla="*/ 884789 h 5788550"/>
              <a:gd name="connsiteX5" fmla="*/ 5798121 w 5798121"/>
              <a:gd name="connsiteY5" fmla="*/ 1110681 h 5788550"/>
              <a:gd name="connsiteX6" fmla="*/ 5798121 w 5798121"/>
              <a:gd name="connsiteY6" fmla="*/ 4016954 h 5788550"/>
              <a:gd name="connsiteX7" fmla="*/ 5706359 w 5798121"/>
              <a:gd name="connsiteY7" fmla="*/ 4121532 h 5788550"/>
              <a:gd name="connsiteX8" fmla="*/ 4944692 w 5798121"/>
              <a:gd name="connsiteY8" fmla="*/ 4775532 h 5788550"/>
              <a:gd name="connsiteX9" fmla="*/ 4734137 w 5798121"/>
              <a:gd name="connsiteY9" fmla="*/ 4943362 h 5788550"/>
              <a:gd name="connsiteX10" fmla="*/ 3004009 w 5798121"/>
              <a:gd name="connsiteY10" fmla="*/ 5788550 h 5788550"/>
              <a:gd name="connsiteX11" fmla="*/ 724917 w 5798121"/>
              <a:gd name="connsiteY11" fmla="*/ 4414722 h 5788550"/>
              <a:gd name="connsiteX12" fmla="*/ 482031 w 5798121"/>
              <a:gd name="connsiteY12" fmla="*/ 4063258 h 5788550"/>
              <a:gd name="connsiteX13" fmla="*/ 0 w 5798121"/>
              <a:gd name="connsiteY13" fmla="*/ 2955950 h 5788550"/>
              <a:gd name="connsiteX14" fmla="*/ 291250 w 5798121"/>
              <a:gd name="connsiteY14" fmla="*/ 1763422 h 5788550"/>
              <a:gd name="connsiteX15" fmla="*/ 1094457 w 5798121"/>
              <a:gd name="connsiteY15" fmla="*/ 738720 h 5788550"/>
              <a:gd name="connsiteX16" fmla="*/ 2255713 w 5798121"/>
              <a:gd name="connsiteY16" fmla="*/ 28095 h 57885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5798121" h="5788550">
                <a:moveTo>
                  <a:pt x="2331396" y="0"/>
                </a:moveTo>
                <a:lnTo>
                  <a:pt x="4658651" y="0"/>
                </a:lnTo>
                <a:lnTo>
                  <a:pt x="4682835" y="9816"/>
                </a:lnTo>
                <a:cubicBezTo>
                  <a:pt x="4995727" y="159362"/>
                  <a:pt x="5270543" y="377635"/>
                  <a:pt x="5499667" y="658449"/>
                </a:cubicBezTo>
                <a:cubicBezTo>
                  <a:pt x="5558201" y="730215"/>
                  <a:pt x="5613447" y="805760"/>
                  <a:pt x="5665313" y="884789"/>
                </a:cubicBezTo>
                <a:lnTo>
                  <a:pt x="5798121" y="1110681"/>
                </a:lnTo>
                <a:lnTo>
                  <a:pt x="5798121" y="4016954"/>
                </a:lnTo>
                <a:lnTo>
                  <a:pt x="5706359" y="4121532"/>
                </a:lnTo>
                <a:cubicBezTo>
                  <a:pt x="5491360" y="4341659"/>
                  <a:pt x="5223849" y="4553996"/>
                  <a:pt x="4944692" y="4775532"/>
                </a:cubicBezTo>
                <a:cubicBezTo>
                  <a:pt x="4876021" y="4829964"/>
                  <a:pt x="4805079" y="4886320"/>
                  <a:pt x="4734137" y="4943362"/>
                </a:cubicBezTo>
                <a:cubicBezTo>
                  <a:pt x="4099133" y="5453857"/>
                  <a:pt x="3635672" y="5788550"/>
                  <a:pt x="3004009" y="5788550"/>
                </a:cubicBezTo>
                <a:cubicBezTo>
                  <a:pt x="2041550" y="5788550"/>
                  <a:pt x="1359922" y="5377707"/>
                  <a:pt x="724917" y="4414722"/>
                </a:cubicBezTo>
                <a:cubicBezTo>
                  <a:pt x="641818" y="4288679"/>
                  <a:pt x="560588" y="4174046"/>
                  <a:pt x="482031" y="4063258"/>
                </a:cubicBezTo>
                <a:cubicBezTo>
                  <a:pt x="156446" y="3603895"/>
                  <a:pt x="0" y="3365006"/>
                  <a:pt x="0" y="2955950"/>
                </a:cubicBezTo>
                <a:cubicBezTo>
                  <a:pt x="0" y="2549782"/>
                  <a:pt x="98062" y="2148559"/>
                  <a:pt x="291250" y="1763422"/>
                </a:cubicBezTo>
                <a:cubicBezTo>
                  <a:pt x="480295" y="1386666"/>
                  <a:pt x="750568" y="1041802"/>
                  <a:pt x="1094457" y="738720"/>
                </a:cubicBezTo>
                <a:cubicBezTo>
                  <a:pt x="1432467" y="440725"/>
                  <a:pt x="1833935" y="194963"/>
                  <a:pt x="2255713" y="28095"/>
                </a:cubicBezTo>
                <a:close/>
              </a:path>
            </a:pathLst>
          </a:custGeom>
          <a:noFill/>
          <a:ln w="19050">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Meiryo"/>
              <a:ea typeface="+mn-ea"/>
              <a:cs typeface="+mn-cs"/>
            </a:endParaRPr>
          </a:p>
        </p:txBody>
      </p:sp>
      <p:sp>
        <p:nvSpPr>
          <p:cNvPr id="2" name="Başlık 1">
            <a:extLst>
              <a:ext uri="{FF2B5EF4-FFF2-40B4-BE49-F238E27FC236}">
                <a16:creationId xmlns:a16="http://schemas.microsoft.com/office/drawing/2014/main" id="{94D34A13-B8CD-F8F2-91AA-67BB65BD30B4}"/>
              </a:ext>
            </a:extLst>
          </p:cNvPr>
          <p:cNvSpPr>
            <a:spLocks noGrp="1"/>
          </p:cNvSpPr>
          <p:nvPr>
            <p:ph type="title"/>
          </p:nvPr>
        </p:nvSpPr>
        <p:spPr>
          <a:xfrm>
            <a:off x="914400" y="442912"/>
            <a:ext cx="5411050" cy="1822123"/>
          </a:xfrm>
        </p:spPr>
        <p:txBody>
          <a:bodyPr anchor="b">
            <a:normAutofit/>
          </a:bodyPr>
          <a:lstStyle/>
          <a:p>
            <a:r>
              <a:rPr lang="tr-TR" sz="3000"/>
              <a:t>ÇAĞDAŞ ÖRGÜTLENME YAKLAŞIMLARI</a:t>
            </a:r>
          </a:p>
        </p:txBody>
      </p:sp>
      <p:sp>
        <p:nvSpPr>
          <p:cNvPr id="3" name="İçerik Yer Tutucusu 2">
            <a:extLst>
              <a:ext uri="{FF2B5EF4-FFF2-40B4-BE49-F238E27FC236}">
                <a16:creationId xmlns:a16="http://schemas.microsoft.com/office/drawing/2014/main" id="{498E1669-DF19-07E5-3643-CF74224D07C9}"/>
              </a:ext>
            </a:extLst>
          </p:cNvPr>
          <p:cNvSpPr>
            <a:spLocks noGrp="1"/>
          </p:cNvSpPr>
          <p:nvPr>
            <p:ph idx="1"/>
          </p:nvPr>
        </p:nvSpPr>
        <p:spPr>
          <a:xfrm>
            <a:off x="565265" y="2078182"/>
            <a:ext cx="6058317" cy="4779818"/>
          </a:xfrm>
        </p:spPr>
        <p:txBody>
          <a:bodyPr anchor="t">
            <a:normAutofit lnSpcReduction="10000"/>
          </a:bodyPr>
          <a:lstStyle/>
          <a:p>
            <a:pPr>
              <a:lnSpc>
                <a:spcPct val="130000"/>
              </a:lnSpc>
              <a:buFont typeface="+mj-lt"/>
              <a:buAutoNum type="arabicPeriod"/>
            </a:pPr>
            <a:r>
              <a:rPr lang="tr-TR" sz="1200" b="1" i="0">
                <a:effectLst/>
                <a:latin typeface="Söhne"/>
              </a:rPr>
              <a:t>Esnek  Organizasyonlar:</a:t>
            </a:r>
            <a:endParaRPr lang="tr-TR" sz="1200" b="0" i="0">
              <a:effectLst/>
              <a:latin typeface="Söhne"/>
            </a:endParaRPr>
          </a:p>
          <a:p>
            <a:pPr marL="742950" lvl="1" indent="-285750">
              <a:lnSpc>
                <a:spcPct val="130000"/>
              </a:lnSpc>
              <a:buFont typeface="Arial" panose="020B0604020202020204" pitchFamily="34" charset="0"/>
              <a:buChar char="•"/>
            </a:pPr>
            <a:r>
              <a:rPr lang="tr-TR" sz="1200" b="0" i="0">
                <a:effectLst/>
                <a:latin typeface="Söhne"/>
              </a:rPr>
              <a:t>Esnek organizasyonlar, hızla değişen koşullara ve müşteri taleplerine uyum sağlayabilmek adına geleneksel hiyerarşik yapıları azaltır. Çalışanlar daha fazla yetki ve sorumluluk alır, süreçler daha dinamik hale gelir ve karar alma süreçleri hızlanır.</a:t>
            </a:r>
          </a:p>
          <a:p>
            <a:pPr>
              <a:lnSpc>
                <a:spcPct val="130000"/>
              </a:lnSpc>
              <a:buFont typeface="+mj-lt"/>
              <a:buAutoNum type="arabicPeriod"/>
            </a:pPr>
            <a:r>
              <a:rPr lang="tr-TR" sz="1200" b="1" i="0">
                <a:effectLst/>
                <a:latin typeface="Söhne"/>
              </a:rPr>
              <a:t>Proje Tabanlı Organizasyonlar:</a:t>
            </a:r>
            <a:endParaRPr lang="tr-TR" sz="1200" b="0" i="0">
              <a:effectLst/>
              <a:latin typeface="Söhne"/>
            </a:endParaRPr>
          </a:p>
          <a:p>
            <a:pPr marL="742950" lvl="1" indent="-285750">
              <a:lnSpc>
                <a:spcPct val="130000"/>
              </a:lnSpc>
              <a:buFont typeface="Arial" panose="020B0604020202020204" pitchFamily="34" charset="0"/>
              <a:buChar char="•"/>
            </a:pPr>
            <a:r>
              <a:rPr lang="tr-TR" sz="1200" b="0" i="0">
                <a:effectLst/>
                <a:latin typeface="Söhne"/>
              </a:rPr>
              <a:t>Bu yaklaşım, belirli bir proje veya hedefe odaklanan geçici ekipleri vurgular. Çalışanlar, belirli projelerde uzmanlaşır ve proje tamamlandığında başka bir projeye geçebilirler. Bu, işbirliğini artırabilir ve uzmanlık alanlarının daha etkin bir şekilde kullanılmasına olanak tanır.</a:t>
            </a:r>
          </a:p>
          <a:p>
            <a:pPr>
              <a:lnSpc>
                <a:spcPct val="130000"/>
              </a:lnSpc>
              <a:buFont typeface="+mj-lt"/>
              <a:buAutoNum type="arabicPeriod"/>
            </a:pPr>
            <a:r>
              <a:rPr lang="tr-TR" sz="1200" b="1" i="0">
                <a:effectLst/>
                <a:latin typeface="Söhne"/>
              </a:rPr>
              <a:t>Ağ (Network) Organizasyonları:</a:t>
            </a:r>
            <a:endParaRPr lang="tr-TR" sz="1200" b="0" i="0">
              <a:effectLst/>
              <a:latin typeface="Söhne"/>
            </a:endParaRPr>
          </a:p>
          <a:p>
            <a:pPr marL="742950" lvl="1" indent="-285750">
              <a:lnSpc>
                <a:spcPct val="130000"/>
              </a:lnSpc>
              <a:buFont typeface="Arial" panose="020B0604020202020204" pitchFamily="34" charset="0"/>
              <a:buChar char="•"/>
            </a:pPr>
            <a:r>
              <a:rPr lang="tr-TR" sz="1200" b="0" i="0">
                <a:effectLst/>
                <a:latin typeface="Söhne"/>
              </a:rPr>
              <a:t>Ağ organizasyonları, çeşitli paydaşlar arasında bağlantıları güçlendiren ve bilgi akışını kolaylaştıran bir yapıya odaklanır. Dış kaynak kullanımını teşvik eder, işbirliği ağlarını destekler ve bilgi paylaşımını artırır.</a:t>
            </a:r>
          </a:p>
          <a:p>
            <a:pPr>
              <a:lnSpc>
                <a:spcPct val="130000"/>
              </a:lnSpc>
            </a:pPr>
            <a:endParaRPr lang="tr-TR" sz="900"/>
          </a:p>
        </p:txBody>
      </p:sp>
      <p:sp>
        <p:nvSpPr>
          <p:cNvPr id="20" name="Freeform: Shape 14">
            <a:extLst>
              <a:ext uri="{FF2B5EF4-FFF2-40B4-BE49-F238E27FC236}">
                <a16:creationId xmlns:a16="http://schemas.microsoft.com/office/drawing/2014/main" id="{2348ECDC-D455-4B71-90F6-2ECC12B7983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623734" y="0"/>
            <a:ext cx="5568114" cy="5577748"/>
          </a:xfrm>
          <a:custGeom>
            <a:avLst/>
            <a:gdLst>
              <a:gd name="connsiteX0" fmla="*/ 2959946 w 5568114"/>
              <a:gd name="connsiteY0" fmla="*/ 0 h 5577748"/>
              <a:gd name="connsiteX1" fmla="*/ 3614224 w 5568114"/>
              <a:gd name="connsiteY1" fmla="*/ 0 h 5577748"/>
              <a:gd name="connsiteX2" fmla="*/ 3844432 w 5568114"/>
              <a:gd name="connsiteY2" fmla="*/ 36392 h 5577748"/>
              <a:gd name="connsiteX3" fmla="*/ 4336826 w 5568114"/>
              <a:gd name="connsiteY3" fmla="*/ 203778 h 5577748"/>
              <a:gd name="connsiteX4" fmla="*/ 5093304 w 5568114"/>
              <a:gd name="connsiteY4" fmla="*/ 806978 h 5577748"/>
              <a:gd name="connsiteX5" fmla="*/ 5496656 w 5568114"/>
              <a:gd name="connsiteY5" fmla="*/ 1495125 h 5577748"/>
              <a:gd name="connsiteX6" fmla="*/ 5568114 w 5568114"/>
              <a:gd name="connsiteY6" fmla="*/ 1692569 h 5577748"/>
              <a:gd name="connsiteX7" fmla="*/ 5568114 w 5568114"/>
              <a:gd name="connsiteY7" fmla="*/ 3665503 h 5577748"/>
              <a:gd name="connsiteX8" fmla="*/ 5466225 w 5568114"/>
              <a:gd name="connsiteY8" fmla="*/ 3819786 h 5577748"/>
              <a:gd name="connsiteX9" fmla="*/ 4579336 w 5568114"/>
              <a:gd name="connsiteY9" fmla="*/ 4635686 h 5577748"/>
              <a:gd name="connsiteX10" fmla="*/ 4384340 w 5568114"/>
              <a:gd name="connsiteY10" fmla="*/ 4791760 h 5577748"/>
              <a:gd name="connsiteX11" fmla="*/ 2782048 w 5568114"/>
              <a:gd name="connsiteY11" fmla="*/ 5577748 h 5577748"/>
              <a:gd name="connsiteX12" fmla="*/ 671354 w 5568114"/>
              <a:gd name="connsiteY12" fmla="*/ 4300148 h 5577748"/>
              <a:gd name="connsiteX13" fmla="*/ 446415 w 5568114"/>
              <a:gd name="connsiteY13" fmla="*/ 3973302 h 5577748"/>
              <a:gd name="connsiteX14" fmla="*/ 0 w 5568114"/>
              <a:gd name="connsiteY14" fmla="*/ 2943554 h 5577748"/>
              <a:gd name="connsiteX15" fmla="*/ 269730 w 5568114"/>
              <a:gd name="connsiteY15" fmla="*/ 1834555 h 5577748"/>
              <a:gd name="connsiteX16" fmla="*/ 1013589 w 5568114"/>
              <a:gd name="connsiteY16" fmla="*/ 881627 h 5577748"/>
              <a:gd name="connsiteX17" fmla="*/ 2089042 w 5568114"/>
              <a:gd name="connsiteY17" fmla="*/ 220777 h 5577748"/>
              <a:gd name="connsiteX18" fmla="*/ 2845684 w 5568114"/>
              <a:gd name="connsiteY18" fmla="*/ 14234 h 55777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5568114" h="5577748">
                <a:moveTo>
                  <a:pt x="2959946" y="0"/>
                </a:moveTo>
                <a:lnTo>
                  <a:pt x="3614224" y="0"/>
                </a:lnTo>
                <a:lnTo>
                  <a:pt x="3844432" y="36392"/>
                </a:lnTo>
                <a:cubicBezTo>
                  <a:pt x="4017699" y="73748"/>
                  <a:pt x="4182227" y="129639"/>
                  <a:pt x="4336826" y="203778"/>
                </a:cubicBezTo>
                <a:cubicBezTo>
                  <a:pt x="4626600" y="342850"/>
                  <a:pt x="4881111" y="545834"/>
                  <a:pt x="5093304" y="806978"/>
                </a:cubicBezTo>
                <a:cubicBezTo>
                  <a:pt x="5255931" y="1007198"/>
                  <a:pt x="5391154" y="1239036"/>
                  <a:pt x="5496656" y="1495125"/>
                </a:cubicBezTo>
                <a:lnTo>
                  <a:pt x="5568114" y="1692569"/>
                </a:lnTo>
                <a:lnTo>
                  <a:pt x="5568114" y="3665503"/>
                </a:lnTo>
                <a:lnTo>
                  <a:pt x="5466225" y="3819786"/>
                </a:lnTo>
                <a:cubicBezTo>
                  <a:pt x="5249576" y="4101511"/>
                  <a:pt x="4924044" y="4360994"/>
                  <a:pt x="4579336" y="4635686"/>
                </a:cubicBezTo>
                <a:cubicBezTo>
                  <a:pt x="4515738" y="4686305"/>
                  <a:pt x="4450038" y="4738713"/>
                  <a:pt x="4384340" y="4791760"/>
                </a:cubicBezTo>
                <a:cubicBezTo>
                  <a:pt x="3796254" y="5266498"/>
                  <a:pt x="3367038" y="5577748"/>
                  <a:pt x="2782048" y="5577748"/>
                </a:cubicBezTo>
                <a:cubicBezTo>
                  <a:pt x="1890703" y="5577748"/>
                  <a:pt x="1259439" y="5195682"/>
                  <a:pt x="671354" y="4300148"/>
                </a:cubicBezTo>
                <a:cubicBezTo>
                  <a:pt x="594395" y="4182934"/>
                  <a:pt x="519167" y="4076330"/>
                  <a:pt x="446415" y="3973302"/>
                </a:cubicBezTo>
                <a:cubicBezTo>
                  <a:pt x="144886" y="3546115"/>
                  <a:pt x="0" y="3323958"/>
                  <a:pt x="0" y="2943554"/>
                </a:cubicBezTo>
                <a:cubicBezTo>
                  <a:pt x="0" y="2565835"/>
                  <a:pt x="90816" y="2192716"/>
                  <a:pt x="269730" y="1834555"/>
                </a:cubicBezTo>
                <a:cubicBezTo>
                  <a:pt x="444806" y="1484188"/>
                  <a:pt x="695109" y="1163480"/>
                  <a:pt x="1013589" y="881627"/>
                </a:cubicBezTo>
                <a:cubicBezTo>
                  <a:pt x="1326624" y="604505"/>
                  <a:pt x="1698428" y="375956"/>
                  <a:pt x="2089042" y="220777"/>
                </a:cubicBezTo>
                <a:cubicBezTo>
                  <a:pt x="2339747" y="120996"/>
                  <a:pt x="2592918" y="51971"/>
                  <a:pt x="2845684" y="14234"/>
                </a:cubicBezTo>
                <a:close/>
              </a:path>
            </a:pathLst>
          </a:custGeom>
          <a:solidFill>
            <a:srgbClr val="FFFFFF">
              <a:alpha val="6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Meiryo"/>
              <a:ea typeface="+mn-ea"/>
              <a:cs typeface="+mn-cs"/>
            </a:endParaRPr>
          </a:p>
        </p:txBody>
      </p:sp>
      <p:pic>
        <p:nvPicPr>
          <p:cNvPr id="4" name="Resim 3">
            <a:extLst>
              <a:ext uri="{FF2B5EF4-FFF2-40B4-BE49-F238E27FC236}">
                <a16:creationId xmlns:a16="http://schemas.microsoft.com/office/drawing/2014/main" id="{F0CC5F81-ED32-6691-D2E0-3CB3BB1679F0}"/>
              </a:ext>
            </a:extLst>
          </p:cNvPr>
          <p:cNvPicPr>
            <a:picLocks noChangeAspect="1"/>
          </p:cNvPicPr>
          <p:nvPr/>
        </p:nvPicPr>
        <p:blipFill>
          <a:blip r:embed="rId3" cstate="screen">
            <a:extLst>
              <a:ext uri="{28A0092B-C50C-407E-A947-70E740481C1C}">
                <a14:useLocalDpi xmlns:a14="http://schemas.microsoft.com/office/drawing/2010/main"/>
              </a:ext>
            </a:extLst>
          </a:blip>
          <a:srcRect/>
          <a:stretch/>
        </p:blipFill>
        <p:spPr>
          <a:xfrm>
            <a:off x="6877878" y="294199"/>
            <a:ext cx="5150794" cy="5001370"/>
          </a:xfrm>
          <a:custGeom>
            <a:avLst/>
            <a:gdLst/>
            <a:ahLst/>
            <a:cxnLst/>
            <a:rect l="l" t="t" r="r" b="b"/>
            <a:pathLst>
              <a:path w="5044104" h="4896924">
                <a:moveTo>
                  <a:pt x="2886613" y="0"/>
                </a:moveTo>
                <a:cubicBezTo>
                  <a:pt x="3218269" y="0"/>
                  <a:pt x="3523512" y="65865"/>
                  <a:pt x="3794011" y="195584"/>
                </a:cubicBezTo>
                <a:cubicBezTo>
                  <a:pt x="4047516" y="317247"/>
                  <a:pt x="4270172" y="494825"/>
                  <a:pt x="4455804" y="723284"/>
                </a:cubicBezTo>
                <a:cubicBezTo>
                  <a:pt x="4835198" y="1190375"/>
                  <a:pt x="5044104" y="1854168"/>
                  <a:pt x="5044104" y="2592438"/>
                </a:cubicBezTo>
                <a:cubicBezTo>
                  <a:pt x="5044104" y="2886985"/>
                  <a:pt x="4963247" y="3123382"/>
                  <a:pt x="4782050" y="3358996"/>
                </a:cubicBezTo>
                <a:cubicBezTo>
                  <a:pt x="4592516" y="3605460"/>
                  <a:pt x="4307730" y="3832465"/>
                  <a:pt x="4006167" y="4072775"/>
                </a:cubicBezTo>
                <a:cubicBezTo>
                  <a:pt x="3950530" y="4117058"/>
                  <a:pt x="3893052" y="4162907"/>
                  <a:pt x="3835576" y="4209314"/>
                </a:cubicBezTo>
                <a:cubicBezTo>
                  <a:pt x="3321099" y="4624632"/>
                  <a:pt x="2945605" y="4896924"/>
                  <a:pt x="2433835" y="4896924"/>
                </a:cubicBezTo>
                <a:cubicBezTo>
                  <a:pt x="1654054" y="4896924"/>
                  <a:pt x="1101803" y="4562680"/>
                  <a:pt x="587325" y="3779234"/>
                </a:cubicBezTo>
                <a:cubicBezTo>
                  <a:pt x="519999" y="3676690"/>
                  <a:pt x="454187" y="3583430"/>
                  <a:pt x="390540" y="3493298"/>
                </a:cubicBezTo>
                <a:cubicBezTo>
                  <a:pt x="126752" y="3119579"/>
                  <a:pt x="0" y="2925228"/>
                  <a:pt x="0" y="2592438"/>
                </a:cubicBezTo>
                <a:cubicBezTo>
                  <a:pt x="0" y="2261996"/>
                  <a:pt x="79450" y="1935577"/>
                  <a:pt x="235969" y="1622244"/>
                </a:cubicBezTo>
                <a:cubicBezTo>
                  <a:pt x="389133" y="1315731"/>
                  <a:pt x="608107" y="1035165"/>
                  <a:pt x="886724" y="788590"/>
                </a:cubicBezTo>
                <a:cubicBezTo>
                  <a:pt x="1160578" y="546153"/>
                  <a:pt x="1485846" y="346211"/>
                  <a:pt x="1827568" y="210454"/>
                </a:cubicBezTo>
                <a:cubicBezTo>
                  <a:pt x="2178491" y="70787"/>
                  <a:pt x="2534934" y="0"/>
                  <a:pt x="2886613" y="0"/>
                </a:cubicBezTo>
                <a:close/>
              </a:path>
            </a:pathLst>
          </a:custGeom>
        </p:spPr>
      </p:pic>
    </p:spTree>
    <p:extLst>
      <p:ext uri="{BB962C8B-B14F-4D97-AF65-F5344CB8AC3E}">
        <p14:creationId xmlns:p14="http://schemas.microsoft.com/office/powerpoint/2010/main" val="1629859497"/>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10CE40DC-5723-449B-A365-A61D8C262E9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53" y="0"/>
            <a:ext cx="12191695"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Meiryo"/>
              <a:ea typeface="+mn-ea"/>
              <a:cs typeface="+mn-cs"/>
            </a:endParaRPr>
          </a:p>
        </p:txBody>
      </p:sp>
      <p:pic>
        <p:nvPicPr>
          <p:cNvPr id="4" name="Resim 3">
            <a:extLst>
              <a:ext uri="{FF2B5EF4-FFF2-40B4-BE49-F238E27FC236}">
                <a16:creationId xmlns:a16="http://schemas.microsoft.com/office/drawing/2014/main" id="{00E5F76C-91A0-E4C8-05F0-45EBE96D32D2}"/>
              </a:ext>
            </a:extLst>
          </p:cNvPr>
          <p:cNvPicPr>
            <a:picLocks noChangeAspect="1"/>
          </p:cNvPicPr>
          <p:nvPr/>
        </p:nvPicPr>
        <p:blipFill>
          <a:blip r:embed="rId3" cstate="screen">
            <a:extLst>
              <a:ext uri="{28A0092B-C50C-407E-A947-70E740481C1C}">
                <a14:useLocalDpi xmlns:a14="http://schemas.microsoft.com/office/drawing/2010/main"/>
              </a:ext>
            </a:extLst>
          </a:blip>
          <a:srcRect r="-1"/>
          <a:stretch/>
        </p:blipFill>
        <p:spPr>
          <a:xfrm>
            <a:off x="1524" y="10"/>
            <a:ext cx="12188952" cy="6857990"/>
          </a:xfrm>
          <a:prstGeom prst="rect">
            <a:avLst/>
          </a:prstGeom>
        </p:spPr>
      </p:pic>
      <p:sp>
        <p:nvSpPr>
          <p:cNvPr id="11" name="Freeform: Shape 10">
            <a:extLst>
              <a:ext uri="{FF2B5EF4-FFF2-40B4-BE49-F238E27FC236}">
                <a16:creationId xmlns:a16="http://schemas.microsoft.com/office/drawing/2014/main" id="{28207E96-6DFF-4119-B2EA-3299067D2F4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742598" y="0"/>
            <a:ext cx="10189600" cy="6858000"/>
          </a:xfrm>
          <a:custGeom>
            <a:avLst/>
            <a:gdLst>
              <a:gd name="connsiteX0" fmla="*/ 8513625 w 10189600"/>
              <a:gd name="connsiteY0" fmla="*/ 0 h 6858000"/>
              <a:gd name="connsiteX1" fmla="*/ 1434689 w 10189600"/>
              <a:gd name="connsiteY1" fmla="*/ 0 h 6858000"/>
              <a:gd name="connsiteX2" fmla="*/ 1271976 w 10189600"/>
              <a:gd name="connsiteY2" fmla="*/ 160651 h 6858000"/>
              <a:gd name="connsiteX3" fmla="*/ 0 w 10189600"/>
              <a:gd name="connsiteY3" fmla="*/ 3879329 h 6858000"/>
              <a:gd name="connsiteX4" fmla="*/ 1565101 w 10189600"/>
              <a:gd name="connsiteY4" fmla="*/ 6659296 h 6858000"/>
              <a:gd name="connsiteX5" fmla="*/ 1789426 w 10189600"/>
              <a:gd name="connsiteY5" fmla="*/ 6858000 h 6858000"/>
              <a:gd name="connsiteX6" fmla="*/ 8868328 w 10189600"/>
              <a:gd name="connsiteY6" fmla="*/ 6858000 h 6858000"/>
              <a:gd name="connsiteX7" fmla="*/ 8925683 w 10189600"/>
              <a:gd name="connsiteY7" fmla="*/ 6804604 h 6858000"/>
              <a:gd name="connsiteX8" fmla="*/ 10189600 w 10189600"/>
              <a:gd name="connsiteY8" fmla="*/ 4217082 h 6858000"/>
              <a:gd name="connsiteX9" fmla="*/ 8536469 w 10189600"/>
              <a:gd name="connsiteY9" fmla="*/ 17461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0189600" h="6858000">
                <a:moveTo>
                  <a:pt x="8513625" y="0"/>
                </a:moveTo>
                <a:lnTo>
                  <a:pt x="1434689" y="0"/>
                </a:lnTo>
                <a:lnTo>
                  <a:pt x="1271976" y="160651"/>
                </a:lnTo>
                <a:cubicBezTo>
                  <a:pt x="451613" y="1030749"/>
                  <a:pt x="0" y="2373165"/>
                  <a:pt x="0" y="3879329"/>
                </a:cubicBezTo>
                <a:cubicBezTo>
                  <a:pt x="0" y="5207145"/>
                  <a:pt x="731040" y="5919527"/>
                  <a:pt x="1565101" y="6659296"/>
                </a:cubicBezTo>
                <a:lnTo>
                  <a:pt x="1789426" y="6858000"/>
                </a:lnTo>
                <a:lnTo>
                  <a:pt x="8868328" y="6858000"/>
                </a:lnTo>
                <a:lnTo>
                  <a:pt x="8925683" y="6804604"/>
                </a:lnTo>
                <a:cubicBezTo>
                  <a:pt x="9627437" y="6132444"/>
                  <a:pt x="10189600" y="5418356"/>
                  <a:pt x="10189600" y="4217082"/>
                </a:cubicBezTo>
                <a:cubicBezTo>
                  <a:pt x="10189600" y="2437327"/>
                  <a:pt x="9597144" y="878708"/>
                  <a:pt x="8536469" y="17461"/>
                </a:cubicBezTo>
                <a:close/>
              </a:path>
            </a:pathLst>
          </a:custGeom>
          <a:solidFill>
            <a:schemeClr val="bg1">
              <a:alpha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3" name="Freeform: Shape 12">
            <a:extLst>
              <a:ext uri="{FF2B5EF4-FFF2-40B4-BE49-F238E27FC236}">
                <a16:creationId xmlns:a16="http://schemas.microsoft.com/office/drawing/2014/main" id="{9E223C86-12C5-4A60-A21A-D7FC75EFC65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357813" y="0"/>
            <a:ext cx="1323453" cy="6858000"/>
          </a:xfrm>
          <a:custGeom>
            <a:avLst/>
            <a:gdLst>
              <a:gd name="connsiteX0" fmla="*/ 28443 w 1323453"/>
              <a:gd name="connsiteY0" fmla="*/ 0 h 6858000"/>
              <a:gd name="connsiteX1" fmla="*/ 10519 w 1323453"/>
              <a:gd name="connsiteY1" fmla="*/ 0 h 6858000"/>
              <a:gd name="connsiteX2" fmla="*/ 37377 w 1323453"/>
              <a:gd name="connsiteY2" fmla="*/ 27367 h 6858000"/>
              <a:gd name="connsiteX3" fmla="*/ 1297455 w 1323453"/>
              <a:gd name="connsiteY3" fmla="*/ 4282319 h 6858000"/>
              <a:gd name="connsiteX4" fmla="*/ 248584 w 1323453"/>
              <a:gd name="connsiteY4" fmla="*/ 6615157 h 6858000"/>
              <a:gd name="connsiteX5" fmla="*/ 0 w 1323453"/>
              <a:gd name="connsiteY5" fmla="*/ 6858000 h 6858000"/>
              <a:gd name="connsiteX6" fmla="*/ 19869 w 1323453"/>
              <a:gd name="connsiteY6" fmla="*/ 6858000 h 6858000"/>
              <a:gd name="connsiteX7" fmla="*/ 267461 w 1323453"/>
              <a:gd name="connsiteY7" fmla="*/ 6616128 h 6858000"/>
              <a:gd name="connsiteX8" fmla="*/ 1316330 w 1323453"/>
              <a:gd name="connsiteY8" fmla="*/ 4283289 h 6858000"/>
              <a:gd name="connsiteX9" fmla="*/ 56253 w 1323453"/>
              <a:gd name="connsiteY9" fmla="*/ 28337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323453" h="6858000">
                <a:moveTo>
                  <a:pt x="28443" y="0"/>
                </a:moveTo>
                <a:lnTo>
                  <a:pt x="10519" y="0"/>
                </a:lnTo>
                <a:lnTo>
                  <a:pt x="37377" y="27367"/>
                </a:lnTo>
                <a:cubicBezTo>
                  <a:pt x="919519" y="995374"/>
                  <a:pt x="1367465" y="2551123"/>
                  <a:pt x="1297455" y="4282319"/>
                </a:cubicBezTo>
                <a:cubicBezTo>
                  <a:pt x="1254252" y="5350659"/>
                  <a:pt x="821705" y="6026831"/>
                  <a:pt x="248584" y="6615157"/>
                </a:cubicBezTo>
                <a:lnTo>
                  <a:pt x="0" y="6858000"/>
                </a:lnTo>
                <a:lnTo>
                  <a:pt x="19869" y="6858000"/>
                </a:lnTo>
                <a:lnTo>
                  <a:pt x="267461" y="6616128"/>
                </a:lnTo>
                <a:cubicBezTo>
                  <a:pt x="840581" y="6027802"/>
                  <a:pt x="1273128" y="5351630"/>
                  <a:pt x="1316330" y="4283289"/>
                </a:cubicBezTo>
                <a:cubicBezTo>
                  <a:pt x="1386340" y="2552094"/>
                  <a:pt x="938396" y="996343"/>
                  <a:pt x="56253" y="28337"/>
                </a:cubicBezTo>
                <a:close/>
              </a:path>
            </a:pathLst>
          </a:cu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Meiryo"/>
              <a:ea typeface="+mn-ea"/>
              <a:cs typeface="+mn-cs"/>
            </a:endParaRPr>
          </a:p>
        </p:txBody>
      </p:sp>
      <p:sp>
        <p:nvSpPr>
          <p:cNvPr id="15" name="Freeform: Shape 14">
            <a:extLst>
              <a:ext uri="{FF2B5EF4-FFF2-40B4-BE49-F238E27FC236}">
                <a16:creationId xmlns:a16="http://schemas.microsoft.com/office/drawing/2014/main" id="{FA573AF0-3C0B-4895-A7A6-F41B0321153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48645" y="0"/>
            <a:ext cx="1561993" cy="6858000"/>
          </a:xfrm>
          <a:custGeom>
            <a:avLst/>
            <a:gdLst>
              <a:gd name="connsiteX0" fmla="*/ 1544228 w 1561993"/>
              <a:gd name="connsiteY0" fmla="*/ 0 h 6858000"/>
              <a:gd name="connsiteX1" fmla="*/ 1561993 w 1561993"/>
              <a:gd name="connsiteY1" fmla="*/ 0 h 6858000"/>
              <a:gd name="connsiteX2" fmla="*/ 1540943 w 1561993"/>
              <a:gd name="connsiteY2" fmla="*/ 17040 h 6858000"/>
              <a:gd name="connsiteX3" fmla="*/ 17765 w 1561993"/>
              <a:gd name="connsiteY3" fmla="*/ 4115040 h 6858000"/>
              <a:gd name="connsiteX4" fmla="*/ 1142901 w 1561993"/>
              <a:gd name="connsiteY4" fmla="*/ 6599739 h 6858000"/>
              <a:gd name="connsiteX5" fmla="*/ 1403744 w 1561993"/>
              <a:gd name="connsiteY5" fmla="*/ 6858000 h 6858000"/>
              <a:gd name="connsiteX6" fmla="*/ 1385980 w 1561993"/>
              <a:gd name="connsiteY6" fmla="*/ 6858000 h 6858000"/>
              <a:gd name="connsiteX7" fmla="*/ 1125137 w 1561993"/>
              <a:gd name="connsiteY7" fmla="*/ 6599739 h 6858000"/>
              <a:gd name="connsiteX8" fmla="*/ 0 w 1561993"/>
              <a:gd name="connsiteY8" fmla="*/ 4115040 h 6858000"/>
              <a:gd name="connsiteX9" fmla="*/ 1523178 w 1561993"/>
              <a:gd name="connsiteY9" fmla="*/ 1704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561993" h="6858000">
                <a:moveTo>
                  <a:pt x="1544228" y="0"/>
                </a:moveTo>
                <a:lnTo>
                  <a:pt x="1561993" y="0"/>
                </a:lnTo>
                <a:lnTo>
                  <a:pt x="1540943" y="17040"/>
                </a:lnTo>
                <a:cubicBezTo>
                  <a:pt x="563647" y="857447"/>
                  <a:pt x="17765" y="2378351"/>
                  <a:pt x="17765" y="4115040"/>
                </a:cubicBezTo>
                <a:cubicBezTo>
                  <a:pt x="17765" y="5263323"/>
                  <a:pt x="514810" y="5955416"/>
                  <a:pt x="1142901" y="6599739"/>
                </a:cubicBezTo>
                <a:lnTo>
                  <a:pt x="1403744" y="6858000"/>
                </a:lnTo>
                <a:lnTo>
                  <a:pt x="1385980" y="6858000"/>
                </a:lnTo>
                <a:lnTo>
                  <a:pt x="1125137" y="6599739"/>
                </a:lnTo>
                <a:cubicBezTo>
                  <a:pt x="497046" y="5955416"/>
                  <a:pt x="0" y="5263323"/>
                  <a:pt x="0" y="4115040"/>
                </a:cubicBezTo>
                <a:cubicBezTo>
                  <a:pt x="0" y="2378351"/>
                  <a:pt x="545882" y="857447"/>
                  <a:pt x="1523178" y="17040"/>
                </a:cubicBezTo>
                <a:close/>
              </a:path>
            </a:pathLst>
          </a:cu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7" name="Freeform: Shape 16">
            <a:extLst>
              <a:ext uri="{FF2B5EF4-FFF2-40B4-BE49-F238E27FC236}">
                <a16:creationId xmlns:a16="http://schemas.microsoft.com/office/drawing/2014/main" id="{62442AC3-A9B0-4865-8A8A-1504FFC6E4D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434283" y="0"/>
            <a:ext cx="1904278" cy="6858000"/>
          </a:xfrm>
          <a:custGeom>
            <a:avLst/>
            <a:gdLst>
              <a:gd name="connsiteX0" fmla="*/ 624262 w 1775065"/>
              <a:gd name="connsiteY0" fmla="*/ 0 h 6858000"/>
              <a:gd name="connsiteX1" fmla="*/ 642233 w 1775065"/>
              <a:gd name="connsiteY1" fmla="*/ 0 h 6858000"/>
              <a:gd name="connsiteX2" fmla="*/ 673003 w 1775065"/>
              <a:gd name="connsiteY2" fmla="*/ 35111 h 6858000"/>
              <a:gd name="connsiteX3" fmla="*/ 1767974 w 1775065"/>
              <a:gd name="connsiteY3" fmla="*/ 3968278 h 6858000"/>
              <a:gd name="connsiteX4" fmla="*/ 115603 w 1775065"/>
              <a:gd name="connsiteY4" fmla="*/ 6776131 h 6858000"/>
              <a:gd name="connsiteX5" fmla="*/ 19890 w 1775065"/>
              <a:gd name="connsiteY5" fmla="*/ 6858000 h 6858000"/>
              <a:gd name="connsiteX6" fmla="*/ 0 w 1775065"/>
              <a:gd name="connsiteY6" fmla="*/ 6858000 h 6858000"/>
              <a:gd name="connsiteX7" fmla="*/ 96809 w 1775065"/>
              <a:gd name="connsiteY7" fmla="*/ 6775193 h 6858000"/>
              <a:gd name="connsiteX8" fmla="*/ 1749182 w 1775065"/>
              <a:gd name="connsiteY8" fmla="*/ 3967340 h 6858000"/>
              <a:gd name="connsiteX9" fmla="*/ 654209 w 1775065"/>
              <a:gd name="connsiteY9" fmla="*/ 34172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775065" h="6858000">
                <a:moveTo>
                  <a:pt x="624262" y="0"/>
                </a:moveTo>
                <a:lnTo>
                  <a:pt x="642233" y="0"/>
                </a:lnTo>
                <a:lnTo>
                  <a:pt x="673003" y="35111"/>
                </a:lnTo>
                <a:cubicBezTo>
                  <a:pt x="1445427" y="977982"/>
                  <a:pt x="1833320" y="2398562"/>
                  <a:pt x="1767974" y="3968278"/>
                </a:cubicBezTo>
                <a:cubicBezTo>
                  <a:pt x="1710622" y="5345972"/>
                  <a:pt x="964135" y="6049363"/>
                  <a:pt x="115603" y="6776131"/>
                </a:cubicBezTo>
                <a:lnTo>
                  <a:pt x="19890" y="6858000"/>
                </a:lnTo>
                <a:lnTo>
                  <a:pt x="0" y="6858000"/>
                </a:lnTo>
                <a:lnTo>
                  <a:pt x="96809" y="6775193"/>
                </a:lnTo>
                <a:cubicBezTo>
                  <a:pt x="945341" y="6048424"/>
                  <a:pt x="1691828" y="5345034"/>
                  <a:pt x="1749182" y="3967340"/>
                </a:cubicBezTo>
                <a:cubicBezTo>
                  <a:pt x="1814528" y="2397623"/>
                  <a:pt x="1426634" y="977044"/>
                  <a:pt x="654209" y="34172"/>
                </a:cubicBezTo>
                <a:close/>
              </a:path>
            </a:pathLst>
          </a:cu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Meiryo"/>
              <a:ea typeface="+mn-ea"/>
              <a:cs typeface="+mn-cs"/>
            </a:endParaRPr>
          </a:p>
        </p:txBody>
      </p:sp>
      <p:sp>
        <p:nvSpPr>
          <p:cNvPr id="19" name="Freeform: Shape 18">
            <a:extLst>
              <a:ext uri="{FF2B5EF4-FFF2-40B4-BE49-F238E27FC236}">
                <a16:creationId xmlns:a16="http://schemas.microsoft.com/office/drawing/2014/main" id="{68451DCE-129E-43B6-BA50-3C8339E4618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289577" y="0"/>
            <a:ext cx="1825312" cy="6858000"/>
          </a:xfrm>
          <a:custGeom>
            <a:avLst/>
            <a:gdLst>
              <a:gd name="connsiteX0" fmla="*/ 516683 w 1825312"/>
              <a:gd name="connsiteY0" fmla="*/ 0 h 6858000"/>
              <a:gd name="connsiteX1" fmla="*/ 541088 w 1825312"/>
              <a:gd name="connsiteY1" fmla="*/ 0 h 6858000"/>
              <a:gd name="connsiteX2" fmla="*/ 626170 w 1825312"/>
              <a:gd name="connsiteY2" fmla="*/ 99144 h 6858000"/>
              <a:gd name="connsiteX3" fmla="*/ 1825312 w 1825312"/>
              <a:gd name="connsiteY3" fmla="*/ 3859833 h 6858000"/>
              <a:gd name="connsiteX4" fmla="*/ 279633 w 1825312"/>
              <a:gd name="connsiteY4" fmla="*/ 6651338 h 6858000"/>
              <a:gd name="connsiteX5" fmla="*/ 24403 w 1825312"/>
              <a:gd name="connsiteY5" fmla="*/ 6858000 h 6858000"/>
              <a:gd name="connsiteX6" fmla="*/ 0 w 1825312"/>
              <a:gd name="connsiteY6" fmla="*/ 6858000 h 6858000"/>
              <a:gd name="connsiteX7" fmla="*/ 255230 w 1825312"/>
              <a:gd name="connsiteY7" fmla="*/ 6651338 h 6858000"/>
              <a:gd name="connsiteX8" fmla="*/ 1800907 w 1825312"/>
              <a:gd name="connsiteY8" fmla="*/ 3859833 h 6858000"/>
              <a:gd name="connsiteX9" fmla="*/ 601765 w 1825312"/>
              <a:gd name="connsiteY9" fmla="*/ 99144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825312" h="6858000">
                <a:moveTo>
                  <a:pt x="516683" y="0"/>
                </a:moveTo>
                <a:lnTo>
                  <a:pt x="541088" y="0"/>
                </a:lnTo>
                <a:lnTo>
                  <a:pt x="626170" y="99144"/>
                </a:lnTo>
                <a:cubicBezTo>
                  <a:pt x="1403484" y="1069501"/>
                  <a:pt x="1825312" y="2396484"/>
                  <a:pt x="1825312" y="3859833"/>
                </a:cubicBezTo>
                <a:cubicBezTo>
                  <a:pt x="1825312" y="5149904"/>
                  <a:pt x="1142485" y="5927455"/>
                  <a:pt x="279633" y="6651338"/>
                </a:cubicBezTo>
                <a:lnTo>
                  <a:pt x="24403" y="6858000"/>
                </a:lnTo>
                <a:lnTo>
                  <a:pt x="0" y="6858000"/>
                </a:lnTo>
                <a:lnTo>
                  <a:pt x="255230" y="6651338"/>
                </a:lnTo>
                <a:cubicBezTo>
                  <a:pt x="1118082" y="5927455"/>
                  <a:pt x="1800907" y="5149904"/>
                  <a:pt x="1800907" y="3859833"/>
                </a:cubicBezTo>
                <a:cubicBezTo>
                  <a:pt x="1800907" y="2396484"/>
                  <a:pt x="1379079" y="1069501"/>
                  <a:pt x="601765" y="99144"/>
                </a:cubicBezTo>
                <a:close/>
              </a:path>
            </a:pathLst>
          </a:cu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Başlık 1">
            <a:extLst>
              <a:ext uri="{FF2B5EF4-FFF2-40B4-BE49-F238E27FC236}">
                <a16:creationId xmlns:a16="http://schemas.microsoft.com/office/drawing/2014/main" id="{94D34A13-B8CD-F8F2-91AA-67BB65BD30B4}"/>
              </a:ext>
            </a:extLst>
          </p:cNvPr>
          <p:cNvSpPr>
            <a:spLocks noGrp="1"/>
          </p:cNvSpPr>
          <p:nvPr>
            <p:ph type="title"/>
          </p:nvPr>
        </p:nvSpPr>
        <p:spPr>
          <a:xfrm>
            <a:off x="1077111" y="363198"/>
            <a:ext cx="7340048" cy="1651054"/>
          </a:xfrm>
        </p:spPr>
        <p:txBody>
          <a:bodyPr anchor="b">
            <a:normAutofit/>
          </a:bodyPr>
          <a:lstStyle/>
          <a:p>
            <a:r>
              <a:rPr lang="tr-TR" dirty="0"/>
              <a:t>ÇAĞDAŞ ÖRGÜTLENME YAKLAŞIMLARI</a:t>
            </a:r>
          </a:p>
        </p:txBody>
      </p:sp>
      <p:sp>
        <p:nvSpPr>
          <p:cNvPr id="3" name="İçerik Yer Tutucusu 2">
            <a:extLst>
              <a:ext uri="{FF2B5EF4-FFF2-40B4-BE49-F238E27FC236}">
                <a16:creationId xmlns:a16="http://schemas.microsoft.com/office/drawing/2014/main" id="{498E1669-DF19-07E5-3643-CF74224D07C9}"/>
              </a:ext>
            </a:extLst>
          </p:cNvPr>
          <p:cNvSpPr>
            <a:spLocks noGrp="1"/>
          </p:cNvSpPr>
          <p:nvPr>
            <p:ph idx="1"/>
          </p:nvPr>
        </p:nvSpPr>
        <p:spPr>
          <a:xfrm>
            <a:off x="1681266" y="2014252"/>
            <a:ext cx="8861228" cy="4602679"/>
          </a:xfrm>
          <a:blipFill dpi="0" rotWithShape="1">
            <a:blip r:embed="rId4">
              <a:alphaModFix amt="42000"/>
            </a:blip>
            <a:srcRect/>
            <a:tile tx="0" ty="0" sx="100000" sy="100000" flip="none" algn="tl"/>
          </a:blipFill>
        </p:spPr>
        <p:txBody>
          <a:bodyPr>
            <a:normAutofit/>
          </a:bodyPr>
          <a:lstStyle/>
          <a:p>
            <a:pPr marL="342900" indent="-342900">
              <a:lnSpc>
                <a:spcPct val="130000"/>
              </a:lnSpc>
              <a:buFont typeface="+mj-lt"/>
              <a:buAutoNum type="arabicPeriod" startAt="4"/>
            </a:pPr>
            <a:r>
              <a:rPr lang="tr-TR" sz="1600" b="1" i="0" dirty="0">
                <a:effectLst/>
                <a:latin typeface="Söhne"/>
              </a:rPr>
              <a:t>Kendinden Yöneten Ekipler (Self-</a:t>
            </a:r>
            <a:r>
              <a:rPr lang="tr-TR" sz="1600" b="1" i="0" dirty="0" err="1">
                <a:effectLst/>
                <a:latin typeface="Söhne"/>
              </a:rPr>
              <a:t>Managing</a:t>
            </a:r>
            <a:r>
              <a:rPr lang="tr-TR" sz="1600" b="1" i="0" dirty="0">
                <a:effectLst/>
                <a:latin typeface="Söhne"/>
              </a:rPr>
              <a:t> </a:t>
            </a:r>
            <a:r>
              <a:rPr lang="tr-TR" sz="1600" b="1" i="0" dirty="0" err="1">
                <a:effectLst/>
                <a:latin typeface="Söhne"/>
              </a:rPr>
              <a:t>Teams</a:t>
            </a:r>
            <a:r>
              <a:rPr lang="tr-TR" sz="1600" b="1" i="0" dirty="0">
                <a:effectLst/>
                <a:latin typeface="Söhne"/>
              </a:rPr>
              <a:t>):</a:t>
            </a:r>
            <a:endParaRPr lang="tr-TR" sz="1600" b="0" i="0" dirty="0">
              <a:effectLst/>
              <a:latin typeface="Söhne"/>
            </a:endParaRPr>
          </a:p>
          <a:p>
            <a:pPr marL="742950" lvl="1" indent="-285750">
              <a:lnSpc>
                <a:spcPct val="130000"/>
              </a:lnSpc>
              <a:buFont typeface="Arial" panose="020B0604020202020204" pitchFamily="34" charset="0"/>
              <a:buChar char="•"/>
            </a:pPr>
            <a:r>
              <a:rPr lang="tr-TR" b="0" i="0" dirty="0">
                <a:effectLst/>
                <a:latin typeface="Söhne"/>
              </a:rPr>
              <a:t>Çalışanlara daha fazla yetki ve sorumluluk veren kendinden yöneten ekipler, belirli bir hedefe ulaşmak için bir araya gelir. Bu ekipler, kendi performanslarını yönetir, kararlarını alır ve sorunları çözer.</a:t>
            </a:r>
          </a:p>
          <a:p>
            <a:pPr>
              <a:lnSpc>
                <a:spcPct val="130000"/>
              </a:lnSpc>
              <a:buFont typeface="+mj-lt"/>
              <a:buAutoNum type="arabicPeriod" startAt="4"/>
            </a:pPr>
            <a:r>
              <a:rPr lang="tr-TR" sz="1600" b="1" i="0" dirty="0">
                <a:effectLst/>
                <a:latin typeface="Söhne"/>
              </a:rPr>
              <a:t>Dijital Organizasyonlar:</a:t>
            </a:r>
            <a:endParaRPr lang="tr-TR" sz="1600" b="0" i="0" dirty="0">
              <a:effectLst/>
              <a:latin typeface="Söhne"/>
            </a:endParaRPr>
          </a:p>
          <a:p>
            <a:pPr marL="742950" lvl="1" indent="-285750">
              <a:lnSpc>
                <a:spcPct val="130000"/>
              </a:lnSpc>
              <a:buFont typeface="Arial" panose="020B0604020202020204" pitchFamily="34" charset="0"/>
              <a:buChar char="•"/>
            </a:pPr>
            <a:r>
              <a:rPr lang="tr-TR" b="0" i="0" dirty="0">
                <a:effectLst/>
                <a:latin typeface="Söhne"/>
              </a:rPr>
              <a:t>Dijital organizasyonlar, teknolojik gelişmeleri en üst düzeyde kullanarak iş süreçlerini dönüştürmeyi amaçlar. Veri analitiği, yapay zeka, otomasyon ve diğer dijital araçlar, daha hızlı ve verimli iş süreçlerine olanak tanır.</a:t>
            </a:r>
          </a:p>
          <a:p>
            <a:pPr>
              <a:lnSpc>
                <a:spcPct val="130000"/>
              </a:lnSpc>
              <a:buFont typeface="+mj-lt"/>
              <a:buAutoNum type="arabicPeriod" startAt="4"/>
            </a:pPr>
            <a:r>
              <a:rPr lang="tr-TR" sz="1600" b="1" i="0" dirty="0">
                <a:effectLst/>
                <a:latin typeface="Söhne"/>
              </a:rPr>
              <a:t>Eğitim ve Gelişim Odaklı Organizasyonlar:</a:t>
            </a:r>
            <a:endParaRPr lang="tr-TR" sz="1600" b="0" i="0" dirty="0">
              <a:effectLst/>
              <a:latin typeface="Söhne"/>
            </a:endParaRPr>
          </a:p>
          <a:p>
            <a:pPr marL="742950" lvl="1" indent="-285750">
              <a:lnSpc>
                <a:spcPct val="130000"/>
              </a:lnSpc>
              <a:buFont typeface="Arial" panose="020B0604020202020204" pitchFamily="34" charset="0"/>
              <a:buChar char="•"/>
            </a:pPr>
            <a:r>
              <a:rPr lang="tr-TR" b="0" i="0" dirty="0">
                <a:effectLst/>
                <a:latin typeface="Söhne"/>
              </a:rPr>
              <a:t>Bu yaklaşım, çalışanların sürekli eğitim ve gelişimini vurgular. Çalışanların becerilerini geliştirmeleri için desteklenir, böylece organizasyonun değişen ihtiyaçlarına daha etkin bir şekilde yanıt verebilirler.</a:t>
            </a:r>
          </a:p>
          <a:p>
            <a:pPr>
              <a:lnSpc>
                <a:spcPct val="130000"/>
              </a:lnSpc>
            </a:pPr>
            <a:endParaRPr lang="tr-TR" sz="1000" dirty="0"/>
          </a:p>
        </p:txBody>
      </p:sp>
    </p:spTree>
    <p:extLst>
      <p:ext uri="{BB962C8B-B14F-4D97-AF65-F5344CB8AC3E}">
        <p14:creationId xmlns:p14="http://schemas.microsoft.com/office/powerpoint/2010/main" val="1387118443"/>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bg>
      <p:bgPr>
        <a:blipFill dpi="0" rotWithShape="1">
          <a:blip r:embed="rId2" cstate="screen">
            <a:alphaModFix amt="26000"/>
            <a:lum/>
            <a:extLst>
              <a:ext uri="{28A0092B-C50C-407E-A947-70E740481C1C}">
                <a14:useLocalDpi xmlns:a14="http://schemas.microsoft.com/office/drawing/2010/main"/>
              </a:ext>
            </a:extLst>
          </a:blip>
          <a:srcRect/>
          <a:stretch>
            <a:fillRect/>
          </a:stretch>
        </a:blipFill>
        <a:effectLst/>
      </p:bgPr>
    </p:bg>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F80A03D3-0A11-BB42-9F78-EF1241F55837}"/>
              </a:ext>
            </a:extLst>
          </p:cNvPr>
          <p:cNvSpPr>
            <a:spLocks noGrp="1"/>
          </p:cNvSpPr>
          <p:nvPr>
            <p:ph type="title"/>
          </p:nvPr>
        </p:nvSpPr>
        <p:spPr/>
        <p:txBody>
          <a:bodyPr>
            <a:normAutofit fontScale="90000"/>
          </a:bodyPr>
          <a:lstStyle/>
          <a:p>
            <a:pPr algn="ctr"/>
            <a:r>
              <a:rPr lang="tr-TR"/>
              <a:t>ÖRGÜTLEMEDE KARŞILAŞILAN GÜÇLÜKLER</a:t>
            </a:r>
            <a:endParaRPr lang="tr-TR" dirty="0"/>
          </a:p>
        </p:txBody>
      </p:sp>
      <p:sp>
        <p:nvSpPr>
          <p:cNvPr id="3" name="İçerik Yer Tutucusu 2">
            <a:extLst>
              <a:ext uri="{FF2B5EF4-FFF2-40B4-BE49-F238E27FC236}">
                <a16:creationId xmlns:a16="http://schemas.microsoft.com/office/drawing/2014/main" id="{ECF2B20F-FA38-1D48-9FF4-A67C116409F2}"/>
              </a:ext>
            </a:extLst>
          </p:cNvPr>
          <p:cNvSpPr>
            <a:spLocks noGrp="1"/>
          </p:cNvSpPr>
          <p:nvPr>
            <p:ph idx="1"/>
          </p:nvPr>
        </p:nvSpPr>
        <p:spPr>
          <a:solidFill>
            <a:schemeClr val="bg2">
              <a:alpha val="55788"/>
            </a:schemeClr>
          </a:solidFill>
        </p:spPr>
        <p:txBody>
          <a:bodyPr>
            <a:normAutofit/>
          </a:bodyPr>
          <a:lstStyle/>
          <a:p>
            <a:r>
              <a:rPr lang="tr-TR" b="1" dirty="0"/>
              <a:t>1.</a:t>
            </a:r>
            <a:r>
              <a:rPr lang="tr-TR" dirty="0"/>
              <a:t> Yöneticinin örgütleme konusunda karşılaşacağı ilk güçlük, ideal örgütsel yapıyı kurmak için gerekli personeli sağlama konusunda ortaya çıkmaktadır. Biçimsel yönden ideal olan bir yapı, uygulama alanındaki bu güçlükten dolayı, yeni istenen sayı ve kalitede insanın sağlanamaması nedeniyle reddedilmekte ve yerine daha az rasyonel bir şekil kabul edilmektedir.</a:t>
            </a:r>
          </a:p>
          <a:p>
            <a:endParaRPr lang="tr-TR" dirty="0"/>
          </a:p>
        </p:txBody>
      </p:sp>
    </p:spTree>
    <p:extLst>
      <p:ext uri="{BB962C8B-B14F-4D97-AF65-F5344CB8AC3E}">
        <p14:creationId xmlns:p14="http://schemas.microsoft.com/office/powerpoint/2010/main" val="4147528131"/>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bg>
      <p:bgPr>
        <a:blipFill dpi="0" rotWithShape="1">
          <a:blip r:embed="rId2" cstate="screen">
            <a:alphaModFix amt="26000"/>
            <a:lum/>
            <a:extLst>
              <a:ext uri="{28A0092B-C50C-407E-A947-70E740481C1C}">
                <a14:useLocalDpi xmlns:a14="http://schemas.microsoft.com/office/drawing/2010/main"/>
              </a:ext>
            </a:extLst>
          </a:blip>
          <a:srcRect/>
          <a:stretch>
            <a:fillRect/>
          </a:stretch>
        </a:blipFill>
        <a:effectLst/>
      </p:bgPr>
    </p:bg>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F80A03D3-0A11-BB42-9F78-EF1241F55837}"/>
              </a:ext>
            </a:extLst>
          </p:cNvPr>
          <p:cNvSpPr>
            <a:spLocks noGrp="1"/>
          </p:cNvSpPr>
          <p:nvPr>
            <p:ph type="title"/>
          </p:nvPr>
        </p:nvSpPr>
        <p:spPr/>
        <p:txBody>
          <a:bodyPr>
            <a:normAutofit fontScale="90000"/>
          </a:bodyPr>
          <a:lstStyle/>
          <a:p>
            <a:pPr algn="ctr"/>
            <a:r>
              <a:rPr lang="tr-TR" dirty="0"/>
              <a:t>ÖRGÜTLEMEDE KARŞILAŞILAN GÜÇLÜKLER</a:t>
            </a:r>
          </a:p>
        </p:txBody>
      </p:sp>
      <p:sp>
        <p:nvSpPr>
          <p:cNvPr id="3" name="İçerik Yer Tutucusu 2">
            <a:extLst>
              <a:ext uri="{FF2B5EF4-FFF2-40B4-BE49-F238E27FC236}">
                <a16:creationId xmlns:a16="http://schemas.microsoft.com/office/drawing/2014/main" id="{ECF2B20F-FA38-1D48-9FF4-A67C116409F2}"/>
              </a:ext>
            </a:extLst>
          </p:cNvPr>
          <p:cNvSpPr>
            <a:spLocks noGrp="1"/>
          </p:cNvSpPr>
          <p:nvPr>
            <p:ph idx="1"/>
          </p:nvPr>
        </p:nvSpPr>
        <p:spPr>
          <a:solidFill>
            <a:schemeClr val="bg2">
              <a:alpha val="57000"/>
            </a:schemeClr>
          </a:solidFill>
        </p:spPr>
        <p:txBody>
          <a:bodyPr>
            <a:normAutofit/>
          </a:bodyPr>
          <a:lstStyle/>
          <a:p>
            <a:pPr algn="just"/>
            <a:r>
              <a:rPr lang="tr-TR" b="1" dirty="0"/>
              <a:t>2.</a:t>
            </a:r>
            <a:r>
              <a:rPr lang="tr-TR" dirty="0"/>
              <a:t> Yöneticilerin birtakım kişisel ihtiraslar peşinde koşmaları nedeniyle, ideal yapının yaratılması mümkün olmayabilir. Orta ve alt kademe yöneticilerinin prestiji, yönettikleri bölümlere bağlıdır. Örgütsel yapıdaki değişiklikler, yöneticilerin bu prestijini sarsıcı biçimde gerçekleştiğinde, her türlü değişim çabası, bunlardan gelen büyük direnme ile karşılaşacak ve ideal bir yapının oluşturulmasına olanak bırakmayacaktır.</a:t>
            </a:r>
          </a:p>
        </p:txBody>
      </p:sp>
    </p:spTree>
    <p:extLst>
      <p:ext uri="{BB962C8B-B14F-4D97-AF65-F5344CB8AC3E}">
        <p14:creationId xmlns:p14="http://schemas.microsoft.com/office/powerpoint/2010/main" val="1814207640"/>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bg>
      <p:bgPr>
        <a:blipFill dpi="0" rotWithShape="1">
          <a:blip r:embed="rId3" cstate="screen">
            <a:alphaModFix amt="26000"/>
            <a:lum/>
            <a:extLst>
              <a:ext uri="{28A0092B-C50C-407E-A947-70E740481C1C}">
                <a14:useLocalDpi xmlns:a14="http://schemas.microsoft.com/office/drawing/2010/main"/>
              </a:ext>
            </a:extLst>
          </a:blip>
          <a:srcRect/>
          <a:stretch>
            <a:fillRect/>
          </a:stretch>
        </a:blipFill>
        <a:effectLst/>
      </p:bgPr>
    </p:bg>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F80A03D3-0A11-BB42-9F78-EF1241F55837}"/>
              </a:ext>
            </a:extLst>
          </p:cNvPr>
          <p:cNvSpPr>
            <a:spLocks noGrp="1"/>
          </p:cNvSpPr>
          <p:nvPr>
            <p:ph type="title"/>
          </p:nvPr>
        </p:nvSpPr>
        <p:spPr/>
        <p:txBody>
          <a:bodyPr>
            <a:normAutofit fontScale="90000"/>
          </a:bodyPr>
          <a:lstStyle/>
          <a:p>
            <a:pPr algn="ctr"/>
            <a:r>
              <a:rPr lang="tr-TR" dirty="0"/>
              <a:t>ÖRGÜTLEMEDE KARŞILAŞILAN GÜÇLÜKLER</a:t>
            </a:r>
          </a:p>
        </p:txBody>
      </p:sp>
      <p:sp>
        <p:nvSpPr>
          <p:cNvPr id="3" name="İçerik Yer Tutucusu 2">
            <a:extLst>
              <a:ext uri="{FF2B5EF4-FFF2-40B4-BE49-F238E27FC236}">
                <a16:creationId xmlns:a16="http://schemas.microsoft.com/office/drawing/2014/main" id="{ECF2B20F-FA38-1D48-9FF4-A67C116409F2}"/>
              </a:ext>
            </a:extLst>
          </p:cNvPr>
          <p:cNvSpPr>
            <a:spLocks noGrp="1"/>
          </p:cNvSpPr>
          <p:nvPr>
            <p:ph idx="1"/>
          </p:nvPr>
        </p:nvSpPr>
        <p:spPr>
          <a:solidFill>
            <a:schemeClr val="bg2">
              <a:alpha val="51000"/>
            </a:schemeClr>
          </a:solidFill>
        </p:spPr>
        <p:txBody>
          <a:bodyPr>
            <a:normAutofit/>
          </a:bodyPr>
          <a:lstStyle/>
          <a:p>
            <a:pPr algn="just"/>
            <a:r>
              <a:rPr lang="tr-TR" b="1" dirty="0"/>
              <a:t>3.</a:t>
            </a:r>
            <a:r>
              <a:rPr lang="tr-TR" dirty="0"/>
              <a:t> Cağımızın karakteristik özelliği olan "hızlı değişim" de örgütleme konusunda yöneticinin sorunlarının gittikçe artmasına yol açmaktadır. Bugün için verimli olan bu örgütleme şekli kısa bir zaman sonra, çevredeki hızlı değişmelerin bir sonucu olarak etkisiz hâle gelebilir. Örgütün değişikliklere ayak uydurmasını sağlamak için çevredeki değişmelerin fırsat ve tehditlerin yakından ve sürekli gözden geçirilmesi ve gerekli değişikliklerin bunların ışığında yapılması gerekir.</a:t>
            </a:r>
          </a:p>
        </p:txBody>
      </p:sp>
    </p:spTree>
    <p:extLst>
      <p:ext uri="{BB962C8B-B14F-4D97-AF65-F5344CB8AC3E}">
        <p14:creationId xmlns:p14="http://schemas.microsoft.com/office/powerpoint/2010/main" val="400981721"/>
      </p:ext>
    </p:extLst>
  </p:cSld>
  <p:clrMapOvr>
    <a:overrideClrMapping bg1="lt1" tx1="dk1" bg2="lt2" tx2="dk2" accent1="accent1" accent2="accent2" accent3="accent3" accent4="accent4" accent5="accent5" accent6="accent6" hlink="hlink" folHlink="folHlink"/>
  </p:clrMapOvr>
</p:sld>
</file>

<file path=ppt/slides/slide37.xml><?xml version="1.0" encoding="utf-8"?>
<p:sld xmlns:a="http://schemas.openxmlformats.org/drawingml/2006/main" xmlns:r="http://schemas.openxmlformats.org/officeDocument/2006/relationships" xmlns:p="http://schemas.openxmlformats.org/presentationml/2006/main">
  <p:cSld>
    <p:bg>
      <p:bgPr>
        <a:blipFill dpi="0" rotWithShape="1">
          <a:blip r:embed="rId2" cstate="screen">
            <a:alphaModFix amt="26000"/>
            <a:lum/>
            <a:extLst>
              <a:ext uri="{28A0092B-C50C-407E-A947-70E740481C1C}">
                <a14:useLocalDpi xmlns:a14="http://schemas.microsoft.com/office/drawing/2010/main"/>
              </a:ext>
            </a:extLst>
          </a:blip>
          <a:srcRect/>
          <a:stretch>
            <a:fillRect/>
          </a:stretch>
        </a:blipFill>
        <a:effectLst/>
      </p:bgPr>
    </p:bg>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F80A03D3-0A11-BB42-9F78-EF1241F55837}"/>
              </a:ext>
            </a:extLst>
          </p:cNvPr>
          <p:cNvSpPr>
            <a:spLocks noGrp="1"/>
          </p:cNvSpPr>
          <p:nvPr>
            <p:ph type="title"/>
          </p:nvPr>
        </p:nvSpPr>
        <p:spPr/>
        <p:txBody>
          <a:bodyPr>
            <a:normAutofit fontScale="90000"/>
          </a:bodyPr>
          <a:lstStyle/>
          <a:p>
            <a:pPr algn="ctr"/>
            <a:r>
              <a:rPr lang="tr-TR" dirty="0"/>
              <a:t>ÖRGÜTLEMEDE KARŞILAŞILAN GÜÇLÜKLER</a:t>
            </a:r>
          </a:p>
        </p:txBody>
      </p:sp>
      <p:sp>
        <p:nvSpPr>
          <p:cNvPr id="3" name="İçerik Yer Tutucusu 2">
            <a:extLst>
              <a:ext uri="{FF2B5EF4-FFF2-40B4-BE49-F238E27FC236}">
                <a16:creationId xmlns:a16="http://schemas.microsoft.com/office/drawing/2014/main" id="{ECF2B20F-FA38-1D48-9FF4-A67C116409F2}"/>
              </a:ext>
            </a:extLst>
          </p:cNvPr>
          <p:cNvSpPr>
            <a:spLocks noGrp="1"/>
          </p:cNvSpPr>
          <p:nvPr>
            <p:ph idx="1"/>
          </p:nvPr>
        </p:nvSpPr>
        <p:spPr>
          <a:solidFill>
            <a:schemeClr val="bg2">
              <a:alpha val="62000"/>
            </a:schemeClr>
          </a:solidFill>
        </p:spPr>
        <p:txBody>
          <a:bodyPr>
            <a:normAutofit/>
          </a:bodyPr>
          <a:lstStyle/>
          <a:p>
            <a:pPr algn="just"/>
            <a:r>
              <a:rPr lang="tr-TR" b="1" dirty="0"/>
              <a:t>4.</a:t>
            </a:r>
            <a:r>
              <a:rPr lang="tr-TR" dirty="0"/>
              <a:t> Örgüt üyelerinin davranışı da örgütlemeye geniş ölçüde etki eden diğer bir unsurdur. Üyelerinin benimsenmediği bir yapı, ne kadar rasyonel temellere dayanılarak kurulmuş olursa olsun, verimli bir şekilde çalışamayacaktır. Aynı şekilde üyelerin benimsediği bir örgütsel yapının hataları üyelerin ortak çabaları sayesinde çözümlenip, örgüt verimli bir duruma getirilebilecektir. Bu nedenle örgütün sosyal yanı veya Örgüte insancıl ilişkiler en aşağı örgütlenme kadar dikkat isteyen bir konudur.</a:t>
            </a:r>
          </a:p>
        </p:txBody>
      </p:sp>
    </p:spTree>
    <p:extLst>
      <p:ext uri="{BB962C8B-B14F-4D97-AF65-F5344CB8AC3E}">
        <p14:creationId xmlns:p14="http://schemas.microsoft.com/office/powerpoint/2010/main" val="3567610284"/>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bg>
      <p:bgPr>
        <a:blipFill dpi="0" rotWithShape="1">
          <a:blip r:embed="rId2" cstate="screen">
            <a:alphaModFix amt="26000"/>
            <a:lum/>
            <a:extLst>
              <a:ext uri="{28A0092B-C50C-407E-A947-70E740481C1C}">
                <a14:useLocalDpi xmlns:a14="http://schemas.microsoft.com/office/drawing/2010/main"/>
              </a:ext>
            </a:extLst>
          </a:blip>
          <a:srcRect/>
          <a:stretch>
            <a:fillRect/>
          </a:stretch>
        </a:blipFill>
        <a:effectLst/>
      </p:bgPr>
    </p:bg>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F80A03D3-0A11-BB42-9F78-EF1241F55837}"/>
              </a:ext>
            </a:extLst>
          </p:cNvPr>
          <p:cNvSpPr>
            <a:spLocks noGrp="1"/>
          </p:cNvSpPr>
          <p:nvPr>
            <p:ph type="title"/>
          </p:nvPr>
        </p:nvSpPr>
        <p:spPr/>
        <p:txBody>
          <a:bodyPr>
            <a:normAutofit fontScale="90000"/>
          </a:bodyPr>
          <a:lstStyle/>
          <a:p>
            <a:pPr algn="ctr"/>
            <a:r>
              <a:rPr lang="tr-TR" dirty="0"/>
              <a:t>ÖRGÜTLEMEDE KARŞILAŞILAN GÜÇLÜKLER</a:t>
            </a:r>
          </a:p>
        </p:txBody>
      </p:sp>
      <p:sp>
        <p:nvSpPr>
          <p:cNvPr id="3" name="İçerik Yer Tutucusu 2">
            <a:extLst>
              <a:ext uri="{FF2B5EF4-FFF2-40B4-BE49-F238E27FC236}">
                <a16:creationId xmlns:a16="http://schemas.microsoft.com/office/drawing/2014/main" id="{ECF2B20F-FA38-1D48-9FF4-A67C116409F2}"/>
              </a:ext>
            </a:extLst>
          </p:cNvPr>
          <p:cNvSpPr>
            <a:spLocks noGrp="1"/>
          </p:cNvSpPr>
          <p:nvPr>
            <p:ph idx="1"/>
          </p:nvPr>
        </p:nvSpPr>
        <p:spPr>
          <a:solidFill>
            <a:schemeClr val="bg2">
              <a:alpha val="64000"/>
            </a:schemeClr>
          </a:solidFill>
        </p:spPr>
        <p:txBody>
          <a:bodyPr>
            <a:normAutofit fontScale="92500" lnSpcReduction="20000"/>
          </a:bodyPr>
          <a:lstStyle/>
          <a:p>
            <a:pPr marL="342900" indent="-342900" algn="l">
              <a:buFont typeface="+mj-lt"/>
              <a:buAutoNum type="arabicPeriod" startAt="5"/>
            </a:pPr>
            <a:r>
              <a:rPr lang="tr-TR" b="1" i="0" dirty="0">
                <a:solidFill>
                  <a:srgbClr val="0D0D0D"/>
                </a:solidFill>
                <a:effectLst/>
                <a:latin typeface="Söhne"/>
              </a:rPr>
              <a:t>İletişim Sorunları:</a:t>
            </a:r>
            <a:endParaRPr lang="tr-TR" b="0" i="0" dirty="0">
              <a:solidFill>
                <a:srgbClr val="0D0D0D"/>
              </a:solidFill>
              <a:effectLst/>
              <a:latin typeface="Söhne"/>
            </a:endParaRPr>
          </a:p>
          <a:p>
            <a:pPr marL="800100" lvl="1" indent="-342900" algn="l">
              <a:buFont typeface="Arial" panose="020B0604020202020204" pitchFamily="34" charset="0"/>
              <a:buChar char="•"/>
            </a:pPr>
            <a:r>
              <a:rPr lang="tr-TR" b="0" i="1" dirty="0">
                <a:solidFill>
                  <a:srgbClr val="0D0D0D"/>
                </a:solidFill>
                <a:effectLst/>
                <a:latin typeface="Söhne"/>
              </a:rPr>
              <a:t>Bilgi Akışındaki Eksiklikler:</a:t>
            </a:r>
            <a:r>
              <a:rPr lang="tr-TR" b="0" i="0" dirty="0">
                <a:solidFill>
                  <a:srgbClr val="0D0D0D"/>
                </a:solidFill>
                <a:effectLst/>
                <a:latin typeface="Söhne"/>
              </a:rPr>
              <a:t> Çalışanlar arasındaki bilgi akışının eksik olması, yanlış anlamalara ve karar alma süreçlerinde hatalara neden olabilir.</a:t>
            </a:r>
          </a:p>
          <a:p>
            <a:pPr marL="800100" lvl="1" indent="-342900" algn="l">
              <a:buFont typeface="Arial" panose="020B0604020202020204" pitchFamily="34" charset="0"/>
              <a:buChar char="•"/>
            </a:pPr>
            <a:r>
              <a:rPr lang="tr-TR" b="0" i="1" dirty="0">
                <a:solidFill>
                  <a:srgbClr val="0D0D0D"/>
                </a:solidFill>
                <a:effectLst/>
                <a:latin typeface="Söhne"/>
              </a:rPr>
              <a:t>İletişim Kopuklukları:</a:t>
            </a:r>
            <a:r>
              <a:rPr lang="tr-TR" b="0" i="0" dirty="0">
                <a:solidFill>
                  <a:srgbClr val="0D0D0D"/>
                </a:solidFill>
                <a:effectLst/>
                <a:latin typeface="Söhne"/>
              </a:rPr>
              <a:t> Farklı departmanlar veya düzeyler arasında iletişim kopuklukları, örgüt içinde işbirliği ve koordinasyonu zorlaştırabilir.</a:t>
            </a:r>
          </a:p>
          <a:p>
            <a:pPr algn="l">
              <a:buFont typeface="+mj-lt"/>
              <a:buAutoNum type="arabicPeriod" startAt="5"/>
            </a:pPr>
            <a:r>
              <a:rPr lang="tr-TR" b="1" i="0" dirty="0">
                <a:solidFill>
                  <a:srgbClr val="0D0D0D"/>
                </a:solidFill>
                <a:effectLst/>
                <a:latin typeface="Söhne"/>
              </a:rPr>
              <a:t>Kurumsal Kültür ve Direnç:</a:t>
            </a:r>
            <a:endParaRPr lang="tr-TR" b="0" i="0" dirty="0">
              <a:solidFill>
                <a:srgbClr val="0D0D0D"/>
              </a:solidFill>
              <a:effectLst/>
              <a:latin typeface="Söhne"/>
            </a:endParaRPr>
          </a:p>
          <a:p>
            <a:pPr marL="742950" lvl="1" indent="-285750" algn="l">
              <a:buFont typeface="Arial" panose="020B0604020202020204" pitchFamily="34" charset="0"/>
              <a:buChar char="•"/>
            </a:pPr>
            <a:r>
              <a:rPr lang="tr-TR" b="0" i="1" dirty="0">
                <a:solidFill>
                  <a:srgbClr val="0D0D0D"/>
                </a:solidFill>
                <a:effectLst/>
                <a:latin typeface="Söhne"/>
              </a:rPr>
              <a:t>Değişime Direnç:</a:t>
            </a:r>
            <a:r>
              <a:rPr lang="tr-TR" b="0" i="0" dirty="0">
                <a:solidFill>
                  <a:srgbClr val="0D0D0D"/>
                </a:solidFill>
                <a:effectLst/>
                <a:latin typeface="Söhne"/>
              </a:rPr>
              <a:t> Mevcut çalışanlar, alıştıkları kültür ve iş süreçlerine direnç gösterebilir, yeni uygulamaları benimsemekte zorlanabilir.</a:t>
            </a:r>
          </a:p>
          <a:p>
            <a:pPr marL="742950" lvl="1" indent="-285750" algn="l">
              <a:buFont typeface="Arial" panose="020B0604020202020204" pitchFamily="34" charset="0"/>
              <a:buChar char="•"/>
            </a:pPr>
            <a:r>
              <a:rPr lang="tr-TR" b="0" i="1" dirty="0">
                <a:solidFill>
                  <a:srgbClr val="0D0D0D"/>
                </a:solidFill>
                <a:effectLst/>
                <a:latin typeface="Söhne"/>
              </a:rPr>
              <a:t>Çatışmalı Kültürler:</a:t>
            </a:r>
            <a:r>
              <a:rPr lang="tr-TR" b="0" i="0" dirty="0">
                <a:solidFill>
                  <a:srgbClr val="0D0D0D"/>
                </a:solidFill>
                <a:effectLst/>
                <a:latin typeface="Söhne"/>
              </a:rPr>
              <a:t> Farklı departmanlar veya ekipler arasında uyumsuz kültürler, işbirliğini ve etkili iletişimi engelleyebilir.</a:t>
            </a:r>
          </a:p>
          <a:p>
            <a:pPr algn="just"/>
            <a:endParaRPr lang="tr-TR" dirty="0"/>
          </a:p>
        </p:txBody>
      </p:sp>
    </p:spTree>
    <p:extLst>
      <p:ext uri="{BB962C8B-B14F-4D97-AF65-F5344CB8AC3E}">
        <p14:creationId xmlns:p14="http://schemas.microsoft.com/office/powerpoint/2010/main" val="3551799416"/>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bg>
      <p:bgPr>
        <a:blipFill dpi="0" rotWithShape="1">
          <a:blip r:embed="rId2" cstate="screen">
            <a:alphaModFix amt="26000"/>
            <a:lum/>
            <a:extLst>
              <a:ext uri="{28A0092B-C50C-407E-A947-70E740481C1C}">
                <a14:useLocalDpi xmlns:a14="http://schemas.microsoft.com/office/drawing/2010/main"/>
              </a:ext>
            </a:extLst>
          </a:blip>
          <a:srcRect/>
          <a:stretch>
            <a:fillRect/>
          </a:stretch>
        </a:blipFill>
        <a:effectLst/>
      </p:bgPr>
    </p:bg>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F80A03D3-0A11-BB42-9F78-EF1241F55837}"/>
              </a:ext>
            </a:extLst>
          </p:cNvPr>
          <p:cNvSpPr>
            <a:spLocks noGrp="1"/>
          </p:cNvSpPr>
          <p:nvPr>
            <p:ph type="title"/>
          </p:nvPr>
        </p:nvSpPr>
        <p:spPr/>
        <p:txBody>
          <a:bodyPr>
            <a:normAutofit fontScale="90000"/>
          </a:bodyPr>
          <a:lstStyle/>
          <a:p>
            <a:pPr algn="ctr"/>
            <a:r>
              <a:rPr lang="tr-TR" dirty="0"/>
              <a:t>ÖRGÜTLEMEDE KARŞILAŞILAN GÜÇLÜKLER</a:t>
            </a:r>
          </a:p>
        </p:txBody>
      </p:sp>
      <p:sp>
        <p:nvSpPr>
          <p:cNvPr id="3" name="İçerik Yer Tutucusu 2">
            <a:extLst>
              <a:ext uri="{FF2B5EF4-FFF2-40B4-BE49-F238E27FC236}">
                <a16:creationId xmlns:a16="http://schemas.microsoft.com/office/drawing/2014/main" id="{ECF2B20F-FA38-1D48-9FF4-A67C116409F2}"/>
              </a:ext>
            </a:extLst>
          </p:cNvPr>
          <p:cNvSpPr>
            <a:spLocks noGrp="1"/>
          </p:cNvSpPr>
          <p:nvPr>
            <p:ph idx="1"/>
          </p:nvPr>
        </p:nvSpPr>
        <p:spPr>
          <a:solidFill>
            <a:schemeClr val="bg2">
              <a:alpha val="69000"/>
            </a:schemeClr>
          </a:solidFill>
        </p:spPr>
        <p:txBody>
          <a:bodyPr>
            <a:normAutofit fontScale="85000" lnSpcReduction="20000"/>
          </a:bodyPr>
          <a:lstStyle/>
          <a:p>
            <a:pPr marL="342900" indent="-342900" algn="l">
              <a:buFont typeface="+mj-lt"/>
              <a:buAutoNum type="arabicPeriod" startAt="7"/>
            </a:pPr>
            <a:r>
              <a:rPr lang="tr-TR" b="1" i="0" dirty="0">
                <a:solidFill>
                  <a:srgbClr val="0D0D0D"/>
                </a:solidFill>
                <a:effectLst/>
                <a:latin typeface="Söhne"/>
              </a:rPr>
              <a:t>Liderlik ve Yönetim Sorunları:</a:t>
            </a:r>
            <a:endParaRPr lang="tr-TR" b="0" i="0" dirty="0">
              <a:solidFill>
                <a:srgbClr val="0D0D0D"/>
              </a:solidFill>
              <a:effectLst/>
              <a:latin typeface="Söhne"/>
            </a:endParaRPr>
          </a:p>
          <a:p>
            <a:pPr algn="l">
              <a:buFont typeface="Arial" panose="020B0604020202020204" pitchFamily="34" charset="0"/>
              <a:buChar char="•"/>
            </a:pPr>
            <a:r>
              <a:rPr lang="tr-TR" b="0" i="1" dirty="0">
                <a:solidFill>
                  <a:srgbClr val="0D0D0D"/>
                </a:solidFill>
                <a:effectLst/>
                <a:latin typeface="Söhne"/>
              </a:rPr>
              <a:t>Zayıf Liderlik:</a:t>
            </a:r>
            <a:r>
              <a:rPr lang="tr-TR" b="0" i="0" dirty="0">
                <a:solidFill>
                  <a:srgbClr val="0D0D0D"/>
                </a:solidFill>
                <a:effectLst/>
                <a:latin typeface="Söhne"/>
              </a:rPr>
              <a:t> Etkisiz liderlik, yönetimde belirsizlik ve karar alma süreçlerinde aksaklıklara yol açabilir.</a:t>
            </a:r>
          </a:p>
          <a:p>
            <a:pPr algn="l">
              <a:buFont typeface="Arial" panose="020B0604020202020204" pitchFamily="34" charset="0"/>
              <a:buChar char="•"/>
            </a:pPr>
            <a:r>
              <a:rPr lang="tr-TR" b="0" i="1" dirty="0">
                <a:solidFill>
                  <a:srgbClr val="0D0D0D"/>
                </a:solidFill>
                <a:effectLst/>
                <a:latin typeface="Söhne"/>
              </a:rPr>
              <a:t>Yönetici Çatışmaları:</a:t>
            </a:r>
            <a:r>
              <a:rPr lang="tr-TR" b="0" i="0" dirty="0">
                <a:solidFill>
                  <a:srgbClr val="0D0D0D"/>
                </a:solidFill>
                <a:effectLst/>
                <a:latin typeface="Söhne"/>
              </a:rPr>
              <a:t> Yönetim düzeyindeki çatışmalar, çalışan motivasyonunu düşürebilir ve iş süreçlerini etkileyebilir.</a:t>
            </a:r>
          </a:p>
          <a:p>
            <a:pPr marL="342900" indent="-342900" algn="l">
              <a:buFont typeface="+mj-lt"/>
              <a:buAutoNum type="arabicPeriod" startAt="8"/>
            </a:pPr>
            <a:r>
              <a:rPr lang="tr-TR" b="1" i="0" dirty="0">
                <a:solidFill>
                  <a:srgbClr val="0D0D0D"/>
                </a:solidFill>
                <a:effectLst/>
                <a:latin typeface="Söhne"/>
              </a:rPr>
              <a:t>Çatışma ve İşbirliği Zorlukları:</a:t>
            </a:r>
            <a:endParaRPr lang="tr-TR" b="0" i="0" dirty="0">
              <a:solidFill>
                <a:srgbClr val="0D0D0D"/>
              </a:solidFill>
              <a:effectLst/>
              <a:latin typeface="Söhne"/>
            </a:endParaRPr>
          </a:p>
          <a:p>
            <a:pPr algn="l">
              <a:buFont typeface="Arial" panose="020B0604020202020204" pitchFamily="34" charset="0"/>
              <a:buChar char="•"/>
            </a:pPr>
            <a:r>
              <a:rPr lang="tr-TR" b="0" i="1" dirty="0">
                <a:solidFill>
                  <a:srgbClr val="0D0D0D"/>
                </a:solidFill>
                <a:effectLst/>
                <a:latin typeface="Söhne"/>
              </a:rPr>
              <a:t>Farklı Ekipler Arasındaki Çatışmalar:</a:t>
            </a:r>
            <a:r>
              <a:rPr lang="tr-TR" b="0" i="0" dirty="0">
                <a:solidFill>
                  <a:srgbClr val="0D0D0D"/>
                </a:solidFill>
                <a:effectLst/>
                <a:latin typeface="Söhne"/>
              </a:rPr>
              <a:t> Farklı departmanlar veya ekipler arasındaki çatışmalar, işbirliğini engelleyebilir ve ortak hedeflere ulaşmayı zorlaştırabilir.</a:t>
            </a:r>
          </a:p>
          <a:p>
            <a:pPr algn="l">
              <a:buFont typeface="Arial" panose="020B0604020202020204" pitchFamily="34" charset="0"/>
              <a:buChar char="•"/>
            </a:pPr>
            <a:r>
              <a:rPr lang="tr-TR" b="0" i="1" dirty="0">
                <a:solidFill>
                  <a:srgbClr val="0D0D0D"/>
                </a:solidFill>
                <a:effectLst/>
                <a:latin typeface="Söhne"/>
              </a:rPr>
              <a:t>Rekabetin Aşırılığı:</a:t>
            </a:r>
            <a:r>
              <a:rPr lang="tr-TR" b="0" i="0" dirty="0">
                <a:solidFill>
                  <a:srgbClr val="0D0D0D"/>
                </a:solidFill>
                <a:effectLst/>
                <a:latin typeface="Söhne"/>
              </a:rPr>
              <a:t> Rekabetin aşırılığı, ekipler arasında anlaşmazlıklara ve bölünmelere yol açabilir.</a:t>
            </a:r>
          </a:p>
          <a:p>
            <a:pPr algn="just"/>
            <a:endParaRPr lang="tr-TR" dirty="0"/>
          </a:p>
        </p:txBody>
      </p:sp>
    </p:spTree>
    <p:extLst>
      <p:ext uri="{BB962C8B-B14F-4D97-AF65-F5344CB8AC3E}">
        <p14:creationId xmlns:p14="http://schemas.microsoft.com/office/powerpoint/2010/main" val="2277494660"/>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bg>
      <p:bgPr>
        <a:blipFill dpi="0" rotWithShape="1">
          <a:blip r:embed="rId3" cstate="screen">
            <a:alphaModFix amt="26000"/>
            <a:lum/>
            <a:extLst>
              <a:ext uri="{28A0092B-C50C-407E-A947-70E740481C1C}">
                <a14:useLocalDpi xmlns:a14="http://schemas.microsoft.com/office/drawing/2010/main"/>
              </a:ext>
            </a:extLst>
          </a:blip>
          <a:srcRect/>
          <a:stretch>
            <a:fillRect/>
          </a:stretch>
        </a:blipFill>
        <a:effectLst/>
      </p:bgPr>
    </p:bg>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F80A03D3-0A11-BB42-9F78-EF1241F55837}"/>
              </a:ext>
            </a:extLst>
          </p:cNvPr>
          <p:cNvSpPr>
            <a:spLocks noGrp="1"/>
          </p:cNvSpPr>
          <p:nvPr>
            <p:ph type="title"/>
          </p:nvPr>
        </p:nvSpPr>
        <p:spPr/>
        <p:txBody>
          <a:bodyPr>
            <a:normAutofit fontScale="90000"/>
          </a:bodyPr>
          <a:lstStyle/>
          <a:p>
            <a:pPr algn="ctr"/>
            <a:r>
              <a:rPr lang="tr-TR" dirty="0"/>
              <a:t>ÖRGÜTLEMEDE KARŞILAŞILAN GÜÇLÜKLER</a:t>
            </a:r>
          </a:p>
        </p:txBody>
      </p:sp>
      <p:sp>
        <p:nvSpPr>
          <p:cNvPr id="3" name="İçerik Yer Tutucusu 2">
            <a:extLst>
              <a:ext uri="{FF2B5EF4-FFF2-40B4-BE49-F238E27FC236}">
                <a16:creationId xmlns:a16="http://schemas.microsoft.com/office/drawing/2014/main" id="{ECF2B20F-FA38-1D48-9FF4-A67C116409F2}"/>
              </a:ext>
            </a:extLst>
          </p:cNvPr>
          <p:cNvSpPr>
            <a:spLocks noGrp="1"/>
          </p:cNvSpPr>
          <p:nvPr>
            <p:ph idx="1"/>
          </p:nvPr>
        </p:nvSpPr>
        <p:spPr>
          <a:solidFill>
            <a:schemeClr val="bg2">
              <a:alpha val="72000"/>
            </a:schemeClr>
          </a:solidFill>
        </p:spPr>
        <p:txBody>
          <a:bodyPr>
            <a:normAutofit fontScale="85000" lnSpcReduction="20000"/>
          </a:bodyPr>
          <a:lstStyle/>
          <a:p>
            <a:pPr algn="l"/>
            <a:r>
              <a:rPr lang="tr-TR" b="1" i="0" dirty="0">
                <a:solidFill>
                  <a:srgbClr val="0D0D0D"/>
                </a:solidFill>
                <a:effectLst/>
                <a:latin typeface="Söhne"/>
              </a:rPr>
              <a:t>9. Teknolojik Sorunlar:</a:t>
            </a:r>
            <a:endParaRPr lang="tr-TR" b="0" i="0" dirty="0">
              <a:solidFill>
                <a:srgbClr val="0D0D0D"/>
              </a:solidFill>
              <a:effectLst/>
              <a:latin typeface="Söhne"/>
            </a:endParaRPr>
          </a:p>
          <a:p>
            <a:pPr algn="l">
              <a:buFont typeface="Arial" panose="020B0604020202020204" pitchFamily="34" charset="0"/>
              <a:buChar char="•"/>
            </a:pPr>
            <a:r>
              <a:rPr lang="tr-TR" b="0" i="1" dirty="0">
                <a:solidFill>
                  <a:srgbClr val="0D0D0D"/>
                </a:solidFill>
                <a:effectLst/>
                <a:latin typeface="Söhne"/>
              </a:rPr>
              <a:t>Yetersiz Teknoloji Kullanımı:</a:t>
            </a:r>
            <a:r>
              <a:rPr lang="tr-TR" b="0" i="0" dirty="0">
                <a:solidFill>
                  <a:srgbClr val="0D0D0D"/>
                </a:solidFill>
                <a:effectLst/>
                <a:latin typeface="Söhne"/>
              </a:rPr>
              <a:t> Örgütlerin mevcut teknolojiyi etkin bir şekilde kullanamaması, verimliliği düşürebilir ve rekabet avantajını azaltabilir.</a:t>
            </a:r>
          </a:p>
          <a:p>
            <a:pPr algn="l">
              <a:buFont typeface="Arial" panose="020B0604020202020204" pitchFamily="34" charset="0"/>
              <a:buChar char="•"/>
            </a:pPr>
            <a:r>
              <a:rPr lang="tr-TR" b="0" i="1" dirty="0">
                <a:solidFill>
                  <a:srgbClr val="0D0D0D"/>
                </a:solidFill>
                <a:effectLst/>
                <a:latin typeface="Söhne"/>
              </a:rPr>
              <a:t>Entegrasyon Zorlukları:</a:t>
            </a:r>
            <a:r>
              <a:rPr lang="tr-TR" b="0" i="0" dirty="0">
                <a:solidFill>
                  <a:srgbClr val="0D0D0D"/>
                </a:solidFill>
                <a:effectLst/>
                <a:latin typeface="Söhne"/>
              </a:rPr>
              <a:t> Yeni teknolojilerin mevcut sistemlere entegre edilememesi, iş süreçlerinde aksamalara neden olabilir.</a:t>
            </a:r>
          </a:p>
          <a:p>
            <a:pPr algn="l"/>
            <a:r>
              <a:rPr lang="tr-TR" b="1" i="0" dirty="0">
                <a:solidFill>
                  <a:srgbClr val="0D0D0D"/>
                </a:solidFill>
                <a:effectLst/>
                <a:latin typeface="Söhne"/>
              </a:rPr>
              <a:t>10. Piyasa Koşulları ve Ekonomik Unsurlar:</a:t>
            </a:r>
            <a:endParaRPr lang="tr-TR" b="0" i="0" dirty="0">
              <a:solidFill>
                <a:srgbClr val="0D0D0D"/>
              </a:solidFill>
              <a:effectLst/>
              <a:latin typeface="Söhne"/>
            </a:endParaRPr>
          </a:p>
          <a:p>
            <a:pPr algn="l">
              <a:buFont typeface="Arial" panose="020B0604020202020204" pitchFamily="34" charset="0"/>
              <a:buChar char="•"/>
            </a:pPr>
            <a:r>
              <a:rPr lang="tr-TR" b="0" i="1" dirty="0">
                <a:solidFill>
                  <a:srgbClr val="0D0D0D"/>
                </a:solidFill>
                <a:effectLst/>
                <a:latin typeface="Söhne"/>
              </a:rPr>
              <a:t>Ekonomik Belirsizlik:</a:t>
            </a:r>
            <a:r>
              <a:rPr lang="tr-TR" b="0" i="0" dirty="0">
                <a:solidFill>
                  <a:srgbClr val="0D0D0D"/>
                </a:solidFill>
                <a:effectLst/>
                <a:latin typeface="Söhne"/>
              </a:rPr>
              <a:t> Ekonomik dalgalanmalar, özellikle küresel ekonomik belirsizlik dönemlerinde, örgütlerin planlama ve büyüme stratejilerini zorlaştırabilir.</a:t>
            </a:r>
          </a:p>
          <a:p>
            <a:pPr algn="l">
              <a:buFont typeface="Arial" panose="020B0604020202020204" pitchFamily="34" charset="0"/>
              <a:buChar char="•"/>
            </a:pPr>
            <a:r>
              <a:rPr lang="tr-TR" b="0" i="1" dirty="0">
                <a:solidFill>
                  <a:srgbClr val="0D0D0D"/>
                </a:solidFill>
                <a:effectLst/>
                <a:latin typeface="Söhne"/>
              </a:rPr>
              <a:t>Rekabet Koşulları:</a:t>
            </a:r>
            <a:r>
              <a:rPr lang="tr-TR" b="0" i="0" dirty="0">
                <a:solidFill>
                  <a:srgbClr val="0D0D0D"/>
                </a:solidFill>
                <a:effectLst/>
                <a:latin typeface="Söhne"/>
              </a:rPr>
              <a:t> Piyasa koşullarındaki aşırı rekabet, kar marjlarını düşürebilir ve iş stratejilerini etkileyebilir.</a:t>
            </a:r>
          </a:p>
          <a:p>
            <a:pPr algn="l">
              <a:buFont typeface="Arial" panose="020B0604020202020204" pitchFamily="34" charset="0"/>
              <a:buChar char="•"/>
            </a:pPr>
            <a:endParaRPr lang="tr-TR" b="0" i="0" dirty="0">
              <a:solidFill>
                <a:srgbClr val="0D0D0D"/>
              </a:solidFill>
              <a:effectLst/>
              <a:latin typeface="Söhne"/>
            </a:endParaRPr>
          </a:p>
          <a:p>
            <a:pPr algn="just"/>
            <a:endParaRPr lang="tr-TR" dirty="0"/>
          </a:p>
        </p:txBody>
      </p:sp>
    </p:spTree>
    <p:extLst>
      <p:ext uri="{BB962C8B-B14F-4D97-AF65-F5344CB8AC3E}">
        <p14:creationId xmlns:p14="http://schemas.microsoft.com/office/powerpoint/2010/main" val="2299138805"/>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9" name="Rectangle 28">
            <a:extLst>
              <a:ext uri="{FF2B5EF4-FFF2-40B4-BE49-F238E27FC236}">
                <a16:creationId xmlns:a16="http://schemas.microsoft.com/office/drawing/2014/main" id="{1CD81A2A-6ED4-4EF4-A14C-912D31E1480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Başlık 1">
            <a:extLst>
              <a:ext uri="{FF2B5EF4-FFF2-40B4-BE49-F238E27FC236}">
                <a16:creationId xmlns:a16="http://schemas.microsoft.com/office/drawing/2014/main" id="{16D1AF41-4F28-9E4C-976F-4C6FB508480C}"/>
              </a:ext>
            </a:extLst>
          </p:cNvPr>
          <p:cNvSpPr>
            <a:spLocks noGrp="1"/>
          </p:cNvSpPr>
          <p:nvPr>
            <p:ph type="title"/>
          </p:nvPr>
        </p:nvSpPr>
        <p:spPr>
          <a:xfrm>
            <a:off x="838200" y="365125"/>
            <a:ext cx="5393361" cy="1325563"/>
          </a:xfrm>
        </p:spPr>
        <p:txBody>
          <a:bodyPr>
            <a:normAutofit/>
          </a:bodyPr>
          <a:lstStyle/>
          <a:p>
            <a:r>
              <a:rPr lang="tr-TR"/>
              <a:t>3.YÖNELTME </a:t>
            </a:r>
            <a:r>
              <a:rPr lang="tr-TR" dirty="0"/>
              <a:t>(YÖN VERME-YÜRÜTME)</a:t>
            </a:r>
          </a:p>
        </p:txBody>
      </p:sp>
      <p:sp>
        <p:nvSpPr>
          <p:cNvPr id="31" name="Freeform: Shape 30">
            <a:extLst>
              <a:ext uri="{FF2B5EF4-FFF2-40B4-BE49-F238E27FC236}">
                <a16:creationId xmlns:a16="http://schemas.microsoft.com/office/drawing/2014/main" id="{1661932C-CA15-4E17-B115-FAE7CBEE478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198657" y="1"/>
            <a:ext cx="1155142" cy="625027"/>
          </a:xfrm>
          <a:custGeom>
            <a:avLst/>
            <a:gdLst>
              <a:gd name="connsiteX0" fmla="*/ 4784 w 1155142"/>
              <a:gd name="connsiteY0" fmla="*/ 0 h 625027"/>
              <a:gd name="connsiteX1" fmla="*/ 1150358 w 1155142"/>
              <a:gd name="connsiteY1" fmla="*/ 0 h 625027"/>
              <a:gd name="connsiteX2" fmla="*/ 1155142 w 1155142"/>
              <a:gd name="connsiteY2" fmla="*/ 47456 h 625027"/>
              <a:gd name="connsiteX3" fmla="*/ 577571 w 1155142"/>
              <a:gd name="connsiteY3" fmla="*/ 625027 h 625027"/>
              <a:gd name="connsiteX4" fmla="*/ 0 w 1155142"/>
              <a:gd name="connsiteY4" fmla="*/ 47456 h 62502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55142" h="625027">
                <a:moveTo>
                  <a:pt x="4784" y="0"/>
                </a:moveTo>
                <a:lnTo>
                  <a:pt x="1150358" y="0"/>
                </a:lnTo>
                <a:lnTo>
                  <a:pt x="1155142" y="47456"/>
                </a:lnTo>
                <a:cubicBezTo>
                  <a:pt x="1155142" y="366440"/>
                  <a:pt x="896555" y="625027"/>
                  <a:pt x="577571" y="625027"/>
                </a:cubicBezTo>
                <a:cubicBezTo>
                  <a:pt x="258587" y="625027"/>
                  <a:pt x="0" y="366440"/>
                  <a:pt x="0" y="47456"/>
                </a:cubicBezTo>
                <a:close/>
              </a:path>
            </a:pathLst>
          </a:custGeom>
          <a:solidFill>
            <a:schemeClr val="accent5">
              <a:alpha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3" name="İçerik Yer Tutucusu 2">
            <a:extLst>
              <a:ext uri="{FF2B5EF4-FFF2-40B4-BE49-F238E27FC236}">
                <a16:creationId xmlns:a16="http://schemas.microsoft.com/office/drawing/2014/main" id="{21FDCFAF-6148-6E4B-B4F4-3729E53D13AD}"/>
              </a:ext>
            </a:extLst>
          </p:cNvPr>
          <p:cNvSpPr>
            <a:spLocks noGrp="1"/>
          </p:cNvSpPr>
          <p:nvPr>
            <p:ph idx="1"/>
          </p:nvPr>
        </p:nvSpPr>
        <p:spPr>
          <a:xfrm>
            <a:off x="838200" y="1825625"/>
            <a:ext cx="5393361" cy="4351338"/>
          </a:xfrm>
          <a:solidFill>
            <a:schemeClr val="accent4">
              <a:lumMod val="40000"/>
              <a:lumOff val="60000"/>
              <a:alpha val="46000"/>
            </a:schemeClr>
          </a:solidFill>
        </p:spPr>
        <p:txBody>
          <a:bodyPr>
            <a:normAutofit/>
          </a:bodyPr>
          <a:lstStyle/>
          <a:p>
            <a:r>
              <a:rPr lang="tr-TR" sz="2200" dirty="0"/>
              <a:t>Yöneltme, astların kısa ve uzun dönemde etkili ve verimli bir biçimde çalışmalarını sağlamaya ilişkin yönetim işlevlerinin tümünü kapsar. Bir yönetim fonksiyonu olarak yöneltme, örgütün insan kaynaklarını rasyonel ve etkin bir şekilde motive ederek amaçlara ulaşmaya sevk eder. Bu tanımdan da anlaşılacağı gibi, yöneltme; amaçlara ulaşmak için örgütlenmiş çabaları harekete geçiren bir işlev olup, diğer yönetim fonksiyonları olan örgütleme ile kontrol arasında bağlaç görevi görür</a:t>
            </a:r>
          </a:p>
        </p:txBody>
      </p:sp>
      <p:sp>
        <p:nvSpPr>
          <p:cNvPr id="33" name="Oval 32">
            <a:extLst>
              <a:ext uri="{FF2B5EF4-FFF2-40B4-BE49-F238E27FC236}">
                <a16:creationId xmlns:a16="http://schemas.microsoft.com/office/drawing/2014/main" id="{8590ADD5-9383-4D3D-9047-3DA2593CCB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808185" y="3423959"/>
            <a:ext cx="540822" cy="540822"/>
          </a:xfrm>
          <a:prstGeom prst="ellipse">
            <a:avLst/>
          </a:prstGeom>
          <a:noFill/>
          <a:ln w="127000">
            <a:solidFill>
              <a:schemeClr val="accent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pic>
        <p:nvPicPr>
          <p:cNvPr id="4" name="Resim 3">
            <a:extLst>
              <a:ext uri="{FF2B5EF4-FFF2-40B4-BE49-F238E27FC236}">
                <a16:creationId xmlns:a16="http://schemas.microsoft.com/office/drawing/2014/main" id="{E05008F1-F247-5DE7-B04E-F42384B34EA8}"/>
              </a:ext>
            </a:extLst>
          </p:cNvPr>
          <p:cNvPicPr>
            <a:picLocks noChangeAspect="1"/>
          </p:cNvPicPr>
          <p:nvPr/>
        </p:nvPicPr>
        <p:blipFill>
          <a:blip r:embed="rId3" cstate="screen">
            <a:extLst>
              <a:ext uri="{28A0092B-C50C-407E-A947-70E740481C1C}">
                <a14:useLocalDpi xmlns:a14="http://schemas.microsoft.com/office/drawing/2010/main"/>
              </a:ext>
            </a:extLst>
          </a:blip>
          <a:srcRect/>
          <a:stretch/>
        </p:blipFill>
        <p:spPr>
          <a:xfrm>
            <a:off x="8489132" y="1176557"/>
            <a:ext cx="2577155" cy="3860908"/>
          </a:xfrm>
          <a:custGeom>
            <a:avLst/>
            <a:gdLst/>
            <a:ahLst/>
            <a:cxnLst/>
            <a:rect l="l" t="t" r="r" b="b"/>
            <a:pathLst>
              <a:path w="4114800" h="5712488">
                <a:moveTo>
                  <a:pt x="133155" y="0"/>
                </a:moveTo>
                <a:lnTo>
                  <a:pt x="3981645" y="0"/>
                </a:lnTo>
                <a:cubicBezTo>
                  <a:pt x="4055184" y="0"/>
                  <a:pt x="4114800" y="59616"/>
                  <a:pt x="4114800" y="133155"/>
                </a:cubicBezTo>
                <a:lnTo>
                  <a:pt x="4114800" y="5579333"/>
                </a:lnTo>
                <a:cubicBezTo>
                  <a:pt x="4114800" y="5652872"/>
                  <a:pt x="4055184" y="5712488"/>
                  <a:pt x="3981645" y="5712488"/>
                </a:cubicBezTo>
                <a:lnTo>
                  <a:pt x="133155" y="5712488"/>
                </a:lnTo>
                <a:cubicBezTo>
                  <a:pt x="59616" y="5712488"/>
                  <a:pt x="0" y="5652872"/>
                  <a:pt x="0" y="5579333"/>
                </a:cubicBezTo>
                <a:lnTo>
                  <a:pt x="0" y="133155"/>
                </a:lnTo>
                <a:cubicBezTo>
                  <a:pt x="0" y="59616"/>
                  <a:pt x="59616" y="0"/>
                  <a:pt x="133155" y="0"/>
                </a:cubicBezTo>
                <a:close/>
              </a:path>
            </a:pathLst>
          </a:custGeom>
        </p:spPr>
      </p:pic>
      <p:sp>
        <p:nvSpPr>
          <p:cNvPr id="35" name="Freeform: Shape 34">
            <a:extLst>
              <a:ext uri="{FF2B5EF4-FFF2-40B4-BE49-F238E27FC236}">
                <a16:creationId xmlns:a16="http://schemas.microsoft.com/office/drawing/2014/main" id="{DABE3E45-88CF-45D8-8D40-C773324D93F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749602" y="1"/>
            <a:ext cx="2066948" cy="1621879"/>
          </a:xfrm>
          <a:custGeom>
            <a:avLst/>
            <a:gdLst>
              <a:gd name="connsiteX0" fmla="*/ 0 w 2066948"/>
              <a:gd name="connsiteY0" fmla="*/ 0 h 1621879"/>
              <a:gd name="connsiteX1" fmla="*/ 123825 w 2066948"/>
              <a:gd name="connsiteY1" fmla="*/ 0 h 1621879"/>
              <a:gd name="connsiteX2" fmla="*/ 123825 w 2066948"/>
              <a:gd name="connsiteY2" fmla="*/ 1452620 h 1621879"/>
              <a:gd name="connsiteX3" fmla="*/ 1881378 w 2066948"/>
              <a:gd name="connsiteY3" fmla="*/ 436017 h 1621879"/>
              <a:gd name="connsiteX4" fmla="*/ 1127572 w 2066948"/>
              <a:gd name="connsiteY4" fmla="*/ 0 h 1621879"/>
              <a:gd name="connsiteX5" fmla="*/ 1374887 w 2066948"/>
              <a:gd name="connsiteY5" fmla="*/ 0 h 1621879"/>
              <a:gd name="connsiteX6" fmla="*/ 2035969 w 2066948"/>
              <a:gd name="connsiteY6" fmla="*/ 382391 h 1621879"/>
              <a:gd name="connsiteX7" fmla="*/ 2058648 w 2066948"/>
              <a:gd name="connsiteY7" fmla="*/ 466963 h 1621879"/>
              <a:gd name="connsiteX8" fmla="*/ 2035969 w 2066948"/>
              <a:gd name="connsiteY8" fmla="*/ 489642 h 1621879"/>
              <a:gd name="connsiteX9" fmla="*/ 92869 w 2066948"/>
              <a:gd name="connsiteY9" fmla="*/ 1613592 h 1621879"/>
              <a:gd name="connsiteX10" fmla="*/ 61913 w 2066948"/>
              <a:gd name="connsiteY10" fmla="*/ 1621879 h 1621879"/>
              <a:gd name="connsiteX11" fmla="*/ 0 w 2066948"/>
              <a:gd name="connsiteY11" fmla="*/ 1559967 h 16218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066948" h="1621879">
                <a:moveTo>
                  <a:pt x="0" y="0"/>
                </a:moveTo>
                <a:lnTo>
                  <a:pt x="123825" y="0"/>
                </a:lnTo>
                <a:lnTo>
                  <a:pt x="123825" y="1452620"/>
                </a:lnTo>
                <a:lnTo>
                  <a:pt x="1881378" y="436017"/>
                </a:lnTo>
                <a:lnTo>
                  <a:pt x="1127572" y="0"/>
                </a:lnTo>
                <a:lnTo>
                  <a:pt x="1374887" y="0"/>
                </a:lnTo>
                <a:lnTo>
                  <a:pt x="2035969" y="382391"/>
                </a:lnTo>
                <a:cubicBezTo>
                  <a:pt x="2065582" y="399479"/>
                  <a:pt x="2075745" y="437340"/>
                  <a:pt x="2058648" y="466963"/>
                </a:cubicBezTo>
                <a:cubicBezTo>
                  <a:pt x="2053219" y="476384"/>
                  <a:pt x="2045389" y="484204"/>
                  <a:pt x="2035969" y="489642"/>
                </a:cubicBezTo>
                <a:lnTo>
                  <a:pt x="92869" y="1613592"/>
                </a:lnTo>
                <a:cubicBezTo>
                  <a:pt x="83458" y="1619031"/>
                  <a:pt x="72780" y="1621889"/>
                  <a:pt x="61913" y="1621879"/>
                </a:cubicBezTo>
                <a:cubicBezTo>
                  <a:pt x="27719" y="1621879"/>
                  <a:pt x="0" y="1594161"/>
                  <a:pt x="0" y="1559967"/>
                </a:cubicBezTo>
                <a:close/>
              </a:path>
            </a:pathLst>
          </a:custGeom>
          <a:solidFill>
            <a:schemeClr val="accent6"/>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cxnSp>
        <p:nvCxnSpPr>
          <p:cNvPr id="37" name="Straight Connector 36">
            <a:extLst>
              <a:ext uri="{FF2B5EF4-FFF2-40B4-BE49-F238E27FC236}">
                <a16:creationId xmlns:a16="http://schemas.microsoft.com/office/drawing/2014/main" id="{49CD1692-827B-4C8D-B4A1-134FD04CF45C}"/>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12138745" y="1027906"/>
            <a:ext cx="0" cy="1597708"/>
          </a:xfrm>
          <a:prstGeom prst="line">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cxnSp>
      <p:sp>
        <p:nvSpPr>
          <p:cNvPr id="39" name="Freeform: Shape 38">
            <a:extLst>
              <a:ext uri="{FF2B5EF4-FFF2-40B4-BE49-F238E27FC236}">
                <a16:creationId xmlns:a16="http://schemas.microsoft.com/office/drawing/2014/main" id="{B91ECDA9-56DC-4270-8F33-01C5637B8CE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0463438">
            <a:off x="7456580" y="5166682"/>
            <a:ext cx="1835725" cy="2024785"/>
          </a:xfrm>
          <a:custGeom>
            <a:avLst/>
            <a:gdLst>
              <a:gd name="connsiteX0" fmla="*/ 1801138 w 1835725"/>
              <a:gd name="connsiteY0" fmla="*/ 1622662 h 2024785"/>
              <a:gd name="connsiteX1" fmla="*/ 1835717 w 1835725"/>
              <a:gd name="connsiteY1" fmla="*/ 1680254 h 2024785"/>
              <a:gd name="connsiteX2" fmla="*/ 1812568 w 1835725"/>
              <a:gd name="connsiteY2" fmla="*/ 1877193 h 2024785"/>
              <a:gd name="connsiteX3" fmla="*/ 1776210 w 1835725"/>
              <a:gd name="connsiteY3" fmla="*/ 2024785 h 2024785"/>
              <a:gd name="connsiteX4" fmla="*/ 1655772 w 1835725"/>
              <a:gd name="connsiteY4" fmla="*/ 1983449 h 2024785"/>
              <a:gd name="connsiteX5" fmla="*/ 1687591 w 1835725"/>
              <a:gd name="connsiteY5" fmla="*/ 1854495 h 2024785"/>
              <a:gd name="connsiteX6" fmla="*/ 1708939 w 1835725"/>
              <a:gd name="connsiteY6" fmla="*/ 1673301 h 2024785"/>
              <a:gd name="connsiteX7" fmla="*/ 1778129 w 1835725"/>
              <a:gd name="connsiteY7" fmla="*/ 1615979 h 2024785"/>
              <a:gd name="connsiteX8" fmla="*/ 1801138 w 1835725"/>
              <a:gd name="connsiteY8" fmla="*/ 1622662 h 2024785"/>
              <a:gd name="connsiteX9" fmla="*/ 1585229 w 1835725"/>
              <a:gd name="connsiteY9" fmla="*/ 764759 h 2024785"/>
              <a:gd name="connsiteX10" fmla="*/ 1623024 w 1835725"/>
              <a:gd name="connsiteY10" fmla="*/ 792810 h 2024785"/>
              <a:gd name="connsiteX11" fmla="*/ 1777614 w 1835725"/>
              <a:gd name="connsiteY11" fmla="*/ 1157141 h 2024785"/>
              <a:gd name="connsiteX12" fmla="*/ 1733799 w 1835725"/>
              <a:gd name="connsiteY12" fmla="*/ 1235532 h 2024785"/>
              <a:gd name="connsiteX13" fmla="*/ 1716464 w 1835725"/>
              <a:gd name="connsiteY13" fmla="*/ 1237722 h 2024785"/>
              <a:gd name="connsiteX14" fmla="*/ 1716464 w 1835725"/>
              <a:gd name="connsiteY14" fmla="*/ 1237913 h 2024785"/>
              <a:gd name="connsiteX15" fmla="*/ 1655409 w 1835725"/>
              <a:gd name="connsiteY15" fmla="*/ 1191717 h 2024785"/>
              <a:gd name="connsiteX16" fmla="*/ 1513200 w 1835725"/>
              <a:gd name="connsiteY16" fmla="*/ 856627 h 2024785"/>
              <a:gd name="connsiteX17" fmla="*/ 1538499 w 1835725"/>
              <a:gd name="connsiteY17" fmla="*/ 770415 h 2024785"/>
              <a:gd name="connsiteX18" fmla="*/ 1585229 w 1835725"/>
              <a:gd name="connsiteY18" fmla="*/ 764759 h 2024785"/>
              <a:gd name="connsiteX19" fmla="*/ 477919 w 1835725"/>
              <a:gd name="connsiteY19" fmla="*/ 21437 h 2024785"/>
              <a:gd name="connsiteX20" fmla="*/ 509236 w 1835725"/>
              <a:gd name="connsiteY20" fmla="*/ 84182 h 2024785"/>
              <a:gd name="connsiteX21" fmla="*/ 445829 w 1835725"/>
              <a:gd name="connsiteY21" fmla="*/ 139871 h 2024785"/>
              <a:gd name="connsiteX22" fmla="*/ 437447 w 1835725"/>
              <a:gd name="connsiteY22" fmla="*/ 139395 h 2024785"/>
              <a:gd name="connsiteX23" fmla="*/ 73211 w 1835725"/>
              <a:gd name="connsiteY23" fmla="*/ 137204 h 2024785"/>
              <a:gd name="connsiteX24" fmla="*/ 749 w 1835725"/>
              <a:gd name="connsiteY24" fmla="*/ 84082 h 2024785"/>
              <a:gd name="connsiteX25" fmla="*/ 53871 w 1835725"/>
              <a:gd name="connsiteY25" fmla="*/ 11621 h 2024785"/>
              <a:gd name="connsiteX26" fmla="*/ 58352 w 1835725"/>
              <a:gd name="connsiteY26" fmla="*/ 11093 h 2024785"/>
              <a:gd name="connsiteX27" fmla="*/ 454020 w 1835725"/>
              <a:gd name="connsiteY27" fmla="*/ 13474 h 2024785"/>
              <a:gd name="connsiteX28" fmla="*/ 477919 w 1835725"/>
              <a:gd name="connsiteY28" fmla="*/ 21437 h 2024785"/>
              <a:gd name="connsiteX29" fmla="*/ 957797 w 1835725"/>
              <a:gd name="connsiteY29" fmla="*/ 167970 h 2024785"/>
              <a:gd name="connsiteX30" fmla="*/ 1286982 w 1835725"/>
              <a:gd name="connsiteY30" fmla="*/ 387616 h 2024785"/>
              <a:gd name="connsiteX31" fmla="*/ 1293725 w 1835725"/>
              <a:gd name="connsiteY31" fmla="*/ 477075 h 2024785"/>
              <a:gd name="connsiteX32" fmla="*/ 1245453 w 1835725"/>
              <a:gd name="connsiteY32" fmla="*/ 499154 h 2024785"/>
              <a:gd name="connsiteX33" fmla="*/ 1245167 w 1835725"/>
              <a:gd name="connsiteY33" fmla="*/ 499154 h 2024785"/>
              <a:gd name="connsiteX34" fmla="*/ 1203638 w 1835725"/>
              <a:gd name="connsiteY34" fmla="*/ 484104 h 2024785"/>
              <a:gd name="connsiteX35" fmla="*/ 900647 w 1835725"/>
              <a:gd name="connsiteY35" fmla="*/ 281508 h 2024785"/>
              <a:gd name="connsiteX36" fmla="*/ 872454 w 1835725"/>
              <a:gd name="connsiteY36" fmla="*/ 196164 h 2024785"/>
              <a:gd name="connsiteX37" fmla="*/ 957797 w 1835725"/>
              <a:gd name="connsiteY37" fmla="*/ 167970 h 20247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Lst>
            <a:rect l="l" t="t" r="r" b="b"/>
            <a:pathLst>
              <a:path w="1835725" h="2024785">
                <a:moveTo>
                  <a:pt x="1801138" y="1622662"/>
                </a:moveTo>
                <a:cubicBezTo>
                  <a:pt x="1822105" y="1633400"/>
                  <a:pt x="1836117" y="1655372"/>
                  <a:pt x="1835717" y="1680254"/>
                </a:cubicBezTo>
                <a:cubicBezTo>
                  <a:pt x="1832093" y="1746382"/>
                  <a:pt x="1824354" y="1812154"/>
                  <a:pt x="1812568" y="1877193"/>
                </a:cubicBezTo>
                <a:lnTo>
                  <a:pt x="1776210" y="2024785"/>
                </a:lnTo>
                <a:lnTo>
                  <a:pt x="1655772" y="1983449"/>
                </a:lnTo>
                <a:lnTo>
                  <a:pt x="1687591" y="1854495"/>
                </a:lnTo>
                <a:cubicBezTo>
                  <a:pt x="1698455" y="1794657"/>
                  <a:pt x="1705590" y="1734142"/>
                  <a:pt x="1708939" y="1673301"/>
                </a:cubicBezTo>
                <a:cubicBezTo>
                  <a:pt x="1712216" y="1638363"/>
                  <a:pt x="1743190" y="1612703"/>
                  <a:pt x="1778129" y="1615979"/>
                </a:cubicBezTo>
                <a:cubicBezTo>
                  <a:pt x="1786387" y="1616753"/>
                  <a:pt x="1794149" y="1619084"/>
                  <a:pt x="1801138" y="1622662"/>
                </a:cubicBezTo>
                <a:close/>
                <a:moveTo>
                  <a:pt x="1585229" y="764759"/>
                </a:moveTo>
                <a:cubicBezTo>
                  <a:pt x="1600438" y="768789"/>
                  <a:pt x="1614156" y="778436"/>
                  <a:pt x="1623024" y="792810"/>
                </a:cubicBezTo>
                <a:cubicBezTo>
                  <a:pt x="1689575" y="907319"/>
                  <a:pt x="1741505" y="1029715"/>
                  <a:pt x="1777614" y="1157141"/>
                </a:cubicBezTo>
                <a:cubicBezTo>
                  <a:pt x="1787149" y="1190888"/>
                  <a:pt x="1767537" y="1225969"/>
                  <a:pt x="1733799" y="1235532"/>
                </a:cubicBezTo>
                <a:cubicBezTo>
                  <a:pt x="1728151" y="1237046"/>
                  <a:pt x="1722312" y="1237780"/>
                  <a:pt x="1716464" y="1237722"/>
                </a:cubicBezTo>
                <a:lnTo>
                  <a:pt x="1716464" y="1237913"/>
                </a:lnTo>
                <a:cubicBezTo>
                  <a:pt x="1688070" y="1237913"/>
                  <a:pt x="1663124" y="1219044"/>
                  <a:pt x="1655409" y="1191717"/>
                </a:cubicBezTo>
                <a:cubicBezTo>
                  <a:pt x="1622214" y="1074512"/>
                  <a:pt x="1574437" y="961936"/>
                  <a:pt x="1513200" y="856627"/>
                </a:cubicBezTo>
                <a:cubicBezTo>
                  <a:pt x="1496379" y="825834"/>
                  <a:pt x="1507704" y="787236"/>
                  <a:pt x="1538499" y="770415"/>
                </a:cubicBezTo>
                <a:cubicBezTo>
                  <a:pt x="1553325" y="762319"/>
                  <a:pt x="1570022" y="760730"/>
                  <a:pt x="1585229" y="764759"/>
                </a:cubicBezTo>
                <a:close/>
                <a:moveTo>
                  <a:pt x="477919" y="21437"/>
                </a:moveTo>
                <a:cubicBezTo>
                  <a:pt x="499341" y="33775"/>
                  <a:pt x="512445" y="58102"/>
                  <a:pt x="509236" y="84182"/>
                </a:cubicBezTo>
                <a:cubicBezTo>
                  <a:pt x="505303" y="116151"/>
                  <a:pt x="478038" y="140098"/>
                  <a:pt x="445829" y="139871"/>
                </a:cubicBezTo>
                <a:cubicBezTo>
                  <a:pt x="443027" y="139899"/>
                  <a:pt x="440227" y="139740"/>
                  <a:pt x="437447" y="139395"/>
                </a:cubicBezTo>
                <a:cubicBezTo>
                  <a:pt x="316592" y="123615"/>
                  <a:pt x="194247" y="122878"/>
                  <a:pt x="73211" y="137204"/>
                </a:cubicBezTo>
                <a:cubicBezTo>
                  <a:pt x="38532" y="142545"/>
                  <a:pt x="6090" y="118762"/>
                  <a:pt x="749" y="84082"/>
                </a:cubicBezTo>
                <a:cubicBezTo>
                  <a:pt x="-4591" y="49403"/>
                  <a:pt x="19192" y="16961"/>
                  <a:pt x="53871" y="11621"/>
                </a:cubicBezTo>
                <a:cubicBezTo>
                  <a:pt x="55358" y="11392"/>
                  <a:pt x="56852" y="11216"/>
                  <a:pt x="58352" y="11093"/>
                </a:cubicBezTo>
                <a:cubicBezTo>
                  <a:pt x="189834" y="-4456"/>
                  <a:pt x="322735" y="-3656"/>
                  <a:pt x="454020" y="13474"/>
                </a:cubicBezTo>
                <a:cubicBezTo>
                  <a:pt x="462713" y="14543"/>
                  <a:pt x="470778" y="17324"/>
                  <a:pt x="477919" y="21437"/>
                </a:cubicBezTo>
                <a:close/>
                <a:moveTo>
                  <a:pt x="957797" y="167970"/>
                </a:moveTo>
                <a:cubicBezTo>
                  <a:pt x="1076184" y="227289"/>
                  <a:pt x="1186759" y="301068"/>
                  <a:pt x="1286982" y="387616"/>
                </a:cubicBezTo>
                <a:cubicBezTo>
                  <a:pt x="1313547" y="410457"/>
                  <a:pt x="1316566" y="450510"/>
                  <a:pt x="1293725" y="477075"/>
                </a:cubicBezTo>
                <a:cubicBezTo>
                  <a:pt x="1281638" y="491137"/>
                  <a:pt x="1263998" y="499204"/>
                  <a:pt x="1245453" y="499154"/>
                </a:cubicBezTo>
                <a:lnTo>
                  <a:pt x="1245167" y="499154"/>
                </a:lnTo>
                <a:cubicBezTo>
                  <a:pt x="1229965" y="499301"/>
                  <a:pt x="1215220" y="493956"/>
                  <a:pt x="1203638" y="484104"/>
                </a:cubicBezTo>
                <a:cubicBezTo>
                  <a:pt x="1111407" y="404300"/>
                  <a:pt x="1009633" y="336248"/>
                  <a:pt x="900647" y="281508"/>
                </a:cubicBezTo>
                <a:cubicBezTo>
                  <a:pt x="869295" y="265726"/>
                  <a:pt x="856672" y="227516"/>
                  <a:pt x="872454" y="196164"/>
                </a:cubicBezTo>
                <a:cubicBezTo>
                  <a:pt x="888235" y="164811"/>
                  <a:pt x="926445" y="152188"/>
                  <a:pt x="957797" y="167970"/>
                </a:cubicBezTo>
                <a:close/>
              </a:path>
            </a:pathLst>
          </a:custGeom>
          <a:solidFill>
            <a:schemeClr val="accent4"/>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1" name="Freeform: Shape 40">
            <a:extLst>
              <a:ext uri="{FF2B5EF4-FFF2-40B4-BE49-F238E27FC236}">
                <a16:creationId xmlns:a16="http://schemas.microsoft.com/office/drawing/2014/main" id="{75F47824-961D-465D-84F9-EAE11BC6173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809527" y="6033795"/>
            <a:ext cx="1991064" cy="824205"/>
          </a:xfrm>
          <a:custGeom>
            <a:avLst/>
            <a:gdLst>
              <a:gd name="connsiteX0" fmla="*/ 995532 w 1991064"/>
              <a:gd name="connsiteY0" fmla="*/ 0 h 824205"/>
              <a:gd name="connsiteX1" fmla="*/ 1984823 w 1991064"/>
              <a:gd name="connsiteY1" fmla="*/ 784423 h 824205"/>
              <a:gd name="connsiteX2" fmla="*/ 1991064 w 1991064"/>
              <a:gd name="connsiteY2" fmla="*/ 824205 h 824205"/>
              <a:gd name="connsiteX3" fmla="*/ 0 w 1991064"/>
              <a:gd name="connsiteY3" fmla="*/ 824205 h 824205"/>
              <a:gd name="connsiteX4" fmla="*/ 6241 w 1991064"/>
              <a:gd name="connsiteY4" fmla="*/ 784423 h 824205"/>
              <a:gd name="connsiteX5" fmla="*/ 995532 w 1991064"/>
              <a:gd name="connsiteY5" fmla="*/ 0 h 8242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991064" h="824205">
                <a:moveTo>
                  <a:pt x="995532" y="0"/>
                </a:moveTo>
                <a:cubicBezTo>
                  <a:pt x="1483521" y="0"/>
                  <a:pt x="1890663" y="336754"/>
                  <a:pt x="1984823" y="784423"/>
                </a:cubicBezTo>
                <a:lnTo>
                  <a:pt x="1991064" y="824205"/>
                </a:lnTo>
                <a:lnTo>
                  <a:pt x="0" y="824205"/>
                </a:lnTo>
                <a:lnTo>
                  <a:pt x="6241" y="784423"/>
                </a:lnTo>
                <a:cubicBezTo>
                  <a:pt x="100402" y="336754"/>
                  <a:pt x="507544" y="0"/>
                  <a:pt x="995532" y="0"/>
                </a:cubicBez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43" name="Freeform: Shape 42">
            <a:extLst>
              <a:ext uri="{FF2B5EF4-FFF2-40B4-BE49-F238E27FC236}">
                <a16:creationId xmlns:a16="http://schemas.microsoft.com/office/drawing/2014/main" id="{FEC9DA3E-C1D7-472D-B7C0-F71AE41FBA2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851696" y="5519196"/>
            <a:ext cx="1340305" cy="1338805"/>
          </a:xfrm>
          <a:custGeom>
            <a:avLst/>
            <a:gdLst>
              <a:gd name="connsiteX0" fmla="*/ 61913 w 1340305"/>
              <a:gd name="connsiteY0" fmla="*/ 0 h 1338805"/>
              <a:gd name="connsiteX1" fmla="*/ 1340305 w 1340305"/>
              <a:gd name="connsiteY1" fmla="*/ 0 h 1338805"/>
              <a:gd name="connsiteX2" fmla="*/ 1340305 w 1340305"/>
              <a:gd name="connsiteY2" fmla="*/ 123825 h 1338805"/>
              <a:gd name="connsiteX3" fmla="*/ 123825 w 1340305"/>
              <a:gd name="connsiteY3" fmla="*/ 123825 h 1338805"/>
              <a:gd name="connsiteX4" fmla="*/ 123825 w 1340305"/>
              <a:gd name="connsiteY4" fmla="*/ 1338805 h 1338805"/>
              <a:gd name="connsiteX5" fmla="*/ 0 w 1340305"/>
              <a:gd name="connsiteY5" fmla="*/ 1338805 h 1338805"/>
              <a:gd name="connsiteX6" fmla="*/ 0 w 1340305"/>
              <a:gd name="connsiteY6" fmla="*/ 61913 h 1338805"/>
              <a:gd name="connsiteX7" fmla="*/ 61913 w 1340305"/>
              <a:gd name="connsiteY7" fmla="*/ 0 h 13388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340305" h="1338805">
                <a:moveTo>
                  <a:pt x="61913" y="0"/>
                </a:moveTo>
                <a:lnTo>
                  <a:pt x="1340305" y="0"/>
                </a:lnTo>
                <a:lnTo>
                  <a:pt x="1340305" y="123825"/>
                </a:lnTo>
                <a:lnTo>
                  <a:pt x="123825" y="123825"/>
                </a:lnTo>
                <a:lnTo>
                  <a:pt x="123825" y="1338805"/>
                </a:lnTo>
                <a:lnTo>
                  <a:pt x="0" y="1338805"/>
                </a:lnTo>
                <a:lnTo>
                  <a:pt x="0" y="61913"/>
                </a:lnTo>
                <a:cubicBezTo>
                  <a:pt x="0" y="27719"/>
                  <a:pt x="27719" y="0"/>
                  <a:pt x="61913" y="0"/>
                </a:cubicBezTo>
                <a:close/>
              </a:path>
            </a:pathLst>
          </a:custGeom>
          <a:solidFill>
            <a:schemeClr val="accent6"/>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017533700"/>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8" name="Rectangle 17">
            <a:extLst>
              <a:ext uri="{FF2B5EF4-FFF2-40B4-BE49-F238E27FC236}">
                <a16:creationId xmlns:a16="http://schemas.microsoft.com/office/drawing/2014/main" id="{460B0EFB-53ED-4F35-B05D-F658EA021C6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pic>
        <p:nvPicPr>
          <p:cNvPr id="14" name="Picture 13" descr="Renkli kağıttaki çizimler">
            <a:extLst>
              <a:ext uri="{FF2B5EF4-FFF2-40B4-BE49-F238E27FC236}">
                <a16:creationId xmlns:a16="http://schemas.microsoft.com/office/drawing/2014/main" id="{FE9D4D43-0EF1-A3C8-08C4-799B5A2EB3EC}"/>
              </a:ext>
            </a:extLst>
          </p:cNvPr>
          <p:cNvPicPr>
            <a:picLocks noChangeAspect="1"/>
          </p:cNvPicPr>
          <p:nvPr/>
        </p:nvPicPr>
        <p:blipFill>
          <a:blip r:embed="rId3" cstate="screen">
            <a:extLst>
              <a:ext uri="{28A0092B-C50C-407E-A947-70E740481C1C}">
                <a14:useLocalDpi xmlns:a14="http://schemas.microsoft.com/office/drawing/2010/main"/>
              </a:ext>
            </a:extLst>
          </a:blip>
          <a:srcRect b="-1"/>
          <a:stretch/>
        </p:blipFill>
        <p:spPr>
          <a:xfrm>
            <a:off x="-7366" y="10"/>
            <a:ext cx="4855591" cy="6857990"/>
          </a:xfrm>
          <a:custGeom>
            <a:avLst/>
            <a:gdLst/>
            <a:ahLst/>
            <a:cxnLst/>
            <a:rect l="l" t="t" r="r" b="b"/>
            <a:pathLst>
              <a:path w="4636517" h="6858000">
                <a:moveTo>
                  <a:pt x="0" y="0"/>
                </a:moveTo>
                <a:lnTo>
                  <a:pt x="4636517" y="0"/>
                </a:lnTo>
                <a:lnTo>
                  <a:pt x="4636517" y="6858000"/>
                </a:lnTo>
                <a:lnTo>
                  <a:pt x="0" y="6858000"/>
                </a:lnTo>
                <a:close/>
              </a:path>
            </a:pathLst>
          </a:custGeom>
        </p:spPr>
      </p:pic>
      <p:sp>
        <p:nvSpPr>
          <p:cNvPr id="20" name="!!Arc">
            <a:extLst>
              <a:ext uri="{FF2B5EF4-FFF2-40B4-BE49-F238E27FC236}">
                <a16:creationId xmlns:a16="http://schemas.microsoft.com/office/drawing/2014/main" id="{835EF3DD-7D43-4A27-8967-A92FD8CC936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673531" y="407987"/>
            <a:ext cx="2987899" cy="2987899"/>
          </a:xfrm>
          <a:prstGeom prst="arc">
            <a:avLst>
              <a:gd name="adj1" fmla="val 16200000"/>
              <a:gd name="adj2" fmla="val 2563720"/>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Calibri" panose="020F0502020204030204"/>
              <a:ea typeface="+mn-ea"/>
              <a:cs typeface="+mn-cs"/>
            </a:endParaRPr>
          </a:p>
        </p:txBody>
      </p:sp>
      <p:sp>
        <p:nvSpPr>
          <p:cNvPr id="2" name="Başlık 1">
            <a:extLst>
              <a:ext uri="{FF2B5EF4-FFF2-40B4-BE49-F238E27FC236}">
                <a16:creationId xmlns:a16="http://schemas.microsoft.com/office/drawing/2014/main" id="{03F4CF32-F318-5944-9BDF-111C328018C5}"/>
              </a:ext>
            </a:extLst>
          </p:cNvPr>
          <p:cNvSpPr>
            <a:spLocks noGrp="1"/>
          </p:cNvSpPr>
          <p:nvPr>
            <p:ph type="title"/>
          </p:nvPr>
        </p:nvSpPr>
        <p:spPr>
          <a:xfrm>
            <a:off x="5827048" y="407987"/>
            <a:ext cx="5721484" cy="1325563"/>
          </a:xfrm>
        </p:spPr>
        <p:txBody>
          <a:bodyPr>
            <a:normAutofit/>
          </a:bodyPr>
          <a:lstStyle/>
          <a:p>
            <a:r>
              <a:rPr lang="tr-TR" b="1">
                <a:ln w="12700">
                  <a:solidFill>
                    <a:schemeClr val="tx2">
                      <a:lumMod val="75000"/>
                    </a:schemeClr>
                  </a:solidFill>
                  <a:prstDash val="solid"/>
                </a:ln>
                <a:effectLst>
                  <a:outerShdw dist="38100" dir="2640000" algn="bl" rotWithShape="0">
                    <a:schemeClr val="tx2">
                      <a:lumMod val="75000"/>
                    </a:schemeClr>
                  </a:outerShdw>
                </a:effectLst>
              </a:rPr>
              <a:t>YÖNELTME İŞLEVİNİN TEMEL İLKELERİ</a:t>
            </a:r>
          </a:p>
        </p:txBody>
      </p:sp>
      <p:sp>
        <p:nvSpPr>
          <p:cNvPr id="3" name="İçerik Yer Tutucusu 2">
            <a:extLst>
              <a:ext uri="{FF2B5EF4-FFF2-40B4-BE49-F238E27FC236}">
                <a16:creationId xmlns:a16="http://schemas.microsoft.com/office/drawing/2014/main" id="{204568AF-D761-0A4C-91F4-E69ABC9CDA42}"/>
              </a:ext>
            </a:extLst>
          </p:cNvPr>
          <p:cNvSpPr>
            <a:spLocks noGrp="1"/>
          </p:cNvSpPr>
          <p:nvPr>
            <p:ph idx="1"/>
          </p:nvPr>
        </p:nvSpPr>
        <p:spPr>
          <a:xfrm>
            <a:off x="5037513" y="1868487"/>
            <a:ext cx="6882937" cy="4351338"/>
          </a:xfrm>
          <a:solidFill>
            <a:schemeClr val="bg1">
              <a:alpha val="53000"/>
            </a:schemeClr>
          </a:solidFill>
          <a:effectLst>
            <a:glow rad="482600">
              <a:schemeClr val="accent1">
                <a:alpha val="59000"/>
              </a:schemeClr>
            </a:glow>
            <a:softEdge rad="63500"/>
          </a:effectLst>
        </p:spPr>
        <p:txBody>
          <a:bodyPr>
            <a:normAutofit/>
          </a:bodyPr>
          <a:lstStyle/>
          <a:p>
            <a:r>
              <a:rPr lang="tr-TR" sz="2200" b="1" dirty="0"/>
              <a:t>1) AMAÇ BİRLİĞİ (Amaçların uyumlaştırılması)      İLKESİ</a:t>
            </a:r>
          </a:p>
          <a:p>
            <a:r>
              <a:rPr lang="tr-TR" sz="2200" dirty="0"/>
              <a:t>İşletmede çalışan bireylerin kişisel beklentileri, umutları, tutum ve davranışları onları örgüt amaçlarından farklı bireysel birtakım amaçlar oluşturmaya yöneltir. Bireylerin daha çok sübjektif, duygusal ve bireysellik yönü ağır basan amaçlarına karşılık, üst yönetim tarafından ve standart hedefler şeklinde ortaya konan örgütsel amaçların ise biçimsel, objektif, anonim ve rasyonel yönlerinin ağır bastığı görülür.</a:t>
            </a:r>
          </a:p>
          <a:p>
            <a:pPr marL="0" indent="0">
              <a:buNone/>
            </a:pPr>
            <a:endParaRPr lang="tr-TR" sz="2200" dirty="0"/>
          </a:p>
        </p:txBody>
      </p:sp>
    </p:spTree>
    <p:extLst>
      <p:ext uri="{BB962C8B-B14F-4D97-AF65-F5344CB8AC3E}">
        <p14:creationId xmlns:p14="http://schemas.microsoft.com/office/powerpoint/2010/main" val="2498607524"/>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9" name="Rectangle 18">
            <a:extLst>
              <a:ext uri="{FF2B5EF4-FFF2-40B4-BE49-F238E27FC236}">
                <a16:creationId xmlns:a16="http://schemas.microsoft.com/office/drawing/2014/main" id="{53E60C6D-4E85-4E14-BCDF-BF15C241F7C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Başlık 1">
            <a:extLst>
              <a:ext uri="{FF2B5EF4-FFF2-40B4-BE49-F238E27FC236}">
                <a16:creationId xmlns:a16="http://schemas.microsoft.com/office/drawing/2014/main" id="{03F4CF32-F318-5944-9BDF-111C328018C5}"/>
              </a:ext>
            </a:extLst>
          </p:cNvPr>
          <p:cNvSpPr>
            <a:spLocks noGrp="1"/>
          </p:cNvSpPr>
          <p:nvPr>
            <p:ph type="title"/>
          </p:nvPr>
        </p:nvSpPr>
        <p:spPr>
          <a:xfrm>
            <a:off x="6151294" y="486184"/>
            <a:ext cx="5397237" cy="1325563"/>
          </a:xfrm>
        </p:spPr>
        <p:txBody>
          <a:bodyPr>
            <a:normAutofit/>
          </a:bodyPr>
          <a:lstStyle/>
          <a:p>
            <a:r>
              <a:rPr lang="tr-TR" b="1">
                <a:ln w="12700">
                  <a:solidFill>
                    <a:schemeClr val="tx2">
                      <a:lumMod val="75000"/>
                    </a:schemeClr>
                  </a:solidFill>
                  <a:prstDash val="solid"/>
                </a:ln>
                <a:effectLst>
                  <a:outerShdw dist="38100" dir="2640000" algn="bl" rotWithShape="0">
                    <a:schemeClr val="tx2">
                      <a:lumMod val="75000"/>
                    </a:schemeClr>
                  </a:outerShdw>
                </a:effectLst>
              </a:rPr>
              <a:t>YÖNELTME İŞLEVİNİN TEMEL İLKELERİ</a:t>
            </a:r>
          </a:p>
        </p:txBody>
      </p:sp>
      <p:pic>
        <p:nvPicPr>
          <p:cNvPr id="4" name="Resim 3">
            <a:extLst>
              <a:ext uri="{FF2B5EF4-FFF2-40B4-BE49-F238E27FC236}">
                <a16:creationId xmlns:a16="http://schemas.microsoft.com/office/drawing/2014/main" id="{1A58D76B-9DD9-057A-CD5C-C376D2D54A50}"/>
              </a:ext>
            </a:extLst>
          </p:cNvPr>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698353" y="695423"/>
            <a:ext cx="4555700" cy="2539802"/>
          </a:xfrm>
          <a:custGeom>
            <a:avLst/>
            <a:gdLst/>
            <a:ahLst/>
            <a:cxnLst/>
            <a:rect l="l" t="t" r="r" b="b"/>
            <a:pathLst>
              <a:path w="4438338" h="2323972">
                <a:moveTo>
                  <a:pt x="69905" y="0"/>
                </a:moveTo>
                <a:lnTo>
                  <a:pt x="4368433" y="0"/>
                </a:lnTo>
                <a:cubicBezTo>
                  <a:pt x="4407040" y="0"/>
                  <a:pt x="4438338" y="31298"/>
                  <a:pt x="4438338" y="69905"/>
                </a:cubicBezTo>
                <a:lnTo>
                  <a:pt x="4438338" y="2254067"/>
                </a:lnTo>
                <a:cubicBezTo>
                  <a:pt x="4438338" y="2292674"/>
                  <a:pt x="4407040" y="2323972"/>
                  <a:pt x="4368433" y="2323972"/>
                </a:cubicBezTo>
                <a:lnTo>
                  <a:pt x="69905" y="2323972"/>
                </a:lnTo>
                <a:cubicBezTo>
                  <a:pt x="31298" y="2323972"/>
                  <a:pt x="0" y="2292674"/>
                  <a:pt x="0" y="2254067"/>
                </a:cubicBezTo>
                <a:lnTo>
                  <a:pt x="0" y="69905"/>
                </a:lnTo>
                <a:cubicBezTo>
                  <a:pt x="0" y="31298"/>
                  <a:pt x="31298" y="0"/>
                  <a:pt x="69905" y="0"/>
                </a:cubicBezTo>
                <a:close/>
              </a:path>
            </a:pathLst>
          </a:custGeom>
        </p:spPr>
      </p:pic>
      <p:sp>
        <p:nvSpPr>
          <p:cNvPr id="21" name="Freeform: Shape 20">
            <a:extLst>
              <a:ext uri="{FF2B5EF4-FFF2-40B4-BE49-F238E27FC236}">
                <a16:creationId xmlns:a16="http://schemas.microsoft.com/office/drawing/2014/main" id="{7D42D292-4C48-479B-9E59-E29CD9871C0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0" y="5486400"/>
            <a:ext cx="2672863" cy="1371600"/>
          </a:xfrm>
          <a:custGeom>
            <a:avLst/>
            <a:gdLst>
              <a:gd name="connsiteX0" fmla="*/ 1721734 w 2672863"/>
              <a:gd name="connsiteY0" fmla="*/ 0 h 1371600"/>
              <a:gd name="connsiteX1" fmla="*/ 2564444 w 2672863"/>
              <a:gd name="connsiteY1" fmla="*/ 213382 h 1371600"/>
              <a:gd name="connsiteX2" fmla="*/ 2672863 w 2672863"/>
              <a:gd name="connsiteY2" fmla="*/ 279248 h 1371600"/>
              <a:gd name="connsiteX3" fmla="*/ 2672863 w 2672863"/>
              <a:gd name="connsiteY3" fmla="*/ 1371600 h 1371600"/>
              <a:gd name="connsiteX4" fmla="*/ 0 w 2672863"/>
              <a:gd name="connsiteY4" fmla="*/ 1371600 h 1371600"/>
              <a:gd name="connsiteX5" fmla="*/ 33268 w 2672863"/>
              <a:gd name="connsiteY5" fmla="*/ 1242216 h 1371600"/>
              <a:gd name="connsiteX6" fmla="*/ 1721734 w 2672863"/>
              <a:gd name="connsiteY6" fmla="*/ 0 h 13716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672863" h="1371600">
                <a:moveTo>
                  <a:pt x="1721734" y="0"/>
                </a:moveTo>
                <a:cubicBezTo>
                  <a:pt x="2026863" y="0"/>
                  <a:pt x="2313937" y="77299"/>
                  <a:pt x="2564444" y="213382"/>
                </a:cubicBezTo>
                <a:lnTo>
                  <a:pt x="2672863" y="279248"/>
                </a:lnTo>
                <a:lnTo>
                  <a:pt x="2672863" y="1371600"/>
                </a:lnTo>
                <a:lnTo>
                  <a:pt x="0" y="1371600"/>
                </a:lnTo>
                <a:lnTo>
                  <a:pt x="33268" y="1242216"/>
                </a:lnTo>
                <a:cubicBezTo>
                  <a:pt x="257110" y="522539"/>
                  <a:pt x="928399" y="0"/>
                  <a:pt x="1721734" y="0"/>
                </a:cubicBezTo>
                <a:close/>
              </a:path>
            </a:pathLst>
          </a:cu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pic>
        <p:nvPicPr>
          <p:cNvPr id="7" name="Graphic 6" descr="Remote control">
            <a:extLst>
              <a:ext uri="{FF2B5EF4-FFF2-40B4-BE49-F238E27FC236}">
                <a16:creationId xmlns:a16="http://schemas.microsoft.com/office/drawing/2014/main" id="{A72E76D2-55E3-FECE-1638-37A313380672}"/>
              </a:ext>
            </a:extLst>
          </p:cNvPr>
          <p:cNvPicPr>
            <a:picLocks noChangeAspect="1"/>
          </p:cNvPicPr>
          <p:nvPr/>
        </p:nvPicPr>
        <p:blipFill>
          <a:blip r:embed="rId4">
            <a:extLst>
              <a:ext uri="{28A0092B-C50C-407E-A947-70E740481C1C}">
                <a14:useLocalDpi xmlns:a14="http://schemas.microsoft.com/office/drawing/2010/main"/>
              </a:ext>
              <a:ext uri="{96DAC541-7B7A-43D3-8B79-37D633B846F1}">
                <asvg:svgBlip xmlns:asvg="http://schemas.microsoft.com/office/drawing/2016/SVG/main" r:embed="rId5"/>
              </a:ext>
            </a:extLst>
          </a:blip>
          <a:stretch>
            <a:fillRect/>
          </a:stretch>
        </p:blipFill>
        <p:spPr>
          <a:xfrm>
            <a:off x="2520759" y="3526029"/>
            <a:ext cx="2733293" cy="2733293"/>
          </a:xfrm>
          <a:custGeom>
            <a:avLst/>
            <a:gdLst/>
            <a:ahLst/>
            <a:cxnLst/>
            <a:rect l="l" t="t" r="r" b="b"/>
            <a:pathLst>
              <a:path w="4555700" h="2733294">
                <a:moveTo>
                  <a:pt x="82217" y="0"/>
                </a:moveTo>
                <a:lnTo>
                  <a:pt x="4473483" y="0"/>
                </a:lnTo>
                <a:cubicBezTo>
                  <a:pt x="4518890" y="0"/>
                  <a:pt x="4555700" y="36810"/>
                  <a:pt x="4555700" y="82217"/>
                </a:cubicBezTo>
                <a:lnTo>
                  <a:pt x="4555700" y="2651077"/>
                </a:lnTo>
                <a:cubicBezTo>
                  <a:pt x="4555700" y="2696484"/>
                  <a:pt x="4518890" y="2733294"/>
                  <a:pt x="4473483" y="2733294"/>
                </a:cubicBezTo>
                <a:lnTo>
                  <a:pt x="82217" y="2733294"/>
                </a:lnTo>
                <a:cubicBezTo>
                  <a:pt x="36810" y="2733294"/>
                  <a:pt x="0" y="2696484"/>
                  <a:pt x="0" y="2651077"/>
                </a:cubicBezTo>
                <a:lnTo>
                  <a:pt x="0" y="82217"/>
                </a:lnTo>
                <a:cubicBezTo>
                  <a:pt x="0" y="36810"/>
                  <a:pt x="36810" y="0"/>
                  <a:pt x="82217" y="0"/>
                </a:cubicBezTo>
                <a:close/>
              </a:path>
            </a:pathLst>
          </a:custGeom>
        </p:spPr>
      </p:pic>
      <p:sp>
        <p:nvSpPr>
          <p:cNvPr id="3" name="İçerik Yer Tutucusu 2">
            <a:extLst>
              <a:ext uri="{FF2B5EF4-FFF2-40B4-BE49-F238E27FC236}">
                <a16:creationId xmlns:a16="http://schemas.microsoft.com/office/drawing/2014/main" id="{204568AF-D761-0A4C-91F4-E69ABC9CDA42}"/>
              </a:ext>
            </a:extLst>
          </p:cNvPr>
          <p:cNvSpPr>
            <a:spLocks noGrp="1"/>
          </p:cNvSpPr>
          <p:nvPr>
            <p:ph idx="1"/>
          </p:nvPr>
        </p:nvSpPr>
        <p:spPr>
          <a:xfrm>
            <a:off x="6151294" y="1946684"/>
            <a:ext cx="5397237" cy="4351338"/>
          </a:xfrm>
          <a:solidFill>
            <a:schemeClr val="accent6">
              <a:lumMod val="60000"/>
              <a:lumOff val="40000"/>
              <a:alpha val="56000"/>
            </a:schemeClr>
          </a:solidFill>
        </p:spPr>
        <p:txBody>
          <a:bodyPr>
            <a:normAutofit/>
          </a:bodyPr>
          <a:lstStyle/>
          <a:p>
            <a:pPr marL="0" indent="0">
              <a:buNone/>
            </a:pPr>
            <a:r>
              <a:rPr lang="tr-TR" sz="1700" b="1" dirty="0"/>
              <a:t>2)KUMANDA (EMİR) BİRLİĞİ</a:t>
            </a:r>
          </a:p>
          <a:p>
            <a:r>
              <a:rPr lang="tr-TR" sz="1700" dirty="0"/>
              <a:t>Görevini yerine getirme esnasında her astın yalnızca tek bir amirden emir almasını öngören bu ilke, bir örgütleme ilkesi olmak kadar yöneltme işlevinin de Önemli bir ilkesini oluşturur, Astların tek bir üstten emir almaları durumunda çelişkilere ve rol belirsizliğine düşmeden görevlerini daha etkin yaptıkları ve sonuçta daha verimli çalıştıkları araştırmalarla kanıtlanmıştır. Bunun nedeni ise emir birliğinin, astların, çeşitli üstlerin birbiriyle çelişmesi muhtemel emirleri ile karşı karşıya kalmaktan kurtarmasıdır. Yöneltme işlevi belirli sayıdaki ast için tek bir üst tarafından yerine getirildiğinde bireysel ve örgütsel verimlilik artar</a:t>
            </a:r>
          </a:p>
        </p:txBody>
      </p:sp>
      <p:sp>
        <p:nvSpPr>
          <p:cNvPr id="23" name="Arc 22">
            <a:extLst>
              <a:ext uri="{FF2B5EF4-FFF2-40B4-BE49-F238E27FC236}">
                <a16:creationId xmlns:a16="http://schemas.microsoft.com/office/drawing/2014/main" id="{533DF362-939D-4EEE-8DC4-6B54607E561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95198">
            <a:off x="1539683" y="162676"/>
            <a:ext cx="4083433" cy="4083433"/>
          </a:xfrm>
          <a:prstGeom prst="arc">
            <a:avLst>
              <a:gd name="adj1" fmla="val 17445962"/>
              <a:gd name="adj2" fmla="val 0"/>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843537342"/>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41" name="Rectangle 40">
            <a:extLst>
              <a:ext uri="{FF2B5EF4-FFF2-40B4-BE49-F238E27FC236}">
                <a16:creationId xmlns:a16="http://schemas.microsoft.com/office/drawing/2014/main" id="{4F7EBAE4-9945-4473-9E34-B2C66EA0F03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Başlık 1">
            <a:extLst>
              <a:ext uri="{FF2B5EF4-FFF2-40B4-BE49-F238E27FC236}">
                <a16:creationId xmlns:a16="http://schemas.microsoft.com/office/drawing/2014/main" id="{8AE271D4-7AA8-F94F-8A50-B68AAD1A5754}"/>
              </a:ext>
            </a:extLst>
          </p:cNvPr>
          <p:cNvSpPr>
            <a:spLocks noGrp="1"/>
          </p:cNvSpPr>
          <p:nvPr>
            <p:ph type="title"/>
          </p:nvPr>
        </p:nvSpPr>
        <p:spPr>
          <a:xfrm>
            <a:off x="838200" y="365125"/>
            <a:ext cx="5393361" cy="1325563"/>
          </a:xfrm>
        </p:spPr>
        <p:txBody>
          <a:bodyPr>
            <a:normAutofit/>
          </a:bodyPr>
          <a:lstStyle/>
          <a:p>
            <a:r>
              <a:rPr lang="tr-TR"/>
              <a:t>YÖNELTME İŞLEVİNİN TEMEL UNSURLARI</a:t>
            </a:r>
          </a:p>
        </p:txBody>
      </p:sp>
      <p:pic>
        <p:nvPicPr>
          <p:cNvPr id="3" name="Resim 2">
            <a:extLst>
              <a:ext uri="{FF2B5EF4-FFF2-40B4-BE49-F238E27FC236}">
                <a16:creationId xmlns:a16="http://schemas.microsoft.com/office/drawing/2014/main" id="{E9CE1161-7DD6-0DED-A603-02A3FEBEECC4}"/>
              </a:ext>
            </a:extLst>
          </p:cNvPr>
          <p:cNvPicPr>
            <a:picLocks noChangeAspect="1"/>
          </p:cNvPicPr>
          <p:nvPr/>
        </p:nvPicPr>
        <p:blipFill>
          <a:blip r:embed="rId3" cstate="screen">
            <a:extLst>
              <a:ext uri="{28A0092B-C50C-407E-A947-70E740481C1C}">
                <a14:useLocalDpi xmlns:a14="http://schemas.microsoft.com/office/drawing/2010/main"/>
              </a:ext>
            </a:extLst>
          </a:blip>
          <a:srcRect/>
          <a:stretch/>
        </p:blipFill>
        <p:spPr>
          <a:xfrm>
            <a:off x="6374920" y="758514"/>
            <a:ext cx="5122238" cy="5122238"/>
          </a:xfrm>
          <a:custGeom>
            <a:avLst/>
            <a:gdLst/>
            <a:ahLst/>
            <a:cxnLst/>
            <a:rect l="l" t="t" r="r" b="b"/>
            <a:pathLst>
              <a:path w="2663168" h="2663168">
                <a:moveTo>
                  <a:pt x="1331584" y="0"/>
                </a:moveTo>
                <a:cubicBezTo>
                  <a:pt x="2066998" y="0"/>
                  <a:pt x="2663168" y="596170"/>
                  <a:pt x="2663168" y="1331584"/>
                </a:cubicBezTo>
                <a:cubicBezTo>
                  <a:pt x="2663168" y="2066998"/>
                  <a:pt x="2066998" y="2663168"/>
                  <a:pt x="1331584" y="2663168"/>
                </a:cubicBezTo>
                <a:cubicBezTo>
                  <a:pt x="596170" y="2663168"/>
                  <a:pt x="0" y="2066998"/>
                  <a:pt x="0" y="1331584"/>
                </a:cubicBezTo>
                <a:cubicBezTo>
                  <a:pt x="0" y="596170"/>
                  <a:pt x="596170" y="0"/>
                  <a:pt x="1331584" y="0"/>
                </a:cubicBezTo>
                <a:close/>
              </a:path>
            </a:pathLst>
          </a:custGeom>
        </p:spPr>
      </p:pic>
      <p:sp>
        <p:nvSpPr>
          <p:cNvPr id="43" name="!!Arc">
            <a:extLst>
              <a:ext uri="{FF2B5EF4-FFF2-40B4-BE49-F238E27FC236}">
                <a16:creationId xmlns:a16="http://schemas.microsoft.com/office/drawing/2014/main" id="{70BEB1E7-2F88-40BC-B73D-42E5B6F80BF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1189197" flipV="1">
            <a:off x="6261882" y="687822"/>
            <a:ext cx="5471147" cy="5471147"/>
          </a:xfrm>
          <a:prstGeom prst="arc">
            <a:avLst>
              <a:gd name="adj1" fmla="val 16200000"/>
              <a:gd name="adj2" fmla="val 20093138"/>
            </a:avLst>
          </a:prstGeom>
          <a:ln w="127000" cap="rnd">
            <a:solidFill>
              <a:schemeClr val="accent4">
                <a:alpha val="95000"/>
              </a:schemeClr>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45" name="!!Oval">
            <a:extLst>
              <a:ext uri="{FF2B5EF4-FFF2-40B4-BE49-F238E27FC236}">
                <a16:creationId xmlns:a16="http://schemas.microsoft.com/office/drawing/2014/main" id="{A7B99495-F43F-4D80-A44F-2CB4764EB90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248561" y="921125"/>
            <a:ext cx="791021" cy="769563"/>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Calibri" panose="020F0502020204030204"/>
              <a:ea typeface="+mn-ea"/>
              <a:cs typeface="+mn-cs"/>
            </a:endParaRPr>
          </a:p>
        </p:txBody>
      </p:sp>
      <p:graphicFrame>
        <p:nvGraphicFramePr>
          <p:cNvPr id="5" name="İçerik Yer Tutucusu 2">
            <a:extLst>
              <a:ext uri="{FF2B5EF4-FFF2-40B4-BE49-F238E27FC236}">
                <a16:creationId xmlns:a16="http://schemas.microsoft.com/office/drawing/2014/main" id="{4EE4E610-7CD7-EB1A-FDF7-A26A17D91805}"/>
              </a:ext>
            </a:extLst>
          </p:cNvPr>
          <p:cNvGraphicFramePr>
            <a:graphicFrameLocks noGrp="1"/>
          </p:cNvGraphicFramePr>
          <p:nvPr>
            <p:ph idx="1"/>
            <p:extLst>
              <p:ext uri="{D42A27DB-BD31-4B8C-83A1-F6EECF244321}">
                <p14:modId xmlns:p14="http://schemas.microsoft.com/office/powerpoint/2010/main" val="673902271"/>
              </p:ext>
            </p:extLst>
          </p:nvPr>
        </p:nvGraphicFramePr>
        <p:xfrm>
          <a:off x="838200" y="1825625"/>
          <a:ext cx="5393361" cy="4351338"/>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spTree>
    <p:extLst>
      <p:ext uri="{BB962C8B-B14F-4D97-AF65-F5344CB8AC3E}">
        <p14:creationId xmlns:p14="http://schemas.microsoft.com/office/powerpoint/2010/main" val="1748219457"/>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7" name="!!Rectangle">
            <a:extLst>
              <a:ext uri="{FF2B5EF4-FFF2-40B4-BE49-F238E27FC236}">
                <a16:creationId xmlns:a16="http://schemas.microsoft.com/office/drawing/2014/main" id="{032D8B87-88DA-4E9C-B676-B10D70EA596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8467"/>
            <a:ext cx="12191999" cy="6866467"/>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Başlık 1">
            <a:extLst>
              <a:ext uri="{FF2B5EF4-FFF2-40B4-BE49-F238E27FC236}">
                <a16:creationId xmlns:a16="http://schemas.microsoft.com/office/drawing/2014/main" id="{8AE271D4-7AA8-F94F-8A50-B68AAD1A5754}"/>
              </a:ext>
            </a:extLst>
          </p:cNvPr>
          <p:cNvSpPr>
            <a:spLocks noGrp="1"/>
          </p:cNvSpPr>
          <p:nvPr>
            <p:ph type="title"/>
          </p:nvPr>
        </p:nvSpPr>
        <p:spPr>
          <a:xfrm>
            <a:off x="838200" y="365125"/>
            <a:ext cx="10515600" cy="1325563"/>
          </a:xfrm>
        </p:spPr>
        <p:txBody>
          <a:bodyPr>
            <a:normAutofit/>
          </a:bodyPr>
          <a:lstStyle/>
          <a:p>
            <a:r>
              <a:rPr lang="tr-TR">
                <a:solidFill>
                  <a:srgbClr val="FFFFFF"/>
                </a:solidFill>
              </a:rPr>
              <a:t>YÖNELTME İŞLEVİNİN TEMEL UNSURLARI</a:t>
            </a:r>
          </a:p>
        </p:txBody>
      </p:sp>
      <p:sp>
        <p:nvSpPr>
          <p:cNvPr id="29" name="Arc 28">
            <a:extLst>
              <a:ext uri="{FF2B5EF4-FFF2-40B4-BE49-F238E27FC236}">
                <a16:creationId xmlns:a16="http://schemas.microsoft.com/office/drawing/2014/main" id="{081E4A58-353D-44AE-B2FC-2A74E2E400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V="1">
            <a:off x="555710" y="2183223"/>
            <a:ext cx="4083433" cy="4083433"/>
          </a:xfrm>
          <a:prstGeom prst="arc">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graphicFrame>
        <p:nvGraphicFramePr>
          <p:cNvPr id="5" name="İçerik Yer Tutucusu 2">
            <a:extLst>
              <a:ext uri="{FF2B5EF4-FFF2-40B4-BE49-F238E27FC236}">
                <a16:creationId xmlns:a16="http://schemas.microsoft.com/office/drawing/2014/main" id="{4EE4E610-7CD7-EB1A-FDF7-A26A17D91805}"/>
              </a:ext>
            </a:extLst>
          </p:cNvPr>
          <p:cNvGraphicFramePr>
            <a:graphicFrameLocks noGrp="1"/>
          </p:cNvGraphicFramePr>
          <p:nvPr>
            <p:ph idx="1"/>
            <p:extLst>
              <p:ext uri="{D42A27DB-BD31-4B8C-83A1-F6EECF244321}">
                <p14:modId xmlns:p14="http://schemas.microsoft.com/office/powerpoint/2010/main" val="1718525935"/>
              </p:ext>
            </p:extLst>
          </p:nvPr>
        </p:nvGraphicFramePr>
        <p:xfrm>
          <a:off x="838200" y="1825625"/>
          <a:ext cx="10515600" cy="3859742"/>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42029697"/>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5" name="Rectangle 8">
            <a:extLst>
              <a:ext uri="{FF2B5EF4-FFF2-40B4-BE49-F238E27FC236}">
                <a16:creationId xmlns:a16="http://schemas.microsoft.com/office/drawing/2014/main" id="{AE5A632B-B15A-489E-8337-BC0F40DBC21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6" name="Arc 10">
            <a:extLst>
              <a:ext uri="{FF2B5EF4-FFF2-40B4-BE49-F238E27FC236}">
                <a16:creationId xmlns:a16="http://schemas.microsoft.com/office/drawing/2014/main" id="{6E895C8D-1379-40B8-8B1B-B6F5AEAF0A6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505262" y="859948"/>
            <a:ext cx="2987899" cy="2987899"/>
          </a:xfrm>
          <a:prstGeom prst="arc">
            <a:avLst>
              <a:gd name="adj1" fmla="val 14612914"/>
              <a:gd name="adj2" fmla="val 0"/>
            </a:avLst>
          </a:prstGeom>
          <a:ln w="127000" cap="rnd">
            <a:solidFill>
              <a:schemeClr val="accent2">
                <a:lumMod val="75000"/>
              </a:schemeClr>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Calibri" panose="020F0502020204030204"/>
              <a:ea typeface="+mn-ea"/>
              <a:cs typeface="+mn-cs"/>
            </a:endParaRPr>
          </a:p>
        </p:txBody>
      </p:sp>
      <p:sp>
        <p:nvSpPr>
          <p:cNvPr id="2" name="Başlık 1">
            <a:extLst>
              <a:ext uri="{FF2B5EF4-FFF2-40B4-BE49-F238E27FC236}">
                <a16:creationId xmlns:a16="http://schemas.microsoft.com/office/drawing/2014/main" id="{8AE271D4-7AA8-F94F-8A50-B68AAD1A5754}"/>
              </a:ext>
            </a:extLst>
          </p:cNvPr>
          <p:cNvSpPr>
            <a:spLocks noGrp="1"/>
          </p:cNvSpPr>
          <p:nvPr>
            <p:ph type="title"/>
          </p:nvPr>
        </p:nvSpPr>
        <p:spPr>
          <a:xfrm>
            <a:off x="838200" y="643467"/>
            <a:ext cx="2951205" cy="5571066"/>
          </a:xfrm>
        </p:spPr>
        <p:txBody>
          <a:bodyPr>
            <a:normAutofit/>
          </a:bodyPr>
          <a:lstStyle/>
          <a:p>
            <a:r>
              <a:rPr lang="tr-TR">
                <a:solidFill>
                  <a:srgbClr val="FFFFFF"/>
                </a:solidFill>
              </a:rPr>
              <a:t>YÖNELTME İŞLEVİNİN TEMEL UNSURLARI</a:t>
            </a:r>
          </a:p>
        </p:txBody>
      </p:sp>
      <p:sp>
        <p:nvSpPr>
          <p:cNvPr id="17" name="Rectangle: Rounded Corners 12">
            <a:extLst>
              <a:ext uri="{FF2B5EF4-FFF2-40B4-BE49-F238E27FC236}">
                <a16:creationId xmlns:a16="http://schemas.microsoft.com/office/drawing/2014/main" id="{651547D7-AD18-407B-A5F4-F8225B5DCFC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485452" y="434266"/>
            <a:ext cx="7217701" cy="5922084"/>
          </a:xfrm>
          <a:prstGeom prst="roundRect">
            <a:avLst>
              <a:gd name="adj" fmla="val 3174"/>
            </a:avLst>
          </a:prstGeom>
          <a:solidFill>
            <a:schemeClr val="bg1">
              <a:alpha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aphicFrame>
        <p:nvGraphicFramePr>
          <p:cNvPr id="18" name="İçerik Yer Tutucusu 2">
            <a:extLst>
              <a:ext uri="{FF2B5EF4-FFF2-40B4-BE49-F238E27FC236}">
                <a16:creationId xmlns:a16="http://schemas.microsoft.com/office/drawing/2014/main" id="{B3329EA3-4503-2DE6-FB81-94D280A3A08E}"/>
              </a:ext>
            </a:extLst>
          </p:cNvPr>
          <p:cNvGraphicFramePr>
            <a:graphicFrameLocks noGrp="1"/>
          </p:cNvGraphicFramePr>
          <p:nvPr>
            <p:ph idx="1"/>
            <p:extLst>
              <p:ext uri="{D42A27DB-BD31-4B8C-83A1-F6EECF244321}">
                <p14:modId xmlns:p14="http://schemas.microsoft.com/office/powerpoint/2010/main" val="332687381"/>
              </p:ext>
            </p:extLst>
          </p:nvPr>
        </p:nvGraphicFramePr>
        <p:xfrm>
          <a:off x="4763911" y="609600"/>
          <a:ext cx="6735443" cy="5564602"/>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2598080830"/>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bg>
      <p:bgPr>
        <a:solidFill>
          <a:schemeClr val="accent3">
            <a:lumMod val="40000"/>
            <a:lumOff val="60000"/>
          </a:schemeClr>
        </a:solidFill>
        <a:effectLst/>
      </p:bgPr>
    </p:bg>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8AE271D4-7AA8-F94F-8A50-B68AAD1A5754}"/>
              </a:ext>
            </a:extLst>
          </p:cNvPr>
          <p:cNvSpPr>
            <a:spLocks noGrp="1"/>
          </p:cNvSpPr>
          <p:nvPr>
            <p:ph type="title"/>
          </p:nvPr>
        </p:nvSpPr>
        <p:spPr/>
        <p:txBody>
          <a:bodyPr/>
          <a:lstStyle/>
          <a:p>
            <a:r>
              <a:rPr lang="tr-TR" dirty="0"/>
              <a:t>YÖNELTME İŞLEVİNİN TEMEL UNSURLARI</a:t>
            </a:r>
          </a:p>
        </p:txBody>
      </p:sp>
      <p:sp>
        <p:nvSpPr>
          <p:cNvPr id="3" name="İçerik Yer Tutucusu 2">
            <a:extLst>
              <a:ext uri="{FF2B5EF4-FFF2-40B4-BE49-F238E27FC236}">
                <a16:creationId xmlns:a16="http://schemas.microsoft.com/office/drawing/2014/main" id="{97619B96-E30D-0B41-A3AE-A993103DFF94}"/>
              </a:ext>
            </a:extLst>
          </p:cNvPr>
          <p:cNvSpPr>
            <a:spLocks noGrp="1"/>
          </p:cNvSpPr>
          <p:nvPr>
            <p:ph idx="1"/>
          </p:nvPr>
        </p:nvSpPr>
        <p:spPr>
          <a:xfrm>
            <a:off x="838200" y="1825624"/>
            <a:ext cx="10515600" cy="4451189"/>
          </a:xfrm>
        </p:spPr>
        <p:txBody>
          <a:bodyPr>
            <a:normAutofit fontScale="77500" lnSpcReduction="20000"/>
          </a:bodyPr>
          <a:lstStyle/>
          <a:p>
            <a:pPr marL="0" indent="0">
              <a:buNone/>
            </a:pPr>
            <a:r>
              <a:rPr lang="tr-TR" sz="2600" b="1" dirty="0">
                <a:solidFill>
                  <a:srgbClr val="FF0000"/>
                </a:solidFill>
              </a:rPr>
              <a:t>A) OTORİTE VE OTORİTE TİPLERİ</a:t>
            </a:r>
          </a:p>
          <a:p>
            <a:pPr marL="457200" lvl="1" indent="0">
              <a:buNone/>
            </a:pPr>
            <a:endParaRPr lang="tr-TR" sz="2600" dirty="0"/>
          </a:p>
          <a:p>
            <a:pPr algn="just"/>
            <a:r>
              <a:rPr lang="tr-TR" sz="2600" b="0" i="0" dirty="0">
                <a:solidFill>
                  <a:srgbClr val="0D0D0D"/>
                </a:solidFill>
                <a:effectLst/>
                <a:latin typeface="Söhne"/>
              </a:rPr>
              <a:t>Otorite, bir kişinin ya da bir pozisyonun belirli bir durumda başkalarını yönlendirme, etkileme ve kontrol etme yeteneği anlamına gelir. </a:t>
            </a:r>
            <a:r>
              <a:rPr lang="tr-TR" sz="2600" b="0" i="0" dirty="0" err="1">
                <a:solidFill>
                  <a:srgbClr val="0D0D0D"/>
                </a:solidFill>
                <a:effectLst/>
                <a:latin typeface="Söhne"/>
              </a:rPr>
              <a:t>Max</a:t>
            </a:r>
            <a:r>
              <a:rPr lang="tr-TR" sz="2600" b="0" i="0" dirty="0">
                <a:solidFill>
                  <a:srgbClr val="0D0D0D"/>
                </a:solidFill>
                <a:effectLst/>
                <a:latin typeface="Söhne"/>
              </a:rPr>
              <a:t> </a:t>
            </a:r>
            <a:r>
              <a:rPr lang="tr-TR" sz="2600" b="0" i="0" dirty="0" err="1">
                <a:solidFill>
                  <a:srgbClr val="0D0D0D"/>
                </a:solidFill>
                <a:effectLst/>
                <a:latin typeface="Söhne"/>
              </a:rPr>
              <a:t>Weber'in</a:t>
            </a:r>
            <a:r>
              <a:rPr lang="tr-TR" sz="2600" b="0" i="0" dirty="0">
                <a:solidFill>
                  <a:srgbClr val="0D0D0D"/>
                </a:solidFill>
                <a:effectLst/>
                <a:latin typeface="Söhne"/>
              </a:rPr>
              <a:t> sınıflandırmasıyla, üç temel otorite tipi öne çıkar: geleneksel otorite, karizmatik otorite ve rasyonel, yasal ve bürokratik otorite.</a:t>
            </a:r>
          </a:p>
          <a:p>
            <a:r>
              <a:rPr lang="tr-TR" sz="3400" b="1" i="0" dirty="0">
                <a:solidFill>
                  <a:srgbClr val="0D0D0D"/>
                </a:solidFill>
                <a:effectLst/>
                <a:latin typeface="Söhne"/>
              </a:rPr>
              <a:t>Geleneksel Otorite:</a:t>
            </a:r>
            <a:endParaRPr lang="tr-TR" sz="3400" b="0" i="0" dirty="0">
              <a:solidFill>
                <a:srgbClr val="0D0D0D"/>
              </a:solidFill>
              <a:effectLst/>
              <a:latin typeface="Söhne"/>
            </a:endParaRPr>
          </a:p>
          <a:p>
            <a:pPr lvl="1" algn="just">
              <a:buFont typeface="Wingdings" pitchFamily="2" charset="2"/>
              <a:buChar char="v"/>
            </a:pPr>
            <a:r>
              <a:rPr lang="tr-TR" sz="2600" b="0" i="0" dirty="0">
                <a:solidFill>
                  <a:srgbClr val="0D0D0D"/>
                </a:solidFill>
                <a:effectLst/>
                <a:latin typeface="Söhne"/>
              </a:rPr>
              <a:t>Geleneksel otorite, geçmişten gelen gelenek ve alışkanlıklara dayanır. Bu tür otorite, genellikle aile, kabile veya topluluk liderlerinde görülür. Kişinin otoritesi, soydan gelme, yaşlılık veya geçmişteki başarılar gibi geleneksel faktörlere dayanabilir. Kararlar, genellikle alışılagelen yöntemlere veya geleneksel normlara göre alınır.</a:t>
            </a:r>
          </a:p>
          <a:p>
            <a:r>
              <a:rPr lang="tr-TR" sz="3400" b="1" i="0" dirty="0">
                <a:solidFill>
                  <a:srgbClr val="0D0D0D"/>
                </a:solidFill>
                <a:effectLst/>
                <a:latin typeface="Söhne"/>
              </a:rPr>
              <a:t>Karizmatik Otorite:</a:t>
            </a:r>
            <a:endParaRPr lang="tr-TR" sz="3400" b="0" i="0" dirty="0">
              <a:solidFill>
                <a:srgbClr val="0D0D0D"/>
              </a:solidFill>
              <a:effectLst/>
              <a:latin typeface="Söhne"/>
            </a:endParaRPr>
          </a:p>
          <a:p>
            <a:pPr lvl="1" algn="just">
              <a:buFont typeface="Wingdings" pitchFamily="2" charset="2"/>
              <a:buChar char="v"/>
            </a:pPr>
            <a:r>
              <a:rPr lang="tr-TR" sz="2600" b="0" i="0" dirty="0">
                <a:solidFill>
                  <a:srgbClr val="0D0D0D"/>
                </a:solidFill>
                <a:effectLst/>
                <a:latin typeface="Söhne"/>
              </a:rPr>
              <a:t>Karizmatik otorite, liderin kişisel cazibesi ve karizması üzerine inşa edilmiştir. Bu liderler, özel yeteneklere, tutkuya ve etkileyici kişiliklere sahiptir. Takipçiler, liderin kişisel özelliklerine güvenir ve ona saygı gösterirler. Bu tür otorite, liderin bireysel karizması ve etkileme becerileri temelinde ortaya çıkar.</a:t>
            </a:r>
          </a:p>
          <a:p>
            <a:pPr lvl="1"/>
            <a:endParaRPr lang="tr-TR" dirty="0"/>
          </a:p>
        </p:txBody>
      </p:sp>
    </p:spTree>
    <p:extLst>
      <p:ext uri="{BB962C8B-B14F-4D97-AF65-F5344CB8AC3E}">
        <p14:creationId xmlns:p14="http://schemas.microsoft.com/office/powerpoint/2010/main" val="3417511728"/>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bg>
      <p:bgPr>
        <a:solidFill>
          <a:schemeClr val="accent3">
            <a:lumMod val="20000"/>
            <a:lumOff val="80000"/>
          </a:schemeClr>
        </a:solidFill>
        <a:effectLst/>
      </p:bgPr>
    </p:bg>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8AE271D4-7AA8-F94F-8A50-B68AAD1A5754}"/>
              </a:ext>
            </a:extLst>
          </p:cNvPr>
          <p:cNvSpPr>
            <a:spLocks noGrp="1"/>
          </p:cNvSpPr>
          <p:nvPr>
            <p:ph type="title"/>
          </p:nvPr>
        </p:nvSpPr>
        <p:spPr/>
        <p:txBody>
          <a:bodyPr/>
          <a:lstStyle/>
          <a:p>
            <a:r>
              <a:rPr lang="tr-TR" dirty="0"/>
              <a:t>YÖNELTME İŞLEVİNİN TEMEL UNSURLARI</a:t>
            </a:r>
          </a:p>
        </p:txBody>
      </p:sp>
      <p:sp>
        <p:nvSpPr>
          <p:cNvPr id="3" name="İçerik Yer Tutucusu 2">
            <a:extLst>
              <a:ext uri="{FF2B5EF4-FFF2-40B4-BE49-F238E27FC236}">
                <a16:creationId xmlns:a16="http://schemas.microsoft.com/office/drawing/2014/main" id="{97619B96-E30D-0B41-A3AE-A993103DFF94}"/>
              </a:ext>
            </a:extLst>
          </p:cNvPr>
          <p:cNvSpPr>
            <a:spLocks noGrp="1"/>
          </p:cNvSpPr>
          <p:nvPr>
            <p:ph idx="1"/>
          </p:nvPr>
        </p:nvSpPr>
        <p:spPr/>
        <p:txBody>
          <a:bodyPr>
            <a:normAutofit fontScale="92500" lnSpcReduction="20000"/>
          </a:bodyPr>
          <a:lstStyle/>
          <a:p>
            <a:pPr marL="0" indent="0">
              <a:buNone/>
            </a:pPr>
            <a:r>
              <a:rPr lang="tr-TR" b="1" dirty="0">
                <a:solidFill>
                  <a:srgbClr val="FF0000"/>
                </a:solidFill>
              </a:rPr>
              <a:t>A) OTORİTE VE OTORİTE TİPLERİ</a:t>
            </a:r>
          </a:p>
          <a:p>
            <a:pPr marL="457200" lvl="1" indent="0">
              <a:buNone/>
            </a:pPr>
            <a:endParaRPr lang="tr-TR" dirty="0"/>
          </a:p>
          <a:p>
            <a:pPr marL="0" indent="0" algn="l">
              <a:buNone/>
            </a:pPr>
            <a:r>
              <a:rPr lang="tr-TR" b="1" i="0" dirty="0">
                <a:solidFill>
                  <a:srgbClr val="0D0D0D"/>
                </a:solidFill>
                <a:effectLst/>
                <a:latin typeface="Söhne"/>
              </a:rPr>
              <a:t>Rasyonel, Yasal ve Bürokratik Otorite:</a:t>
            </a:r>
            <a:endParaRPr lang="tr-TR" b="0" i="0" dirty="0">
              <a:solidFill>
                <a:srgbClr val="0D0D0D"/>
              </a:solidFill>
              <a:effectLst/>
              <a:latin typeface="Söhne"/>
            </a:endParaRPr>
          </a:p>
          <a:p>
            <a:pPr lvl="1" algn="l">
              <a:buFont typeface="Wingdings" pitchFamily="2" charset="2"/>
              <a:buChar char="v"/>
            </a:pPr>
            <a:r>
              <a:rPr lang="tr-TR" b="0" i="0" dirty="0">
                <a:solidFill>
                  <a:srgbClr val="0D0D0D"/>
                </a:solidFill>
                <a:effectLst/>
                <a:latin typeface="Söhne"/>
              </a:rPr>
              <a:t>Rasyonel, yasal ve bürokratik otorite, kurallar, yasalar ve organize edilmiş yapılar üzerine dayanır. Bu tür otorite, kurumsal düzenlemeler, belirlenmiş görev ve sorumluluklar ve adil prosedürlerle tanımlanır. Bu tip otorite, genellikle modern bürokratik organizasyonlarda, devlet kurumlarında ve şirketlerde görülür. Liderin otoritesi, sahip olduğu pozisyon ve bu pozisyonun yasal yetkilerine dayanır.</a:t>
            </a:r>
          </a:p>
          <a:p>
            <a:pPr marL="0" indent="0" algn="just">
              <a:buNone/>
            </a:pPr>
            <a:endParaRPr lang="tr-TR" b="0" i="0" dirty="0">
              <a:solidFill>
                <a:srgbClr val="0D0D0D"/>
              </a:solidFill>
              <a:effectLst/>
              <a:latin typeface="Söhne"/>
            </a:endParaRPr>
          </a:p>
          <a:p>
            <a:pPr marL="0" indent="0" algn="just">
              <a:buNone/>
            </a:pPr>
            <a:r>
              <a:rPr lang="tr-TR" sz="2400" b="0" i="0" dirty="0">
                <a:solidFill>
                  <a:srgbClr val="0D0D0D"/>
                </a:solidFill>
                <a:effectLst/>
                <a:latin typeface="Söhne"/>
              </a:rPr>
              <a:t>Bu üç otorite tipi, </a:t>
            </a:r>
            <a:r>
              <a:rPr lang="tr-TR" sz="2400" b="0" i="0" dirty="0" err="1">
                <a:solidFill>
                  <a:srgbClr val="0D0D0D"/>
                </a:solidFill>
                <a:effectLst/>
                <a:latin typeface="Söhne"/>
              </a:rPr>
              <a:t>Max</a:t>
            </a:r>
            <a:r>
              <a:rPr lang="tr-TR" sz="2400" b="0" i="0" dirty="0">
                <a:solidFill>
                  <a:srgbClr val="0D0D0D"/>
                </a:solidFill>
                <a:effectLst/>
                <a:latin typeface="Söhne"/>
              </a:rPr>
              <a:t> </a:t>
            </a:r>
            <a:r>
              <a:rPr lang="tr-TR" sz="2400" b="0" i="0" dirty="0" err="1">
                <a:solidFill>
                  <a:srgbClr val="0D0D0D"/>
                </a:solidFill>
                <a:effectLst/>
                <a:latin typeface="Söhne"/>
              </a:rPr>
              <a:t>Weber'in</a:t>
            </a:r>
            <a:r>
              <a:rPr lang="tr-TR" sz="2400" b="0" i="0" dirty="0">
                <a:solidFill>
                  <a:srgbClr val="0D0D0D"/>
                </a:solidFill>
                <a:effectLst/>
                <a:latin typeface="Söhne"/>
              </a:rPr>
              <a:t> "otoritenin üç tipi" teorisine dayanmaktadır. Bu teori, liderlerin nasıl otorite kurdukları ve sürdürdükleri konusunda farklı yaklaşımları tanımlamak için kullanılır.</a:t>
            </a:r>
          </a:p>
          <a:p>
            <a:pPr marL="457200" lvl="1" indent="0">
              <a:buNone/>
            </a:pPr>
            <a:endParaRPr lang="tr-TR" dirty="0"/>
          </a:p>
        </p:txBody>
      </p:sp>
    </p:spTree>
    <p:extLst>
      <p:ext uri="{BB962C8B-B14F-4D97-AF65-F5344CB8AC3E}">
        <p14:creationId xmlns:p14="http://schemas.microsoft.com/office/powerpoint/2010/main" val="1145960026"/>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bg>
      <p:bgPr>
        <a:solidFill>
          <a:schemeClr val="accent2">
            <a:lumMod val="40000"/>
            <a:lumOff val="60000"/>
          </a:schemeClr>
        </a:solidFill>
        <a:effectLst/>
      </p:bgPr>
    </p:bg>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8AE271D4-7AA8-F94F-8A50-B68AAD1A5754}"/>
              </a:ext>
            </a:extLst>
          </p:cNvPr>
          <p:cNvSpPr>
            <a:spLocks noGrp="1"/>
          </p:cNvSpPr>
          <p:nvPr>
            <p:ph type="title"/>
          </p:nvPr>
        </p:nvSpPr>
        <p:spPr/>
        <p:txBody>
          <a:bodyPr/>
          <a:lstStyle/>
          <a:p>
            <a:r>
              <a:rPr lang="tr-TR" dirty="0"/>
              <a:t>YÖNELTME İŞLEVİNİN TEMEL UNSURLARI</a:t>
            </a:r>
          </a:p>
        </p:txBody>
      </p:sp>
      <p:sp>
        <p:nvSpPr>
          <p:cNvPr id="3" name="İçerik Yer Tutucusu 2">
            <a:extLst>
              <a:ext uri="{FF2B5EF4-FFF2-40B4-BE49-F238E27FC236}">
                <a16:creationId xmlns:a16="http://schemas.microsoft.com/office/drawing/2014/main" id="{97619B96-E30D-0B41-A3AE-A993103DFF94}"/>
              </a:ext>
            </a:extLst>
          </p:cNvPr>
          <p:cNvSpPr>
            <a:spLocks noGrp="1"/>
          </p:cNvSpPr>
          <p:nvPr>
            <p:ph idx="1"/>
          </p:nvPr>
        </p:nvSpPr>
        <p:spPr>
          <a:xfrm>
            <a:off x="838200" y="1825625"/>
            <a:ext cx="10515600" cy="4667250"/>
          </a:xfrm>
        </p:spPr>
        <p:txBody>
          <a:bodyPr>
            <a:normAutofit fontScale="85000" lnSpcReduction="20000"/>
          </a:bodyPr>
          <a:lstStyle/>
          <a:p>
            <a:pPr marL="0" indent="0" algn="ctr">
              <a:buNone/>
            </a:pPr>
            <a:r>
              <a:rPr lang="tr-TR" sz="4000" b="1" dirty="0">
                <a:solidFill>
                  <a:srgbClr val="FF0000"/>
                </a:solidFill>
              </a:rPr>
              <a:t>B) YETKİ VE YETKİ TÜRLERİ</a:t>
            </a:r>
          </a:p>
          <a:p>
            <a:pPr algn="l">
              <a:buFont typeface="+mj-lt"/>
              <a:buAutoNum type="arabicPeriod"/>
            </a:pPr>
            <a:r>
              <a:rPr lang="tr-TR" b="1" i="0" dirty="0">
                <a:solidFill>
                  <a:srgbClr val="0D0D0D"/>
                </a:solidFill>
                <a:effectLst/>
                <a:latin typeface="Söhne"/>
              </a:rPr>
              <a:t>Emir-Komuta Yetkisi:</a:t>
            </a:r>
            <a:endParaRPr lang="tr-TR" b="0" i="0" dirty="0">
              <a:solidFill>
                <a:srgbClr val="0D0D0D"/>
              </a:solidFill>
              <a:effectLst/>
              <a:latin typeface="Söhne"/>
            </a:endParaRPr>
          </a:p>
          <a:p>
            <a:pPr lvl="1" algn="just">
              <a:buFont typeface="Wingdings" pitchFamily="2" charset="2"/>
              <a:buChar char="v"/>
            </a:pPr>
            <a:r>
              <a:rPr lang="tr-TR" b="0" i="0" dirty="0">
                <a:solidFill>
                  <a:srgbClr val="0D0D0D"/>
                </a:solidFill>
                <a:effectLst/>
                <a:latin typeface="Söhne"/>
              </a:rPr>
              <a:t>Emir-komuta yetkisi, hiyerarşik bir organizasyon yapısında liderin altındaki çalışanlara emir verme ve onları yönlendirme yetkisini ifade eder. Bu tür yetki, genellikle askeri organizasyonlarda veya geleneksel, katı hiyerarşik yapıya sahip şirketlerde görülür. Lider, astlarına emir verme, talimatlar verme ve kararlar alma konusunda bu yetkiye sahiptir.</a:t>
            </a:r>
          </a:p>
          <a:p>
            <a:pPr algn="l">
              <a:buFont typeface="+mj-lt"/>
              <a:buAutoNum type="arabicPeriod"/>
            </a:pPr>
            <a:r>
              <a:rPr lang="tr-TR" b="1" i="0" dirty="0">
                <a:solidFill>
                  <a:srgbClr val="0D0D0D"/>
                </a:solidFill>
                <a:effectLst/>
                <a:latin typeface="Söhne"/>
              </a:rPr>
              <a:t>Kurmay Yetki:</a:t>
            </a:r>
            <a:endParaRPr lang="tr-TR" b="0" i="0" dirty="0">
              <a:solidFill>
                <a:srgbClr val="0D0D0D"/>
              </a:solidFill>
              <a:effectLst/>
              <a:latin typeface="Söhne"/>
            </a:endParaRPr>
          </a:p>
          <a:p>
            <a:pPr lvl="1" algn="just">
              <a:buFont typeface="Wingdings" pitchFamily="2" charset="2"/>
              <a:buChar char="v"/>
            </a:pPr>
            <a:r>
              <a:rPr lang="tr-TR" b="0" i="0" dirty="0">
                <a:solidFill>
                  <a:srgbClr val="0D0D0D"/>
                </a:solidFill>
                <a:effectLst/>
                <a:latin typeface="Söhne"/>
              </a:rPr>
              <a:t>Kurmay yetkisi, belirli bir konuda uzmanlık veya danışmanlık sağlama yeteneği anlamına gelir. Bu tür yetki, kişinin belirli bir alan veya konuda bilgi sahibi olması ve bu konuda diğerlerine rehberlik etme yeteneği ile ilgilidir. Kişi, konusunda uzmanlaşmış bir pozisyonda bulunabilir ve bu konuda kararlar alabilir.</a:t>
            </a:r>
          </a:p>
          <a:p>
            <a:pPr algn="l">
              <a:buFont typeface="+mj-lt"/>
              <a:buAutoNum type="arabicPeriod"/>
            </a:pPr>
            <a:r>
              <a:rPr lang="tr-TR" b="1" i="0" dirty="0">
                <a:solidFill>
                  <a:srgbClr val="0D0D0D"/>
                </a:solidFill>
                <a:effectLst/>
                <a:latin typeface="Söhne"/>
              </a:rPr>
              <a:t>Fonksiyonel Yetki:</a:t>
            </a:r>
            <a:endParaRPr lang="tr-TR" b="0" i="0" dirty="0">
              <a:solidFill>
                <a:srgbClr val="0D0D0D"/>
              </a:solidFill>
              <a:effectLst/>
              <a:latin typeface="Söhne"/>
            </a:endParaRPr>
          </a:p>
          <a:p>
            <a:pPr lvl="1" algn="just">
              <a:buFont typeface="Wingdings" pitchFamily="2" charset="2"/>
              <a:buChar char="v"/>
            </a:pPr>
            <a:r>
              <a:rPr lang="tr-TR" b="0" i="0" dirty="0">
                <a:solidFill>
                  <a:srgbClr val="0D0D0D"/>
                </a:solidFill>
                <a:effectLst/>
                <a:latin typeface="Söhne"/>
              </a:rPr>
              <a:t>Fonksiyonel yetki, belirli bir işlev veya fonksiyonla ilgili olarak verilen yetkiyi ifade eder. Bu tür yetki, kişinin belirli bir işlevde, departmanda veya proje üzerinde kararlar alma ve yönlendirme yeteneği anlamına gelir. Fonksiyonel yetkiler, organizasyon içindeki özel görevlendirme ve sorumlulukları belirler.</a:t>
            </a:r>
          </a:p>
          <a:p>
            <a:pPr lvl="1"/>
            <a:endParaRPr lang="tr-TR" dirty="0"/>
          </a:p>
          <a:p>
            <a:pPr lvl="1"/>
            <a:endParaRPr lang="tr-TR" dirty="0"/>
          </a:p>
        </p:txBody>
      </p:sp>
    </p:spTree>
    <p:extLst>
      <p:ext uri="{BB962C8B-B14F-4D97-AF65-F5344CB8AC3E}">
        <p14:creationId xmlns:p14="http://schemas.microsoft.com/office/powerpoint/2010/main" val="3351641349"/>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bg>
      <p:bgPr>
        <a:solidFill>
          <a:schemeClr val="accent3">
            <a:lumMod val="40000"/>
            <a:lumOff val="60000"/>
          </a:schemeClr>
        </a:solidFill>
        <a:effectLst/>
      </p:bgPr>
    </p:bg>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8AE271D4-7AA8-F94F-8A50-B68AAD1A5754}"/>
              </a:ext>
            </a:extLst>
          </p:cNvPr>
          <p:cNvSpPr>
            <a:spLocks noGrp="1"/>
          </p:cNvSpPr>
          <p:nvPr>
            <p:ph type="title"/>
          </p:nvPr>
        </p:nvSpPr>
        <p:spPr/>
        <p:txBody>
          <a:bodyPr/>
          <a:lstStyle/>
          <a:p>
            <a:r>
              <a:rPr lang="tr-TR" dirty="0"/>
              <a:t>YÖNELTME İŞLEVİNİN TEMEL UNSURLARI</a:t>
            </a:r>
          </a:p>
        </p:txBody>
      </p:sp>
      <p:sp>
        <p:nvSpPr>
          <p:cNvPr id="3" name="İçerik Yer Tutucusu 2">
            <a:extLst>
              <a:ext uri="{FF2B5EF4-FFF2-40B4-BE49-F238E27FC236}">
                <a16:creationId xmlns:a16="http://schemas.microsoft.com/office/drawing/2014/main" id="{97619B96-E30D-0B41-A3AE-A993103DFF94}"/>
              </a:ext>
            </a:extLst>
          </p:cNvPr>
          <p:cNvSpPr>
            <a:spLocks noGrp="1"/>
          </p:cNvSpPr>
          <p:nvPr>
            <p:ph idx="1"/>
          </p:nvPr>
        </p:nvSpPr>
        <p:spPr>
          <a:xfrm>
            <a:off x="838200" y="1825625"/>
            <a:ext cx="10515600" cy="4667250"/>
          </a:xfrm>
        </p:spPr>
        <p:txBody>
          <a:bodyPr>
            <a:normAutofit lnSpcReduction="10000"/>
          </a:bodyPr>
          <a:lstStyle/>
          <a:p>
            <a:pPr marL="0" indent="0" algn="ctr">
              <a:buNone/>
            </a:pPr>
            <a:r>
              <a:rPr lang="tr-TR" b="1" dirty="0">
                <a:solidFill>
                  <a:srgbClr val="FF0000"/>
                </a:solidFill>
              </a:rPr>
              <a:t>C) EMİR, EMİR TÜRLERİ VE ÖZELLİKLERİ</a:t>
            </a:r>
          </a:p>
          <a:p>
            <a:pPr marL="457200" lvl="1" indent="0">
              <a:buNone/>
            </a:pPr>
            <a:endParaRPr lang="tr-TR" dirty="0"/>
          </a:p>
          <a:p>
            <a:pPr algn="just"/>
            <a:r>
              <a:rPr lang="tr-TR" sz="1800" b="1" dirty="0">
                <a:solidFill>
                  <a:srgbClr val="000000"/>
                </a:solidFill>
                <a:effectLst/>
                <a:latin typeface="TimesNewRomanPS"/>
              </a:rPr>
              <a:t>Emrin yerine getirilebilir ve makul olması gerekir: </a:t>
            </a:r>
            <a:r>
              <a:rPr lang="tr-TR" sz="1800" dirty="0" err="1">
                <a:solidFill>
                  <a:srgbClr val="000000"/>
                </a:solidFill>
                <a:effectLst/>
                <a:latin typeface="TimesNewRomanPSMT"/>
              </a:rPr>
              <a:t>üstler</a:t>
            </a:r>
            <a:r>
              <a:rPr lang="tr-TR" sz="1800" dirty="0">
                <a:solidFill>
                  <a:srgbClr val="000000"/>
                </a:solidFill>
                <a:effectLst/>
                <a:latin typeface="TimesNewRomanPSMT"/>
              </a:rPr>
              <a:t> astlardan devamlı olarak iş ile ilgili </a:t>
            </a:r>
            <a:r>
              <a:rPr lang="tr-TR" sz="1800" dirty="0" err="1">
                <a:solidFill>
                  <a:srgbClr val="000000"/>
                </a:solidFill>
                <a:effectLst/>
                <a:latin typeface="TimesNewRomanPSMT"/>
              </a:rPr>
              <a:t>görevleri</a:t>
            </a:r>
            <a:r>
              <a:rPr lang="tr-TR" sz="1800" dirty="0">
                <a:solidFill>
                  <a:srgbClr val="000000"/>
                </a:solidFill>
                <a:effectLst/>
                <a:latin typeface="TimesNewRomanPSMT"/>
              </a:rPr>
              <a:t> yerine getirmelerini isterler. </a:t>
            </a:r>
            <a:r>
              <a:rPr lang="tr-TR" sz="1800" dirty="0" err="1">
                <a:solidFill>
                  <a:srgbClr val="000000"/>
                </a:solidFill>
                <a:effectLst/>
                <a:latin typeface="TimesNewRomanPSMT"/>
              </a:rPr>
              <a:t>İstenilen</a:t>
            </a:r>
            <a:r>
              <a:rPr lang="tr-TR" sz="1800" dirty="0">
                <a:solidFill>
                  <a:srgbClr val="000000"/>
                </a:solidFill>
                <a:effectLst/>
                <a:latin typeface="TimesNewRomanPSMT"/>
              </a:rPr>
              <a:t> </a:t>
            </a:r>
            <a:r>
              <a:rPr lang="tr-TR" sz="1800" dirty="0" err="1">
                <a:solidFill>
                  <a:srgbClr val="000000"/>
                </a:solidFill>
                <a:effectLst/>
                <a:latin typeface="TimesNewRomanPSMT"/>
              </a:rPr>
              <a:t>şeyler</a:t>
            </a:r>
            <a:r>
              <a:rPr lang="tr-TR" sz="1800" dirty="0">
                <a:solidFill>
                  <a:srgbClr val="000000"/>
                </a:solidFill>
                <a:effectLst/>
                <a:latin typeface="TimesNewRomanPSMT"/>
              </a:rPr>
              <a:t> astların </a:t>
            </a:r>
            <a:r>
              <a:rPr lang="tr-TR" sz="1800" dirty="0" err="1">
                <a:solidFill>
                  <a:srgbClr val="000000"/>
                </a:solidFill>
                <a:effectLst/>
                <a:latin typeface="TimesNewRomanPSMT"/>
              </a:rPr>
              <a:t>gücünu</a:t>
            </a:r>
            <a:r>
              <a:rPr lang="tr-TR" sz="1800" dirty="0">
                <a:solidFill>
                  <a:srgbClr val="000000"/>
                </a:solidFill>
                <a:effectLst/>
                <a:latin typeface="TimesNewRomanPSMT"/>
              </a:rPr>
              <a:t>̈ ve </a:t>
            </a:r>
            <a:r>
              <a:rPr lang="tr-TR" sz="1800" dirty="0" err="1">
                <a:solidFill>
                  <a:srgbClr val="000000"/>
                </a:solidFill>
                <a:effectLst/>
                <a:latin typeface="TimesNewRomanPSMT"/>
              </a:rPr>
              <a:t>yeteneğini</a:t>
            </a:r>
            <a:r>
              <a:rPr lang="tr-TR" sz="1800" dirty="0">
                <a:solidFill>
                  <a:srgbClr val="000000"/>
                </a:solidFill>
                <a:effectLst/>
                <a:latin typeface="TimesNewRomanPSMT"/>
              </a:rPr>
              <a:t>, </a:t>
            </a:r>
            <a:r>
              <a:rPr lang="tr-TR" sz="1800" dirty="0" err="1">
                <a:solidFill>
                  <a:srgbClr val="000000"/>
                </a:solidFill>
                <a:effectLst/>
                <a:latin typeface="TimesNewRomanPSMT"/>
              </a:rPr>
              <a:t>görgu</a:t>
            </a:r>
            <a:r>
              <a:rPr lang="tr-TR" sz="1800" dirty="0">
                <a:solidFill>
                  <a:srgbClr val="000000"/>
                </a:solidFill>
                <a:effectLst/>
                <a:latin typeface="TimesNewRomanPSMT"/>
              </a:rPr>
              <a:t>̈ ve </a:t>
            </a:r>
            <a:r>
              <a:rPr lang="tr-TR" sz="1800" dirty="0" err="1">
                <a:solidFill>
                  <a:srgbClr val="000000"/>
                </a:solidFill>
                <a:effectLst/>
                <a:latin typeface="TimesNewRomanPSMT"/>
              </a:rPr>
              <a:t>tecrübesini</a:t>
            </a:r>
            <a:r>
              <a:rPr lang="tr-TR" sz="1800" dirty="0">
                <a:solidFill>
                  <a:srgbClr val="000000"/>
                </a:solidFill>
                <a:effectLst/>
                <a:latin typeface="TimesNewRomanPSMT"/>
              </a:rPr>
              <a:t> </a:t>
            </a:r>
            <a:r>
              <a:rPr lang="tr-TR" sz="1800" dirty="0" err="1">
                <a:solidFill>
                  <a:srgbClr val="000000"/>
                </a:solidFill>
                <a:effectLst/>
                <a:latin typeface="TimesNewRomanPSMT"/>
              </a:rPr>
              <a:t>aşmamalıdır</a:t>
            </a:r>
            <a:r>
              <a:rPr lang="tr-TR" sz="1800" dirty="0">
                <a:solidFill>
                  <a:srgbClr val="000000"/>
                </a:solidFill>
                <a:effectLst/>
                <a:latin typeface="TimesNewRomanPSMT"/>
              </a:rPr>
              <a:t>. </a:t>
            </a:r>
            <a:r>
              <a:rPr lang="tr-TR" sz="1800" dirty="0" err="1">
                <a:solidFill>
                  <a:srgbClr val="000000"/>
                </a:solidFill>
                <a:effectLst/>
                <a:latin typeface="TimesNewRomanPSMT"/>
              </a:rPr>
              <a:t>Diğer</a:t>
            </a:r>
            <a:r>
              <a:rPr lang="tr-TR" sz="1800" dirty="0">
                <a:solidFill>
                  <a:srgbClr val="000000"/>
                </a:solidFill>
                <a:effectLst/>
                <a:latin typeface="TimesNewRomanPSMT"/>
              </a:rPr>
              <a:t> yandan astın elindeki fiziki olanaklar dikkate alınmalıdır. </a:t>
            </a:r>
            <a:r>
              <a:rPr lang="tr-TR" sz="1800" dirty="0" err="1">
                <a:solidFill>
                  <a:srgbClr val="000000"/>
                </a:solidFill>
                <a:effectLst/>
                <a:latin typeface="TimesNewRomanPSMT"/>
              </a:rPr>
              <a:t>Üst</a:t>
            </a:r>
            <a:r>
              <a:rPr lang="tr-TR" sz="1800" dirty="0">
                <a:solidFill>
                  <a:srgbClr val="000000"/>
                </a:solidFill>
                <a:effectLst/>
                <a:latin typeface="TimesNewRomanPSMT"/>
              </a:rPr>
              <a:t>, </a:t>
            </a:r>
            <a:r>
              <a:rPr lang="tr-TR" sz="1800" dirty="0" err="1">
                <a:solidFill>
                  <a:srgbClr val="000000"/>
                </a:solidFill>
                <a:effectLst/>
                <a:latin typeface="TimesNewRomanPSMT"/>
              </a:rPr>
              <a:t>işletme</a:t>
            </a:r>
            <a:r>
              <a:rPr lang="tr-TR" sz="1800" dirty="0">
                <a:solidFill>
                  <a:srgbClr val="000000"/>
                </a:solidFill>
                <a:effectLst/>
                <a:latin typeface="TimesNewRomanPSMT"/>
              </a:rPr>
              <a:t> </a:t>
            </a:r>
            <a:r>
              <a:rPr lang="tr-TR" sz="1800" dirty="0" err="1">
                <a:solidFill>
                  <a:srgbClr val="000000"/>
                </a:solidFill>
                <a:effectLst/>
                <a:latin typeface="TimesNewRomanPSMT"/>
              </a:rPr>
              <a:t>içindeki</a:t>
            </a:r>
            <a:r>
              <a:rPr lang="tr-TR" sz="1800" dirty="0">
                <a:solidFill>
                  <a:srgbClr val="000000"/>
                </a:solidFill>
                <a:effectLst/>
                <a:latin typeface="TimesNewRomanPSMT"/>
              </a:rPr>
              <a:t> </a:t>
            </a:r>
            <a:r>
              <a:rPr lang="tr-TR" sz="1000" dirty="0"/>
              <a:t> </a:t>
            </a:r>
            <a:r>
              <a:rPr lang="tr-TR" sz="1800" dirty="0">
                <a:solidFill>
                  <a:srgbClr val="000000"/>
                </a:solidFill>
                <a:effectLst/>
                <a:latin typeface="TimesNewRomanPSMT"/>
              </a:rPr>
              <a:t>personelin </a:t>
            </a:r>
            <a:r>
              <a:rPr lang="tr-TR" sz="1800" dirty="0" err="1">
                <a:solidFill>
                  <a:srgbClr val="000000"/>
                </a:solidFill>
                <a:effectLst/>
                <a:latin typeface="TimesNewRomanPSMT"/>
              </a:rPr>
              <a:t>çalışma</a:t>
            </a:r>
            <a:r>
              <a:rPr lang="tr-TR" sz="1800" dirty="0">
                <a:solidFill>
                  <a:srgbClr val="000000"/>
                </a:solidFill>
                <a:effectLst/>
                <a:latin typeface="TimesNewRomanPSMT"/>
              </a:rPr>
              <a:t> kapasitesini bilen </a:t>
            </a:r>
            <a:r>
              <a:rPr lang="tr-TR" sz="1800" dirty="0" err="1">
                <a:solidFill>
                  <a:srgbClr val="000000"/>
                </a:solidFill>
                <a:effectLst/>
                <a:latin typeface="TimesNewRomanPSMT"/>
              </a:rPr>
              <a:t>kişidir</a:t>
            </a:r>
            <a:r>
              <a:rPr lang="tr-TR" sz="1800" dirty="0">
                <a:solidFill>
                  <a:srgbClr val="000000"/>
                </a:solidFill>
                <a:effectLst/>
                <a:latin typeface="TimesNewRomanPSMT"/>
              </a:rPr>
              <a:t>. Bu bakımdan personelin </a:t>
            </a:r>
            <a:r>
              <a:rPr lang="tr-TR" sz="1800" dirty="0" err="1">
                <a:solidFill>
                  <a:srgbClr val="000000"/>
                </a:solidFill>
                <a:effectLst/>
                <a:latin typeface="TimesNewRomanPSMT"/>
              </a:rPr>
              <a:t>işi</a:t>
            </a:r>
            <a:r>
              <a:rPr lang="tr-TR" sz="1800" dirty="0">
                <a:solidFill>
                  <a:srgbClr val="000000"/>
                </a:solidFill>
                <a:effectLst/>
                <a:latin typeface="TimesNewRomanPSMT"/>
              </a:rPr>
              <a:t> yapacak kapasiteye sahip olup </a:t>
            </a:r>
            <a:r>
              <a:rPr lang="tr-TR" sz="1800" dirty="0" err="1">
                <a:solidFill>
                  <a:srgbClr val="000000"/>
                </a:solidFill>
                <a:effectLst/>
                <a:latin typeface="TimesNewRomanPSMT"/>
              </a:rPr>
              <a:t>olmadığı</a:t>
            </a:r>
            <a:r>
              <a:rPr lang="tr-TR" sz="1800" dirty="0">
                <a:solidFill>
                  <a:srgbClr val="000000"/>
                </a:solidFill>
                <a:effectLst/>
                <a:latin typeface="TimesNewRomanPSMT"/>
              </a:rPr>
              <a:t> izlenmelidir. Herhangi bir iş </a:t>
            </a:r>
            <a:r>
              <a:rPr lang="tr-TR" sz="1800" dirty="0" err="1">
                <a:solidFill>
                  <a:srgbClr val="000000"/>
                </a:solidFill>
                <a:effectLst/>
                <a:latin typeface="TimesNewRomanPSMT"/>
              </a:rPr>
              <a:t>için</a:t>
            </a:r>
            <a:r>
              <a:rPr lang="tr-TR" sz="1800" dirty="0">
                <a:solidFill>
                  <a:srgbClr val="000000"/>
                </a:solidFill>
                <a:effectLst/>
                <a:latin typeface="TimesNewRomanPSMT"/>
              </a:rPr>
              <a:t> ast </a:t>
            </a:r>
            <a:r>
              <a:rPr lang="tr-TR" sz="1800" dirty="0" err="1">
                <a:solidFill>
                  <a:srgbClr val="000000"/>
                </a:solidFill>
                <a:effectLst/>
                <a:latin typeface="TimesNewRomanPSMT"/>
              </a:rPr>
              <a:t>seçilirken</a:t>
            </a:r>
            <a:r>
              <a:rPr lang="tr-TR" sz="1800" dirty="0">
                <a:solidFill>
                  <a:srgbClr val="000000"/>
                </a:solidFill>
                <a:effectLst/>
                <a:latin typeface="TimesNewRomanPSMT"/>
              </a:rPr>
              <a:t> o </a:t>
            </a:r>
            <a:r>
              <a:rPr lang="tr-TR" sz="1800" dirty="0" err="1">
                <a:solidFill>
                  <a:srgbClr val="000000"/>
                </a:solidFill>
                <a:effectLst/>
                <a:latin typeface="TimesNewRomanPSMT"/>
              </a:rPr>
              <a:t>işi</a:t>
            </a:r>
            <a:r>
              <a:rPr lang="tr-TR" sz="1800" dirty="0">
                <a:solidFill>
                  <a:srgbClr val="000000"/>
                </a:solidFill>
                <a:effectLst/>
                <a:latin typeface="TimesNewRomanPSMT"/>
              </a:rPr>
              <a:t> yapabilecek </a:t>
            </a:r>
            <a:r>
              <a:rPr lang="tr-TR" sz="1800" dirty="0" err="1">
                <a:solidFill>
                  <a:srgbClr val="000000"/>
                </a:solidFill>
                <a:effectLst/>
                <a:latin typeface="TimesNewRomanPSMT"/>
              </a:rPr>
              <a:t>kişi</a:t>
            </a:r>
            <a:r>
              <a:rPr lang="tr-TR" sz="1800" dirty="0">
                <a:solidFill>
                  <a:srgbClr val="000000"/>
                </a:solidFill>
                <a:effectLst/>
                <a:latin typeface="TimesNewRomanPSMT"/>
              </a:rPr>
              <a:t> </a:t>
            </a:r>
            <a:r>
              <a:rPr lang="tr-TR" sz="1800" dirty="0" err="1">
                <a:solidFill>
                  <a:srgbClr val="000000"/>
                </a:solidFill>
                <a:effectLst/>
                <a:latin typeface="TimesNewRomanPSMT"/>
              </a:rPr>
              <a:t>seçilmelidir</a:t>
            </a:r>
            <a:r>
              <a:rPr lang="tr-TR" sz="1800" dirty="0">
                <a:solidFill>
                  <a:srgbClr val="000000"/>
                </a:solidFill>
                <a:effectLst/>
                <a:latin typeface="TimesNewRomanPSMT"/>
              </a:rPr>
              <a:t>. </a:t>
            </a:r>
            <a:r>
              <a:rPr lang="tr-TR" sz="1800" dirty="0" err="1">
                <a:solidFill>
                  <a:srgbClr val="000000"/>
                </a:solidFill>
                <a:effectLst/>
                <a:latin typeface="TimesNewRomanPSMT"/>
              </a:rPr>
              <a:t>Üstler</a:t>
            </a:r>
            <a:r>
              <a:rPr lang="tr-TR" sz="1800" dirty="0">
                <a:solidFill>
                  <a:srgbClr val="000000"/>
                </a:solidFill>
                <a:effectLst/>
                <a:latin typeface="TimesNewRomanPSMT"/>
              </a:rPr>
              <a:t> bazı nedenlerden dolayı yerine getirilmesi olanaksız veya </a:t>
            </a:r>
            <a:r>
              <a:rPr lang="tr-TR" sz="1800" dirty="0" err="1">
                <a:solidFill>
                  <a:srgbClr val="000000"/>
                </a:solidFill>
                <a:effectLst/>
                <a:latin typeface="TimesNewRomanPSMT"/>
              </a:rPr>
              <a:t>çok</a:t>
            </a:r>
            <a:r>
              <a:rPr lang="tr-TR" sz="1800" dirty="0">
                <a:solidFill>
                  <a:srgbClr val="000000"/>
                </a:solidFill>
                <a:effectLst/>
                <a:latin typeface="TimesNewRomanPSMT"/>
              </a:rPr>
              <a:t> zor emirler vermemelidir</a:t>
            </a:r>
            <a:endParaRPr lang="tr-TR" sz="1800" b="1" dirty="0">
              <a:solidFill>
                <a:srgbClr val="000000"/>
              </a:solidFill>
              <a:effectLst/>
              <a:latin typeface="TimesNewRomanPS"/>
            </a:endParaRPr>
          </a:p>
          <a:p>
            <a:pPr algn="just"/>
            <a:r>
              <a:rPr lang="tr-TR" sz="1800" b="1" dirty="0">
                <a:solidFill>
                  <a:srgbClr val="000000"/>
                </a:solidFill>
                <a:effectLst/>
                <a:latin typeface="TimesNewRomanPS"/>
              </a:rPr>
              <a:t>Emir </a:t>
            </a:r>
            <a:r>
              <a:rPr lang="tr-TR" sz="1800" b="1" dirty="0" err="1">
                <a:solidFill>
                  <a:srgbClr val="000000"/>
                </a:solidFill>
                <a:effectLst/>
                <a:latin typeface="TimesNewRomanPS"/>
              </a:rPr>
              <a:t>açık</a:t>
            </a:r>
            <a:r>
              <a:rPr lang="tr-TR" sz="1800" b="1" dirty="0">
                <a:solidFill>
                  <a:srgbClr val="000000"/>
                </a:solidFill>
                <a:effectLst/>
                <a:latin typeface="TimesNewRomanPS"/>
              </a:rPr>
              <a:t> olmalıdır: </a:t>
            </a:r>
            <a:r>
              <a:rPr lang="tr-TR" sz="1800" dirty="0">
                <a:solidFill>
                  <a:srgbClr val="000000"/>
                </a:solidFill>
                <a:effectLst/>
                <a:latin typeface="TimesNewRomanPSMT"/>
              </a:rPr>
              <a:t>emrin astlarda </a:t>
            </a:r>
            <a:r>
              <a:rPr lang="tr-TR" sz="1800" dirty="0" err="1">
                <a:solidFill>
                  <a:srgbClr val="000000"/>
                </a:solidFill>
                <a:effectLst/>
                <a:latin typeface="TimesNewRomanPSMT"/>
              </a:rPr>
              <a:t>tereddüt</a:t>
            </a:r>
            <a:r>
              <a:rPr lang="tr-TR" sz="1800" dirty="0">
                <a:solidFill>
                  <a:srgbClr val="000000"/>
                </a:solidFill>
                <a:effectLst/>
                <a:latin typeface="TimesNewRomanPSMT"/>
              </a:rPr>
              <a:t> yaratmaması ve emri alan </a:t>
            </a:r>
            <a:r>
              <a:rPr lang="tr-TR" sz="1800" dirty="0" err="1">
                <a:solidFill>
                  <a:srgbClr val="000000"/>
                </a:solidFill>
                <a:effectLst/>
                <a:latin typeface="TimesNewRomanPSMT"/>
              </a:rPr>
              <a:t>kişilerin</a:t>
            </a:r>
            <a:r>
              <a:rPr lang="tr-TR" sz="1800" dirty="0">
                <a:solidFill>
                  <a:srgbClr val="000000"/>
                </a:solidFill>
                <a:effectLst/>
                <a:latin typeface="TimesNewRomanPSMT"/>
              </a:rPr>
              <a:t> emri net bir </a:t>
            </a:r>
            <a:r>
              <a:rPr lang="tr-TR" sz="1800" dirty="0" err="1">
                <a:solidFill>
                  <a:srgbClr val="000000"/>
                </a:solidFill>
                <a:effectLst/>
                <a:latin typeface="TimesNewRomanPSMT"/>
              </a:rPr>
              <a:t>biçimde</a:t>
            </a:r>
            <a:r>
              <a:rPr lang="tr-TR" sz="1800" dirty="0">
                <a:solidFill>
                  <a:srgbClr val="000000"/>
                </a:solidFill>
                <a:effectLst/>
                <a:latin typeface="TimesNewRomanPSMT"/>
              </a:rPr>
              <a:t> anlaması </a:t>
            </a:r>
            <a:r>
              <a:rPr lang="tr-TR" sz="1800" dirty="0" err="1">
                <a:solidFill>
                  <a:srgbClr val="000000"/>
                </a:solidFill>
                <a:effectLst/>
                <a:latin typeface="TimesNewRomanPSMT"/>
              </a:rPr>
              <a:t>önemlidir</a:t>
            </a:r>
            <a:r>
              <a:rPr lang="tr-TR" sz="1800" dirty="0">
                <a:solidFill>
                  <a:srgbClr val="000000"/>
                </a:solidFill>
                <a:effectLst/>
                <a:latin typeface="TimesNewRomanPSMT"/>
              </a:rPr>
              <a:t>. Bunu </a:t>
            </a:r>
            <a:r>
              <a:rPr lang="tr-TR" sz="1800" dirty="0" err="1">
                <a:solidFill>
                  <a:srgbClr val="000000"/>
                </a:solidFill>
                <a:effectLst/>
                <a:latin typeface="TimesNewRomanPSMT"/>
              </a:rPr>
              <a:t>sağlamak</a:t>
            </a:r>
            <a:r>
              <a:rPr lang="tr-TR" sz="1800" dirty="0">
                <a:solidFill>
                  <a:srgbClr val="000000"/>
                </a:solidFill>
                <a:effectLst/>
                <a:latin typeface="TimesNewRomanPSMT"/>
              </a:rPr>
              <a:t> </a:t>
            </a:r>
            <a:r>
              <a:rPr lang="tr-TR" sz="1800" dirty="0" err="1">
                <a:solidFill>
                  <a:srgbClr val="000000"/>
                </a:solidFill>
                <a:effectLst/>
                <a:latin typeface="TimesNewRomanPSMT"/>
              </a:rPr>
              <a:t>için</a:t>
            </a:r>
            <a:r>
              <a:rPr lang="tr-TR" sz="1800" dirty="0">
                <a:solidFill>
                  <a:srgbClr val="000000"/>
                </a:solidFill>
                <a:effectLst/>
                <a:latin typeface="TimesNewRomanPSMT"/>
              </a:rPr>
              <a:t> emrin noksansız, </a:t>
            </a:r>
            <a:r>
              <a:rPr lang="tr-TR" sz="1800" dirty="0" err="1">
                <a:solidFill>
                  <a:srgbClr val="000000"/>
                </a:solidFill>
                <a:effectLst/>
                <a:latin typeface="TimesNewRomanPSMT"/>
              </a:rPr>
              <a:t>açık</a:t>
            </a:r>
            <a:r>
              <a:rPr lang="tr-TR" sz="1800" dirty="0">
                <a:solidFill>
                  <a:srgbClr val="000000"/>
                </a:solidFill>
                <a:effectLst/>
                <a:latin typeface="TimesNewRomanPSMT"/>
              </a:rPr>
              <a:t> ve </a:t>
            </a:r>
            <a:r>
              <a:rPr lang="tr-TR" sz="1800" dirty="0" err="1">
                <a:solidFill>
                  <a:srgbClr val="000000"/>
                </a:solidFill>
                <a:effectLst/>
                <a:latin typeface="TimesNewRomanPSMT"/>
              </a:rPr>
              <a:t>anlaşılır</a:t>
            </a:r>
            <a:r>
              <a:rPr lang="tr-TR" sz="1800" dirty="0">
                <a:solidFill>
                  <a:srgbClr val="000000"/>
                </a:solidFill>
                <a:effectLst/>
                <a:latin typeface="TimesNewRomanPSMT"/>
              </a:rPr>
              <a:t> olarak verilmesi gerekir. Bir emrin </a:t>
            </a:r>
            <a:r>
              <a:rPr lang="tr-TR" sz="1800" dirty="0" err="1">
                <a:solidFill>
                  <a:srgbClr val="000000"/>
                </a:solidFill>
                <a:effectLst/>
                <a:latin typeface="TimesNewRomanPSMT"/>
              </a:rPr>
              <a:t>açık</a:t>
            </a:r>
            <a:r>
              <a:rPr lang="tr-TR" sz="1800" dirty="0">
                <a:solidFill>
                  <a:srgbClr val="000000"/>
                </a:solidFill>
                <a:effectLst/>
                <a:latin typeface="TimesNewRomanPSMT"/>
              </a:rPr>
              <a:t> olup olmamasını, emri alan </a:t>
            </a:r>
            <a:r>
              <a:rPr lang="tr-TR" sz="1800" dirty="0" err="1">
                <a:solidFill>
                  <a:srgbClr val="000000"/>
                </a:solidFill>
                <a:effectLst/>
                <a:latin typeface="TimesNewRomanPSMT"/>
              </a:rPr>
              <a:t>kişinin</a:t>
            </a:r>
            <a:r>
              <a:rPr lang="tr-TR" sz="1800" dirty="0">
                <a:solidFill>
                  <a:srgbClr val="000000"/>
                </a:solidFill>
                <a:effectLst/>
                <a:latin typeface="TimesNewRomanPSMT"/>
              </a:rPr>
              <a:t> emri anlayıp anlamaması saptar. Emri veren </a:t>
            </a:r>
            <a:r>
              <a:rPr lang="tr-TR" sz="1800" dirty="0" err="1">
                <a:solidFill>
                  <a:srgbClr val="000000"/>
                </a:solidFill>
                <a:effectLst/>
                <a:latin typeface="TimesNewRomanPSMT"/>
              </a:rPr>
              <a:t>kişi</a:t>
            </a:r>
            <a:r>
              <a:rPr lang="tr-TR" sz="1800" dirty="0">
                <a:solidFill>
                  <a:srgbClr val="000000"/>
                </a:solidFill>
                <a:effectLst/>
                <a:latin typeface="TimesNewRomanPSMT"/>
              </a:rPr>
              <a:t> </a:t>
            </a:r>
            <a:r>
              <a:rPr lang="tr-TR" sz="1800" dirty="0" err="1">
                <a:solidFill>
                  <a:srgbClr val="000000"/>
                </a:solidFill>
                <a:effectLst/>
                <a:latin typeface="TimesNewRomanPSMT"/>
              </a:rPr>
              <a:t>için</a:t>
            </a:r>
            <a:r>
              <a:rPr lang="tr-TR" sz="1800" dirty="0">
                <a:solidFill>
                  <a:srgbClr val="000000"/>
                </a:solidFill>
                <a:effectLst/>
                <a:latin typeface="TimesNewRomanPSMT"/>
              </a:rPr>
              <a:t> </a:t>
            </a:r>
            <a:r>
              <a:rPr lang="tr-TR" sz="1800" dirty="0" err="1">
                <a:solidFill>
                  <a:srgbClr val="000000"/>
                </a:solidFill>
                <a:effectLst/>
                <a:latin typeface="TimesNewRomanPSMT"/>
              </a:rPr>
              <a:t>açık</a:t>
            </a:r>
            <a:r>
              <a:rPr lang="tr-TR" sz="1800" dirty="0">
                <a:solidFill>
                  <a:srgbClr val="000000"/>
                </a:solidFill>
                <a:effectLst/>
                <a:latin typeface="TimesNewRomanPSMT"/>
              </a:rPr>
              <a:t> olan emir, bunu alan </a:t>
            </a:r>
            <a:r>
              <a:rPr lang="tr-TR" sz="1800" dirty="0" err="1">
                <a:solidFill>
                  <a:srgbClr val="000000"/>
                </a:solidFill>
                <a:effectLst/>
                <a:latin typeface="TimesNewRomanPSMT"/>
              </a:rPr>
              <a:t>için</a:t>
            </a:r>
            <a:r>
              <a:rPr lang="tr-TR" sz="1800" dirty="0">
                <a:solidFill>
                  <a:srgbClr val="000000"/>
                </a:solidFill>
                <a:effectLst/>
                <a:latin typeface="TimesNewRomanPSMT"/>
              </a:rPr>
              <a:t> </a:t>
            </a:r>
            <a:r>
              <a:rPr lang="tr-TR" sz="1800" dirty="0" err="1">
                <a:solidFill>
                  <a:srgbClr val="000000"/>
                </a:solidFill>
                <a:effectLst/>
                <a:latin typeface="TimesNewRomanPSMT"/>
              </a:rPr>
              <a:t>açık</a:t>
            </a:r>
            <a:r>
              <a:rPr lang="tr-TR" sz="1800" dirty="0">
                <a:solidFill>
                  <a:srgbClr val="000000"/>
                </a:solidFill>
                <a:effectLst/>
                <a:latin typeface="TimesNewRomanPSMT"/>
              </a:rPr>
              <a:t> olmayabilir. </a:t>
            </a:r>
            <a:r>
              <a:rPr lang="tr-TR" sz="1800" dirty="0" err="1">
                <a:solidFill>
                  <a:srgbClr val="000000"/>
                </a:solidFill>
                <a:effectLst/>
                <a:latin typeface="TimesNewRomanPSMT"/>
              </a:rPr>
              <a:t>Çünku</a:t>
            </a:r>
            <a:r>
              <a:rPr lang="tr-TR" sz="1800" dirty="0">
                <a:solidFill>
                  <a:srgbClr val="000000"/>
                </a:solidFill>
                <a:effectLst/>
                <a:latin typeface="TimesNewRomanPSMT"/>
              </a:rPr>
              <a:t>̈ emri veren </a:t>
            </a:r>
            <a:r>
              <a:rPr lang="tr-TR" sz="1800" dirty="0" err="1">
                <a:solidFill>
                  <a:srgbClr val="000000"/>
                </a:solidFill>
                <a:effectLst/>
                <a:latin typeface="TimesNewRomanPSMT"/>
              </a:rPr>
              <a:t>üst</a:t>
            </a:r>
            <a:r>
              <a:rPr lang="tr-TR" sz="1800" dirty="0">
                <a:solidFill>
                  <a:srgbClr val="000000"/>
                </a:solidFill>
                <a:effectLst/>
                <a:latin typeface="TimesNewRomanPSMT"/>
              </a:rPr>
              <a:t> kendi kafasında neyin yapılması </a:t>
            </a:r>
            <a:r>
              <a:rPr lang="tr-TR" sz="1800" dirty="0" err="1">
                <a:solidFill>
                  <a:srgbClr val="000000"/>
                </a:solidFill>
                <a:effectLst/>
                <a:latin typeface="TimesNewRomanPSMT"/>
              </a:rPr>
              <a:t>gerektiğine</a:t>
            </a:r>
            <a:r>
              <a:rPr lang="tr-TR" sz="1800" dirty="0">
                <a:solidFill>
                  <a:srgbClr val="000000"/>
                </a:solidFill>
                <a:effectLst/>
                <a:latin typeface="TimesNewRomanPSMT"/>
              </a:rPr>
              <a:t> dair net bir fikre sahip </a:t>
            </a:r>
            <a:r>
              <a:rPr lang="tr-TR" sz="1800" dirty="0" err="1">
                <a:solidFill>
                  <a:srgbClr val="000000"/>
                </a:solidFill>
                <a:effectLst/>
                <a:latin typeface="TimesNewRomanPSMT"/>
              </a:rPr>
              <a:t>olacağından</a:t>
            </a:r>
            <a:r>
              <a:rPr lang="tr-TR" sz="1800" dirty="0">
                <a:solidFill>
                  <a:srgbClr val="000000"/>
                </a:solidFill>
                <a:effectLst/>
                <a:latin typeface="TimesNewRomanPSMT"/>
              </a:rPr>
              <a:t>, </a:t>
            </a:r>
            <a:r>
              <a:rPr lang="tr-TR" sz="1800" dirty="0" err="1">
                <a:solidFill>
                  <a:srgbClr val="000000"/>
                </a:solidFill>
                <a:effectLst/>
                <a:latin typeface="TimesNewRomanPSMT"/>
              </a:rPr>
              <a:t>verdiği</a:t>
            </a:r>
            <a:r>
              <a:rPr lang="tr-TR" sz="1800" dirty="0">
                <a:solidFill>
                  <a:srgbClr val="000000"/>
                </a:solidFill>
                <a:effectLst/>
                <a:latin typeface="TimesNewRomanPSMT"/>
              </a:rPr>
              <a:t> emir onun </a:t>
            </a:r>
            <a:r>
              <a:rPr lang="tr-TR" sz="1800" dirty="0" err="1">
                <a:solidFill>
                  <a:srgbClr val="000000"/>
                </a:solidFill>
                <a:effectLst/>
                <a:latin typeface="TimesNewRomanPSMT"/>
              </a:rPr>
              <a:t>için</a:t>
            </a:r>
            <a:r>
              <a:rPr lang="tr-TR" sz="1800" dirty="0">
                <a:solidFill>
                  <a:srgbClr val="000000"/>
                </a:solidFill>
                <a:effectLst/>
                <a:latin typeface="TimesNewRomanPSMT"/>
              </a:rPr>
              <a:t> her zaman net olacaktır. </a:t>
            </a:r>
            <a:endParaRPr lang="tr-TR" dirty="0"/>
          </a:p>
          <a:p>
            <a:pPr algn="just"/>
            <a:r>
              <a:rPr lang="tr-TR" sz="1800" b="1" dirty="0">
                <a:solidFill>
                  <a:srgbClr val="000000"/>
                </a:solidFill>
                <a:effectLst/>
                <a:latin typeface="TimesNewRomanPS"/>
              </a:rPr>
              <a:t>Emir tam olmalıdır: </a:t>
            </a:r>
            <a:r>
              <a:rPr lang="tr-TR" sz="1800" dirty="0">
                <a:solidFill>
                  <a:srgbClr val="000000"/>
                </a:solidFill>
                <a:effectLst/>
                <a:latin typeface="TimesNewRomanPSMT"/>
              </a:rPr>
              <a:t>yapılacak </a:t>
            </a:r>
            <a:r>
              <a:rPr lang="tr-TR" sz="1800" dirty="0" err="1">
                <a:solidFill>
                  <a:srgbClr val="000000"/>
                </a:solidFill>
                <a:effectLst/>
                <a:latin typeface="TimesNewRomanPSMT"/>
              </a:rPr>
              <a:t>işin</a:t>
            </a:r>
            <a:r>
              <a:rPr lang="tr-TR" sz="1800" dirty="0">
                <a:solidFill>
                  <a:srgbClr val="000000"/>
                </a:solidFill>
                <a:effectLst/>
                <a:latin typeface="TimesNewRomanPSMT"/>
              </a:rPr>
              <a:t> amacı belirtilmelidir. </a:t>
            </a:r>
            <a:r>
              <a:rPr lang="tr-TR" sz="1800" dirty="0" err="1">
                <a:solidFill>
                  <a:srgbClr val="000000"/>
                </a:solidFill>
                <a:effectLst/>
                <a:latin typeface="TimesNewRomanPSMT"/>
              </a:rPr>
              <a:t>İşin</a:t>
            </a:r>
            <a:r>
              <a:rPr lang="tr-TR" sz="1800" dirty="0">
                <a:solidFill>
                  <a:srgbClr val="000000"/>
                </a:solidFill>
                <a:effectLst/>
                <a:latin typeface="TimesNewRomanPSMT"/>
              </a:rPr>
              <a:t> yapılması ile ilgili eksik bir nokta bırakılmamalıdır. Bir emir verilirken bu emri kimin yerine </a:t>
            </a:r>
            <a:r>
              <a:rPr lang="tr-TR" sz="1800" dirty="0" err="1">
                <a:solidFill>
                  <a:srgbClr val="000000"/>
                </a:solidFill>
                <a:effectLst/>
                <a:latin typeface="TimesNewRomanPSMT"/>
              </a:rPr>
              <a:t>getireceği</a:t>
            </a:r>
            <a:r>
              <a:rPr lang="tr-TR" sz="1800" dirty="0">
                <a:solidFill>
                  <a:srgbClr val="000000"/>
                </a:solidFill>
                <a:effectLst/>
                <a:latin typeface="TimesNewRomanPSMT"/>
              </a:rPr>
              <a:t>, emrin yerine getirilmesi </a:t>
            </a:r>
            <a:r>
              <a:rPr lang="tr-TR" sz="1800" dirty="0" err="1">
                <a:solidFill>
                  <a:srgbClr val="000000"/>
                </a:solidFill>
                <a:effectLst/>
                <a:latin typeface="TimesNewRomanPSMT"/>
              </a:rPr>
              <a:t>için</a:t>
            </a:r>
            <a:r>
              <a:rPr lang="tr-TR" sz="1800" dirty="0">
                <a:solidFill>
                  <a:srgbClr val="000000"/>
                </a:solidFill>
                <a:effectLst/>
                <a:latin typeface="TimesNewRomanPSMT"/>
              </a:rPr>
              <a:t> nelerin yapılması </a:t>
            </a:r>
            <a:r>
              <a:rPr lang="tr-TR" sz="1800" dirty="0" err="1">
                <a:solidFill>
                  <a:srgbClr val="000000"/>
                </a:solidFill>
                <a:effectLst/>
                <a:latin typeface="TimesNewRomanPSMT"/>
              </a:rPr>
              <a:t>gerektiği</a:t>
            </a:r>
            <a:r>
              <a:rPr lang="tr-TR" sz="1800" dirty="0">
                <a:solidFill>
                  <a:srgbClr val="000000"/>
                </a:solidFill>
                <a:effectLst/>
                <a:latin typeface="TimesNewRomanPSMT"/>
              </a:rPr>
              <a:t> belirtilmelidir </a:t>
            </a:r>
            <a:endParaRPr lang="tr-TR" dirty="0"/>
          </a:p>
          <a:p>
            <a:pPr lvl="1"/>
            <a:endParaRPr lang="tr-TR" dirty="0"/>
          </a:p>
        </p:txBody>
      </p:sp>
    </p:spTree>
    <p:extLst>
      <p:ext uri="{BB962C8B-B14F-4D97-AF65-F5344CB8AC3E}">
        <p14:creationId xmlns:p14="http://schemas.microsoft.com/office/powerpoint/2010/main" val="3114558828"/>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bg>
      <p:bgPr>
        <a:solidFill>
          <a:schemeClr val="accent3">
            <a:lumMod val="20000"/>
            <a:lumOff val="80000"/>
          </a:schemeClr>
        </a:solidFill>
        <a:effectLst/>
      </p:bgPr>
    </p:bg>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8AE271D4-7AA8-F94F-8A50-B68AAD1A5754}"/>
              </a:ext>
            </a:extLst>
          </p:cNvPr>
          <p:cNvSpPr>
            <a:spLocks noGrp="1"/>
          </p:cNvSpPr>
          <p:nvPr>
            <p:ph type="title"/>
          </p:nvPr>
        </p:nvSpPr>
        <p:spPr/>
        <p:txBody>
          <a:bodyPr/>
          <a:lstStyle/>
          <a:p>
            <a:r>
              <a:rPr lang="tr-TR" dirty="0"/>
              <a:t>YÖNELTME İŞLEVİNİN TEMEL UNSURLARI</a:t>
            </a:r>
          </a:p>
        </p:txBody>
      </p:sp>
      <p:sp>
        <p:nvSpPr>
          <p:cNvPr id="3" name="İçerik Yer Tutucusu 2">
            <a:extLst>
              <a:ext uri="{FF2B5EF4-FFF2-40B4-BE49-F238E27FC236}">
                <a16:creationId xmlns:a16="http://schemas.microsoft.com/office/drawing/2014/main" id="{97619B96-E30D-0B41-A3AE-A993103DFF94}"/>
              </a:ext>
            </a:extLst>
          </p:cNvPr>
          <p:cNvSpPr>
            <a:spLocks noGrp="1"/>
          </p:cNvSpPr>
          <p:nvPr>
            <p:ph idx="1"/>
          </p:nvPr>
        </p:nvSpPr>
        <p:spPr>
          <a:xfrm>
            <a:off x="838200" y="1825624"/>
            <a:ext cx="10515600" cy="4667251"/>
          </a:xfrm>
        </p:spPr>
        <p:txBody>
          <a:bodyPr>
            <a:normAutofit fontScale="77500" lnSpcReduction="20000"/>
          </a:bodyPr>
          <a:lstStyle/>
          <a:p>
            <a:pPr marL="0" indent="0" algn="ctr">
              <a:buNone/>
            </a:pPr>
            <a:r>
              <a:rPr lang="tr-TR" sz="5100" b="1" dirty="0">
                <a:solidFill>
                  <a:srgbClr val="FF0000"/>
                </a:solidFill>
              </a:rPr>
              <a:t>D) ETKİLEME</a:t>
            </a:r>
          </a:p>
          <a:p>
            <a:pPr marL="457200" lvl="1" indent="0">
              <a:buNone/>
            </a:pPr>
            <a:r>
              <a:rPr lang="tr-TR" b="1" dirty="0">
                <a:solidFill>
                  <a:srgbClr val="FFC000"/>
                </a:solidFill>
              </a:rPr>
              <a:t>7 TEMEL UNSUR:</a:t>
            </a:r>
          </a:p>
          <a:p>
            <a:pPr algn="l">
              <a:buFont typeface="+mj-lt"/>
              <a:buAutoNum type="arabicPeriod"/>
            </a:pPr>
            <a:r>
              <a:rPr lang="tr-TR" b="1" i="0" dirty="0">
                <a:solidFill>
                  <a:srgbClr val="0D0D0D"/>
                </a:solidFill>
                <a:effectLst/>
                <a:latin typeface="Söhne"/>
              </a:rPr>
              <a:t>İletişim:</a:t>
            </a:r>
            <a:endParaRPr lang="tr-TR" b="0" i="0" dirty="0">
              <a:solidFill>
                <a:srgbClr val="0D0D0D"/>
              </a:solidFill>
              <a:effectLst/>
              <a:latin typeface="Söhne"/>
            </a:endParaRPr>
          </a:p>
          <a:p>
            <a:pPr lvl="1"/>
            <a:r>
              <a:rPr lang="tr-TR" b="0" i="0" dirty="0">
                <a:solidFill>
                  <a:srgbClr val="0D0D0D"/>
                </a:solidFill>
                <a:effectLst/>
                <a:latin typeface="Söhne"/>
              </a:rPr>
              <a:t>Etkili iletişim, bir liderin etkileme sürecinde temel bir unsurdur. Lider, açık ve net bir şekilde iletişim kurarak mesajlarını doğru bir şekilde iletmeli, dinlemeli ve çalışanların geri bildirimlerini dikkate almalıdır.</a:t>
            </a:r>
          </a:p>
          <a:p>
            <a:pPr algn="l">
              <a:buFont typeface="+mj-lt"/>
              <a:buAutoNum type="arabicPeriod"/>
            </a:pPr>
            <a:r>
              <a:rPr lang="tr-TR" b="1" i="0" dirty="0">
                <a:solidFill>
                  <a:srgbClr val="0D0D0D"/>
                </a:solidFill>
                <a:effectLst/>
                <a:latin typeface="Söhne"/>
              </a:rPr>
              <a:t>İkna Yeteneği:</a:t>
            </a:r>
            <a:endParaRPr lang="tr-TR" b="0" i="0" dirty="0">
              <a:solidFill>
                <a:srgbClr val="0D0D0D"/>
              </a:solidFill>
              <a:effectLst/>
              <a:latin typeface="Söhne"/>
            </a:endParaRPr>
          </a:p>
          <a:p>
            <a:pPr lvl="1"/>
            <a:r>
              <a:rPr lang="tr-TR" b="0" i="0" dirty="0">
                <a:solidFill>
                  <a:srgbClr val="0D0D0D"/>
                </a:solidFill>
                <a:effectLst/>
                <a:latin typeface="Söhne"/>
              </a:rPr>
              <a:t>İkna, liderin başkalarını fikirlerine, vizyonuna veya hedeflerine katılmaya ikna etme yeteneğini ifade eder. İkna edici olmak, liderin vizyonunu paylaşma, doğru argümanları sunma ve karşılıklı anlayışı teşvik etme yeteneğine bağlıdır.</a:t>
            </a:r>
          </a:p>
          <a:p>
            <a:pPr algn="l">
              <a:buFont typeface="+mj-lt"/>
              <a:buAutoNum type="arabicPeriod"/>
            </a:pPr>
            <a:r>
              <a:rPr lang="tr-TR" b="1" i="0" dirty="0">
                <a:solidFill>
                  <a:srgbClr val="0D0D0D"/>
                </a:solidFill>
                <a:effectLst/>
                <a:latin typeface="Söhne"/>
              </a:rPr>
              <a:t>Güven İnşa Etme:</a:t>
            </a:r>
            <a:endParaRPr lang="tr-TR" b="0" i="0" dirty="0">
              <a:solidFill>
                <a:srgbClr val="0D0D0D"/>
              </a:solidFill>
              <a:effectLst/>
              <a:latin typeface="Söhne"/>
            </a:endParaRPr>
          </a:p>
          <a:p>
            <a:pPr lvl="1"/>
            <a:r>
              <a:rPr lang="tr-TR" b="0" i="0" dirty="0">
                <a:solidFill>
                  <a:srgbClr val="0D0D0D"/>
                </a:solidFill>
                <a:effectLst/>
                <a:latin typeface="Söhne"/>
              </a:rPr>
              <a:t>Güven, liderin etkileme sürecinde kritik bir unsurdur. Çalışanlar, liderlerine güvenirlerse, liderin etkisi daha etkili olur. Güven, açıklık, dürüstlük, tutarlılık ve işbirliği ile inşa edilir.</a:t>
            </a:r>
          </a:p>
          <a:p>
            <a:pPr algn="l">
              <a:buFont typeface="+mj-lt"/>
              <a:buAutoNum type="arabicPeriod"/>
            </a:pPr>
            <a:r>
              <a:rPr lang="tr-TR" b="1" i="0" dirty="0">
                <a:solidFill>
                  <a:srgbClr val="0D0D0D"/>
                </a:solidFill>
                <a:effectLst/>
                <a:latin typeface="Söhne"/>
              </a:rPr>
              <a:t>Model Olma:</a:t>
            </a:r>
            <a:endParaRPr lang="tr-TR" b="0" i="0" dirty="0">
              <a:solidFill>
                <a:srgbClr val="0D0D0D"/>
              </a:solidFill>
              <a:effectLst/>
              <a:latin typeface="Söhne"/>
            </a:endParaRPr>
          </a:p>
          <a:p>
            <a:pPr marL="742950" lvl="1" indent="-285750" algn="l">
              <a:buFont typeface="+mj-lt"/>
              <a:buAutoNum type="arabicPeriod"/>
            </a:pPr>
            <a:r>
              <a:rPr lang="tr-TR" b="0" i="0" dirty="0">
                <a:solidFill>
                  <a:srgbClr val="0D0D0D"/>
                </a:solidFill>
                <a:effectLst/>
                <a:latin typeface="Söhne"/>
              </a:rPr>
              <a:t>Liderin sahip olduğu değerleri ve davranışları sergilemesi, çalışanları etkilemenin güçlü bir yoludur. Model olma, liderin liderlik tarzını göstererek takım üyelerini motive etmesine yardımcı olabilir.</a:t>
            </a:r>
          </a:p>
          <a:p>
            <a:pPr lvl="1"/>
            <a:endParaRPr lang="tr-TR" dirty="0"/>
          </a:p>
        </p:txBody>
      </p:sp>
    </p:spTree>
    <p:extLst>
      <p:ext uri="{BB962C8B-B14F-4D97-AF65-F5344CB8AC3E}">
        <p14:creationId xmlns:p14="http://schemas.microsoft.com/office/powerpoint/2010/main" val="286495109"/>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bg>
      <p:bgPr>
        <a:solidFill>
          <a:schemeClr val="accent2">
            <a:lumMod val="40000"/>
            <a:lumOff val="60000"/>
          </a:schemeClr>
        </a:solidFill>
        <a:effectLst/>
      </p:bgPr>
    </p:bg>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8AE271D4-7AA8-F94F-8A50-B68AAD1A5754}"/>
              </a:ext>
            </a:extLst>
          </p:cNvPr>
          <p:cNvSpPr>
            <a:spLocks noGrp="1"/>
          </p:cNvSpPr>
          <p:nvPr>
            <p:ph type="title"/>
          </p:nvPr>
        </p:nvSpPr>
        <p:spPr/>
        <p:txBody>
          <a:bodyPr/>
          <a:lstStyle/>
          <a:p>
            <a:r>
              <a:rPr lang="tr-TR" dirty="0"/>
              <a:t>YÖNELTME İŞLEVİNİN TEMEL UNSURLARI</a:t>
            </a:r>
          </a:p>
        </p:txBody>
      </p:sp>
      <p:sp>
        <p:nvSpPr>
          <p:cNvPr id="3" name="İçerik Yer Tutucusu 2">
            <a:extLst>
              <a:ext uri="{FF2B5EF4-FFF2-40B4-BE49-F238E27FC236}">
                <a16:creationId xmlns:a16="http://schemas.microsoft.com/office/drawing/2014/main" id="{97619B96-E30D-0B41-A3AE-A993103DFF94}"/>
              </a:ext>
            </a:extLst>
          </p:cNvPr>
          <p:cNvSpPr>
            <a:spLocks noGrp="1"/>
          </p:cNvSpPr>
          <p:nvPr>
            <p:ph idx="1"/>
          </p:nvPr>
        </p:nvSpPr>
        <p:spPr>
          <a:xfrm>
            <a:off x="838200" y="1825625"/>
            <a:ext cx="10515600" cy="4299404"/>
          </a:xfrm>
        </p:spPr>
        <p:txBody>
          <a:bodyPr>
            <a:normAutofit fontScale="92500" lnSpcReduction="10000"/>
          </a:bodyPr>
          <a:lstStyle/>
          <a:p>
            <a:pPr marL="0" indent="0" algn="ctr">
              <a:buNone/>
            </a:pPr>
            <a:r>
              <a:rPr lang="tr-TR" sz="4300" b="1" dirty="0">
                <a:solidFill>
                  <a:srgbClr val="FF0000"/>
                </a:solidFill>
              </a:rPr>
              <a:t>D) ETKİLEME</a:t>
            </a:r>
          </a:p>
          <a:p>
            <a:pPr marL="514350" indent="-514350" algn="l">
              <a:buFont typeface="+mj-lt"/>
              <a:buAutoNum type="arabicPeriod" startAt="5"/>
            </a:pPr>
            <a:r>
              <a:rPr lang="tr-TR" b="1" i="0" dirty="0">
                <a:solidFill>
                  <a:srgbClr val="0D0D0D"/>
                </a:solidFill>
                <a:effectLst/>
                <a:latin typeface="Söhne"/>
              </a:rPr>
              <a:t>Motivasyon Sağlama:</a:t>
            </a:r>
            <a:endParaRPr lang="tr-TR" b="0" i="0" dirty="0">
              <a:solidFill>
                <a:srgbClr val="0D0D0D"/>
              </a:solidFill>
              <a:effectLst/>
              <a:latin typeface="Söhne"/>
            </a:endParaRPr>
          </a:p>
          <a:p>
            <a:pPr lvl="1"/>
            <a:r>
              <a:rPr lang="tr-TR" b="0" i="0" dirty="0">
                <a:solidFill>
                  <a:srgbClr val="0D0D0D"/>
                </a:solidFill>
                <a:effectLst/>
                <a:latin typeface="Söhne"/>
              </a:rPr>
              <a:t>Liderin, takım üyelerini motive etme yeteneği, etkileme sürecinde önemli bir unsurdur. Lider, çalışanların bireysel ihtiyaçlarını anlamalı, onları teşvik etmeli ve hedeflere ulaşmak için içsel motivasyonlarını güçlendirmelidir.</a:t>
            </a:r>
          </a:p>
          <a:p>
            <a:pPr algn="l">
              <a:buFont typeface="+mj-lt"/>
              <a:buAutoNum type="arabicPeriod" startAt="5"/>
            </a:pPr>
            <a:r>
              <a:rPr lang="tr-TR" b="1" i="0" dirty="0">
                <a:solidFill>
                  <a:srgbClr val="0D0D0D"/>
                </a:solidFill>
                <a:effectLst/>
                <a:latin typeface="Söhne"/>
              </a:rPr>
              <a:t>Bağlılık Oluşturma:</a:t>
            </a:r>
            <a:endParaRPr lang="tr-TR" b="0" i="0" dirty="0">
              <a:solidFill>
                <a:srgbClr val="0D0D0D"/>
              </a:solidFill>
              <a:effectLst/>
              <a:latin typeface="Söhne"/>
            </a:endParaRPr>
          </a:p>
          <a:p>
            <a:pPr lvl="1"/>
            <a:r>
              <a:rPr lang="tr-TR" b="0" i="0" dirty="0">
                <a:solidFill>
                  <a:srgbClr val="0D0D0D"/>
                </a:solidFill>
                <a:effectLst/>
                <a:latin typeface="Söhne"/>
              </a:rPr>
              <a:t>Liderin, çalışanlar arasında bir bağlılık oluşturması önemlidir. Bu, ortak bir vizyon ve hedefe yönelik bir bağlılık oluşturarak takımın birlikte çalışma isteğini güçlendirmeyi içerir.</a:t>
            </a:r>
          </a:p>
          <a:p>
            <a:pPr algn="l">
              <a:buFont typeface="+mj-lt"/>
              <a:buAutoNum type="arabicPeriod" startAt="5"/>
            </a:pPr>
            <a:r>
              <a:rPr lang="tr-TR" b="1" i="0" dirty="0">
                <a:solidFill>
                  <a:srgbClr val="0D0D0D"/>
                </a:solidFill>
                <a:effectLst/>
                <a:latin typeface="Söhne"/>
              </a:rPr>
              <a:t>Adil ve Tutumlu Olma:</a:t>
            </a:r>
            <a:endParaRPr lang="tr-TR" b="0" i="0" dirty="0">
              <a:solidFill>
                <a:srgbClr val="0D0D0D"/>
              </a:solidFill>
              <a:effectLst/>
              <a:latin typeface="Söhne"/>
            </a:endParaRPr>
          </a:p>
          <a:p>
            <a:pPr lvl="1"/>
            <a:r>
              <a:rPr lang="tr-TR" b="0" i="0" dirty="0">
                <a:solidFill>
                  <a:srgbClr val="0D0D0D"/>
                </a:solidFill>
                <a:effectLst/>
                <a:latin typeface="Söhne"/>
              </a:rPr>
              <a:t>Etkileyici bir lider, adil ve tutarlı bir şekilde davranır. Adalet ve tutarlılık, liderin çalışanları üzerinde olumlu bir etki bırakmasına yardımcı olur.</a:t>
            </a:r>
          </a:p>
          <a:p>
            <a:pPr lvl="1"/>
            <a:endParaRPr lang="tr-TR" dirty="0"/>
          </a:p>
        </p:txBody>
      </p:sp>
    </p:spTree>
    <p:extLst>
      <p:ext uri="{BB962C8B-B14F-4D97-AF65-F5344CB8AC3E}">
        <p14:creationId xmlns:p14="http://schemas.microsoft.com/office/powerpoint/2010/main" val="1563326257"/>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bg>
      <p:bgPr>
        <a:solidFill>
          <a:schemeClr val="accent1">
            <a:lumMod val="40000"/>
            <a:lumOff val="60000"/>
          </a:schemeClr>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907EF6B7-1338-4443-8C46-6A318D952DF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0" name="Freeform: Shape 9">
            <a:extLst>
              <a:ext uri="{FF2B5EF4-FFF2-40B4-BE49-F238E27FC236}">
                <a16:creationId xmlns:a16="http://schemas.microsoft.com/office/drawing/2014/main" id="{DAAE4CDD-124C-4DCF-9584-B6033B545DD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4167271" cy="6858000"/>
          </a:xfrm>
          <a:custGeom>
            <a:avLst/>
            <a:gdLst>
              <a:gd name="connsiteX0" fmla="*/ 0 w 4167271"/>
              <a:gd name="connsiteY0" fmla="*/ 0 h 6858000"/>
              <a:gd name="connsiteX1" fmla="*/ 2259550 w 4167271"/>
              <a:gd name="connsiteY1" fmla="*/ 0 h 6858000"/>
              <a:gd name="connsiteX2" fmla="*/ 2387803 w 4167271"/>
              <a:gd name="connsiteY2" fmla="*/ 82222 h 6858000"/>
              <a:gd name="connsiteX3" fmla="*/ 4167271 w 4167271"/>
              <a:gd name="connsiteY3" fmla="*/ 3429000 h 6858000"/>
              <a:gd name="connsiteX4" fmla="*/ 2387803 w 4167271"/>
              <a:gd name="connsiteY4" fmla="*/ 6775779 h 6858000"/>
              <a:gd name="connsiteX5" fmla="*/ 2259550 w 4167271"/>
              <a:gd name="connsiteY5" fmla="*/ 6858000 h 6858000"/>
              <a:gd name="connsiteX6" fmla="*/ 0 w 4167271"/>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167271" h="6858000">
                <a:moveTo>
                  <a:pt x="0" y="0"/>
                </a:moveTo>
                <a:lnTo>
                  <a:pt x="2259550" y="0"/>
                </a:lnTo>
                <a:lnTo>
                  <a:pt x="2387803" y="82222"/>
                </a:lnTo>
                <a:cubicBezTo>
                  <a:pt x="3461407" y="807534"/>
                  <a:pt x="4167271" y="2035835"/>
                  <a:pt x="4167271" y="3429000"/>
                </a:cubicBezTo>
                <a:cubicBezTo>
                  <a:pt x="4167271" y="4822165"/>
                  <a:pt x="3461407" y="6050467"/>
                  <a:pt x="2387803" y="6775779"/>
                </a:cubicBezTo>
                <a:lnTo>
                  <a:pt x="2259550" y="6858000"/>
                </a:lnTo>
                <a:lnTo>
                  <a:pt x="0" y="685800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Başlık 1">
            <a:extLst>
              <a:ext uri="{FF2B5EF4-FFF2-40B4-BE49-F238E27FC236}">
                <a16:creationId xmlns:a16="http://schemas.microsoft.com/office/drawing/2014/main" id="{9F7BA61A-8BA4-DB43-971A-B7713E1A6A05}"/>
              </a:ext>
            </a:extLst>
          </p:cNvPr>
          <p:cNvSpPr>
            <a:spLocks noGrp="1"/>
          </p:cNvSpPr>
          <p:nvPr>
            <p:ph type="title"/>
          </p:nvPr>
        </p:nvSpPr>
        <p:spPr>
          <a:xfrm>
            <a:off x="686834" y="1153572"/>
            <a:ext cx="3200400" cy="4461163"/>
          </a:xfrm>
        </p:spPr>
        <p:txBody>
          <a:bodyPr>
            <a:normAutofit/>
          </a:bodyPr>
          <a:lstStyle/>
          <a:p>
            <a:r>
              <a:rPr lang="tr-TR">
                <a:solidFill>
                  <a:srgbClr val="FFFFFF"/>
                </a:solidFill>
              </a:rPr>
              <a:t>LİDERLİK</a:t>
            </a:r>
          </a:p>
        </p:txBody>
      </p:sp>
      <p:sp>
        <p:nvSpPr>
          <p:cNvPr id="3" name="İçerik Yer Tutucusu 2">
            <a:extLst>
              <a:ext uri="{FF2B5EF4-FFF2-40B4-BE49-F238E27FC236}">
                <a16:creationId xmlns:a16="http://schemas.microsoft.com/office/drawing/2014/main" id="{A2445635-F0BA-9440-AF2D-BF17641230CB}"/>
              </a:ext>
            </a:extLst>
          </p:cNvPr>
          <p:cNvSpPr>
            <a:spLocks noGrp="1"/>
          </p:cNvSpPr>
          <p:nvPr>
            <p:ph idx="1"/>
          </p:nvPr>
        </p:nvSpPr>
        <p:spPr>
          <a:xfrm>
            <a:off x="4447308" y="591344"/>
            <a:ext cx="6906491" cy="5585619"/>
          </a:xfrm>
          <a:solidFill>
            <a:srgbClr val="FFFF00">
              <a:alpha val="25000"/>
            </a:srgbClr>
          </a:solidFill>
        </p:spPr>
        <p:txBody>
          <a:bodyPr anchor="ctr">
            <a:normAutofit/>
          </a:bodyPr>
          <a:lstStyle/>
          <a:p>
            <a:r>
              <a:rPr lang="tr-TR" sz="2000" dirty="0"/>
              <a:t>Liderlik insanların hareket ve davranışlarını etkileme sanatıdır. Liderliğin özünde "liyakat" vardır. Liderlik, kendi istek ve iradesini diğer insanlara, onların saygı, güven, itaat ve bağlılıklarını kazanarak, kabul ettirme yeteneğidir", Lider, grup üyeleri tarafından hissedilen ancak açıklığa kavuşmamış olan ortak düşünce ve arzuları benimsenebilir bir amaç biçiminde ortaya koyan ve grup üyelerinin potansiyel güçlerini bu amaç etrafında faaliyete geçiren kişidir</a:t>
            </a:r>
          </a:p>
          <a:p>
            <a:r>
              <a:rPr lang="tr-TR" sz="2000" dirty="0"/>
              <a:t>Liderlik, "insanları, ortak bir amaca yöneltme kapasitesi ve isteğidir", Başka bir tanıma göre liderlik; bir otorite veya statünün fonksiyonu olmaktan çok "bir şeyi başkalarına istetmek ve benimsetmek suretiyle yaptırabilme gücüne sahip kişi" olarak nitelendirilen lider ile izleyicileri arasında belirli durumlarda ortaya çıkan ve etkileşim şeklinde ifade edilen karşılıklı ilişkilerin bir fonksiyonu olarak düşünülebilir, </a:t>
            </a:r>
          </a:p>
        </p:txBody>
      </p:sp>
      <p:sp>
        <p:nvSpPr>
          <p:cNvPr id="12" name="Arc 11">
            <a:extLst>
              <a:ext uri="{FF2B5EF4-FFF2-40B4-BE49-F238E27FC236}">
                <a16:creationId xmlns:a16="http://schemas.microsoft.com/office/drawing/2014/main" id="{081E4A58-353D-44AE-B2FC-2A74E2E400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7550402" y="2455479"/>
            <a:ext cx="4083433" cy="4083433"/>
          </a:xfrm>
          <a:prstGeom prst="arc">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554582524"/>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AE2B703B-46F9-481A-A605-82E2A828C4F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Başlık 1">
            <a:extLst>
              <a:ext uri="{FF2B5EF4-FFF2-40B4-BE49-F238E27FC236}">
                <a16:creationId xmlns:a16="http://schemas.microsoft.com/office/drawing/2014/main" id="{9F7BA61A-8BA4-DB43-971A-B7713E1A6A05}"/>
              </a:ext>
            </a:extLst>
          </p:cNvPr>
          <p:cNvSpPr>
            <a:spLocks noGrp="1"/>
          </p:cNvSpPr>
          <p:nvPr>
            <p:ph type="title"/>
          </p:nvPr>
        </p:nvSpPr>
        <p:spPr>
          <a:xfrm>
            <a:off x="838200" y="459863"/>
            <a:ext cx="10515600" cy="1004594"/>
          </a:xfrm>
        </p:spPr>
        <p:txBody>
          <a:bodyPr>
            <a:normAutofit/>
          </a:bodyPr>
          <a:lstStyle/>
          <a:p>
            <a:pPr algn="ctr"/>
            <a:r>
              <a:rPr lang="tr-TR">
                <a:solidFill>
                  <a:srgbClr val="FFFFFF"/>
                </a:solidFill>
              </a:rPr>
              <a:t>LİDERLİK</a:t>
            </a:r>
          </a:p>
        </p:txBody>
      </p:sp>
      <p:sp>
        <p:nvSpPr>
          <p:cNvPr id="11" name="Rectangle: Rounded Corners 10">
            <a:extLst>
              <a:ext uri="{FF2B5EF4-FFF2-40B4-BE49-F238E27FC236}">
                <a16:creationId xmlns:a16="http://schemas.microsoft.com/office/drawing/2014/main" id="{F13BE4D7-0C3D-4906-B230-A1C5B4665CC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79496" y="1587970"/>
            <a:ext cx="11033008" cy="4768380"/>
          </a:xfrm>
          <a:prstGeom prst="roundRect">
            <a:avLst>
              <a:gd name="adj" fmla="val 3174"/>
            </a:avLst>
          </a:prstGeom>
          <a:solidFill>
            <a:schemeClr val="bg1">
              <a:alpha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aphicFrame>
        <p:nvGraphicFramePr>
          <p:cNvPr id="5" name="İçerik Yer Tutucusu 2">
            <a:extLst>
              <a:ext uri="{FF2B5EF4-FFF2-40B4-BE49-F238E27FC236}">
                <a16:creationId xmlns:a16="http://schemas.microsoft.com/office/drawing/2014/main" id="{25B56999-B62A-35D4-2265-C9B4B48E768B}"/>
              </a:ext>
            </a:extLst>
          </p:cNvPr>
          <p:cNvGraphicFramePr>
            <a:graphicFrameLocks noGrp="1"/>
          </p:cNvGraphicFramePr>
          <p:nvPr>
            <p:ph idx="1"/>
          </p:nvPr>
        </p:nvGraphicFramePr>
        <p:xfrm>
          <a:off x="838200" y="1800911"/>
          <a:ext cx="10515600" cy="4351338"/>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1091052127"/>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bg>
      <p:bgPr>
        <a:solidFill>
          <a:schemeClr val="accent3">
            <a:lumMod val="40000"/>
            <a:lumOff val="60000"/>
          </a:schemeClr>
        </a:solidFill>
        <a:effectLst/>
      </p:bgPr>
    </p:bg>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989B24F6-9543-114F-8704-3E82DB88F9C4}"/>
              </a:ext>
            </a:extLst>
          </p:cNvPr>
          <p:cNvSpPr>
            <a:spLocks noGrp="1"/>
          </p:cNvSpPr>
          <p:nvPr>
            <p:ph type="title"/>
          </p:nvPr>
        </p:nvSpPr>
        <p:spPr>
          <a:xfrm>
            <a:off x="838200" y="365126"/>
            <a:ext cx="10515600" cy="890238"/>
          </a:xfrm>
        </p:spPr>
        <p:txBody>
          <a:bodyPr/>
          <a:lstStyle/>
          <a:p>
            <a:r>
              <a:rPr lang="tr-TR" dirty="0"/>
              <a:t>LİDERLİK TİP VE ÇEŞİTLERİ</a:t>
            </a:r>
          </a:p>
        </p:txBody>
      </p:sp>
      <p:sp>
        <p:nvSpPr>
          <p:cNvPr id="3" name="İçerik Yer Tutucusu 2">
            <a:extLst>
              <a:ext uri="{FF2B5EF4-FFF2-40B4-BE49-F238E27FC236}">
                <a16:creationId xmlns:a16="http://schemas.microsoft.com/office/drawing/2014/main" id="{B7169552-AC0C-6F47-8743-6C10736B10B0}"/>
              </a:ext>
            </a:extLst>
          </p:cNvPr>
          <p:cNvSpPr>
            <a:spLocks noGrp="1"/>
          </p:cNvSpPr>
          <p:nvPr>
            <p:ph idx="1"/>
          </p:nvPr>
        </p:nvSpPr>
        <p:spPr>
          <a:xfrm>
            <a:off x="609600" y="1377696"/>
            <a:ext cx="10936224" cy="4998720"/>
          </a:xfrm>
        </p:spPr>
        <p:txBody>
          <a:bodyPr>
            <a:normAutofit fontScale="92500" lnSpcReduction="20000"/>
          </a:bodyPr>
          <a:lstStyle/>
          <a:p>
            <a:pPr marL="0" indent="0">
              <a:buNone/>
            </a:pPr>
            <a:r>
              <a:rPr lang="tr-TR" dirty="0"/>
              <a:t>1)GRUP BÜYÜKLÜKLERİNE GÖRE:</a:t>
            </a:r>
          </a:p>
          <a:p>
            <a:pPr lvl="1"/>
            <a:r>
              <a:rPr lang="tr-TR" dirty="0"/>
              <a:t>Şahsi Lider</a:t>
            </a:r>
          </a:p>
          <a:p>
            <a:pPr lvl="1"/>
            <a:r>
              <a:rPr lang="tr-TR" dirty="0"/>
              <a:t>Yönetici Lider</a:t>
            </a:r>
          </a:p>
          <a:p>
            <a:pPr marL="0" indent="0">
              <a:buNone/>
            </a:pPr>
            <a:r>
              <a:rPr lang="tr-TR" dirty="0"/>
              <a:t>2) DURUMLARINA GÖRE:</a:t>
            </a:r>
          </a:p>
          <a:p>
            <a:pPr lvl="1"/>
            <a:r>
              <a:rPr lang="tr-TR" dirty="0"/>
              <a:t>Pozitif Lider</a:t>
            </a:r>
          </a:p>
          <a:p>
            <a:pPr lvl="1"/>
            <a:r>
              <a:rPr lang="tr-TR" dirty="0"/>
              <a:t>Negatif Lider</a:t>
            </a:r>
          </a:p>
          <a:p>
            <a:pPr marL="0" indent="0">
              <a:buNone/>
            </a:pPr>
            <a:r>
              <a:rPr lang="tr-TR" dirty="0"/>
              <a:t>3) ANLAYIŞ VE DAVRANIŞLARINA GÖRE:</a:t>
            </a:r>
          </a:p>
          <a:p>
            <a:pPr lvl="1"/>
            <a:r>
              <a:rPr lang="tr-TR" sz="2000" dirty="0"/>
              <a:t>Demokratik Lider</a:t>
            </a:r>
          </a:p>
          <a:p>
            <a:pPr lvl="1"/>
            <a:r>
              <a:rPr lang="tr-TR" sz="2000" dirty="0" err="1"/>
              <a:t>Otokratik</a:t>
            </a:r>
            <a:r>
              <a:rPr lang="tr-TR" sz="2000" dirty="0"/>
              <a:t> Lider</a:t>
            </a:r>
          </a:p>
          <a:p>
            <a:pPr lvl="1"/>
            <a:r>
              <a:rPr lang="tr-TR" sz="2000" dirty="0" err="1"/>
              <a:t>Serbestçi</a:t>
            </a:r>
            <a:r>
              <a:rPr lang="tr-TR" sz="2000" dirty="0"/>
              <a:t> Lider</a:t>
            </a:r>
          </a:p>
          <a:p>
            <a:pPr lvl="1"/>
            <a:r>
              <a:rPr lang="tr-TR" sz="2000" dirty="0"/>
              <a:t>Hümanist Lider</a:t>
            </a:r>
          </a:p>
          <a:p>
            <a:pPr lvl="1"/>
            <a:r>
              <a:rPr lang="tr-TR" sz="2000" dirty="0"/>
              <a:t>Destekleyici Lider</a:t>
            </a:r>
          </a:p>
          <a:p>
            <a:pPr lvl="1"/>
            <a:r>
              <a:rPr lang="tr-TR" sz="2000" dirty="0"/>
              <a:t>Karizmatik Lider</a:t>
            </a:r>
          </a:p>
          <a:p>
            <a:pPr lvl="1"/>
            <a:r>
              <a:rPr lang="tr-TR" sz="2000" dirty="0"/>
              <a:t>Doğal Lider</a:t>
            </a:r>
          </a:p>
          <a:p>
            <a:pPr lvl="1"/>
            <a:r>
              <a:rPr lang="tr-TR" sz="2000" dirty="0"/>
              <a:t>İşe Dönük Lider</a:t>
            </a:r>
          </a:p>
          <a:p>
            <a:pPr lvl="1"/>
            <a:r>
              <a:rPr lang="tr-TR" sz="2000" dirty="0"/>
              <a:t>Dönüştürücü Lider</a:t>
            </a:r>
          </a:p>
          <a:p>
            <a:pPr marL="0" indent="0">
              <a:buNone/>
            </a:pPr>
            <a:endParaRPr lang="tr-TR" dirty="0"/>
          </a:p>
          <a:p>
            <a:endParaRPr lang="tr-TR" dirty="0"/>
          </a:p>
          <a:p>
            <a:endParaRPr lang="tr-TR" dirty="0"/>
          </a:p>
        </p:txBody>
      </p:sp>
    </p:spTree>
    <p:extLst>
      <p:ext uri="{BB962C8B-B14F-4D97-AF65-F5344CB8AC3E}">
        <p14:creationId xmlns:p14="http://schemas.microsoft.com/office/powerpoint/2010/main" val="2777536625"/>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2EB492CD-616E-47F8-933B-5E2D952A059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2" name="Arc 11">
            <a:extLst>
              <a:ext uri="{FF2B5EF4-FFF2-40B4-BE49-F238E27FC236}">
                <a16:creationId xmlns:a16="http://schemas.microsoft.com/office/drawing/2014/main" id="{59383CF9-23B5-4335-9B21-1791C4CF1C7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3967198" flipH="1">
            <a:off x="8631348" y="490493"/>
            <a:ext cx="2987899" cy="2987899"/>
          </a:xfrm>
          <a:prstGeom prst="arc">
            <a:avLst>
              <a:gd name="adj1" fmla="val 14441841"/>
              <a:gd name="adj2" fmla="val 0"/>
            </a:avLst>
          </a:prstGeom>
          <a:ln w="127000" cap="rnd">
            <a:solidFill>
              <a:schemeClr val="accent4"/>
            </a:solidFill>
            <a:prstDash val="dash"/>
            <a:miter lim="800000"/>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Calibri" panose="020F0502020204030204"/>
              <a:ea typeface="+mn-ea"/>
              <a:cs typeface="+mn-cs"/>
            </a:endParaRPr>
          </a:p>
        </p:txBody>
      </p:sp>
      <p:sp>
        <p:nvSpPr>
          <p:cNvPr id="2" name="Başlık 1">
            <a:extLst>
              <a:ext uri="{FF2B5EF4-FFF2-40B4-BE49-F238E27FC236}">
                <a16:creationId xmlns:a16="http://schemas.microsoft.com/office/drawing/2014/main" id="{989B24F6-9543-114F-8704-3E82DB88F9C4}"/>
              </a:ext>
            </a:extLst>
          </p:cNvPr>
          <p:cNvSpPr>
            <a:spLocks noGrp="1"/>
          </p:cNvSpPr>
          <p:nvPr>
            <p:ph type="title"/>
          </p:nvPr>
        </p:nvSpPr>
        <p:spPr>
          <a:xfrm>
            <a:off x="5894962" y="479493"/>
            <a:ext cx="5458838" cy="1325563"/>
          </a:xfrm>
        </p:spPr>
        <p:txBody>
          <a:bodyPr>
            <a:normAutofit/>
          </a:bodyPr>
          <a:lstStyle/>
          <a:p>
            <a:r>
              <a:rPr lang="tr-TR" dirty="0"/>
              <a:t>LİDERLİK TİP VE ÇEŞİTLERİ</a:t>
            </a:r>
          </a:p>
        </p:txBody>
      </p:sp>
      <p:sp>
        <p:nvSpPr>
          <p:cNvPr id="14" name="Freeform: Shape 13">
            <a:extLst>
              <a:ext uri="{FF2B5EF4-FFF2-40B4-BE49-F238E27FC236}">
                <a16:creationId xmlns:a16="http://schemas.microsoft.com/office/drawing/2014/main" id="{0007FE00-9498-4706-B255-6437B0252C0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0" y="5486400"/>
            <a:ext cx="2672863" cy="1371600"/>
          </a:xfrm>
          <a:custGeom>
            <a:avLst/>
            <a:gdLst>
              <a:gd name="connsiteX0" fmla="*/ 1721734 w 2672863"/>
              <a:gd name="connsiteY0" fmla="*/ 0 h 1371600"/>
              <a:gd name="connsiteX1" fmla="*/ 2564444 w 2672863"/>
              <a:gd name="connsiteY1" fmla="*/ 213382 h 1371600"/>
              <a:gd name="connsiteX2" fmla="*/ 2672863 w 2672863"/>
              <a:gd name="connsiteY2" fmla="*/ 279248 h 1371600"/>
              <a:gd name="connsiteX3" fmla="*/ 2672863 w 2672863"/>
              <a:gd name="connsiteY3" fmla="*/ 1371600 h 1371600"/>
              <a:gd name="connsiteX4" fmla="*/ 0 w 2672863"/>
              <a:gd name="connsiteY4" fmla="*/ 1371600 h 1371600"/>
              <a:gd name="connsiteX5" fmla="*/ 33268 w 2672863"/>
              <a:gd name="connsiteY5" fmla="*/ 1242216 h 1371600"/>
              <a:gd name="connsiteX6" fmla="*/ 1721734 w 2672863"/>
              <a:gd name="connsiteY6" fmla="*/ 0 h 13716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672863" h="1371600">
                <a:moveTo>
                  <a:pt x="1721734" y="0"/>
                </a:moveTo>
                <a:cubicBezTo>
                  <a:pt x="2026863" y="0"/>
                  <a:pt x="2313937" y="77299"/>
                  <a:pt x="2564444" y="213382"/>
                </a:cubicBezTo>
                <a:lnTo>
                  <a:pt x="2672863" y="279248"/>
                </a:lnTo>
                <a:lnTo>
                  <a:pt x="2672863" y="1371600"/>
                </a:lnTo>
                <a:lnTo>
                  <a:pt x="0" y="1371600"/>
                </a:lnTo>
                <a:lnTo>
                  <a:pt x="33268" y="1242216"/>
                </a:lnTo>
                <a:cubicBezTo>
                  <a:pt x="257110" y="522539"/>
                  <a:pt x="928399" y="0"/>
                  <a:pt x="1721734" y="0"/>
                </a:cubicBezTo>
                <a:close/>
              </a:path>
            </a:pathLst>
          </a:cu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pic>
        <p:nvPicPr>
          <p:cNvPr id="7" name="Graphic 6" descr="Head with Gears">
            <a:extLst>
              <a:ext uri="{FF2B5EF4-FFF2-40B4-BE49-F238E27FC236}">
                <a16:creationId xmlns:a16="http://schemas.microsoft.com/office/drawing/2014/main" id="{48350096-0033-9509-0D86-F4E53307F9F8}"/>
              </a:ext>
            </a:extLst>
          </p:cNvPr>
          <p:cNvPicPr>
            <a:picLocks noChangeAspect="1"/>
          </p:cNvPicPr>
          <p:nvPr/>
        </p:nvPicPr>
        <p:blipFill>
          <a:blip r:embed="rId3">
            <a:extLst>
              <a:ext uri="{28A0092B-C50C-407E-A947-70E740481C1C}">
                <a14:useLocalDpi xmlns:a14="http://schemas.microsoft.com/office/drawing/2010/main"/>
              </a:ext>
              <a:ext uri="{96DAC541-7B7A-43D3-8B79-37D633B846F1}">
                <asvg:svgBlip xmlns:asvg="http://schemas.microsoft.com/office/drawing/2016/SVG/main" r:embed="rId4"/>
              </a:ext>
            </a:extLst>
          </a:blip>
          <a:stretch>
            <a:fillRect/>
          </a:stretch>
        </p:blipFill>
        <p:spPr>
          <a:xfrm>
            <a:off x="703182" y="955437"/>
            <a:ext cx="4777381" cy="4777381"/>
          </a:xfrm>
          <a:custGeom>
            <a:avLst/>
            <a:gdLst/>
            <a:ahLst/>
            <a:cxnLst/>
            <a:rect l="l" t="t" r="r" b="b"/>
            <a:pathLst>
              <a:path w="4777381" h="5643794">
                <a:moveTo>
                  <a:pt x="143704" y="0"/>
                </a:moveTo>
                <a:lnTo>
                  <a:pt x="4633677" y="0"/>
                </a:lnTo>
                <a:cubicBezTo>
                  <a:pt x="4713043" y="0"/>
                  <a:pt x="4777381" y="64338"/>
                  <a:pt x="4777381" y="143704"/>
                </a:cubicBezTo>
                <a:lnTo>
                  <a:pt x="4777381" y="5500090"/>
                </a:lnTo>
                <a:cubicBezTo>
                  <a:pt x="4777381" y="5579456"/>
                  <a:pt x="4713043" y="5643794"/>
                  <a:pt x="4633677" y="5643794"/>
                </a:cubicBezTo>
                <a:lnTo>
                  <a:pt x="143704" y="5643794"/>
                </a:lnTo>
                <a:cubicBezTo>
                  <a:pt x="64338" y="5643794"/>
                  <a:pt x="0" y="5579456"/>
                  <a:pt x="0" y="5500090"/>
                </a:cubicBezTo>
                <a:lnTo>
                  <a:pt x="0" y="143704"/>
                </a:lnTo>
                <a:cubicBezTo>
                  <a:pt x="0" y="64338"/>
                  <a:pt x="64338" y="0"/>
                  <a:pt x="143704" y="0"/>
                </a:cubicBezTo>
                <a:close/>
              </a:path>
            </a:pathLst>
          </a:custGeom>
        </p:spPr>
      </p:pic>
      <p:sp>
        <p:nvSpPr>
          <p:cNvPr id="3" name="İçerik Yer Tutucusu 2">
            <a:extLst>
              <a:ext uri="{FF2B5EF4-FFF2-40B4-BE49-F238E27FC236}">
                <a16:creationId xmlns:a16="http://schemas.microsoft.com/office/drawing/2014/main" id="{B7169552-AC0C-6F47-8743-6C10736B10B0}"/>
              </a:ext>
            </a:extLst>
          </p:cNvPr>
          <p:cNvSpPr>
            <a:spLocks noGrp="1"/>
          </p:cNvSpPr>
          <p:nvPr>
            <p:ph idx="1"/>
          </p:nvPr>
        </p:nvSpPr>
        <p:spPr>
          <a:xfrm>
            <a:off x="5894962" y="1984443"/>
            <a:ext cx="5458838" cy="4192520"/>
          </a:xfrm>
        </p:spPr>
        <p:txBody>
          <a:bodyPr>
            <a:normAutofit/>
          </a:bodyPr>
          <a:lstStyle/>
          <a:p>
            <a:pPr marL="0" indent="0">
              <a:buNone/>
            </a:pPr>
            <a:r>
              <a:rPr lang="tr-TR" sz="2400" dirty="0"/>
              <a:t>4) YENİ LİDERLİK TİPLERİ</a:t>
            </a:r>
          </a:p>
          <a:p>
            <a:pPr lvl="1"/>
            <a:r>
              <a:rPr lang="tr-TR" dirty="0"/>
              <a:t>	Etik Liderlik</a:t>
            </a:r>
          </a:p>
          <a:p>
            <a:pPr lvl="1"/>
            <a:r>
              <a:rPr lang="tr-TR" dirty="0"/>
              <a:t>	Kriz Liderliği</a:t>
            </a:r>
          </a:p>
          <a:p>
            <a:pPr lvl="1"/>
            <a:r>
              <a:rPr lang="tr-TR" dirty="0"/>
              <a:t>	Kuantum Liderliği</a:t>
            </a:r>
          </a:p>
          <a:p>
            <a:pPr lvl="1"/>
            <a:r>
              <a:rPr lang="tr-TR" dirty="0"/>
              <a:t>	Kurumsal Liderlik</a:t>
            </a:r>
          </a:p>
          <a:p>
            <a:pPr lvl="1"/>
            <a:r>
              <a:rPr lang="tr-TR" dirty="0"/>
              <a:t>	Otantik Liderlik</a:t>
            </a:r>
          </a:p>
          <a:p>
            <a:pPr lvl="1"/>
            <a:r>
              <a:rPr lang="tr-TR" dirty="0"/>
              <a:t>	</a:t>
            </a:r>
            <a:r>
              <a:rPr lang="tr-TR" dirty="0" err="1"/>
              <a:t>Simbiyotik</a:t>
            </a:r>
            <a:r>
              <a:rPr lang="tr-TR" dirty="0"/>
              <a:t> Liderlik</a:t>
            </a:r>
          </a:p>
          <a:p>
            <a:pPr lvl="1"/>
            <a:r>
              <a:rPr lang="tr-TR" dirty="0"/>
              <a:t>	</a:t>
            </a:r>
            <a:r>
              <a:rPr lang="tr-TR" dirty="0" err="1"/>
              <a:t>Toksik</a:t>
            </a:r>
            <a:r>
              <a:rPr lang="tr-TR" dirty="0"/>
              <a:t> Liderlik</a:t>
            </a:r>
          </a:p>
          <a:p>
            <a:pPr lvl="1"/>
            <a:r>
              <a:rPr lang="tr-TR" dirty="0"/>
              <a:t>	</a:t>
            </a:r>
            <a:r>
              <a:rPr lang="tr-TR" dirty="0" err="1"/>
              <a:t>Vizyoner</a:t>
            </a:r>
            <a:r>
              <a:rPr lang="tr-TR" dirty="0"/>
              <a:t> Liderlik</a:t>
            </a:r>
          </a:p>
          <a:p>
            <a:endParaRPr lang="tr-TR" sz="2400" dirty="0"/>
          </a:p>
          <a:p>
            <a:endParaRPr lang="tr-TR" sz="2400" dirty="0"/>
          </a:p>
        </p:txBody>
      </p:sp>
    </p:spTree>
    <p:extLst>
      <p:ext uri="{BB962C8B-B14F-4D97-AF65-F5344CB8AC3E}">
        <p14:creationId xmlns:p14="http://schemas.microsoft.com/office/powerpoint/2010/main" val="3434781791"/>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bg>
      <p:bgPr>
        <a:solidFill>
          <a:schemeClr val="accent1">
            <a:lumMod val="20000"/>
            <a:lumOff val="80000"/>
          </a:schemeClr>
        </a:solidFill>
        <a:effectLst/>
      </p:bgPr>
    </p:bg>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6C70D6EC-B723-0041-8E7C-B4350B910FE9}"/>
              </a:ext>
            </a:extLst>
          </p:cNvPr>
          <p:cNvSpPr>
            <a:spLocks noGrp="1"/>
          </p:cNvSpPr>
          <p:nvPr>
            <p:ph type="title"/>
          </p:nvPr>
        </p:nvSpPr>
        <p:spPr/>
        <p:txBody>
          <a:bodyPr/>
          <a:lstStyle/>
          <a:p>
            <a:r>
              <a:rPr lang="tr-TR" dirty="0"/>
              <a:t>İLETİŞİM (HABERLEŞME)</a:t>
            </a:r>
          </a:p>
        </p:txBody>
      </p:sp>
      <p:sp>
        <p:nvSpPr>
          <p:cNvPr id="3" name="İçerik Yer Tutucusu 2">
            <a:extLst>
              <a:ext uri="{FF2B5EF4-FFF2-40B4-BE49-F238E27FC236}">
                <a16:creationId xmlns:a16="http://schemas.microsoft.com/office/drawing/2014/main" id="{E31A4372-8B5F-7B49-935C-7020B9502226}"/>
              </a:ext>
            </a:extLst>
          </p:cNvPr>
          <p:cNvSpPr>
            <a:spLocks noGrp="1"/>
          </p:cNvSpPr>
          <p:nvPr>
            <p:ph idx="1"/>
          </p:nvPr>
        </p:nvSpPr>
        <p:spPr/>
        <p:txBody>
          <a:bodyPr/>
          <a:lstStyle/>
          <a:p>
            <a:r>
              <a:rPr lang="tr-TR" dirty="0"/>
              <a:t>İletişim, genel manada «bireyler ve kurumlar arasında bilgi, düşünce, veri ve duygu alışverişi veya aktarımıdır.</a:t>
            </a:r>
          </a:p>
        </p:txBody>
      </p:sp>
      <p:graphicFrame>
        <p:nvGraphicFramePr>
          <p:cNvPr id="4" name="Diyagram 3">
            <a:extLst>
              <a:ext uri="{FF2B5EF4-FFF2-40B4-BE49-F238E27FC236}">
                <a16:creationId xmlns:a16="http://schemas.microsoft.com/office/drawing/2014/main" id="{6771CD0F-85D0-374C-A6E2-4E1A43EFB4EA}"/>
              </a:ext>
            </a:extLst>
          </p:cNvPr>
          <p:cNvGraphicFramePr/>
          <p:nvPr/>
        </p:nvGraphicFramePr>
        <p:xfrm>
          <a:off x="2032000" y="719666"/>
          <a:ext cx="8128000" cy="5418667"/>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5" name="Dikdörtgen 4">
            <a:extLst>
              <a:ext uri="{FF2B5EF4-FFF2-40B4-BE49-F238E27FC236}">
                <a16:creationId xmlns:a16="http://schemas.microsoft.com/office/drawing/2014/main" id="{826AE370-2873-934B-89B8-F361DDFE1951}"/>
              </a:ext>
            </a:extLst>
          </p:cNvPr>
          <p:cNvSpPr/>
          <p:nvPr/>
        </p:nvSpPr>
        <p:spPr>
          <a:xfrm>
            <a:off x="4657344" y="4157472"/>
            <a:ext cx="2852928" cy="80467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tr-TR" sz="1800" b="0" i="0" u="none" strike="noStrike" kern="1200" cap="none" spc="0" normalizeH="0" baseline="0" noProof="0" dirty="0">
                <a:ln>
                  <a:noFill/>
                </a:ln>
                <a:solidFill>
                  <a:srgbClr val="FFFFFF"/>
                </a:solidFill>
                <a:effectLst/>
                <a:uLnTx/>
                <a:uFillTx/>
                <a:latin typeface="Avenir Next LT Pro"/>
                <a:ea typeface="+mn-ea"/>
                <a:cs typeface="+mn-cs"/>
              </a:rPr>
              <a:t>GERİBİLDİRİM (FEEDBACK)</a:t>
            </a:r>
          </a:p>
        </p:txBody>
      </p:sp>
      <p:sp>
        <p:nvSpPr>
          <p:cNvPr id="6" name="Sağ Ok 5">
            <a:extLst>
              <a:ext uri="{FF2B5EF4-FFF2-40B4-BE49-F238E27FC236}">
                <a16:creationId xmlns:a16="http://schemas.microsoft.com/office/drawing/2014/main" id="{FB50AE46-C21D-C94E-8E8D-8E7B7D5EA2F9}"/>
              </a:ext>
            </a:extLst>
          </p:cNvPr>
          <p:cNvSpPr/>
          <p:nvPr/>
        </p:nvSpPr>
        <p:spPr>
          <a:xfrm>
            <a:off x="7705344" y="4450080"/>
            <a:ext cx="1658112" cy="341376"/>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tr-TR" sz="1800" b="0" i="0" u="none" strike="noStrike" kern="1200" cap="none" spc="0" normalizeH="0" baseline="0" noProof="0">
              <a:ln>
                <a:noFill/>
              </a:ln>
              <a:solidFill>
                <a:srgbClr val="FFFFFF"/>
              </a:solidFill>
              <a:effectLst/>
              <a:uLnTx/>
              <a:uFillTx/>
              <a:latin typeface="Avenir Next LT Pro"/>
              <a:ea typeface="+mn-ea"/>
              <a:cs typeface="+mn-cs"/>
            </a:endParaRPr>
          </a:p>
        </p:txBody>
      </p:sp>
      <p:sp>
        <p:nvSpPr>
          <p:cNvPr id="8" name="Sağ Ok 7">
            <a:extLst>
              <a:ext uri="{FF2B5EF4-FFF2-40B4-BE49-F238E27FC236}">
                <a16:creationId xmlns:a16="http://schemas.microsoft.com/office/drawing/2014/main" id="{19A63D45-60D5-EC4E-9A7A-8372DDE45E80}"/>
              </a:ext>
            </a:extLst>
          </p:cNvPr>
          <p:cNvSpPr/>
          <p:nvPr/>
        </p:nvSpPr>
        <p:spPr>
          <a:xfrm rot="10800000">
            <a:off x="2901696" y="4450080"/>
            <a:ext cx="1658112" cy="341376"/>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tr-TR" sz="1800" b="0" i="0" u="none" strike="noStrike" kern="1200" cap="none" spc="0" normalizeH="0" baseline="0" noProof="0">
              <a:ln>
                <a:noFill/>
              </a:ln>
              <a:solidFill>
                <a:srgbClr val="FFFFFF"/>
              </a:solidFill>
              <a:effectLst/>
              <a:uLnTx/>
              <a:uFillTx/>
              <a:latin typeface="Avenir Next LT Pro"/>
              <a:ea typeface="+mn-ea"/>
              <a:cs typeface="+mn-cs"/>
            </a:endParaRPr>
          </a:p>
        </p:txBody>
      </p:sp>
      <p:sp>
        <p:nvSpPr>
          <p:cNvPr id="9" name="Metin kutusu 8">
            <a:extLst>
              <a:ext uri="{FF2B5EF4-FFF2-40B4-BE49-F238E27FC236}">
                <a16:creationId xmlns:a16="http://schemas.microsoft.com/office/drawing/2014/main" id="{C33E3AB6-D0F3-5849-A0FF-131D9D9BF2AC}"/>
              </a:ext>
            </a:extLst>
          </p:cNvPr>
          <p:cNvSpPr txBox="1"/>
          <p:nvPr/>
        </p:nvSpPr>
        <p:spPr>
          <a:xfrm>
            <a:off x="4096512" y="5449824"/>
            <a:ext cx="3608832" cy="36933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tr-TR" sz="1800" b="0" i="0" u="none" strike="noStrike" kern="1200" cap="none" spc="0" normalizeH="0" baseline="0" noProof="0" dirty="0">
                <a:ln>
                  <a:noFill/>
                </a:ln>
                <a:solidFill>
                  <a:srgbClr val="000000"/>
                </a:solidFill>
                <a:effectLst/>
                <a:uLnTx/>
                <a:uFillTx/>
                <a:latin typeface="Avenir Next LT Pro"/>
                <a:ea typeface="+mn-ea"/>
                <a:cs typeface="+mn-cs"/>
              </a:rPr>
              <a:t>ŞEKİL 1: TEMEL İLETİŞİM SÜRECİ</a:t>
            </a:r>
          </a:p>
        </p:txBody>
      </p:sp>
    </p:spTree>
    <p:extLst>
      <p:ext uri="{BB962C8B-B14F-4D97-AF65-F5344CB8AC3E}">
        <p14:creationId xmlns:p14="http://schemas.microsoft.com/office/powerpoint/2010/main" val="3485697155"/>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bg>
      <p:bgPr>
        <a:solidFill>
          <a:schemeClr val="accent1">
            <a:lumMod val="40000"/>
            <a:lumOff val="60000"/>
          </a:schemeClr>
        </a:solidFill>
        <a:effectLst/>
      </p:bgPr>
    </p:bg>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6C70D6EC-B723-0041-8E7C-B4350B910FE9}"/>
              </a:ext>
            </a:extLst>
          </p:cNvPr>
          <p:cNvSpPr>
            <a:spLocks noGrp="1"/>
          </p:cNvSpPr>
          <p:nvPr>
            <p:ph type="title"/>
          </p:nvPr>
        </p:nvSpPr>
        <p:spPr/>
        <p:txBody>
          <a:bodyPr/>
          <a:lstStyle/>
          <a:p>
            <a:r>
              <a:rPr lang="tr-TR" dirty="0"/>
              <a:t>İLETİŞİM (HABERLEŞME)</a:t>
            </a:r>
          </a:p>
        </p:txBody>
      </p:sp>
      <p:sp>
        <p:nvSpPr>
          <p:cNvPr id="3" name="İçerik Yer Tutucusu 2">
            <a:extLst>
              <a:ext uri="{FF2B5EF4-FFF2-40B4-BE49-F238E27FC236}">
                <a16:creationId xmlns:a16="http://schemas.microsoft.com/office/drawing/2014/main" id="{E31A4372-8B5F-7B49-935C-7020B9502226}"/>
              </a:ext>
            </a:extLst>
          </p:cNvPr>
          <p:cNvSpPr>
            <a:spLocks noGrp="1"/>
          </p:cNvSpPr>
          <p:nvPr>
            <p:ph idx="1"/>
          </p:nvPr>
        </p:nvSpPr>
        <p:spPr>
          <a:xfrm>
            <a:off x="838200" y="1422669"/>
            <a:ext cx="10515600" cy="4667250"/>
          </a:xfrm>
        </p:spPr>
        <p:txBody>
          <a:bodyPr>
            <a:normAutofit lnSpcReduction="10000"/>
          </a:bodyPr>
          <a:lstStyle/>
          <a:p>
            <a:r>
              <a:rPr lang="tr-TR" sz="2200" dirty="0">
                <a:solidFill>
                  <a:srgbClr val="000000"/>
                </a:solidFill>
                <a:effectLst/>
                <a:latin typeface="TimesNewRomanPSMT"/>
              </a:rPr>
              <a:t>Etkin bir </a:t>
            </a:r>
            <a:r>
              <a:rPr lang="tr-TR" sz="2200" dirty="0" err="1">
                <a:solidFill>
                  <a:srgbClr val="000000"/>
                </a:solidFill>
                <a:effectLst/>
                <a:latin typeface="TimesNewRomanPSMT"/>
              </a:rPr>
              <a:t>iletişim</a:t>
            </a:r>
            <a:r>
              <a:rPr lang="tr-TR" sz="2200" dirty="0">
                <a:solidFill>
                  <a:srgbClr val="000000"/>
                </a:solidFill>
                <a:effectLst/>
                <a:latin typeface="TimesNewRomanPSMT"/>
              </a:rPr>
              <a:t> sağlamak </a:t>
            </a:r>
            <a:r>
              <a:rPr lang="tr-TR" sz="2200" dirty="0" err="1">
                <a:solidFill>
                  <a:srgbClr val="000000"/>
                </a:solidFill>
                <a:effectLst/>
                <a:latin typeface="TimesNewRomanPSMT"/>
              </a:rPr>
              <a:t>için</a:t>
            </a:r>
            <a:r>
              <a:rPr lang="tr-TR" sz="2200" dirty="0">
                <a:solidFill>
                  <a:srgbClr val="000000"/>
                </a:solidFill>
                <a:effectLst/>
                <a:latin typeface="TimesNewRomanPSMT"/>
              </a:rPr>
              <a:t> dikkat edilmesi gereken </a:t>
            </a:r>
            <a:r>
              <a:rPr lang="tr-TR" sz="2200" dirty="0" err="1">
                <a:solidFill>
                  <a:srgbClr val="000000"/>
                </a:solidFill>
                <a:effectLst/>
                <a:latin typeface="TimesNewRomanPSMT"/>
              </a:rPr>
              <a:t>üc</a:t>
            </a:r>
            <a:r>
              <a:rPr lang="tr-TR" sz="2200" dirty="0">
                <a:solidFill>
                  <a:srgbClr val="000000"/>
                </a:solidFill>
                <a:effectLst/>
                <a:latin typeface="TimesNewRomanPSMT"/>
              </a:rPr>
              <a:t>̧ husus vardır. </a:t>
            </a:r>
          </a:p>
          <a:p>
            <a:pPr algn="just"/>
            <a:r>
              <a:rPr lang="tr-TR" sz="2200" dirty="0">
                <a:solidFill>
                  <a:srgbClr val="000000"/>
                </a:solidFill>
                <a:effectLst/>
                <a:latin typeface="TimesNewRomanPSMT"/>
              </a:rPr>
              <a:t>Birincisi </a:t>
            </a:r>
            <a:r>
              <a:rPr lang="tr-TR" sz="2200" i="1" dirty="0">
                <a:solidFill>
                  <a:srgbClr val="000000"/>
                </a:solidFill>
                <a:effectLst/>
                <a:latin typeface="TimesNewRomanPS"/>
              </a:rPr>
              <a:t>algılama</a:t>
            </a:r>
            <a:r>
              <a:rPr lang="tr-TR" sz="2200" dirty="0">
                <a:solidFill>
                  <a:srgbClr val="000000"/>
                </a:solidFill>
                <a:effectLst/>
                <a:latin typeface="TimesNewRomanPSMT"/>
              </a:rPr>
              <a:t>dır. Algılama </a:t>
            </a:r>
            <a:r>
              <a:rPr lang="tr-TR" sz="2200" dirty="0" err="1">
                <a:solidFill>
                  <a:srgbClr val="000000"/>
                </a:solidFill>
                <a:effectLst/>
                <a:latin typeface="TimesNewRomanPSMT"/>
              </a:rPr>
              <a:t>iletişim</a:t>
            </a:r>
            <a:r>
              <a:rPr lang="tr-TR" sz="2200" dirty="0">
                <a:solidFill>
                  <a:srgbClr val="000000"/>
                </a:solidFill>
                <a:effectLst/>
                <a:latin typeface="TimesNewRomanPSMT"/>
              </a:rPr>
              <a:t> </a:t>
            </a:r>
            <a:r>
              <a:rPr lang="tr-TR" sz="2200" dirty="0" err="1">
                <a:solidFill>
                  <a:srgbClr val="000000"/>
                </a:solidFill>
                <a:effectLst/>
                <a:latin typeface="TimesNewRomanPSMT"/>
              </a:rPr>
              <a:t>sürecinde</a:t>
            </a:r>
            <a:r>
              <a:rPr lang="tr-TR" sz="2200" dirty="0">
                <a:solidFill>
                  <a:srgbClr val="000000"/>
                </a:solidFill>
                <a:effectLst/>
                <a:latin typeface="TimesNewRomanPSMT"/>
              </a:rPr>
              <a:t> mesajın iletilmesi sırasında </a:t>
            </a:r>
            <a:r>
              <a:rPr lang="tr-TR" sz="2200" dirty="0" err="1">
                <a:solidFill>
                  <a:srgbClr val="000000"/>
                </a:solidFill>
                <a:effectLst/>
                <a:latin typeface="TimesNewRomanPSMT"/>
              </a:rPr>
              <a:t>kişinin</a:t>
            </a:r>
            <a:r>
              <a:rPr lang="tr-TR" sz="2200" dirty="0">
                <a:solidFill>
                  <a:srgbClr val="000000"/>
                </a:solidFill>
                <a:effectLst/>
                <a:latin typeface="TimesNewRomanPSMT"/>
              </a:rPr>
              <a:t> </a:t>
            </a:r>
            <a:r>
              <a:rPr lang="tr-TR" sz="2200" dirty="0" err="1">
                <a:solidFill>
                  <a:srgbClr val="000000"/>
                </a:solidFill>
                <a:effectLst/>
                <a:latin typeface="TimesNewRomanPSMT"/>
              </a:rPr>
              <a:t>oluşturduğu</a:t>
            </a:r>
            <a:r>
              <a:rPr lang="tr-TR" sz="2200" dirty="0">
                <a:solidFill>
                  <a:srgbClr val="000000"/>
                </a:solidFill>
                <a:effectLst/>
                <a:latin typeface="TimesNewRomanPSMT"/>
              </a:rPr>
              <a:t> bir filtredir. Gönderici veya alıcı </a:t>
            </a:r>
            <a:r>
              <a:rPr lang="tr-TR" sz="2200" dirty="0" err="1">
                <a:solidFill>
                  <a:srgbClr val="000000"/>
                </a:solidFill>
                <a:effectLst/>
                <a:latin typeface="TimesNewRomanPSMT"/>
              </a:rPr>
              <a:t>anlayıs</a:t>
            </a:r>
            <a:r>
              <a:rPr lang="tr-TR" sz="2200" dirty="0">
                <a:solidFill>
                  <a:srgbClr val="000000"/>
                </a:solidFill>
                <a:effectLst/>
                <a:latin typeface="TimesNewRomanPSMT"/>
              </a:rPr>
              <a:t>̧ ve kavrama yeteneklerine </a:t>
            </a:r>
            <a:r>
              <a:rPr lang="tr-TR" sz="2200" dirty="0" err="1">
                <a:solidFill>
                  <a:srgbClr val="000000"/>
                </a:solidFill>
                <a:effectLst/>
                <a:latin typeface="TimesNewRomanPSMT"/>
              </a:rPr>
              <a:t>bağlı</a:t>
            </a:r>
            <a:r>
              <a:rPr lang="tr-TR" sz="2200" dirty="0">
                <a:solidFill>
                  <a:srgbClr val="000000"/>
                </a:solidFill>
                <a:effectLst/>
                <a:latin typeface="TimesNewRomanPSMT"/>
              </a:rPr>
              <a:t> olarak anlatılmak istenen </a:t>
            </a:r>
            <a:r>
              <a:rPr lang="tr-TR" sz="2200" dirty="0" err="1">
                <a:solidFill>
                  <a:srgbClr val="000000"/>
                </a:solidFill>
                <a:effectLst/>
                <a:latin typeface="TimesNewRomanPSMT"/>
              </a:rPr>
              <a:t>şeyi</a:t>
            </a:r>
            <a:r>
              <a:rPr lang="tr-TR" sz="2200" dirty="0">
                <a:solidFill>
                  <a:srgbClr val="000000"/>
                </a:solidFill>
                <a:effectLst/>
                <a:latin typeface="TimesNewRomanPSMT"/>
              </a:rPr>
              <a:t> yorumlar, kendine </a:t>
            </a:r>
            <a:r>
              <a:rPr lang="tr-TR" sz="2200" dirty="0" err="1">
                <a:solidFill>
                  <a:srgbClr val="000000"/>
                </a:solidFill>
                <a:effectLst/>
                <a:latin typeface="TimesNewRomanPSMT"/>
              </a:rPr>
              <a:t>göre</a:t>
            </a:r>
            <a:r>
              <a:rPr lang="tr-TR" sz="2200" dirty="0">
                <a:solidFill>
                  <a:srgbClr val="000000"/>
                </a:solidFill>
                <a:effectLst/>
                <a:latin typeface="TimesNewRomanPSMT"/>
              </a:rPr>
              <a:t> anlamlandırabilir, hatta </a:t>
            </a:r>
            <a:r>
              <a:rPr lang="tr-TR" sz="2200" dirty="0" err="1">
                <a:solidFill>
                  <a:srgbClr val="000000"/>
                </a:solidFill>
                <a:effectLst/>
                <a:latin typeface="TimesNewRomanPSMT"/>
              </a:rPr>
              <a:t>göndericinin</a:t>
            </a:r>
            <a:r>
              <a:rPr lang="tr-TR" sz="2200" dirty="0">
                <a:solidFill>
                  <a:srgbClr val="000000"/>
                </a:solidFill>
                <a:effectLst/>
                <a:latin typeface="TimesNewRomanPSMT"/>
              </a:rPr>
              <a:t> vermek </a:t>
            </a:r>
            <a:r>
              <a:rPr lang="tr-TR" sz="2200" dirty="0" err="1">
                <a:solidFill>
                  <a:srgbClr val="000000"/>
                </a:solidFill>
                <a:effectLst/>
                <a:latin typeface="TimesNewRomanPSMT"/>
              </a:rPr>
              <a:t>isteği</a:t>
            </a:r>
            <a:r>
              <a:rPr lang="tr-TR" sz="2200" dirty="0">
                <a:solidFill>
                  <a:srgbClr val="000000"/>
                </a:solidFill>
                <a:effectLst/>
                <a:latin typeface="TimesNewRomanPSMT"/>
              </a:rPr>
              <a:t> anlamdan farklı bir </a:t>
            </a:r>
            <a:r>
              <a:rPr lang="tr-TR" sz="2200" dirty="0" err="1">
                <a:solidFill>
                  <a:srgbClr val="000000"/>
                </a:solidFill>
                <a:effectLst/>
                <a:latin typeface="TimesNewRomanPSMT"/>
              </a:rPr>
              <a:t>değerlendirme</a:t>
            </a:r>
            <a:r>
              <a:rPr lang="tr-TR" sz="2200" dirty="0">
                <a:solidFill>
                  <a:srgbClr val="000000"/>
                </a:solidFill>
                <a:effectLst/>
                <a:latin typeface="TimesNewRomanPSMT"/>
              </a:rPr>
              <a:t> yapabilir.</a:t>
            </a:r>
          </a:p>
          <a:p>
            <a:pPr algn="just"/>
            <a:r>
              <a:rPr lang="tr-TR" sz="2200" dirty="0">
                <a:solidFill>
                  <a:srgbClr val="000000"/>
                </a:solidFill>
                <a:effectLst/>
                <a:latin typeface="TimesNewRomanPSMT"/>
              </a:rPr>
              <a:t> </a:t>
            </a:r>
            <a:r>
              <a:rPr lang="tr-TR" sz="2200" dirty="0" err="1">
                <a:solidFill>
                  <a:srgbClr val="000000"/>
                </a:solidFill>
                <a:effectLst/>
                <a:latin typeface="TimesNewRomanPSMT"/>
              </a:rPr>
              <a:t>İkinci</a:t>
            </a:r>
            <a:r>
              <a:rPr lang="tr-TR" sz="2200" dirty="0">
                <a:solidFill>
                  <a:srgbClr val="000000"/>
                </a:solidFill>
                <a:effectLst/>
                <a:latin typeface="TimesNewRomanPSMT"/>
              </a:rPr>
              <a:t> husus, </a:t>
            </a:r>
            <a:r>
              <a:rPr lang="tr-TR" sz="2200" i="1" dirty="0" err="1">
                <a:solidFill>
                  <a:srgbClr val="000000"/>
                </a:solidFill>
                <a:effectLst/>
                <a:latin typeface="TimesNewRomanPS"/>
              </a:rPr>
              <a:t>iletişim</a:t>
            </a:r>
            <a:r>
              <a:rPr lang="tr-TR" sz="2200" i="1" dirty="0">
                <a:solidFill>
                  <a:srgbClr val="000000"/>
                </a:solidFill>
                <a:effectLst/>
                <a:latin typeface="TimesNewRomanPS"/>
              </a:rPr>
              <a:t> kanalı</a:t>
            </a:r>
            <a:r>
              <a:rPr lang="tr-TR" sz="2200" dirty="0">
                <a:solidFill>
                  <a:srgbClr val="000000"/>
                </a:solidFill>
                <a:effectLst/>
                <a:latin typeface="TimesNewRomanPSMT"/>
              </a:rPr>
              <a:t>dır. Mesajları </a:t>
            </a:r>
            <a:r>
              <a:rPr lang="tr-TR" sz="2200" dirty="0" err="1">
                <a:solidFill>
                  <a:srgbClr val="000000"/>
                </a:solidFill>
                <a:effectLst/>
                <a:latin typeface="TimesNewRomanPSMT"/>
              </a:rPr>
              <a:t>göndericiden</a:t>
            </a:r>
            <a:r>
              <a:rPr lang="tr-TR" sz="2200" dirty="0">
                <a:solidFill>
                  <a:srgbClr val="000000"/>
                </a:solidFill>
                <a:effectLst/>
                <a:latin typeface="TimesNewRomanPSMT"/>
              </a:rPr>
              <a:t> alıcıya </a:t>
            </a:r>
            <a:r>
              <a:rPr lang="tr-TR" sz="2200" dirty="0" err="1">
                <a:solidFill>
                  <a:srgbClr val="000000"/>
                </a:solidFill>
                <a:effectLst/>
                <a:latin typeface="TimesNewRomanPSMT"/>
              </a:rPr>
              <a:t>taşıyan</a:t>
            </a:r>
            <a:r>
              <a:rPr lang="tr-TR" sz="2200" dirty="0">
                <a:solidFill>
                  <a:srgbClr val="000000"/>
                </a:solidFill>
                <a:effectLst/>
                <a:latin typeface="TimesNewRomanPSMT"/>
              </a:rPr>
              <a:t> </a:t>
            </a:r>
            <a:r>
              <a:rPr lang="tr-TR" sz="2200" dirty="0" err="1">
                <a:solidFill>
                  <a:srgbClr val="000000"/>
                </a:solidFill>
                <a:effectLst/>
                <a:latin typeface="TimesNewRomanPSMT"/>
              </a:rPr>
              <a:t>arac</a:t>
            </a:r>
            <a:r>
              <a:rPr lang="tr-TR" sz="2200" dirty="0">
                <a:solidFill>
                  <a:srgbClr val="000000"/>
                </a:solidFill>
                <a:effectLst/>
                <a:latin typeface="TimesNewRomanPSMT"/>
              </a:rPr>
              <a:t>̧ </a:t>
            </a:r>
            <a:r>
              <a:rPr lang="tr-TR" sz="2200" dirty="0" err="1">
                <a:solidFill>
                  <a:srgbClr val="000000"/>
                </a:solidFill>
                <a:effectLst/>
                <a:latin typeface="TimesNewRomanPSMT"/>
              </a:rPr>
              <a:t>bağlantı</a:t>
            </a:r>
            <a:r>
              <a:rPr lang="tr-TR" sz="2200" dirty="0">
                <a:solidFill>
                  <a:srgbClr val="000000"/>
                </a:solidFill>
                <a:effectLst/>
                <a:latin typeface="TimesNewRomanPSMT"/>
              </a:rPr>
              <a:t> yoludur. </a:t>
            </a:r>
            <a:r>
              <a:rPr lang="tr-TR" sz="2200" dirty="0" err="1">
                <a:solidFill>
                  <a:srgbClr val="000000"/>
                </a:solidFill>
                <a:effectLst/>
                <a:latin typeface="TimesNewRomanPSMT"/>
              </a:rPr>
              <a:t>Yüksek</a:t>
            </a:r>
            <a:r>
              <a:rPr lang="tr-TR" sz="2200" dirty="0">
                <a:solidFill>
                  <a:srgbClr val="000000"/>
                </a:solidFill>
                <a:effectLst/>
                <a:latin typeface="TimesNewRomanPSMT"/>
              </a:rPr>
              <a:t> </a:t>
            </a:r>
            <a:r>
              <a:rPr lang="tr-TR" sz="2200" dirty="0" err="1">
                <a:solidFill>
                  <a:srgbClr val="000000"/>
                </a:solidFill>
                <a:effectLst/>
                <a:latin typeface="TimesNewRomanPSMT"/>
              </a:rPr>
              <a:t>zenginliğe</a:t>
            </a:r>
            <a:r>
              <a:rPr lang="tr-TR" sz="2200" dirty="0">
                <a:solidFill>
                  <a:srgbClr val="000000"/>
                </a:solidFill>
                <a:effectLst/>
                <a:latin typeface="TimesNewRomanPSMT"/>
              </a:rPr>
              <a:t> sahip iletişim kanalları mesajları etkili bir </a:t>
            </a:r>
            <a:r>
              <a:rPr lang="tr-TR" sz="2200" dirty="0" err="1">
                <a:solidFill>
                  <a:srgbClr val="000000"/>
                </a:solidFill>
                <a:effectLst/>
                <a:latin typeface="TimesNewRomanPSMT"/>
              </a:rPr>
              <a:t>şekilde</a:t>
            </a:r>
            <a:r>
              <a:rPr lang="tr-TR" sz="2200" dirty="0">
                <a:solidFill>
                  <a:srgbClr val="000000"/>
                </a:solidFill>
                <a:effectLst/>
                <a:latin typeface="TimesNewRomanPSMT"/>
              </a:rPr>
              <a:t> </a:t>
            </a:r>
            <a:r>
              <a:rPr lang="tr-TR" sz="2200" dirty="0" err="1">
                <a:solidFill>
                  <a:srgbClr val="000000"/>
                </a:solidFill>
                <a:effectLst/>
                <a:latin typeface="TimesNewRomanPSMT"/>
              </a:rPr>
              <a:t>taşır</a:t>
            </a:r>
            <a:r>
              <a:rPr lang="tr-TR" sz="2200" dirty="0">
                <a:solidFill>
                  <a:srgbClr val="000000"/>
                </a:solidFill>
                <a:effectLst/>
                <a:latin typeface="TimesNewRomanPSMT"/>
              </a:rPr>
              <a:t> ve alıcının ilgisini </a:t>
            </a:r>
            <a:r>
              <a:rPr lang="tr-TR" sz="2200" dirty="0" err="1">
                <a:solidFill>
                  <a:srgbClr val="000000"/>
                </a:solidFill>
                <a:effectLst/>
                <a:latin typeface="TimesNewRomanPSMT"/>
              </a:rPr>
              <a:t>çekerek</a:t>
            </a:r>
            <a:r>
              <a:rPr lang="tr-TR" sz="2200" dirty="0">
                <a:solidFill>
                  <a:srgbClr val="000000"/>
                </a:solidFill>
                <a:effectLst/>
                <a:latin typeface="TimesNewRomanPSMT"/>
              </a:rPr>
              <a:t> hemen geri bildirim vermesini </a:t>
            </a:r>
            <a:r>
              <a:rPr lang="tr-TR" sz="2200" dirty="0" err="1">
                <a:solidFill>
                  <a:srgbClr val="000000"/>
                </a:solidFill>
                <a:effectLst/>
                <a:latin typeface="TimesNewRomanPSMT"/>
              </a:rPr>
              <a:t>sağlar</a:t>
            </a:r>
            <a:r>
              <a:rPr lang="tr-TR" sz="2200" dirty="0">
                <a:solidFill>
                  <a:srgbClr val="000000"/>
                </a:solidFill>
                <a:effectLst/>
                <a:latin typeface="TimesNewRomanPSMT"/>
              </a:rPr>
              <a:t>. </a:t>
            </a:r>
            <a:r>
              <a:rPr lang="tr-TR" sz="2200" dirty="0" err="1">
                <a:solidFill>
                  <a:srgbClr val="000000"/>
                </a:solidFill>
                <a:effectLst/>
                <a:latin typeface="TimesNewRomanPSMT"/>
              </a:rPr>
              <a:t>Yüz</a:t>
            </a:r>
            <a:r>
              <a:rPr lang="tr-TR" sz="2200" dirty="0">
                <a:solidFill>
                  <a:srgbClr val="000000"/>
                </a:solidFill>
                <a:effectLst/>
                <a:latin typeface="TimesNewRomanPSMT"/>
              </a:rPr>
              <a:t> </a:t>
            </a:r>
            <a:r>
              <a:rPr lang="tr-TR" sz="2200" dirty="0" err="1">
                <a:solidFill>
                  <a:srgbClr val="000000"/>
                </a:solidFill>
                <a:effectLst/>
                <a:latin typeface="TimesNewRomanPSMT"/>
              </a:rPr>
              <a:t>yüze</a:t>
            </a:r>
            <a:r>
              <a:rPr lang="tr-TR" sz="2200" dirty="0">
                <a:solidFill>
                  <a:srgbClr val="000000"/>
                </a:solidFill>
                <a:effectLst/>
                <a:latin typeface="TimesNewRomanPSMT"/>
              </a:rPr>
              <a:t> </a:t>
            </a:r>
            <a:r>
              <a:rPr lang="tr-TR" sz="2200" dirty="0" err="1">
                <a:solidFill>
                  <a:srgbClr val="000000"/>
                </a:solidFill>
                <a:effectLst/>
                <a:latin typeface="TimesNewRomanPSMT"/>
              </a:rPr>
              <a:t>iletişim</a:t>
            </a:r>
            <a:r>
              <a:rPr lang="tr-TR" sz="2200" dirty="0">
                <a:solidFill>
                  <a:srgbClr val="000000"/>
                </a:solidFill>
                <a:effectLst/>
                <a:latin typeface="TimesNewRomanPSMT"/>
              </a:rPr>
              <a:t>, video konferans, telefon gibi kanallar buna </a:t>
            </a:r>
            <a:r>
              <a:rPr lang="tr-TR" sz="2200" dirty="0" err="1">
                <a:solidFill>
                  <a:srgbClr val="000000"/>
                </a:solidFill>
                <a:effectLst/>
                <a:latin typeface="TimesNewRomanPSMT"/>
              </a:rPr>
              <a:t>örnek</a:t>
            </a:r>
            <a:r>
              <a:rPr lang="tr-TR" sz="2200" dirty="0">
                <a:solidFill>
                  <a:srgbClr val="000000"/>
                </a:solidFill>
                <a:effectLst/>
                <a:latin typeface="TimesNewRomanPSMT"/>
              </a:rPr>
              <a:t> olarak verilebilir. Tersine </a:t>
            </a:r>
            <a:r>
              <a:rPr lang="tr-TR" sz="2200" dirty="0" err="1">
                <a:solidFill>
                  <a:srgbClr val="000000"/>
                </a:solidFill>
                <a:effectLst/>
                <a:latin typeface="TimesNewRomanPSMT"/>
              </a:rPr>
              <a:t>düşük</a:t>
            </a:r>
            <a:r>
              <a:rPr lang="tr-TR" sz="2200" dirty="0">
                <a:solidFill>
                  <a:srgbClr val="000000"/>
                </a:solidFill>
                <a:effectLst/>
                <a:latin typeface="TimesNewRomanPSMT"/>
              </a:rPr>
              <a:t> zenginlikteki </a:t>
            </a:r>
            <a:r>
              <a:rPr lang="tr-TR" sz="2200" dirty="0" err="1">
                <a:solidFill>
                  <a:srgbClr val="000000"/>
                </a:solidFill>
                <a:effectLst/>
                <a:latin typeface="TimesNewRomanPSMT"/>
              </a:rPr>
              <a:t>iletişim</a:t>
            </a:r>
            <a:r>
              <a:rPr lang="tr-TR" sz="2200" dirty="0">
                <a:solidFill>
                  <a:srgbClr val="000000"/>
                </a:solidFill>
                <a:effectLst/>
                <a:latin typeface="TimesNewRomanPSMT"/>
              </a:rPr>
              <a:t> kanalları tek </a:t>
            </a:r>
            <a:r>
              <a:rPr lang="tr-TR" sz="2200" dirty="0" err="1">
                <a:solidFill>
                  <a:srgbClr val="000000"/>
                </a:solidFill>
                <a:effectLst/>
                <a:latin typeface="TimesNewRomanPSMT"/>
              </a:rPr>
              <a:t>yönlüdür</a:t>
            </a:r>
            <a:r>
              <a:rPr lang="tr-TR" sz="2200" dirty="0">
                <a:solidFill>
                  <a:srgbClr val="000000"/>
                </a:solidFill>
                <a:effectLst/>
                <a:latin typeface="TimesNewRomanPSMT"/>
              </a:rPr>
              <a:t>; sadece </a:t>
            </a:r>
            <a:r>
              <a:rPr lang="tr-TR" sz="2200" dirty="0" err="1">
                <a:solidFill>
                  <a:srgbClr val="000000"/>
                </a:solidFill>
                <a:effectLst/>
                <a:latin typeface="TimesNewRomanPSMT"/>
              </a:rPr>
              <a:t>gönderimi</a:t>
            </a:r>
            <a:r>
              <a:rPr lang="tr-TR" sz="2200" dirty="0">
                <a:solidFill>
                  <a:srgbClr val="000000"/>
                </a:solidFill>
                <a:effectLst/>
                <a:latin typeface="TimesNewRomanPSMT"/>
              </a:rPr>
              <a:t> yapar ama hızlı geribildirim </a:t>
            </a:r>
            <a:r>
              <a:rPr lang="tr-TR" sz="2200" dirty="0" err="1">
                <a:solidFill>
                  <a:srgbClr val="000000"/>
                </a:solidFill>
                <a:effectLst/>
                <a:latin typeface="TimesNewRomanPSMT"/>
              </a:rPr>
              <a:t>sağlamazlar</a:t>
            </a:r>
            <a:r>
              <a:rPr lang="tr-TR" sz="2200" dirty="0">
                <a:solidFill>
                  <a:srgbClr val="000000"/>
                </a:solidFill>
                <a:effectLst/>
                <a:latin typeface="TimesNewRomanPSMT"/>
              </a:rPr>
              <a:t> ve </a:t>
            </a:r>
            <a:r>
              <a:rPr lang="tr-TR" sz="2200" dirty="0" err="1">
                <a:solidFill>
                  <a:srgbClr val="000000"/>
                </a:solidFill>
                <a:effectLst/>
                <a:latin typeface="TimesNewRomanPSMT"/>
              </a:rPr>
              <a:t>kişisel</a:t>
            </a:r>
            <a:r>
              <a:rPr lang="tr-TR" sz="2200" dirty="0">
                <a:solidFill>
                  <a:srgbClr val="000000"/>
                </a:solidFill>
                <a:effectLst/>
                <a:latin typeface="TimesNewRomanPSMT"/>
              </a:rPr>
              <a:t> </a:t>
            </a:r>
            <a:r>
              <a:rPr lang="tr-TR" sz="2200" dirty="0" err="1">
                <a:solidFill>
                  <a:srgbClr val="000000"/>
                </a:solidFill>
                <a:effectLst/>
                <a:latin typeface="TimesNewRomanPSMT"/>
              </a:rPr>
              <a:t>değildirler</a:t>
            </a:r>
            <a:r>
              <a:rPr lang="tr-TR" sz="2200" dirty="0">
                <a:solidFill>
                  <a:srgbClr val="000000"/>
                </a:solidFill>
                <a:effectLst/>
                <a:latin typeface="TimesNewRomanPSMT"/>
              </a:rPr>
              <a:t>. Yazılı belgeler buna </a:t>
            </a:r>
            <a:r>
              <a:rPr lang="tr-TR" sz="2200" dirty="0" err="1">
                <a:solidFill>
                  <a:srgbClr val="000000"/>
                </a:solidFill>
                <a:effectLst/>
                <a:latin typeface="TimesNewRomanPSMT"/>
              </a:rPr>
              <a:t>örnek</a:t>
            </a:r>
            <a:r>
              <a:rPr lang="tr-TR" sz="2200" dirty="0">
                <a:solidFill>
                  <a:srgbClr val="000000"/>
                </a:solidFill>
                <a:effectLst/>
                <a:latin typeface="TimesNewRomanPSMT"/>
              </a:rPr>
              <a:t> olabilir. </a:t>
            </a:r>
          </a:p>
          <a:p>
            <a:pPr algn="just"/>
            <a:r>
              <a:rPr lang="tr-TR" sz="2200" dirty="0" err="1">
                <a:solidFill>
                  <a:srgbClr val="000000"/>
                </a:solidFill>
                <a:effectLst/>
                <a:latin typeface="TimesNewRomanPSMT"/>
              </a:rPr>
              <a:t>Üçüncu</a:t>
            </a:r>
            <a:r>
              <a:rPr lang="tr-TR" sz="2200" dirty="0">
                <a:solidFill>
                  <a:srgbClr val="000000"/>
                </a:solidFill>
                <a:effectLst/>
                <a:latin typeface="TimesNewRomanPSMT"/>
              </a:rPr>
              <a:t>̈ ve son husus ise, </a:t>
            </a:r>
            <a:r>
              <a:rPr lang="tr-TR" sz="2200" i="1" dirty="0" err="1">
                <a:solidFill>
                  <a:srgbClr val="000000"/>
                </a:solidFill>
                <a:effectLst/>
                <a:latin typeface="TimesNewRomanPS"/>
              </a:rPr>
              <a:t>çevresel</a:t>
            </a:r>
            <a:r>
              <a:rPr lang="tr-TR" sz="2200" i="1" dirty="0">
                <a:solidFill>
                  <a:srgbClr val="000000"/>
                </a:solidFill>
                <a:effectLst/>
                <a:latin typeface="TimesNewRomanPS"/>
              </a:rPr>
              <a:t> </a:t>
            </a:r>
            <a:r>
              <a:rPr lang="tr-TR" sz="2200" i="1" dirty="0" err="1">
                <a:solidFill>
                  <a:srgbClr val="000000"/>
                </a:solidFill>
                <a:effectLst/>
                <a:latin typeface="TimesNewRomanPS"/>
              </a:rPr>
              <a:t>koşullardır</a:t>
            </a:r>
            <a:r>
              <a:rPr lang="tr-TR" sz="2200" dirty="0">
                <a:solidFill>
                  <a:srgbClr val="000000"/>
                </a:solidFill>
                <a:effectLst/>
                <a:latin typeface="TimesNewRomanPSMT"/>
              </a:rPr>
              <a:t>. </a:t>
            </a:r>
            <a:r>
              <a:rPr lang="tr-TR" sz="2200" dirty="0" err="1">
                <a:solidFill>
                  <a:srgbClr val="000000"/>
                </a:solidFill>
                <a:effectLst/>
                <a:latin typeface="TimesNewRomanPSMT"/>
              </a:rPr>
              <a:t>İletişimin</a:t>
            </a:r>
            <a:r>
              <a:rPr lang="tr-TR" sz="2200" dirty="0">
                <a:solidFill>
                  <a:srgbClr val="000000"/>
                </a:solidFill>
                <a:effectLst/>
                <a:latin typeface="TimesNewRomanPSMT"/>
              </a:rPr>
              <a:t> </a:t>
            </a:r>
            <a:r>
              <a:rPr lang="tr-TR" sz="2200" dirty="0" err="1">
                <a:solidFill>
                  <a:srgbClr val="000000"/>
                </a:solidFill>
                <a:effectLst/>
                <a:latin typeface="TimesNewRomanPSMT"/>
              </a:rPr>
              <a:t>yapıldığı</a:t>
            </a:r>
            <a:r>
              <a:rPr lang="tr-TR" sz="2200" dirty="0">
                <a:solidFill>
                  <a:srgbClr val="000000"/>
                </a:solidFill>
                <a:effectLst/>
                <a:latin typeface="TimesNewRomanPSMT"/>
              </a:rPr>
              <a:t> </a:t>
            </a:r>
            <a:r>
              <a:rPr lang="tr-TR" sz="2200" dirty="0" err="1">
                <a:solidFill>
                  <a:srgbClr val="000000"/>
                </a:solidFill>
                <a:effectLst/>
                <a:latin typeface="TimesNewRomanPSMT"/>
              </a:rPr>
              <a:t>çevredeki</a:t>
            </a:r>
            <a:r>
              <a:rPr lang="tr-TR" sz="2200" dirty="0">
                <a:solidFill>
                  <a:srgbClr val="000000"/>
                </a:solidFill>
                <a:effectLst/>
                <a:latin typeface="TimesNewRomanPSMT"/>
              </a:rPr>
              <a:t> </a:t>
            </a:r>
            <a:r>
              <a:rPr lang="tr-TR" sz="2200" dirty="0" err="1">
                <a:solidFill>
                  <a:srgbClr val="000000"/>
                </a:solidFill>
                <a:effectLst/>
                <a:latin typeface="TimesNewRomanPSMT"/>
              </a:rPr>
              <a:t>koşullar</a:t>
            </a:r>
            <a:r>
              <a:rPr lang="tr-TR" sz="2200" dirty="0">
                <a:solidFill>
                  <a:srgbClr val="000000"/>
                </a:solidFill>
                <a:effectLst/>
                <a:latin typeface="TimesNewRomanPSMT"/>
              </a:rPr>
              <a:t>, mesajların kanallardaki </a:t>
            </a:r>
            <a:r>
              <a:rPr lang="tr-TR" sz="2200" dirty="0" err="1">
                <a:solidFill>
                  <a:srgbClr val="000000"/>
                </a:solidFill>
                <a:effectLst/>
                <a:latin typeface="TimesNewRomanPSMT"/>
              </a:rPr>
              <a:t>akışını</a:t>
            </a:r>
            <a:r>
              <a:rPr lang="tr-TR" sz="2200" dirty="0">
                <a:solidFill>
                  <a:srgbClr val="000000"/>
                </a:solidFill>
                <a:effectLst/>
                <a:latin typeface="TimesNewRomanPSMT"/>
              </a:rPr>
              <a:t> ve </a:t>
            </a:r>
            <a:r>
              <a:rPr lang="tr-TR" sz="2200" dirty="0" err="1">
                <a:solidFill>
                  <a:srgbClr val="000000"/>
                </a:solidFill>
                <a:effectLst/>
                <a:latin typeface="TimesNewRomanPSMT"/>
              </a:rPr>
              <a:t>iletişimini</a:t>
            </a:r>
            <a:r>
              <a:rPr lang="tr-TR" sz="2200" dirty="0">
                <a:solidFill>
                  <a:srgbClr val="000000"/>
                </a:solidFill>
                <a:effectLst/>
                <a:latin typeface="TimesNewRomanPSMT"/>
              </a:rPr>
              <a:t> engeller. </a:t>
            </a:r>
            <a:r>
              <a:rPr lang="tr-TR" sz="2200" dirty="0" err="1">
                <a:solidFill>
                  <a:srgbClr val="000000"/>
                </a:solidFill>
                <a:effectLst/>
                <a:latin typeface="TimesNewRomanPSMT"/>
              </a:rPr>
              <a:t>Örneğin</a:t>
            </a:r>
            <a:r>
              <a:rPr lang="tr-TR" sz="2200" dirty="0">
                <a:solidFill>
                  <a:srgbClr val="000000"/>
                </a:solidFill>
                <a:effectLst/>
                <a:latin typeface="TimesNewRomanPSMT"/>
              </a:rPr>
              <a:t>, </a:t>
            </a:r>
            <a:r>
              <a:rPr lang="tr-TR" sz="2200" dirty="0" err="1">
                <a:solidFill>
                  <a:srgbClr val="000000"/>
                </a:solidFill>
                <a:effectLst/>
                <a:latin typeface="TimesNewRomanPSMT"/>
              </a:rPr>
              <a:t>gürültu</a:t>
            </a:r>
            <a:r>
              <a:rPr lang="tr-TR" sz="2200" dirty="0">
                <a:solidFill>
                  <a:srgbClr val="000000"/>
                </a:solidFill>
                <a:effectLst/>
                <a:latin typeface="TimesNewRomanPSMT"/>
              </a:rPr>
              <a:t>̈ bir </a:t>
            </a:r>
            <a:r>
              <a:rPr lang="tr-TR" sz="2200" dirty="0" err="1">
                <a:solidFill>
                  <a:srgbClr val="000000"/>
                </a:solidFill>
                <a:effectLst/>
                <a:latin typeface="TimesNewRomanPSMT"/>
              </a:rPr>
              <a:t>çevresel</a:t>
            </a:r>
            <a:r>
              <a:rPr lang="tr-TR" sz="2200" dirty="0">
                <a:solidFill>
                  <a:srgbClr val="000000"/>
                </a:solidFill>
                <a:effectLst/>
                <a:latin typeface="TimesNewRomanPSMT"/>
              </a:rPr>
              <a:t> unsurdur ve iletilen mesajları, dolayısıyla etkin </a:t>
            </a:r>
            <a:r>
              <a:rPr lang="tr-TR" sz="2200" dirty="0" err="1">
                <a:solidFill>
                  <a:srgbClr val="000000"/>
                </a:solidFill>
                <a:effectLst/>
                <a:latin typeface="TimesNewRomanPSMT"/>
              </a:rPr>
              <a:t>iletişimi</a:t>
            </a:r>
            <a:r>
              <a:rPr lang="tr-TR" sz="2200" dirty="0">
                <a:solidFill>
                  <a:srgbClr val="000000"/>
                </a:solidFill>
                <a:effectLst/>
                <a:latin typeface="TimesNewRomanPSMT"/>
              </a:rPr>
              <a:t> bozar. Sosyal ve </a:t>
            </a:r>
            <a:r>
              <a:rPr lang="tr-TR" sz="2200" dirty="0" err="1">
                <a:solidFill>
                  <a:srgbClr val="000000"/>
                </a:solidFill>
                <a:effectLst/>
                <a:latin typeface="TimesNewRomanPSMT"/>
              </a:rPr>
              <a:t>çevresel</a:t>
            </a:r>
            <a:r>
              <a:rPr lang="tr-TR" sz="2200" dirty="0">
                <a:solidFill>
                  <a:srgbClr val="000000"/>
                </a:solidFill>
                <a:effectLst/>
                <a:latin typeface="TimesNewRomanPSMT"/>
              </a:rPr>
              <a:t> unsurların ise </a:t>
            </a:r>
            <a:r>
              <a:rPr lang="tr-TR" sz="2200" dirty="0" err="1">
                <a:solidFill>
                  <a:srgbClr val="000000"/>
                </a:solidFill>
                <a:effectLst/>
                <a:latin typeface="TimesNewRomanPSMT"/>
              </a:rPr>
              <a:t>iletişim</a:t>
            </a:r>
            <a:r>
              <a:rPr lang="tr-TR" sz="2200" dirty="0">
                <a:solidFill>
                  <a:srgbClr val="000000"/>
                </a:solidFill>
                <a:effectLst/>
                <a:latin typeface="TimesNewRomanPSMT"/>
              </a:rPr>
              <a:t> </a:t>
            </a:r>
            <a:r>
              <a:rPr lang="tr-TR" sz="2200" dirty="0" err="1">
                <a:solidFill>
                  <a:srgbClr val="000000"/>
                </a:solidFill>
                <a:effectLst/>
                <a:latin typeface="TimesNewRomanPSMT"/>
              </a:rPr>
              <a:t>üzerinde</a:t>
            </a:r>
            <a:r>
              <a:rPr lang="tr-TR" sz="2200" dirty="0">
                <a:solidFill>
                  <a:srgbClr val="000000"/>
                </a:solidFill>
                <a:effectLst/>
                <a:latin typeface="TimesNewRomanPSMT"/>
              </a:rPr>
              <a:t> </a:t>
            </a:r>
            <a:r>
              <a:rPr lang="tr-TR" sz="2200" dirty="0" err="1">
                <a:solidFill>
                  <a:srgbClr val="000000"/>
                </a:solidFill>
                <a:effectLst/>
                <a:latin typeface="TimesNewRomanPSMT"/>
              </a:rPr>
              <a:t>köklu</a:t>
            </a:r>
            <a:r>
              <a:rPr lang="tr-TR" sz="2200" dirty="0">
                <a:solidFill>
                  <a:srgbClr val="000000"/>
                </a:solidFill>
                <a:effectLst/>
                <a:latin typeface="TimesNewRomanPSMT"/>
              </a:rPr>
              <a:t>̈ bir etkisi vardır </a:t>
            </a:r>
            <a:endParaRPr lang="tr-TR" sz="3500" dirty="0"/>
          </a:p>
          <a:p>
            <a:endParaRPr lang="tr-TR" dirty="0"/>
          </a:p>
        </p:txBody>
      </p:sp>
    </p:spTree>
    <p:extLst>
      <p:ext uri="{BB962C8B-B14F-4D97-AF65-F5344CB8AC3E}">
        <p14:creationId xmlns:p14="http://schemas.microsoft.com/office/powerpoint/2010/main" val="2531058911"/>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bg>
      <p:bgPr>
        <a:gradFill>
          <a:gsLst>
            <a:gs pos="0">
              <a:schemeClr val="accent1">
                <a:lumMod val="5000"/>
                <a:lumOff val="95000"/>
                <a:alpha val="22000"/>
              </a:schemeClr>
            </a:gs>
            <a:gs pos="58000">
              <a:schemeClr val="bg2">
                <a:lumMod val="75000"/>
              </a:schemeClr>
            </a:gs>
            <a:gs pos="36000">
              <a:schemeClr val="accent4">
                <a:lumMod val="40000"/>
                <a:lumOff val="60000"/>
              </a:schemeClr>
            </a:gs>
            <a:gs pos="79000">
              <a:schemeClr val="accent1">
                <a:lumMod val="30000"/>
                <a:lumOff val="70000"/>
              </a:schemeClr>
            </a:gs>
          </a:gsLst>
          <a:lin ang="5400000" scaled="1"/>
        </a:gra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907EF6B7-1338-4443-8C46-6A318D952DF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0" name="Freeform: Shape 9">
            <a:extLst>
              <a:ext uri="{FF2B5EF4-FFF2-40B4-BE49-F238E27FC236}">
                <a16:creationId xmlns:a16="http://schemas.microsoft.com/office/drawing/2014/main" id="{DAAE4CDD-124C-4DCF-9584-B6033B545DD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4167271" cy="6858000"/>
          </a:xfrm>
          <a:custGeom>
            <a:avLst/>
            <a:gdLst>
              <a:gd name="connsiteX0" fmla="*/ 0 w 4167271"/>
              <a:gd name="connsiteY0" fmla="*/ 0 h 6858000"/>
              <a:gd name="connsiteX1" fmla="*/ 2259550 w 4167271"/>
              <a:gd name="connsiteY1" fmla="*/ 0 h 6858000"/>
              <a:gd name="connsiteX2" fmla="*/ 2387803 w 4167271"/>
              <a:gd name="connsiteY2" fmla="*/ 82222 h 6858000"/>
              <a:gd name="connsiteX3" fmla="*/ 4167271 w 4167271"/>
              <a:gd name="connsiteY3" fmla="*/ 3429000 h 6858000"/>
              <a:gd name="connsiteX4" fmla="*/ 2387803 w 4167271"/>
              <a:gd name="connsiteY4" fmla="*/ 6775779 h 6858000"/>
              <a:gd name="connsiteX5" fmla="*/ 2259550 w 4167271"/>
              <a:gd name="connsiteY5" fmla="*/ 6858000 h 6858000"/>
              <a:gd name="connsiteX6" fmla="*/ 0 w 4167271"/>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167271" h="6858000">
                <a:moveTo>
                  <a:pt x="0" y="0"/>
                </a:moveTo>
                <a:lnTo>
                  <a:pt x="2259550" y="0"/>
                </a:lnTo>
                <a:lnTo>
                  <a:pt x="2387803" y="82222"/>
                </a:lnTo>
                <a:cubicBezTo>
                  <a:pt x="3461407" y="807534"/>
                  <a:pt x="4167271" y="2035835"/>
                  <a:pt x="4167271" y="3429000"/>
                </a:cubicBezTo>
                <a:cubicBezTo>
                  <a:pt x="4167271" y="4822165"/>
                  <a:pt x="3461407" y="6050467"/>
                  <a:pt x="2387803" y="6775779"/>
                </a:cubicBezTo>
                <a:lnTo>
                  <a:pt x="2259550" y="6858000"/>
                </a:lnTo>
                <a:lnTo>
                  <a:pt x="0" y="685800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Başlık 1">
            <a:extLst>
              <a:ext uri="{FF2B5EF4-FFF2-40B4-BE49-F238E27FC236}">
                <a16:creationId xmlns:a16="http://schemas.microsoft.com/office/drawing/2014/main" id="{6C70D6EC-B723-0041-8E7C-B4350B910FE9}"/>
              </a:ext>
            </a:extLst>
          </p:cNvPr>
          <p:cNvSpPr>
            <a:spLocks noGrp="1"/>
          </p:cNvSpPr>
          <p:nvPr>
            <p:ph type="title"/>
          </p:nvPr>
        </p:nvSpPr>
        <p:spPr>
          <a:xfrm>
            <a:off x="686834" y="1153572"/>
            <a:ext cx="3200400" cy="4461163"/>
          </a:xfrm>
        </p:spPr>
        <p:txBody>
          <a:bodyPr>
            <a:normAutofit/>
          </a:bodyPr>
          <a:lstStyle/>
          <a:p>
            <a:r>
              <a:rPr lang="tr-TR" sz="4100">
                <a:solidFill>
                  <a:srgbClr val="FFFFFF"/>
                </a:solidFill>
              </a:rPr>
              <a:t>İLETİŞİM (HABERLEŞME)</a:t>
            </a:r>
          </a:p>
        </p:txBody>
      </p:sp>
      <p:sp>
        <p:nvSpPr>
          <p:cNvPr id="3" name="İçerik Yer Tutucusu 2">
            <a:extLst>
              <a:ext uri="{FF2B5EF4-FFF2-40B4-BE49-F238E27FC236}">
                <a16:creationId xmlns:a16="http://schemas.microsoft.com/office/drawing/2014/main" id="{E31A4372-8B5F-7B49-935C-7020B9502226}"/>
              </a:ext>
            </a:extLst>
          </p:cNvPr>
          <p:cNvSpPr>
            <a:spLocks noGrp="1"/>
          </p:cNvSpPr>
          <p:nvPr>
            <p:ph idx="1"/>
          </p:nvPr>
        </p:nvSpPr>
        <p:spPr>
          <a:xfrm>
            <a:off x="4447308" y="591344"/>
            <a:ext cx="6906491" cy="5585619"/>
          </a:xfrm>
        </p:spPr>
        <p:txBody>
          <a:bodyPr anchor="ctr">
            <a:normAutofit/>
          </a:bodyPr>
          <a:lstStyle/>
          <a:p>
            <a:pPr algn="just"/>
            <a:r>
              <a:rPr lang="tr-TR" sz="2200" dirty="0" err="1">
                <a:effectLst/>
                <a:latin typeface="TimesNewRomanPSMT"/>
              </a:rPr>
              <a:t>İşletmelerde</a:t>
            </a:r>
            <a:r>
              <a:rPr lang="tr-TR" sz="2200" dirty="0">
                <a:effectLst/>
                <a:latin typeface="TimesNewRomanPSMT"/>
              </a:rPr>
              <a:t> ise iki </a:t>
            </a:r>
            <a:r>
              <a:rPr lang="tr-TR" sz="2200" dirty="0" err="1">
                <a:effectLst/>
                <a:latin typeface="TimesNewRomanPSMT"/>
              </a:rPr>
              <a:t>türlu</a:t>
            </a:r>
            <a:r>
              <a:rPr lang="tr-TR" sz="2200" dirty="0">
                <a:effectLst/>
                <a:latin typeface="TimesNewRomanPSMT"/>
              </a:rPr>
              <a:t>̈ </a:t>
            </a:r>
            <a:r>
              <a:rPr lang="tr-TR" sz="2200" dirty="0" err="1">
                <a:effectLst/>
                <a:latin typeface="TimesNewRomanPSMT"/>
              </a:rPr>
              <a:t>iletişimden</a:t>
            </a:r>
            <a:r>
              <a:rPr lang="tr-TR" sz="2200" dirty="0">
                <a:effectLst/>
                <a:latin typeface="TimesNewRomanPSMT"/>
              </a:rPr>
              <a:t> bahsetmek </a:t>
            </a:r>
            <a:r>
              <a:rPr lang="tr-TR" sz="2200" dirty="0" err="1">
                <a:effectLst/>
                <a:latin typeface="TimesNewRomanPSMT"/>
              </a:rPr>
              <a:t>mümkündür</a:t>
            </a:r>
            <a:r>
              <a:rPr lang="tr-TR" sz="2200" dirty="0">
                <a:effectLst/>
                <a:latin typeface="TimesNewRomanPSMT"/>
              </a:rPr>
              <a:t>. </a:t>
            </a:r>
            <a:endParaRPr lang="tr-TR" sz="2200" dirty="0"/>
          </a:p>
          <a:p>
            <a:pPr algn="just">
              <a:buFont typeface="Arial" panose="020B0604020202020204" pitchFamily="34" charset="0"/>
              <a:buChar char="•"/>
            </a:pPr>
            <a:r>
              <a:rPr lang="tr-TR" sz="2200" b="1" dirty="0" err="1">
                <a:effectLst/>
                <a:latin typeface="TimesNewRomanPS"/>
              </a:rPr>
              <a:t>Biçimsel</a:t>
            </a:r>
            <a:r>
              <a:rPr lang="tr-TR" sz="2200" b="1" dirty="0">
                <a:effectLst/>
                <a:latin typeface="TimesNewRomanPS"/>
              </a:rPr>
              <a:t>/resmi </a:t>
            </a:r>
            <a:r>
              <a:rPr lang="tr-TR" sz="2200" b="1" dirty="0" err="1">
                <a:effectLst/>
                <a:latin typeface="TimesNewRomanPS"/>
              </a:rPr>
              <a:t>iletişim</a:t>
            </a:r>
            <a:r>
              <a:rPr lang="tr-TR" sz="2200" b="1" dirty="0">
                <a:effectLst/>
                <a:latin typeface="TimesNewRomanPS"/>
              </a:rPr>
              <a:t>: </a:t>
            </a:r>
            <a:r>
              <a:rPr lang="tr-TR" sz="2200" dirty="0" err="1">
                <a:effectLst/>
                <a:latin typeface="TimesNewRomanPSMT"/>
              </a:rPr>
              <a:t>işletmede</a:t>
            </a:r>
            <a:r>
              <a:rPr lang="tr-TR" sz="2200" dirty="0">
                <a:effectLst/>
                <a:latin typeface="TimesNewRomanPSMT"/>
              </a:rPr>
              <a:t> </a:t>
            </a:r>
            <a:r>
              <a:rPr lang="tr-TR" sz="2200" dirty="0" err="1">
                <a:effectLst/>
                <a:latin typeface="TimesNewRomanPSMT"/>
              </a:rPr>
              <a:t>yönetim</a:t>
            </a:r>
            <a:r>
              <a:rPr lang="tr-TR" sz="2200" dirty="0">
                <a:effectLst/>
                <a:latin typeface="TimesNewRomanPSMT"/>
              </a:rPr>
              <a:t> </a:t>
            </a:r>
            <a:r>
              <a:rPr lang="tr-TR" sz="2200" dirty="0" err="1">
                <a:effectLst/>
                <a:latin typeface="TimesNewRomanPSMT"/>
              </a:rPr>
              <a:t>hiyerarşisine</a:t>
            </a:r>
            <a:r>
              <a:rPr lang="tr-TR" sz="2200" dirty="0">
                <a:effectLst/>
                <a:latin typeface="TimesNewRomanPSMT"/>
              </a:rPr>
              <a:t> </a:t>
            </a:r>
            <a:r>
              <a:rPr lang="tr-TR" sz="2200" dirty="0" err="1">
                <a:effectLst/>
                <a:latin typeface="TimesNewRomanPSMT"/>
              </a:rPr>
              <a:t>göre</a:t>
            </a:r>
            <a:r>
              <a:rPr lang="tr-TR" sz="2200" dirty="0">
                <a:effectLst/>
                <a:latin typeface="TimesNewRomanPSMT"/>
              </a:rPr>
              <a:t> emir komuta zinciri </a:t>
            </a:r>
            <a:r>
              <a:rPr lang="tr-TR" sz="2200" dirty="0" err="1">
                <a:effectLst/>
                <a:latin typeface="TimesNewRomanPSMT"/>
              </a:rPr>
              <a:t>içinde</a:t>
            </a:r>
            <a:r>
              <a:rPr lang="tr-TR" sz="2200" dirty="0">
                <a:effectLst/>
                <a:latin typeface="TimesNewRomanPSMT"/>
              </a:rPr>
              <a:t> yapılan </a:t>
            </a:r>
            <a:r>
              <a:rPr lang="tr-TR" sz="2200" dirty="0" err="1">
                <a:effectLst/>
                <a:latin typeface="TimesNewRomanPSMT"/>
              </a:rPr>
              <a:t>iletişimdir</a:t>
            </a:r>
            <a:r>
              <a:rPr lang="tr-TR" sz="2200" dirty="0">
                <a:effectLst/>
                <a:latin typeface="TimesNewRomanPSMT"/>
              </a:rPr>
              <a:t>. Astlardan </a:t>
            </a:r>
            <a:r>
              <a:rPr lang="tr-TR" sz="2200" dirty="0" err="1">
                <a:effectLst/>
                <a:latin typeface="TimesNewRomanPSMT"/>
              </a:rPr>
              <a:t>üstlere</a:t>
            </a:r>
            <a:r>
              <a:rPr lang="tr-TR" sz="2200" dirty="0">
                <a:effectLst/>
                <a:latin typeface="TimesNewRomanPSMT"/>
              </a:rPr>
              <a:t> </a:t>
            </a:r>
            <a:r>
              <a:rPr lang="tr-TR" sz="2200" dirty="0" err="1">
                <a:effectLst/>
                <a:latin typeface="TimesNewRomanPSMT"/>
              </a:rPr>
              <a:t>doğru</a:t>
            </a:r>
            <a:r>
              <a:rPr lang="tr-TR" sz="2200" dirty="0">
                <a:effectLst/>
                <a:latin typeface="TimesNewRomanPSMT"/>
              </a:rPr>
              <a:t> aktarılan bilgiler yukarı </a:t>
            </a:r>
            <a:r>
              <a:rPr lang="tr-TR" sz="2200" dirty="0" err="1">
                <a:effectLst/>
                <a:latin typeface="TimesNewRomanPSMT"/>
              </a:rPr>
              <a:t>doğru</a:t>
            </a:r>
            <a:r>
              <a:rPr lang="tr-TR" sz="2200" dirty="0">
                <a:effectLst/>
                <a:latin typeface="TimesNewRomanPSMT"/>
              </a:rPr>
              <a:t> </a:t>
            </a:r>
            <a:r>
              <a:rPr lang="tr-TR" sz="2200" dirty="0" err="1">
                <a:effectLst/>
                <a:latin typeface="TimesNewRomanPSMT"/>
              </a:rPr>
              <a:t>iletişim</a:t>
            </a:r>
            <a:r>
              <a:rPr lang="tr-TR" sz="2200" dirty="0">
                <a:effectLst/>
                <a:latin typeface="TimesNewRomanPSMT"/>
              </a:rPr>
              <a:t>, emir, talimat gibi </a:t>
            </a:r>
            <a:r>
              <a:rPr lang="tr-TR" sz="2200" dirty="0" err="1">
                <a:effectLst/>
                <a:latin typeface="TimesNewRomanPSMT"/>
              </a:rPr>
              <a:t>üstlerden</a:t>
            </a:r>
            <a:r>
              <a:rPr lang="tr-TR" sz="2200" dirty="0">
                <a:effectLst/>
                <a:latin typeface="TimesNewRomanPSMT"/>
              </a:rPr>
              <a:t> astlara </a:t>
            </a:r>
            <a:r>
              <a:rPr lang="tr-TR" sz="2200" dirty="0" err="1">
                <a:effectLst/>
                <a:latin typeface="TimesNewRomanPSMT"/>
              </a:rPr>
              <a:t>doğru</a:t>
            </a:r>
            <a:r>
              <a:rPr lang="tr-TR" sz="2200" dirty="0">
                <a:effectLst/>
                <a:latin typeface="TimesNewRomanPSMT"/>
              </a:rPr>
              <a:t> aklatılan bilgiler </a:t>
            </a:r>
            <a:r>
              <a:rPr lang="tr-TR" sz="2200" dirty="0" err="1">
                <a:effectLst/>
                <a:latin typeface="TimesNewRomanPSMT"/>
              </a:rPr>
              <a:t>aşağı</a:t>
            </a:r>
            <a:r>
              <a:rPr lang="tr-TR" sz="2200" dirty="0">
                <a:effectLst/>
                <a:latin typeface="TimesNewRomanPSMT"/>
              </a:rPr>
              <a:t> </a:t>
            </a:r>
            <a:r>
              <a:rPr lang="tr-TR" sz="2200" dirty="0" err="1">
                <a:effectLst/>
                <a:latin typeface="TimesNewRomanPSMT"/>
              </a:rPr>
              <a:t>doğru</a:t>
            </a:r>
            <a:r>
              <a:rPr lang="tr-TR" sz="2200" dirty="0">
                <a:effectLst/>
                <a:latin typeface="TimesNewRomanPSMT"/>
              </a:rPr>
              <a:t> </a:t>
            </a:r>
            <a:r>
              <a:rPr lang="tr-TR" sz="2200" dirty="0" err="1">
                <a:effectLst/>
                <a:latin typeface="TimesNewRomanPSMT"/>
              </a:rPr>
              <a:t>iletişim</a:t>
            </a:r>
            <a:r>
              <a:rPr lang="tr-TR" sz="2200" dirty="0">
                <a:effectLst/>
                <a:latin typeface="TimesNewRomanPSMT"/>
              </a:rPr>
              <a:t>, </a:t>
            </a:r>
            <a:r>
              <a:rPr lang="tr-TR" sz="2200" dirty="0" err="1">
                <a:effectLst/>
                <a:latin typeface="TimesNewRomanPSMT"/>
              </a:rPr>
              <a:t>hiyerarşide</a:t>
            </a:r>
            <a:r>
              <a:rPr lang="tr-TR" sz="2200" dirty="0">
                <a:effectLst/>
                <a:latin typeface="TimesNewRomanPSMT"/>
              </a:rPr>
              <a:t> aynı </a:t>
            </a:r>
            <a:r>
              <a:rPr lang="tr-TR" sz="2200" dirty="0" err="1">
                <a:effectLst/>
                <a:latin typeface="TimesNewRomanPSMT"/>
              </a:rPr>
              <a:t>düzeyler</a:t>
            </a:r>
            <a:r>
              <a:rPr lang="tr-TR" sz="2200" dirty="0">
                <a:effectLst/>
                <a:latin typeface="TimesNewRomanPSMT"/>
              </a:rPr>
              <a:t> arasında aktarılan bilgiler yatay </a:t>
            </a:r>
            <a:r>
              <a:rPr lang="tr-TR" sz="2200" dirty="0" err="1">
                <a:effectLst/>
                <a:latin typeface="TimesNewRomanPSMT"/>
              </a:rPr>
              <a:t>iletişim</a:t>
            </a:r>
            <a:r>
              <a:rPr lang="tr-TR" sz="2200" dirty="0">
                <a:effectLst/>
                <a:latin typeface="TimesNewRomanPSMT"/>
              </a:rPr>
              <a:t> ve </a:t>
            </a:r>
            <a:r>
              <a:rPr lang="tr-TR" sz="2200" dirty="0" err="1">
                <a:effectLst/>
                <a:latin typeface="TimesNewRomanPSMT"/>
              </a:rPr>
              <a:t>işletme</a:t>
            </a:r>
            <a:r>
              <a:rPr lang="tr-TR" sz="2200" dirty="0">
                <a:effectLst/>
                <a:latin typeface="TimesNewRomanPSMT"/>
              </a:rPr>
              <a:t> </a:t>
            </a:r>
            <a:r>
              <a:rPr lang="tr-TR" sz="2200" dirty="0" err="1">
                <a:effectLst/>
                <a:latin typeface="TimesNewRomanPSMT"/>
              </a:rPr>
              <a:t>hiyerarşisinde</a:t>
            </a:r>
            <a:r>
              <a:rPr lang="tr-TR" sz="2200" dirty="0">
                <a:effectLst/>
                <a:latin typeface="TimesNewRomanPSMT"/>
              </a:rPr>
              <a:t> farklı </a:t>
            </a:r>
            <a:r>
              <a:rPr lang="tr-TR" sz="2200" dirty="0" err="1">
                <a:effectLst/>
                <a:latin typeface="TimesNewRomanPSMT"/>
              </a:rPr>
              <a:t>bölümler</a:t>
            </a:r>
            <a:r>
              <a:rPr lang="tr-TR" sz="2200" dirty="0">
                <a:effectLst/>
                <a:latin typeface="TimesNewRomanPSMT"/>
              </a:rPr>
              <a:t> ve </a:t>
            </a:r>
            <a:r>
              <a:rPr lang="tr-TR" sz="2200" dirty="0" err="1">
                <a:effectLst/>
                <a:latin typeface="TimesNewRomanPSMT"/>
              </a:rPr>
              <a:t>düzeyler</a:t>
            </a:r>
            <a:r>
              <a:rPr lang="tr-TR" sz="2200" dirty="0">
                <a:effectLst/>
                <a:latin typeface="TimesNewRomanPSMT"/>
              </a:rPr>
              <a:t> arasında aktarılan bilgilerde yanal/</a:t>
            </a:r>
            <a:r>
              <a:rPr lang="tr-TR" sz="2200" dirty="0" err="1">
                <a:effectLst/>
                <a:latin typeface="TimesNewRomanPSMT"/>
              </a:rPr>
              <a:t>çapraz</a:t>
            </a:r>
            <a:r>
              <a:rPr lang="tr-TR" sz="2200" dirty="0">
                <a:effectLst/>
                <a:latin typeface="TimesNewRomanPSMT"/>
              </a:rPr>
              <a:t> </a:t>
            </a:r>
            <a:r>
              <a:rPr lang="tr-TR" sz="2200" dirty="0" err="1">
                <a:effectLst/>
                <a:latin typeface="TimesNewRomanPSMT"/>
              </a:rPr>
              <a:t>iletişim</a:t>
            </a:r>
            <a:r>
              <a:rPr lang="tr-TR" sz="2200" dirty="0">
                <a:effectLst/>
                <a:latin typeface="TimesNewRomanPSMT"/>
              </a:rPr>
              <a:t> adını almaktadır. </a:t>
            </a:r>
            <a:endParaRPr lang="tr-TR" sz="2200" dirty="0">
              <a:effectLst/>
              <a:latin typeface="Symbol" pitchFamily="2" charset="2"/>
            </a:endParaRPr>
          </a:p>
          <a:p>
            <a:pPr algn="just">
              <a:buFont typeface="Arial" panose="020B0604020202020204" pitchFamily="34" charset="0"/>
              <a:buChar char="•"/>
            </a:pPr>
            <a:r>
              <a:rPr lang="tr-TR" sz="2200" b="1" dirty="0" err="1">
                <a:effectLst/>
                <a:latin typeface="TimesNewRomanPS"/>
              </a:rPr>
              <a:t>Biçimsel</a:t>
            </a:r>
            <a:r>
              <a:rPr lang="tr-TR" sz="2200" b="1" dirty="0">
                <a:effectLst/>
                <a:latin typeface="TimesNewRomanPS"/>
              </a:rPr>
              <a:t> olmayan/Gayrı resmi </a:t>
            </a:r>
            <a:r>
              <a:rPr lang="tr-TR" sz="2200" b="1" dirty="0" err="1">
                <a:effectLst/>
                <a:latin typeface="TimesNewRomanPS"/>
              </a:rPr>
              <a:t>iletişim</a:t>
            </a:r>
            <a:r>
              <a:rPr lang="tr-TR" sz="2200" b="1" dirty="0">
                <a:effectLst/>
                <a:latin typeface="TimesNewRomanPS"/>
              </a:rPr>
              <a:t>: </a:t>
            </a:r>
            <a:r>
              <a:rPr lang="tr-TR" sz="2200" dirty="0">
                <a:effectLst/>
                <a:latin typeface="TimesNewRomanPSMT"/>
              </a:rPr>
              <a:t>bilgilerin </a:t>
            </a:r>
            <a:r>
              <a:rPr lang="tr-TR" sz="2200" dirty="0" err="1">
                <a:effectLst/>
                <a:latin typeface="TimesNewRomanPSMT"/>
              </a:rPr>
              <a:t>işletmenin</a:t>
            </a:r>
            <a:r>
              <a:rPr lang="tr-TR" sz="2200" dirty="0">
                <a:effectLst/>
                <a:latin typeface="TimesNewRomanPSMT"/>
              </a:rPr>
              <a:t> </a:t>
            </a:r>
            <a:r>
              <a:rPr lang="tr-TR" sz="2200" dirty="0" err="1">
                <a:effectLst/>
                <a:latin typeface="TimesNewRomanPSMT"/>
              </a:rPr>
              <a:t>hiyerarşik</a:t>
            </a:r>
            <a:r>
              <a:rPr lang="tr-TR" sz="2200" dirty="0">
                <a:effectLst/>
                <a:latin typeface="TimesNewRomanPSMT"/>
              </a:rPr>
              <a:t> emir komuta sistemine </a:t>
            </a:r>
            <a:r>
              <a:rPr lang="tr-TR" sz="2200" dirty="0" err="1">
                <a:effectLst/>
                <a:latin typeface="TimesNewRomanPSMT"/>
              </a:rPr>
              <a:t>bağlı</a:t>
            </a:r>
            <a:r>
              <a:rPr lang="tr-TR" sz="2200" dirty="0">
                <a:effectLst/>
                <a:latin typeface="TimesNewRomanPSMT"/>
              </a:rPr>
              <a:t> kalmadan gayrı resmi yollarla aktarılmasıdır. </a:t>
            </a:r>
            <a:r>
              <a:rPr lang="tr-TR" sz="2200" dirty="0" err="1">
                <a:effectLst/>
                <a:latin typeface="TimesNewRomanPSMT"/>
              </a:rPr>
              <a:t>İşletmelerdeki</a:t>
            </a:r>
            <a:r>
              <a:rPr lang="tr-TR" sz="2200" dirty="0">
                <a:effectLst/>
                <a:latin typeface="TimesNewRomanPSMT"/>
              </a:rPr>
              <a:t> gayrı resmi gruplar, </a:t>
            </a:r>
            <a:r>
              <a:rPr lang="tr-TR" sz="2200" dirty="0" err="1">
                <a:effectLst/>
                <a:latin typeface="TimesNewRomanPSMT"/>
              </a:rPr>
              <a:t>işletme</a:t>
            </a:r>
            <a:r>
              <a:rPr lang="tr-TR" sz="2200" dirty="0">
                <a:effectLst/>
                <a:latin typeface="TimesNewRomanPSMT"/>
              </a:rPr>
              <a:t> </a:t>
            </a:r>
            <a:r>
              <a:rPr lang="tr-TR" sz="2200" dirty="0" err="1">
                <a:effectLst/>
                <a:latin typeface="TimesNewRomanPSMT"/>
              </a:rPr>
              <a:t>dışında</a:t>
            </a:r>
            <a:r>
              <a:rPr lang="tr-TR" sz="2200" dirty="0">
                <a:effectLst/>
                <a:latin typeface="TimesNewRomanPSMT"/>
              </a:rPr>
              <a:t> yapılan sosyal temaslar, </a:t>
            </a:r>
            <a:r>
              <a:rPr lang="tr-TR" sz="2200" dirty="0" err="1">
                <a:effectLst/>
                <a:latin typeface="TimesNewRomanPSMT"/>
              </a:rPr>
              <a:t>kişisel</a:t>
            </a:r>
            <a:r>
              <a:rPr lang="tr-TR" sz="2200" dirty="0">
                <a:effectLst/>
                <a:latin typeface="TimesNewRomanPSMT"/>
              </a:rPr>
              <a:t> sohbetler, dedikodu ve </a:t>
            </a:r>
            <a:r>
              <a:rPr lang="tr-TR" sz="2200" dirty="0" err="1">
                <a:effectLst/>
                <a:latin typeface="TimesNewRomanPSMT"/>
              </a:rPr>
              <a:t>hikâyeler</a:t>
            </a:r>
            <a:r>
              <a:rPr lang="tr-TR" sz="2200" dirty="0">
                <a:effectLst/>
                <a:latin typeface="TimesNewRomanPSMT"/>
              </a:rPr>
              <a:t> bu </a:t>
            </a:r>
            <a:r>
              <a:rPr lang="tr-TR" sz="2200" dirty="0" err="1">
                <a:effectLst/>
                <a:latin typeface="TimesNewRomanPSMT"/>
              </a:rPr>
              <a:t>tür</a:t>
            </a:r>
            <a:r>
              <a:rPr lang="tr-TR" sz="2200" dirty="0">
                <a:effectLst/>
                <a:latin typeface="TimesNewRomanPSMT"/>
              </a:rPr>
              <a:t> </a:t>
            </a:r>
            <a:r>
              <a:rPr lang="tr-TR" sz="2200" dirty="0" err="1">
                <a:effectLst/>
                <a:latin typeface="TimesNewRomanPSMT"/>
              </a:rPr>
              <a:t>iletişime</a:t>
            </a:r>
            <a:r>
              <a:rPr lang="tr-TR" sz="2200" dirty="0">
                <a:effectLst/>
                <a:latin typeface="TimesNewRomanPSMT"/>
              </a:rPr>
              <a:t> </a:t>
            </a:r>
            <a:r>
              <a:rPr lang="tr-TR" sz="2200" dirty="0" err="1">
                <a:effectLst/>
                <a:latin typeface="TimesNewRomanPSMT"/>
              </a:rPr>
              <a:t>örnektir</a:t>
            </a:r>
            <a:r>
              <a:rPr lang="tr-TR" sz="2200" dirty="0">
                <a:effectLst/>
                <a:latin typeface="TimesNewRomanPSMT"/>
              </a:rPr>
              <a:t>. </a:t>
            </a:r>
            <a:endParaRPr lang="tr-TR" sz="2200" dirty="0">
              <a:effectLst/>
              <a:latin typeface="Symbol" pitchFamily="2" charset="2"/>
            </a:endParaRPr>
          </a:p>
          <a:p>
            <a:endParaRPr lang="tr-TR" sz="2200" dirty="0"/>
          </a:p>
        </p:txBody>
      </p:sp>
      <p:sp>
        <p:nvSpPr>
          <p:cNvPr id="12" name="Arc 11">
            <a:extLst>
              <a:ext uri="{FF2B5EF4-FFF2-40B4-BE49-F238E27FC236}">
                <a16:creationId xmlns:a16="http://schemas.microsoft.com/office/drawing/2014/main" id="{081E4A58-353D-44AE-B2FC-2A74E2E400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7550402" y="2455479"/>
            <a:ext cx="4083433" cy="4083433"/>
          </a:xfrm>
          <a:prstGeom prst="arc">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630671417"/>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AE2B703B-46F9-481A-A605-82E2A828C4F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Başlık 1">
            <a:extLst>
              <a:ext uri="{FF2B5EF4-FFF2-40B4-BE49-F238E27FC236}">
                <a16:creationId xmlns:a16="http://schemas.microsoft.com/office/drawing/2014/main" id="{08DB5CA7-FE1E-734F-9280-A979659F5CD3}"/>
              </a:ext>
            </a:extLst>
          </p:cNvPr>
          <p:cNvSpPr>
            <a:spLocks noGrp="1"/>
          </p:cNvSpPr>
          <p:nvPr>
            <p:ph type="title"/>
          </p:nvPr>
        </p:nvSpPr>
        <p:spPr>
          <a:xfrm>
            <a:off x="838200" y="459863"/>
            <a:ext cx="10515600" cy="1004594"/>
          </a:xfrm>
        </p:spPr>
        <p:txBody>
          <a:bodyPr>
            <a:normAutofit/>
          </a:bodyPr>
          <a:lstStyle/>
          <a:p>
            <a:pPr algn="ctr"/>
            <a:r>
              <a:rPr lang="tr-TR">
                <a:solidFill>
                  <a:srgbClr val="FFFFFF"/>
                </a:solidFill>
              </a:rPr>
              <a:t>ETKİN İLETİŞİMİ ENGELLEYİCİ FAKTÖRLER</a:t>
            </a:r>
          </a:p>
        </p:txBody>
      </p:sp>
      <p:sp>
        <p:nvSpPr>
          <p:cNvPr id="11" name="Rectangle: Rounded Corners 10">
            <a:extLst>
              <a:ext uri="{FF2B5EF4-FFF2-40B4-BE49-F238E27FC236}">
                <a16:creationId xmlns:a16="http://schemas.microsoft.com/office/drawing/2014/main" id="{F13BE4D7-0C3D-4906-B230-A1C5B4665CC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79496" y="1587970"/>
            <a:ext cx="11033008" cy="4768380"/>
          </a:xfrm>
          <a:prstGeom prst="roundRect">
            <a:avLst>
              <a:gd name="adj" fmla="val 3174"/>
            </a:avLst>
          </a:prstGeom>
          <a:solidFill>
            <a:schemeClr val="bg1">
              <a:alpha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aphicFrame>
        <p:nvGraphicFramePr>
          <p:cNvPr id="5" name="İçerik Yer Tutucusu 2">
            <a:extLst>
              <a:ext uri="{FF2B5EF4-FFF2-40B4-BE49-F238E27FC236}">
                <a16:creationId xmlns:a16="http://schemas.microsoft.com/office/drawing/2014/main" id="{F26C6290-ADDC-E164-63E7-75247EAE8ABB}"/>
              </a:ext>
            </a:extLst>
          </p:cNvPr>
          <p:cNvGraphicFramePr>
            <a:graphicFrameLocks noGrp="1"/>
          </p:cNvGraphicFramePr>
          <p:nvPr>
            <p:ph idx="1"/>
          </p:nvPr>
        </p:nvGraphicFramePr>
        <p:xfrm>
          <a:off x="838200" y="1800911"/>
          <a:ext cx="10515600" cy="435133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456360030"/>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907EF6B7-1338-4443-8C46-6A318D952DF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0" name="Freeform: Shape 9">
            <a:extLst>
              <a:ext uri="{FF2B5EF4-FFF2-40B4-BE49-F238E27FC236}">
                <a16:creationId xmlns:a16="http://schemas.microsoft.com/office/drawing/2014/main" id="{DAAE4CDD-124C-4DCF-9584-B6033B545DD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4167271" cy="6858000"/>
          </a:xfrm>
          <a:custGeom>
            <a:avLst/>
            <a:gdLst>
              <a:gd name="connsiteX0" fmla="*/ 0 w 4167271"/>
              <a:gd name="connsiteY0" fmla="*/ 0 h 6858000"/>
              <a:gd name="connsiteX1" fmla="*/ 2259550 w 4167271"/>
              <a:gd name="connsiteY1" fmla="*/ 0 h 6858000"/>
              <a:gd name="connsiteX2" fmla="*/ 2387803 w 4167271"/>
              <a:gd name="connsiteY2" fmla="*/ 82222 h 6858000"/>
              <a:gd name="connsiteX3" fmla="*/ 4167271 w 4167271"/>
              <a:gd name="connsiteY3" fmla="*/ 3429000 h 6858000"/>
              <a:gd name="connsiteX4" fmla="*/ 2387803 w 4167271"/>
              <a:gd name="connsiteY4" fmla="*/ 6775779 h 6858000"/>
              <a:gd name="connsiteX5" fmla="*/ 2259550 w 4167271"/>
              <a:gd name="connsiteY5" fmla="*/ 6858000 h 6858000"/>
              <a:gd name="connsiteX6" fmla="*/ 0 w 4167271"/>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167271" h="6858000">
                <a:moveTo>
                  <a:pt x="0" y="0"/>
                </a:moveTo>
                <a:lnTo>
                  <a:pt x="2259550" y="0"/>
                </a:lnTo>
                <a:lnTo>
                  <a:pt x="2387803" y="82222"/>
                </a:lnTo>
                <a:cubicBezTo>
                  <a:pt x="3461407" y="807534"/>
                  <a:pt x="4167271" y="2035835"/>
                  <a:pt x="4167271" y="3429000"/>
                </a:cubicBezTo>
                <a:cubicBezTo>
                  <a:pt x="4167271" y="4822165"/>
                  <a:pt x="3461407" y="6050467"/>
                  <a:pt x="2387803" y="6775779"/>
                </a:cubicBezTo>
                <a:lnTo>
                  <a:pt x="2259550" y="6858000"/>
                </a:lnTo>
                <a:lnTo>
                  <a:pt x="0" y="685800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Başlık 1">
            <a:extLst>
              <a:ext uri="{FF2B5EF4-FFF2-40B4-BE49-F238E27FC236}">
                <a16:creationId xmlns:a16="http://schemas.microsoft.com/office/drawing/2014/main" id="{08DB5CA7-FE1E-734F-9280-A979659F5CD3}"/>
              </a:ext>
            </a:extLst>
          </p:cNvPr>
          <p:cNvSpPr>
            <a:spLocks noGrp="1"/>
          </p:cNvSpPr>
          <p:nvPr>
            <p:ph type="title"/>
          </p:nvPr>
        </p:nvSpPr>
        <p:spPr>
          <a:xfrm>
            <a:off x="686834" y="1153572"/>
            <a:ext cx="3200400" cy="4461163"/>
          </a:xfrm>
        </p:spPr>
        <p:txBody>
          <a:bodyPr>
            <a:normAutofit/>
          </a:bodyPr>
          <a:lstStyle/>
          <a:p>
            <a:r>
              <a:rPr lang="tr-TR">
                <a:solidFill>
                  <a:srgbClr val="FFFFFF"/>
                </a:solidFill>
              </a:rPr>
              <a:t>ETKİN İLETİŞİMİ ENGELLEYİCİ FAKTÖRLER</a:t>
            </a:r>
          </a:p>
        </p:txBody>
      </p:sp>
      <p:sp>
        <p:nvSpPr>
          <p:cNvPr id="3" name="İçerik Yer Tutucusu 2">
            <a:extLst>
              <a:ext uri="{FF2B5EF4-FFF2-40B4-BE49-F238E27FC236}">
                <a16:creationId xmlns:a16="http://schemas.microsoft.com/office/drawing/2014/main" id="{1E558F94-6A45-C243-8F9E-BFD348D99770}"/>
              </a:ext>
            </a:extLst>
          </p:cNvPr>
          <p:cNvSpPr>
            <a:spLocks noGrp="1"/>
          </p:cNvSpPr>
          <p:nvPr>
            <p:ph idx="1"/>
          </p:nvPr>
        </p:nvSpPr>
        <p:spPr>
          <a:xfrm>
            <a:off x="4447308" y="591344"/>
            <a:ext cx="6906491" cy="5585619"/>
          </a:xfrm>
        </p:spPr>
        <p:txBody>
          <a:bodyPr anchor="ctr">
            <a:normAutofit/>
          </a:bodyPr>
          <a:lstStyle/>
          <a:p>
            <a:r>
              <a:rPr lang="tr-TR" sz="2600" b="1" i="0" dirty="0">
                <a:effectLst/>
                <a:latin typeface="Söhne"/>
              </a:rPr>
              <a:t>1. Kişisel Faktörler:</a:t>
            </a:r>
          </a:p>
          <a:p>
            <a:pPr algn="just">
              <a:buFont typeface="Arial" panose="020B0604020202020204" pitchFamily="34" charset="0"/>
              <a:buChar char="•"/>
            </a:pPr>
            <a:r>
              <a:rPr lang="tr-TR" sz="2600" b="1" i="0" dirty="0">
                <a:effectLst/>
                <a:latin typeface="Söhne"/>
              </a:rPr>
              <a:t>Duygusal Durumlar:</a:t>
            </a:r>
            <a:r>
              <a:rPr lang="tr-TR" sz="2600" b="0" i="0" dirty="0">
                <a:effectLst/>
                <a:latin typeface="Söhne"/>
              </a:rPr>
              <a:t> Kişinin mevcut duygusal durumu, stres, mutluluk veya endişe gibi duygusal faktörler iletişimi etkileyebilir.</a:t>
            </a:r>
          </a:p>
          <a:p>
            <a:pPr algn="just">
              <a:buFont typeface="Arial" panose="020B0604020202020204" pitchFamily="34" charset="0"/>
              <a:buChar char="•"/>
            </a:pPr>
            <a:r>
              <a:rPr lang="tr-TR" sz="2600" b="1" i="0" dirty="0">
                <a:effectLst/>
                <a:latin typeface="Söhne"/>
              </a:rPr>
              <a:t>Önyargı ve </a:t>
            </a:r>
            <a:r>
              <a:rPr lang="tr-TR" sz="2600" b="1" i="0" dirty="0" err="1">
                <a:effectLst/>
                <a:latin typeface="Söhne"/>
              </a:rPr>
              <a:t>Stereotipler</a:t>
            </a:r>
            <a:r>
              <a:rPr lang="tr-TR" sz="2600" b="1" i="0" dirty="0">
                <a:effectLst/>
                <a:latin typeface="Söhne"/>
              </a:rPr>
              <a:t>:</a:t>
            </a:r>
            <a:r>
              <a:rPr lang="tr-TR" sz="2600" b="0" i="0" dirty="0">
                <a:effectLst/>
                <a:latin typeface="Söhne"/>
              </a:rPr>
              <a:t> Kişinin önyargıları ve </a:t>
            </a:r>
            <a:r>
              <a:rPr lang="tr-TR" sz="2600" b="0" i="0" dirty="0" err="1">
                <a:effectLst/>
                <a:latin typeface="Söhne"/>
              </a:rPr>
              <a:t>stereotipleri</a:t>
            </a:r>
            <a:r>
              <a:rPr lang="tr-TR" sz="2600" b="0" i="0" dirty="0">
                <a:effectLst/>
                <a:latin typeface="Söhne"/>
              </a:rPr>
              <a:t>, iletişimde objektif olmaktan uzaklaşmasına neden olabilir.</a:t>
            </a:r>
          </a:p>
          <a:p>
            <a:pPr algn="just">
              <a:buFont typeface="Arial" panose="020B0604020202020204" pitchFamily="34" charset="0"/>
              <a:buChar char="•"/>
            </a:pPr>
            <a:r>
              <a:rPr lang="tr-TR" sz="2600" b="1" i="0" dirty="0">
                <a:effectLst/>
                <a:latin typeface="Söhne"/>
              </a:rPr>
              <a:t>İletişim Becerileri:</a:t>
            </a:r>
            <a:r>
              <a:rPr lang="tr-TR" sz="2600" b="0" i="0" dirty="0">
                <a:effectLst/>
                <a:latin typeface="Söhne"/>
              </a:rPr>
              <a:t> Kişinin iletişim becerileri, konuşma ve dinleme becerilerindeki eksiklikler etkili iletişimi engelleyebilir.</a:t>
            </a:r>
          </a:p>
          <a:p>
            <a:pPr algn="just">
              <a:buFont typeface="Arial" panose="020B0604020202020204" pitchFamily="34" charset="0"/>
              <a:buChar char="•"/>
            </a:pPr>
            <a:r>
              <a:rPr lang="tr-TR" sz="2600" b="1" i="0" dirty="0">
                <a:effectLst/>
                <a:latin typeface="Söhne"/>
              </a:rPr>
              <a:t>Empati Yetersizliği:</a:t>
            </a:r>
            <a:r>
              <a:rPr lang="tr-TR" sz="2600" b="0" i="0" dirty="0">
                <a:effectLst/>
                <a:latin typeface="Söhne"/>
              </a:rPr>
              <a:t> Başkalarının duygularını anlama ve paylaşma yeteneği olan empati eksikliği, etkileşimi olumsuz etkileyebilir.</a:t>
            </a:r>
          </a:p>
          <a:p>
            <a:pPr marL="0" indent="0">
              <a:buNone/>
            </a:pPr>
            <a:endParaRPr lang="tr-TR" sz="2600" dirty="0"/>
          </a:p>
        </p:txBody>
      </p:sp>
      <p:sp>
        <p:nvSpPr>
          <p:cNvPr id="12" name="Arc 11">
            <a:extLst>
              <a:ext uri="{FF2B5EF4-FFF2-40B4-BE49-F238E27FC236}">
                <a16:creationId xmlns:a16="http://schemas.microsoft.com/office/drawing/2014/main" id="{081E4A58-353D-44AE-B2FC-2A74E2E400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7550402" y="2455479"/>
            <a:ext cx="4083433" cy="4083433"/>
          </a:xfrm>
          <a:prstGeom prst="arc">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4184995817"/>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907EF6B7-1338-4443-8C46-6A318D952DF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0" name="Freeform: Shape 9">
            <a:extLst>
              <a:ext uri="{FF2B5EF4-FFF2-40B4-BE49-F238E27FC236}">
                <a16:creationId xmlns:a16="http://schemas.microsoft.com/office/drawing/2014/main" id="{DAAE4CDD-124C-4DCF-9584-B6033B545DD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4167271" cy="6858000"/>
          </a:xfrm>
          <a:custGeom>
            <a:avLst/>
            <a:gdLst>
              <a:gd name="connsiteX0" fmla="*/ 0 w 4167271"/>
              <a:gd name="connsiteY0" fmla="*/ 0 h 6858000"/>
              <a:gd name="connsiteX1" fmla="*/ 2259550 w 4167271"/>
              <a:gd name="connsiteY1" fmla="*/ 0 h 6858000"/>
              <a:gd name="connsiteX2" fmla="*/ 2387803 w 4167271"/>
              <a:gd name="connsiteY2" fmla="*/ 82222 h 6858000"/>
              <a:gd name="connsiteX3" fmla="*/ 4167271 w 4167271"/>
              <a:gd name="connsiteY3" fmla="*/ 3429000 h 6858000"/>
              <a:gd name="connsiteX4" fmla="*/ 2387803 w 4167271"/>
              <a:gd name="connsiteY4" fmla="*/ 6775779 h 6858000"/>
              <a:gd name="connsiteX5" fmla="*/ 2259550 w 4167271"/>
              <a:gd name="connsiteY5" fmla="*/ 6858000 h 6858000"/>
              <a:gd name="connsiteX6" fmla="*/ 0 w 4167271"/>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167271" h="6858000">
                <a:moveTo>
                  <a:pt x="0" y="0"/>
                </a:moveTo>
                <a:lnTo>
                  <a:pt x="2259550" y="0"/>
                </a:lnTo>
                <a:lnTo>
                  <a:pt x="2387803" y="82222"/>
                </a:lnTo>
                <a:cubicBezTo>
                  <a:pt x="3461407" y="807534"/>
                  <a:pt x="4167271" y="2035835"/>
                  <a:pt x="4167271" y="3429000"/>
                </a:cubicBezTo>
                <a:cubicBezTo>
                  <a:pt x="4167271" y="4822165"/>
                  <a:pt x="3461407" y="6050467"/>
                  <a:pt x="2387803" y="6775779"/>
                </a:cubicBezTo>
                <a:lnTo>
                  <a:pt x="2259550" y="6858000"/>
                </a:lnTo>
                <a:lnTo>
                  <a:pt x="0" y="685800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Başlık 1">
            <a:extLst>
              <a:ext uri="{FF2B5EF4-FFF2-40B4-BE49-F238E27FC236}">
                <a16:creationId xmlns:a16="http://schemas.microsoft.com/office/drawing/2014/main" id="{08DB5CA7-FE1E-734F-9280-A979659F5CD3}"/>
              </a:ext>
            </a:extLst>
          </p:cNvPr>
          <p:cNvSpPr>
            <a:spLocks noGrp="1"/>
          </p:cNvSpPr>
          <p:nvPr>
            <p:ph type="title"/>
          </p:nvPr>
        </p:nvSpPr>
        <p:spPr>
          <a:xfrm>
            <a:off x="686834" y="1153572"/>
            <a:ext cx="3200400" cy="4461163"/>
          </a:xfrm>
        </p:spPr>
        <p:txBody>
          <a:bodyPr>
            <a:normAutofit/>
          </a:bodyPr>
          <a:lstStyle/>
          <a:p>
            <a:r>
              <a:rPr lang="tr-TR">
                <a:solidFill>
                  <a:srgbClr val="FFFFFF"/>
                </a:solidFill>
              </a:rPr>
              <a:t>ETKİN İLETİŞİMİ ENGELLEYİCİ FAKTÖRLER</a:t>
            </a:r>
          </a:p>
        </p:txBody>
      </p:sp>
      <p:sp>
        <p:nvSpPr>
          <p:cNvPr id="3" name="İçerik Yer Tutucusu 2">
            <a:extLst>
              <a:ext uri="{FF2B5EF4-FFF2-40B4-BE49-F238E27FC236}">
                <a16:creationId xmlns:a16="http://schemas.microsoft.com/office/drawing/2014/main" id="{1E558F94-6A45-C243-8F9E-BFD348D99770}"/>
              </a:ext>
            </a:extLst>
          </p:cNvPr>
          <p:cNvSpPr>
            <a:spLocks noGrp="1"/>
          </p:cNvSpPr>
          <p:nvPr>
            <p:ph idx="1"/>
          </p:nvPr>
        </p:nvSpPr>
        <p:spPr>
          <a:xfrm>
            <a:off x="4447308" y="591344"/>
            <a:ext cx="6906491" cy="5585619"/>
          </a:xfrm>
        </p:spPr>
        <p:txBody>
          <a:bodyPr anchor="ctr">
            <a:normAutofit/>
          </a:bodyPr>
          <a:lstStyle/>
          <a:p>
            <a:r>
              <a:rPr lang="tr-TR" sz="2400" b="1" i="0" dirty="0">
                <a:effectLst/>
                <a:latin typeface="Söhne"/>
              </a:rPr>
              <a:t>2. Fiziksel Faktörler:</a:t>
            </a:r>
          </a:p>
          <a:p>
            <a:pPr algn="just">
              <a:buFont typeface="Arial" panose="020B0604020202020204" pitchFamily="34" charset="0"/>
              <a:buChar char="•"/>
            </a:pPr>
            <a:r>
              <a:rPr lang="tr-TR" sz="2400" b="1" i="0" dirty="0">
                <a:effectLst/>
                <a:latin typeface="Söhne"/>
              </a:rPr>
              <a:t>Ses ve Konuşma Problemleri:</a:t>
            </a:r>
            <a:r>
              <a:rPr lang="tr-TR" sz="2400" b="0" i="0" dirty="0">
                <a:effectLst/>
                <a:latin typeface="Söhne"/>
              </a:rPr>
              <a:t> Aksanlar, boğuk ses, hızlı konuşma veya düşük ses düzeyi gibi faktörler etkili iletişimi zorlaştırabilir.</a:t>
            </a:r>
          </a:p>
          <a:p>
            <a:pPr algn="just">
              <a:buFont typeface="Arial" panose="020B0604020202020204" pitchFamily="34" charset="0"/>
              <a:buChar char="•"/>
            </a:pPr>
            <a:r>
              <a:rPr lang="tr-TR" sz="2400" b="1" i="0" dirty="0">
                <a:effectLst/>
                <a:latin typeface="Söhne"/>
              </a:rPr>
              <a:t>Görsel Engeller:</a:t>
            </a:r>
            <a:r>
              <a:rPr lang="tr-TR" sz="2400" b="0" i="0" dirty="0">
                <a:effectLst/>
                <a:latin typeface="Söhne"/>
              </a:rPr>
              <a:t> Fiziksel engeller, görme veya işitme bozuklukları gibi, iletişimde zorluklara neden olabilir.</a:t>
            </a:r>
          </a:p>
          <a:p>
            <a:pPr algn="just">
              <a:buFont typeface="Arial" panose="020B0604020202020204" pitchFamily="34" charset="0"/>
              <a:buChar char="•"/>
            </a:pPr>
            <a:r>
              <a:rPr lang="tr-TR" sz="2400" b="1" i="0" dirty="0">
                <a:effectLst/>
                <a:latin typeface="Söhne"/>
              </a:rPr>
              <a:t>Mesafe:</a:t>
            </a:r>
            <a:r>
              <a:rPr lang="tr-TR" sz="2400" b="0" i="0" dirty="0">
                <a:effectLst/>
                <a:latin typeface="Söhne"/>
              </a:rPr>
              <a:t> Uzaklık veya fiziksel engeller, yüz yüze iletişimi kısıtlayabilir.</a:t>
            </a:r>
          </a:p>
          <a:p>
            <a:r>
              <a:rPr lang="tr-TR" sz="2400" b="1" i="0" dirty="0">
                <a:effectLst/>
                <a:latin typeface="Söhne"/>
              </a:rPr>
              <a:t>3. Mesajın Oluşturulmasında Kullanılan Semboller:</a:t>
            </a:r>
          </a:p>
          <a:p>
            <a:pPr algn="just">
              <a:buFont typeface="Arial" panose="020B0604020202020204" pitchFamily="34" charset="0"/>
              <a:buChar char="•"/>
            </a:pPr>
            <a:r>
              <a:rPr lang="tr-TR" sz="2400" b="1" i="0" dirty="0">
                <a:effectLst/>
                <a:latin typeface="Söhne"/>
              </a:rPr>
              <a:t>Dil Bariyerleri:</a:t>
            </a:r>
            <a:r>
              <a:rPr lang="tr-TR" sz="2400" b="0" i="0" dirty="0">
                <a:effectLst/>
                <a:latin typeface="Söhne"/>
              </a:rPr>
              <a:t> Farklı dilleri konuşan kişiler arasındaki dil bariyerleri, mesajın doğru anlaşılmasını zorlaştırabilir.</a:t>
            </a:r>
          </a:p>
          <a:p>
            <a:pPr algn="just">
              <a:buFont typeface="Arial" panose="020B0604020202020204" pitchFamily="34" charset="0"/>
              <a:buChar char="•"/>
            </a:pPr>
            <a:r>
              <a:rPr lang="tr-TR" sz="2400" b="1" i="0" dirty="0">
                <a:effectLst/>
                <a:latin typeface="Söhne"/>
              </a:rPr>
              <a:t>Kültürel Farklılıklar:</a:t>
            </a:r>
            <a:r>
              <a:rPr lang="tr-TR" sz="2400" b="0" i="0" dirty="0">
                <a:effectLst/>
                <a:latin typeface="Söhne"/>
              </a:rPr>
              <a:t> İletişimde kültürel farklılıklar, sembollerin farklı yorumlanmasına neden olabilir.</a:t>
            </a:r>
          </a:p>
          <a:p>
            <a:pPr marL="0" indent="0">
              <a:buNone/>
            </a:pPr>
            <a:endParaRPr lang="tr-TR" sz="2400" dirty="0"/>
          </a:p>
        </p:txBody>
      </p:sp>
      <p:sp>
        <p:nvSpPr>
          <p:cNvPr id="12" name="Arc 11">
            <a:extLst>
              <a:ext uri="{FF2B5EF4-FFF2-40B4-BE49-F238E27FC236}">
                <a16:creationId xmlns:a16="http://schemas.microsoft.com/office/drawing/2014/main" id="{081E4A58-353D-44AE-B2FC-2A74E2E400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7550402" y="2455479"/>
            <a:ext cx="4083433" cy="4083433"/>
          </a:xfrm>
          <a:prstGeom prst="arc">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518724130"/>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4" name="Rectangle 7">
            <a:extLst>
              <a:ext uri="{FF2B5EF4-FFF2-40B4-BE49-F238E27FC236}">
                <a16:creationId xmlns:a16="http://schemas.microsoft.com/office/drawing/2014/main" id="{907EF6B7-1338-4443-8C46-6A318D952DF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5" name="Freeform: Shape 9">
            <a:extLst>
              <a:ext uri="{FF2B5EF4-FFF2-40B4-BE49-F238E27FC236}">
                <a16:creationId xmlns:a16="http://schemas.microsoft.com/office/drawing/2014/main" id="{DAAE4CDD-124C-4DCF-9584-B6033B545DD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4167271" cy="6858000"/>
          </a:xfrm>
          <a:custGeom>
            <a:avLst/>
            <a:gdLst>
              <a:gd name="connsiteX0" fmla="*/ 0 w 4167271"/>
              <a:gd name="connsiteY0" fmla="*/ 0 h 6858000"/>
              <a:gd name="connsiteX1" fmla="*/ 2259550 w 4167271"/>
              <a:gd name="connsiteY1" fmla="*/ 0 h 6858000"/>
              <a:gd name="connsiteX2" fmla="*/ 2387803 w 4167271"/>
              <a:gd name="connsiteY2" fmla="*/ 82222 h 6858000"/>
              <a:gd name="connsiteX3" fmla="*/ 4167271 w 4167271"/>
              <a:gd name="connsiteY3" fmla="*/ 3429000 h 6858000"/>
              <a:gd name="connsiteX4" fmla="*/ 2387803 w 4167271"/>
              <a:gd name="connsiteY4" fmla="*/ 6775779 h 6858000"/>
              <a:gd name="connsiteX5" fmla="*/ 2259550 w 4167271"/>
              <a:gd name="connsiteY5" fmla="*/ 6858000 h 6858000"/>
              <a:gd name="connsiteX6" fmla="*/ 0 w 4167271"/>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167271" h="6858000">
                <a:moveTo>
                  <a:pt x="0" y="0"/>
                </a:moveTo>
                <a:lnTo>
                  <a:pt x="2259550" y="0"/>
                </a:lnTo>
                <a:lnTo>
                  <a:pt x="2387803" y="82222"/>
                </a:lnTo>
                <a:cubicBezTo>
                  <a:pt x="3461407" y="807534"/>
                  <a:pt x="4167271" y="2035835"/>
                  <a:pt x="4167271" y="3429000"/>
                </a:cubicBezTo>
                <a:cubicBezTo>
                  <a:pt x="4167271" y="4822165"/>
                  <a:pt x="3461407" y="6050467"/>
                  <a:pt x="2387803" y="6775779"/>
                </a:cubicBezTo>
                <a:lnTo>
                  <a:pt x="2259550" y="6858000"/>
                </a:lnTo>
                <a:lnTo>
                  <a:pt x="0" y="685800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Başlık 1">
            <a:extLst>
              <a:ext uri="{FF2B5EF4-FFF2-40B4-BE49-F238E27FC236}">
                <a16:creationId xmlns:a16="http://schemas.microsoft.com/office/drawing/2014/main" id="{08DB5CA7-FE1E-734F-9280-A979659F5CD3}"/>
              </a:ext>
            </a:extLst>
          </p:cNvPr>
          <p:cNvSpPr>
            <a:spLocks noGrp="1"/>
          </p:cNvSpPr>
          <p:nvPr>
            <p:ph type="title"/>
          </p:nvPr>
        </p:nvSpPr>
        <p:spPr>
          <a:xfrm>
            <a:off x="686834" y="1153572"/>
            <a:ext cx="3200400" cy="4461163"/>
          </a:xfrm>
        </p:spPr>
        <p:txBody>
          <a:bodyPr>
            <a:normAutofit/>
          </a:bodyPr>
          <a:lstStyle/>
          <a:p>
            <a:r>
              <a:rPr lang="tr-TR">
                <a:solidFill>
                  <a:srgbClr val="FFFFFF"/>
                </a:solidFill>
              </a:rPr>
              <a:t>ETKİN İLETİŞİMİ ENGELLEYİCİ FAKTÖRLER</a:t>
            </a:r>
          </a:p>
        </p:txBody>
      </p:sp>
      <p:sp>
        <p:nvSpPr>
          <p:cNvPr id="3" name="İçerik Yer Tutucusu 2">
            <a:extLst>
              <a:ext uri="{FF2B5EF4-FFF2-40B4-BE49-F238E27FC236}">
                <a16:creationId xmlns:a16="http://schemas.microsoft.com/office/drawing/2014/main" id="{1E558F94-6A45-C243-8F9E-BFD348D99770}"/>
              </a:ext>
            </a:extLst>
          </p:cNvPr>
          <p:cNvSpPr>
            <a:spLocks noGrp="1"/>
          </p:cNvSpPr>
          <p:nvPr>
            <p:ph idx="1"/>
          </p:nvPr>
        </p:nvSpPr>
        <p:spPr>
          <a:xfrm>
            <a:off x="4447308" y="591344"/>
            <a:ext cx="6906491" cy="5762961"/>
          </a:xfrm>
        </p:spPr>
        <p:txBody>
          <a:bodyPr anchor="ctr">
            <a:normAutofit fontScale="92500" lnSpcReduction="10000"/>
          </a:bodyPr>
          <a:lstStyle/>
          <a:p>
            <a:r>
              <a:rPr lang="tr-TR" sz="2400" b="1" i="0" dirty="0">
                <a:effectLst/>
                <a:latin typeface="Söhne"/>
              </a:rPr>
              <a:t>4. Zaman Darlığı ve Baskısı:</a:t>
            </a:r>
          </a:p>
          <a:p>
            <a:pPr algn="just">
              <a:buFont typeface="Arial" panose="020B0604020202020204" pitchFamily="34" charset="0"/>
              <a:buChar char="•"/>
            </a:pPr>
            <a:r>
              <a:rPr lang="tr-TR" sz="2400" b="1" i="0" dirty="0">
                <a:effectLst/>
                <a:latin typeface="Söhne"/>
              </a:rPr>
              <a:t>Zaman Sıkıntısı:</a:t>
            </a:r>
            <a:r>
              <a:rPr lang="tr-TR" sz="2400" b="0" i="0" dirty="0">
                <a:effectLst/>
                <a:latin typeface="Söhne"/>
              </a:rPr>
              <a:t> Hızlı karar almak veya hızlı bir şekilde iletişim kurmak zorunda olmak, etkili iletişimi engelleyebilir.</a:t>
            </a:r>
          </a:p>
          <a:p>
            <a:pPr algn="just">
              <a:buFont typeface="Arial" panose="020B0604020202020204" pitchFamily="34" charset="0"/>
              <a:buChar char="•"/>
            </a:pPr>
            <a:r>
              <a:rPr lang="tr-TR" sz="2400" b="1" i="0" dirty="0">
                <a:effectLst/>
                <a:latin typeface="Söhne"/>
              </a:rPr>
              <a:t>Baskı Altında Olma:</a:t>
            </a:r>
            <a:r>
              <a:rPr lang="tr-TR" sz="2400" b="0" i="0" dirty="0">
                <a:effectLst/>
                <a:latin typeface="Söhne"/>
              </a:rPr>
              <a:t> Stresli durumlar veya baskı altında olmak, düşünce sürecini ve iletişimi olumsuz etkileyebilir.</a:t>
            </a:r>
          </a:p>
          <a:p>
            <a:r>
              <a:rPr lang="tr-TR" sz="2400" b="1" i="0" dirty="0">
                <a:effectLst/>
                <a:latin typeface="Söhne"/>
              </a:rPr>
              <a:t>5. Peşin Değer Yargıları ve Algıda Seçicilik:</a:t>
            </a:r>
          </a:p>
          <a:p>
            <a:pPr algn="just">
              <a:buFont typeface="Arial" panose="020B0604020202020204" pitchFamily="34" charset="0"/>
              <a:buChar char="•"/>
            </a:pPr>
            <a:r>
              <a:rPr lang="tr-TR" sz="2400" b="1" i="0" dirty="0">
                <a:effectLst/>
                <a:latin typeface="Söhne"/>
              </a:rPr>
              <a:t>Önyargılar ve </a:t>
            </a:r>
            <a:r>
              <a:rPr lang="tr-TR" sz="2400" b="1" i="0" dirty="0" err="1">
                <a:effectLst/>
                <a:latin typeface="Söhne"/>
              </a:rPr>
              <a:t>Stereotipler</a:t>
            </a:r>
            <a:r>
              <a:rPr lang="tr-TR" sz="2400" b="1" i="0" dirty="0">
                <a:effectLst/>
                <a:latin typeface="Söhne"/>
              </a:rPr>
              <a:t>:</a:t>
            </a:r>
            <a:r>
              <a:rPr lang="tr-TR" sz="2400" b="0" i="0" dirty="0">
                <a:effectLst/>
                <a:latin typeface="Söhne"/>
              </a:rPr>
              <a:t> Başkalarına peşin değer yargıları ve </a:t>
            </a:r>
            <a:r>
              <a:rPr lang="tr-TR" sz="2400" b="0" i="0" dirty="0" err="1">
                <a:effectLst/>
                <a:latin typeface="Söhne"/>
              </a:rPr>
              <a:t>stereotiplerle</a:t>
            </a:r>
            <a:r>
              <a:rPr lang="tr-TR" sz="2400" b="0" i="0" dirty="0">
                <a:effectLst/>
                <a:latin typeface="Söhne"/>
              </a:rPr>
              <a:t> yaklaşmak, objektif iletişimi engelleyebilir.</a:t>
            </a:r>
          </a:p>
          <a:p>
            <a:pPr algn="just">
              <a:buFont typeface="Arial" panose="020B0604020202020204" pitchFamily="34" charset="0"/>
              <a:buChar char="•"/>
            </a:pPr>
            <a:r>
              <a:rPr lang="tr-TR" sz="2400" b="1" i="0" dirty="0">
                <a:effectLst/>
                <a:latin typeface="Söhne"/>
              </a:rPr>
              <a:t>Algıda Seçicilik:</a:t>
            </a:r>
            <a:r>
              <a:rPr lang="tr-TR" sz="2400" b="0" i="0" dirty="0">
                <a:effectLst/>
                <a:latin typeface="Söhne"/>
              </a:rPr>
              <a:t> Bilgiyi filtreleme ve sadece belirli bilgileri dikkate alma eğilimi olan algıda seçicilik, iletişimde yanlış anlamalara neden olabilir.</a:t>
            </a:r>
          </a:p>
          <a:p>
            <a:pPr algn="just"/>
            <a:r>
              <a:rPr lang="tr-TR" sz="2400" b="0" i="0" dirty="0">
                <a:effectLst/>
                <a:latin typeface="Söhne"/>
              </a:rPr>
              <a:t>Bu faktörler, iletişim sürecinde etkili bir şekilde iletişim kurmayı zorlaştırabilir. İletişimde farkındalık, anlayış ve esneklik, bu engellerle başa çıkma konusunda yardımcı olabilir.</a:t>
            </a:r>
          </a:p>
          <a:p>
            <a:pPr marL="0" indent="0">
              <a:buNone/>
            </a:pPr>
            <a:endParaRPr lang="tr-TR" sz="2000" dirty="0"/>
          </a:p>
        </p:txBody>
      </p:sp>
      <p:sp>
        <p:nvSpPr>
          <p:cNvPr id="16" name="Arc 11">
            <a:extLst>
              <a:ext uri="{FF2B5EF4-FFF2-40B4-BE49-F238E27FC236}">
                <a16:creationId xmlns:a16="http://schemas.microsoft.com/office/drawing/2014/main" id="{081E4A58-353D-44AE-B2FC-2A74E2E400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7550402" y="2455479"/>
            <a:ext cx="4083433" cy="4083433"/>
          </a:xfrm>
          <a:prstGeom prst="arc">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773669809"/>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907EF6B7-1338-4443-8C46-6A318D952DF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0" name="Freeform: Shape 9">
            <a:extLst>
              <a:ext uri="{FF2B5EF4-FFF2-40B4-BE49-F238E27FC236}">
                <a16:creationId xmlns:a16="http://schemas.microsoft.com/office/drawing/2014/main" id="{DAAE4CDD-124C-4DCF-9584-B6033B545DD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4167271" cy="6858000"/>
          </a:xfrm>
          <a:custGeom>
            <a:avLst/>
            <a:gdLst>
              <a:gd name="connsiteX0" fmla="*/ 0 w 4167271"/>
              <a:gd name="connsiteY0" fmla="*/ 0 h 6858000"/>
              <a:gd name="connsiteX1" fmla="*/ 2259550 w 4167271"/>
              <a:gd name="connsiteY1" fmla="*/ 0 h 6858000"/>
              <a:gd name="connsiteX2" fmla="*/ 2387803 w 4167271"/>
              <a:gd name="connsiteY2" fmla="*/ 82222 h 6858000"/>
              <a:gd name="connsiteX3" fmla="*/ 4167271 w 4167271"/>
              <a:gd name="connsiteY3" fmla="*/ 3429000 h 6858000"/>
              <a:gd name="connsiteX4" fmla="*/ 2387803 w 4167271"/>
              <a:gd name="connsiteY4" fmla="*/ 6775779 h 6858000"/>
              <a:gd name="connsiteX5" fmla="*/ 2259550 w 4167271"/>
              <a:gd name="connsiteY5" fmla="*/ 6858000 h 6858000"/>
              <a:gd name="connsiteX6" fmla="*/ 0 w 4167271"/>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167271" h="6858000">
                <a:moveTo>
                  <a:pt x="0" y="0"/>
                </a:moveTo>
                <a:lnTo>
                  <a:pt x="2259550" y="0"/>
                </a:lnTo>
                <a:lnTo>
                  <a:pt x="2387803" y="82222"/>
                </a:lnTo>
                <a:cubicBezTo>
                  <a:pt x="3461407" y="807534"/>
                  <a:pt x="4167271" y="2035835"/>
                  <a:pt x="4167271" y="3429000"/>
                </a:cubicBezTo>
                <a:cubicBezTo>
                  <a:pt x="4167271" y="4822165"/>
                  <a:pt x="3461407" y="6050467"/>
                  <a:pt x="2387803" y="6775779"/>
                </a:cubicBezTo>
                <a:lnTo>
                  <a:pt x="2259550" y="6858000"/>
                </a:lnTo>
                <a:lnTo>
                  <a:pt x="0" y="685800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Başlık 1">
            <a:extLst>
              <a:ext uri="{FF2B5EF4-FFF2-40B4-BE49-F238E27FC236}">
                <a16:creationId xmlns:a16="http://schemas.microsoft.com/office/drawing/2014/main" id="{CEAB0E2E-B555-215D-7006-894C99BFF9F0}"/>
              </a:ext>
            </a:extLst>
          </p:cNvPr>
          <p:cNvSpPr>
            <a:spLocks noGrp="1"/>
          </p:cNvSpPr>
          <p:nvPr>
            <p:ph type="title"/>
          </p:nvPr>
        </p:nvSpPr>
        <p:spPr>
          <a:xfrm>
            <a:off x="686834" y="1153572"/>
            <a:ext cx="3200400" cy="4461163"/>
          </a:xfrm>
        </p:spPr>
        <p:txBody>
          <a:bodyPr>
            <a:normAutofit/>
          </a:bodyPr>
          <a:lstStyle/>
          <a:p>
            <a:r>
              <a:rPr lang="tr-TR" sz="3700">
                <a:solidFill>
                  <a:srgbClr val="FFFFFF"/>
                </a:solidFill>
              </a:rPr>
              <a:t>MOTİVASYON</a:t>
            </a:r>
          </a:p>
        </p:txBody>
      </p:sp>
      <p:sp>
        <p:nvSpPr>
          <p:cNvPr id="3" name="İçerik Yer Tutucusu 2">
            <a:extLst>
              <a:ext uri="{FF2B5EF4-FFF2-40B4-BE49-F238E27FC236}">
                <a16:creationId xmlns:a16="http://schemas.microsoft.com/office/drawing/2014/main" id="{BB65C54C-3EF1-9BED-D153-4CCF75AE0F42}"/>
              </a:ext>
            </a:extLst>
          </p:cNvPr>
          <p:cNvSpPr>
            <a:spLocks noGrp="1"/>
          </p:cNvSpPr>
          <p:nvPr>
            <p:ph idx="1"/>
          </p:nvPr>
        </p:nvSpPr>
        <p:spPr>
          <a:xfrm>
            <a:off x="4447308" y="591344"/>
            <a:ext cx="6906491" cy="5585619"/>
          </a:xfrm>
          <a:solidFill>
            <a:schemeClr val="accent6">
              <a:lumMod val="60000"/>
              <a:lumOff val="40000"/>
              <a:alpha val="60000"/>
            </a:schemeClr>
          </a:solidFill>
        </p:spPr>
        <p:txBody>
          <a:bodyPr anchor="ctr">
            <a:normAutofit/>
          </a:bodyPr>
          <a:lstStyle/>
          <a:p>
            <a:pPr marL="0" indent="0" algn="just">
              <a:buNone/>
            </a:pPr>
            <a:r>
              <a:rPr lang="tr-TR" sz="2600" dirty="0">
                <a:effectLst/>
                <a:latin typeface="TimesNewRomanPSMT"/>
              </a:rPr>
              <a:t>Motivasyon, bir insanın </a:t>
            </a:r>
            <a:r>
              <a:rPr lang="tr-TR" sz="2600" dirty="0" err="1">
                <a:effectLst/>
                <a:latin typeface="TimesNewRomanPSMT"/>
              </a:rPr>
              <a:t>belirlenmis</a:t>
            </a:r>
            <a:r>
              <a:rPr lang="tr-TR" sz="2600" dirty="0">
                <a:effectLst/>
                <a:latin typeface="TimesNewRomanPSMT"/>
              </a:rPr>
              <a:t>̧ bir amaca </a:t>
            </a:r>
            <a:r>
              <a:rPr lang="tr-TR" sz="2600" dirty="0" err="1">
                <a:effectLst/>
                <a:latin typeface="TimesNewRomanPSMT"/>
              </a:rPr>
              <a:t>doğru</a:t>
            </a:r>
            <a:r>
              <a:rPr lang="tr-TR" sz="2600" dirty="0">
                <a:effectLst/>
                <a:latin typeface="TimesNewRomanPSMT"/>
              </a:rPr>
              <a:t> devamlı </a:t>
            </a:r>
            <a:r>
              <a:rPr lang="tr-TR" sz="2600" dirty="0" err="1">
                <a:effectLst/>
                <a:latin typeface="TimesNewRomanPSMT"/>
              </a:rPr>
              <a:t>şekilde</a:t>
            </a:r>
            <a:r>
              <a:rPr lang="tr-TR" sz="2600" dirty="0">
                <a:effectLst/>
                <a:latin typeface="TimesNewRomanPSMT"/>
              </a:rPr>
              <a:t> harekete </a:t>
            </a:r>
            <a:r>
              <a:rPr lang="tr-TR" sz="2600" dirty="0" err="1">
                <a:effectLst/>
                <a:latin typeface="TimesNewRomanPSMT"/>
              </a:rPr>
              <a:t>geçmek</a:t>
            </a:r>
            <a:r>
              <a:rPr lang="tr-TR" sz="2600" dirty="0">
                <a:effectLst/>
                <a:latin typeface="TimesNewRomanPSMT"/>
              </a:rPr>
              <a:t> </a:t>
            </a:r>
            <a:r>
              <a:rPr lang="tr-TR" sz="2600" dirty="0" err="1">
                <a:effectLst/>
                <a:latin typeface="TimesNewRomanPSMT"/>
              </a:rPr>
              <a:t>için</a:t>
            </a:r>
            <a:r>
              <a:rPr lang="tr-TR" sz="2600" dirty="0">
                <a:effectLst/>
                <a:latin typeface="TimesNewRomanPSMT"/>
              </a:rPr>
              <a:t> </a:t>
            </a:r>
            <a:r>
              <a:rPr lang="tr-TR" sz="2600" dirty="0" err="1">
                <a:effectLst/>
                <a:latin typeface="TimesNewRomanPSMT"/>
              </a:rPr>
              <a:t>gösterdiği</a:t>
            </a:r>
            <a:r>
              <a:rPr lang="tr-TR" sz="2600" dirty="0">
                <a:effectLst/>
                <a:latin typeface="TimesNewRomanPSMT"/>
              </a:rPr>
              <a:t> </a:t>
            </a:r>
            <a:r>
              <a:rPr lang="tr-TR" sz="2600" dirty="0" err="1">
                <a:effectLst/>
                <a:latin typeface="TimesNewRomanPSMT"/>
              </a:rPr>
              <a:t>çabaların</a:t>
            </a:r>
            <a:r>
              <a:rPr lang="tr-TR" sz="2600" dirty="0">
                <a:effectLst/>
                <a:latin typeface="TimesNewRomanPSMT"/>
              </a:rPr>
              <a:t> toplamıdır. </a:t>
            </a:r>
            <a:r>
              <a:rPr lang="tr-TR" sz="2600" dirty="0" err="1">
                <a:effectLst/>
                <a:latin typeface="TimesNewRomanPSMT"/>
              </a:rPr>
              <a:t>Günümüz</a:t>
            </a:r>
            <a:r>
              <a:rPr lang="tr-TR" sz="2600" dirty="0">
                <a:effectLst/>
                <a:latin typeface="TimesNewRomanPSMT"/>
              </a:rPr>
              <a:t> </a:t>
            </a:r>
            <a:r>
              <a:rPr lang="tr-TR" sz="2600" dirty="0" err="1">
                <a:effectLst/>
                <a:latin typeface="TimesNewRomanPSMT"/>
              </a:rPr>
              <a:t>yöneticileri</a:t>
            </a:r>
            <a:r>
              <a:rPr lang="tr-TR" sz="2600" dirty="0">
                <a:effectLst/>
                <a:latin typeface="TimesNewRomanPSMT"/>
              </a:rPr>
              <a:t> motivasyon konusu ile </a:t>
            </a:r>
            <a:r>
              <a:rPr lang="tr-TR" sz="2600" dirty="0" err="1">
                <a:effectLst/>
                <a:latin typeface="TimesNewRomanPSMT"/>
              </a:rPr>
              <a:t>çok</a:t>
            </a:r>
            <a:r>
              <a:rPr lang="tr-TR" sz="2600" dirty="0">
                <a:effectLst/>
                <a:latin typeface="TimesNewRomanPSMT"/>
              </a:rPr>
              <a:t> yakından ilgilenmek zorundadır. Zira </a:t>
            </a:r>
            <a:r>
              <a:rPr lang="tr-TR" sz="2600" dirty="0" err="1">
                <a:effectLst/>
                <a:latin typeface="TimesNewRomanPSMT"/>
              </a:rPr>
              <a:t>yöneticilerin</a:t>
            </a:r>
            <a:r>
              <a:rPr lang="tr-TR" sz="2600" dirty="0">
                <a:effectLst/>
                <a:latin typeface="TimesNewRomanPSMT"/>
              </a:rPr>
              <a:t> </a:t>
            </a:r>
            <a:r>
              <a:rPr lang="tr-TR" sz="2600" dirty="0" err="1">
                <a:effectLst/>
                <a:latin typeface="TimesNewRomanPSMT"/>
              </a:rPr>
              <a:t>başarısı</a:t>
            </a:r>
            <a:r>
              <a:rPr lang="tr-TR" sz="2600" dirty="0">
                <a:effectLst/>
                <a:latin typeface="TimesNewRomanPSMT"/>
              </a:rPr>
              <a:t> astların </a:t>
            </a:r>
            <a:r>
              <a:rPr lang="tr-TR" sz="2600" dirty="0" err="1">
                <a:effectLst/>
                <a:latin typeface="TimesNewRomanPSMT"/>
              </a:rPr>
              <a:t>işletme</a:t>
            </a:r>
            <a:r>
              <a:rPr lang="tr-TR" sz="2600" dirty="0">
                <a:effectLst/>
                <a:latin typeface="TimesNewRomanPSMT"/>
              </a:rPr>
              <a:t> hedefleri </a:t>
            </a:r>
            <a:r>
              <a:rPr lang="tr-TR" sz="2600" dirty="0" err="1">
                <a:effectLst/>
                <a:latin typeface="TimesNewRomanPSMT"/>
              </a:rPr>
              <a:t>doğrultusunda</a:t>
            </a:r>
            <a:r>
              <a:rPr lang="tr-TR" sz="2600" dirty="0">
                <a:effectLst/>
                <a:latin typeface="TimesNewRomanPSMT"/>
              </a:rPr>
              <a:t> </a:t>
            </a:r>
            <a:r>
              <a:rPr lang="tr-TR" sz="2600" dirty="0" err="1">
                <a:effectLst/>
                <a:latin typeface="TimesNewRomanPSMT"/>
              </a:rPr>
              <a:t>çalışmasına</a:t>
            </a:r>
            <a:r>
              <a:rPr lang="tr-TR" sz="2600" dirty="0">
                <a:effectLst/>
                <a:latin typeface="TimesNewRomanPSMT"/>
              </a:rPr>
              <a:t>, bilgi, yetenek ve becerilerini tam olarak bu </a:t>
            </a:r>
            <a:r>
              <a:rPr lang="tr-TR" sz="2600" dirty="0" err="1">
                <a:effectLst/>
                <a:latin typeface="TimesNewRomanPSMT"/>
              </a:rPr>
              <a:t>yönde</a:t>
            </a:r>
            <a:r>
              <a:rPr lang="tr-TR" sz="2600" dirty="0">
                <a:effectLst/>
                <a:latin typeface="TimesNewRomanPSMT"/>
              </a:rPr>
              <a:t> kullanmalarına </a:t>
            </a:r>
            <a:r>
              <a:rPr lang="tr-TR" sz="2600" dirty="0" err="1">
                <a:effectLst/>
                <a:latin typeface="TimesNewRomanPSMT"/>
              </a:rPr>
              <a:t>bağlıdır</a:t>
            </a:r>
            <a:r>
              <a:rPr lang="tr-TR" sz="2600" dirty="0">
                <a:effectLst/>
                <a:latin typeface="TimesNewRomanPSMT"/>
              </a:rPr>
              <a:t>. Bir </a:t>
            </a:r>
            <a:r>
              <a:rPr lang="tr-TR" sz="2600" dirty="0" err="1">
                <a:effectLst/>
                <a:latin typeface="TimesNewRomanPSMT"/>
              </a:rPr>
              <a:t>başka</a:t>
            </a:r>
            <a:r>
              <a:rPr lang="tr-TR" sz="2600" dirty="0">
                <a:effectLst/>
                <a:latin typeface="TimesNewRomanPSMT"/>
              </a:rPr>
              <a:t> </a:t>
            </a:r>
            <a:r>
              <a:rPr lang="tr-TR" sz="2600" dirty="0" err="1">
                <a:effectLst/>
                <a:latin typeface="TimesNewRomanPSMT"/>
              </a:rPr>
              <a:t>deyişle</a:t>
            </a:r>
            <a:r>
              <a:rPr lang="tr-TR" sz="2600" dirty="0">
                <a:effectLst/>
                <a:latin typeface="TimesNewRomanPSMT"/>
              </a:rPr>
              <a:t> motivasyon ile </a:t>
            </a:r>
            <a:r>
              <a:rPr lang="tr-TR" sz="2600" dirty="0" err="1">
                <a:effectLst/>
                <a:latin typeface="TimesNewRomanPSMT"/>
              </a:rPr>
              <a:t>çalışan</a:t>
            </a:r>
            <a:r>
              <a:rPr lang="tr-TR" sz="2600" dirty="0">
                <a:effectLst/>
                <a:latin typeface="TimesNewRomanPSMT"/>
              </a:rPr>
              <a:t> personelin performansı yakından </a:t>
            </a:r>
            <a:r>
              <a:rPr lang="tr-TR" sz="2600" dirty="0" err="1">
                <a:effectLst/>
                <a:latin typeface="TimesNewRomanPSMT"/>
              </a:rPr>
              <a:t>ilişkilidir</a:t>
            </a:r>
            <a:r>
              <a:rPr lang="tr-TR" sz="2600" dirty="0">
                <a:effectLst/>
                <a:latin typeface="TimesNewRomanPSMT"/>
              </a:rPr>
              <a:t>. </a:t>
            </a:r>
            <a:r>
              <a:rPr lang="tr-TR" sz="2600" dirty="0" err="1">
                <a:effectLst/>
                <a:latin typeface="TimesNewRomanPSMT"/>
              </a:rPr>
              <a:t>Teşvik</a:t>
            </a:r>
            <a:r>
              <a:rPr lang="tr-TR" sz="2600" dirty="0">
                <a:effectLst/>
                <a:latin typeface="TimesNewRomanPSMT"/>
              </a:rPr>
              <a:t> (motive) edilmeyen personelin </a:t>
            </a:r>
            <a:r>
              <a:rPr lang="tr-TR" sz="2600" dirty="0" err="1">
                <a:effectLst/>
                <a:latin typeface="TimesNewRomanPSMT"/>
              </a:rPr>
              <a:t>yüksek</a:t>
            </a:r>
            <a:r>
              <a:rPr lang="tr-TR" sz="2600" dirty="0">
                <a:effectLst/>
                <a:latin typeface="TimesNewRomanPSMT"/>
              </a:rPr>
              <a:t> bir performans </a:t>
            </a:r>
            <a:r>
              <a:rPr lang="tr-TR" sz="2600" dirty="0" err="1">
                <a:effectLst/>
                <a:latin typeface="TimesNewRomanPSMT"/>
              </a:rPr>
              <a:t>göstermesi</a:t>
            </a:r>
            <a:r>
              <a:rPr lang="tr-TR" sz="2600" dirty="0">
                <a:effectLst/>
                <a:latin typeface="TimesNewRomanPSMT"/>
              </a:rPr>
              <a:t> beklenemez. Personel </a:t>
            </a:r>
            <a:r>
              <a:rPr lang="tr-TR" sz="2600" dirty="0" err="1">
                <a:effectLst/>
                <a:latin typeface="TimesNewRomanPSMT"/>
              </a:rPr>
              <a:t>çok</a:t>
            </a:r>
            <a:r>
              <a:rPr lang="tr-TR" sz="2600" dirty="0">
                <a:effectLst/>
                <a:latin typeface="TimesNewRomanPSMT"/>
              </a:rPr>
              <a:t> </a:t>
            </a:r>
            <a:r>
              <a:rPr lang="tr-TR" sz="2600" dirty="0" err="1">
                <a:effectLst/>
                <a:latin typeface="TimesNewRomanPSMT"/>
              </a:rPr>
              <a:t>çeşitli</a:t>
            </a:r>
            <a:r>
              <a:rPr lang="tr-TR" sz="2600" dirty="0">
                <a:effectLst/>
                <a:latin typeface="TimesNewRomanPSMT"/>
              </a:rPr>
              <a:t> </a:t>
            </a:r>
            <a:r>
              <a:rPr lang="tr-TR" sz="2600" dirty="0" err="1">
                <a:effectLst/>
                <a:latin typeface="TimesNewRomanPSMT"/>
              </a:rPr>
              <a:t>davranışlarda</a:t>
            </a:r>
            <a:r>
              <a:rPr lang="tr-TR" sz="2600" dirty="0">
                <a:effectLst/>
                <a:latin typeface="TimesNewRomanPSMT"/>
              </a:rPr>
              <a:t> bulunabilir. </a:t>
            </a:r>
            <a:r>
              <a:rPr lang="tr-TR" sz="2600" dirty="0" err="1">
                <a:effectLst/>
                <a:latin typeface="TimesNewRomanPSMT"/>
              </a:rPr>
              <a:t>Yönetici</a:t>
            </a:r>
            <a:r>
              <a:rPr lang="tr-TR" sz="2600" dirty="0">
                <a:effectLst/>
                <a:latin typeface="TimesNewRomanPSMT"/>
              </a:rPr>
              <a:t> </a:t>
            </a:r>
            <a:r>
              <a:rPr lang="tr-TR" sz="2600" dirty="0" err="1">
                <a:effectLst/>
                <a:latin typeface="TimesNewRomanPSMT"/>
              </a:rPr>
              <a:t>için</a:t>
            </a:r>
            <a:r>
              <a:rPr lang="tr-TR" sz="2600" dirty="0">
                <a:effectLst/>
                <a:latin typeface="TimesNewRomanPSMT"/>
              </a:rPr>
              <a:t> </a:t>
            </a:r>
            <a:r>
              <a:rPr lang="tr-TR" sz="2600" dirty="0" err="1">
                <a:effectLst/>
                <a:latin typeface="TimesNewRomanPSMT"/>
              </a:rPr>
              <a:t>önemli</a:t>
            </a:r>
            <a:r>
              <a:rPr lang="tr-TR" sz="2600" dirty="0">
                <a:effectLst/>
                <a:latin typeface="TimesNewRomanPSMT"/>
              </a:rPr>
              <a:t> olan husus, personelin </a:t>
            </a:r>
            <a:r>
              <a:rPr lang="tr-TR" sz="2600" dirty="0" err="1">
                <a:effectLst/>
                <a:latin typeface="TimesNewRomanPSMT"/>
              </a:rPr>
              <a:t>işletme</a:t>
            </a:r>
            <a:r>
              <a:rPr lang="tr-TR" sz="2600" dirty="0">
                <a:effectLst/>
                <a:latin typeface="TimesNewRomanPSMT"/>
              </a:rPr>
              <a:t> hedefleri </a:t>
            </a:r>
            <a:r>
              <a:rPr lang="tr-TR" sz="2600" dirty="0" err="1">
                <a:effectLst/>
                <a:latin typeface="TimesNewRomanPSMT"/>
              </a:rPr>
              <a:t>yönünde</a:t>
            </a:r>
            <a:r>
              <a:rPr lang="tr-TR" sz="2600" dirty="0">
                <a:effectLst/>
                <a:latin typeface="TimesNewRomanPSMT"/>
              </a:rPr>
              <a:t> hareket etmeleridir (</a:t>
            </a:r>
            <a:r>
              <a:rPr lang="tr-TR" sz="2600" dirty="0" err="1">
                <a:effectLst/>
                <a:latin typeface="TimesNewRomanPSMT"/>
              </a:rPr>
              <a:t>Ertürk</a:t>
            </a:r>
            <a:r>
              <a:rPr lang="tr-TR" sz="2600" dirty="0">
                <a:effectLst/>
                <a:latin typeface="TimesNewRomanPSMT"/>
              </a:rPr>
              <a:t>, 2009: 147). </a:t>
            </a:r>
            <a:endParaRPr lang="tr-TR" sz="2600" dirty="0">
              <a:effectLst/>
            </a:endParaRPr>
          </a:p>
          <a:p>
            <a:endParaRPr lang="tr-TR" sz="2600" dirty="0"/>
          </a:p>
        </p:txBody>
      </p:sp>
      <p:sp>
        <p:nvSpPr>
          <p:cNvPr id="12" name="Arc 11">
            <a:extLst>
              <a:ext uri="{FF2B5EF4-FFF2-40B4-BE49-F238E27FC236}">
                <a16:creationId xmlns:a16="http://schemas.microsoft.com/office/drawing/2014/main" id="{081E4A58-353D-44AE-B2FC-2A74E2E400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7550402" y="2455479"/>
            <a:ext cx="4083433" cy="4083433"/>
          </a:xfrm>
          <a:prstGeom prst="arc">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5495507"/>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bg>
      <p:bgPr>
        <a:blipFill dpi="0" rotWithShape="1">
          <a:blip r:embed="rId3" cstate="screen">
            <a:alphaModFix amt="16000"/>
            <a:lum/>
            <a:extLst>
              <a:ext uri="{28A0092B-C50C-407E-A947-70E740481C1C}">
                <a14:useLocalDpi xmlns:a14="http://schemas.microsoft.com/office/drawing/2010/main"/>
              </a:ext>
            </a:extLst>
          </a:blip>
          <a:srcRect/>
          <a:stretch>
            <a:fillRect/>
          </a:stretch>
        </a:blip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2EB492CD-616E-47F8-933B-5E2D952A059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2" name="Arc 11">
            <a:extLst>
              <a:ext uri="{FF2B5EF4-FFF2-40B4-BE49-F238E27FC236}">
                <a16:creationId xmlns:a16="http://schemas.microsoft.com/office/drawing/2014/main" id="{59383CF9-23B5-4335-9B21-1791C4CF1C7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3967198" flipH="1">
            <a:off x="8631348" y="490493"/>
            <a:ext cx="2987899" cy="2987899"/>
          </a:xfrm>
          <a:prstGeom prst="arc">
            <a:avLst>
              <a:gd name="adj1" fmla="val 14441841"/>
              <a:gd name="adj2" fmla="val 0"/>
            </a:avLst>
          </a:prstGeom>
          <a:ln w="127000" cap="rnd">
            <a:solidFill>
              <a:schemeClr val="accent4"/>
            </a:solidFill>
            <a:prstDash val="dash"/>
            <a:miter lim="800000"/>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Calibri" panose="020F0502020204030204"/>
              <a:ea typeface="+mn-ea"/>
              <a:cs typeface="+mn-cs"/>
            </a:endParaRPr>
          </a:p>
        </p:txBody>
      </p:sp>
      <p:sp>
        <p:nvSpPr>
          <p:cNvPr id="2" name="Başlık 1">
            <a:extLst>
              <a:ext uri="{FF2B5EF4-FFF2-40B4-BE49-F238E27FC236}">
                <a16:creationId xmlns:a16="http://schemas.microsoft.com/office/drawing/2014/main" id="{8BBB77B6-CF64-2690-A4DD-E8FD03527071}"/>
              </a:ext>
            </a:extLst>
          </p:cNvPr>
          <p:cNvSpPr>
            <a:spLocks noGrp="1"/>
          </p:cNvSpPr>
          <p:nvPr>
            <p:ph type="title"/>
          </p:nvPr>
        </p:nvSpPr>
        <p:spPr>
          <a:xfrm>
            <a:off x="5894962" y="479493"/>
            <a:ext cx="5458838" cy="1325563"/>
          </a:xfrm>
        </p:spPr>
        <p:txBody>
          <a:bodyPr>
            <a:normAutofit/>
          </a:bodyPr>
          <a:lstStyle/>
          <a:p>
            <a:r>
              <a:rPr lang="tr-TR"/>
              <a:t>4) KONTROL</a:t>
            </a:r>
          </a:p>
        </p:txBody>
      </p:sp>
      <p:sp>
        <p:nvSpPr>
          <p:cNvPr id="14" name="Freeform: Shape 13">
            <a:extLst>
              <a:ext uri="{FF2B5EF4-FFF2-40B4-BE49-F238E27FC236}">
                <a16:creationId xmlns:a16="http://schemas.microsoft.com/office/drawing/2014/main" id="{0007FE00-9498-4706-B255-6437B0252C0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0" y="5486400"/>
            <a:ext cx="2672863" cy="1371600"/>
          </a:xfrm>
          <a:custGeom>
            <a:avLst/>
            <a:gdLst>
              <a:gd name="connsiteX0" fmla="*/ 1721734 w 2672863"/>
              <a:gd name="connsiteY0" fmla="*/ 0 h 1371600"/>
              <a:gd name="connsiteX1" fmla="*/ 2564444 w 2672863"/>
              <a:gd name="connsiteY1" fmla="*/ 213382 h 1371600"/>
              <a:gd name="connsiteX2" fmla="*/ 2672863 w 2672863"/>
              <a:gd name="connsiteY2" fmla="*/ 279248 h 1371600"/>
              <a:gd name="connsiteX3" fmla="*/ 2672863 w 2672863"/>
              <a:gd name="connsiteY3" fmla="*/ 1371600 h 1371600"/>
              <a:gd name="connsiteX4" fmla="*/ 0 w 2672863"/>
              <a:gd name="connsiteY4" fmla="*/ 1371600 h 1371600"/>
              <a:gd name="connsiteX5" fmla="*/ 33268 w 2672863"/>
              <a:gd name="connsiteY5" fmla="*/ 1242216 h 1371600"/>
              <a:gd name="connsiteX6" fmla="*/ 1721734 w 2672863"/>
              <a:gd name="connsiteY6" fmla="*/ 0 h 13716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672863" h="1371600">
                <a:moveTo>
                  <a:pt x="1721734" y="0"/>
                </a:moveTo>
                <a:cubicBezTo>
                  <a:pt x="2026863" y="0"/>
                  <a:pt x="2313937" y="77299"/>
                  <a:pt x="2564444" y="213382"/>
                </a:cubicBezTo>
                <a:lnTo>
                  <a:pt x="2672863" y="279248"/>
                </a:lnTo>
                <a:lnTo>
                  <a:pt x="2672863" y="1371600"/>
                </a:lnTo>
                <a:lnTo>
                  <a:pt x="0" y="1371600"/>
                </a:lnTo>
                <a:lnTo>
                  <a:pt x="33268" y="1242216"/>
                </a:lnTo>
                <a:cubicBezTo>
                  <a:pt x="257110" y="522539"/>
                  <a:pt x="928399" y="0"/>
                  <a:pt x="1721734" y="0"/>
                </a:cubicBezTo>
                <a:close/>
              </a:path>
            </a:pathLst>
          </a:cu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pic>
        <p:nvPicPr>
          <p:cNvPr id="7" name="Graphic 6" descr="Kontrol listesi">
            <a:extLst>
              <a:ext uri="{FF2B5EF4-FFF2-40B4-BE49-F238E27FC236}">
                <a16:creationId xmlns:a16="http://schemas.microsoft.com/office/drawing/2014/main" id="{1D58DF95-CDA7-6721-2D6E-84FC979DDE8C}"/>
              </a:ext>
            </a:extLst>
          </p:cNvPr>
          <p:cNvPicPr>
            <a:picLocks noChangeAspect="1"/>
          </p:cNvPicPr>
          <p:nvPr/>
        </p:nvPicPr>
        <p:blipFill>
          <a:blip r:embed="rId4">
            <a:extLst>
              <a:ext uri="{28A0092B-C50C-407E-A947-70E740481C1C}">
                <a14:useLocalDpi xmlns:a14="http://schemas.microsoft.com/office/drawing/2010/main"/>
              </a:ext>
              <a:ext uri="{96DAC541-7B7A-43D3-8B79-37D633B846F1}">
                <asvg:svgBlip xmlns:asvg="http://schemas.microsoft.com/office/drawing/2016/SVG/main" r:embed="rId5"/>
              </a:ext>
            </a:extLst>
          </a:blip>
          <a:stretch>
            <a:fillRect/>
          </a:stretch>
        </p:blipFill>
        <p:spPr>
          <a:xfrm>
            <a:off x="703182" y="955437"/>
            <a:ext cx="4777381" cy="4777381"/>
          </a:xfrm>
          <a:custGeom>
            <a:avLst/>
            <a:gdLst/>
            <a:ahLst/>
            <a:cxnLst/>
            <a:rect l="l" t="t" r="r" b="b"/>
            <a:pathLst>
              <a:path w="4777381" h="5643794">
                <a:moveTo>
                  <a:pt x="143704" y="0"/>
                </a:moveTo>
                <a:lnTo>
                  <a:pt x="4633677" y="0"/>
                </a:lnTo>
                <a:cubicBezTo>
                  <a:pt x="4713043" y="0"/>
                  <a:pt x="4777381" y="64338"/>
                  <a:pt x="4777381" y="143704"/>
                </a:cubicBezTo>
                <a:lnTo>
                  <a:pt x="4777381" y="5500090"/>
                </a:lnTo>
                <a:cubicBezTo>
                  <a:pt x="4777381" y="5579456"/>
                  <a:pt x="4713043" y="5643794"/>
                  <a:pt x="4633677" y="5643794"/>
                </a:cubicBezTo>
                <a:lnTo>
                  <a:pt x="143704" y="5643794"/>
                </a:lnTo>
                <a:cubicBezTo>
                  <a:pt x="64338" y="5643794"/>
                  <a:pt x="0" y="5579456"/>
                  <a:pt x="0" y="5500090"/>
                </a:cubicBezTo>
                <a:lnTo>
                  <a:pt x="0" y="143704"/>
                </a:lnTo>
                <a:cubicBezTo>
                  <a:pt x="0" y="64338"/>
                  <a:pt x="64338" y="0"/>
                  <a:pt x="143704" y="0"/>
                </a:cubicBezTo>
                <a:close/>
              </a:path>
            </a:pathLst>
          </a:custGeom>
        </p:spPr>
      </p:pic>
      <p:sp>
        <p:nvSpPr>
          <p:cNvPr id="3" name="İçerik Yer Tutucusu 2">
            <a:extLst>
              <a:ext uri="{FF2B5EF4-FFF2-40B4-BE49-F238E27FC236}">
                <a16:creationId xmlns:a16="http://schemas.microsoft.com/office/drawing/2014/main" id="{2C621F1E-3D0B-4DBD-0FE7-1A55754C4CB8}"/>
              </a:ext>
            </a:extLst>
          </p:cNvPr>
          <p:cNvSpPr>
            <a:spLocks noGrp="1"/>
          </p:cNvSpPr>
          <p:nvPr>
            <p:ph idx="1"/>
          </p:nvPr>
        </p:nvSpPr>
        <p:spPr>
          <a:xfrm>
            <a:off x="5191932" y="1399582"/>
            <a:ext cx="6161868" cy="4777381"/>
          </a:xfrm>
        </p:spPr>
        <p:txBody>
          <a:bodyPr>
            <a:normAutofit lnSpcReduction="10000"/>
          </a:bodyPr>
          <a:lstStyle/>
          <a:p>
            <a:pPr marL="0" indent="0" algn="just">
              <a:buNone/>
            </a:pPr>
            <a:r>
              <a:rPr lang="tr-TR" sz="2400" dirty="0">
                <a:effectLst/>
                <a:latin typeface="TimesNewRomanPSMT"/>
              </a:rPr>
              <a:t>Düzeltici bir fonksiyon olan denetimin temel amacı işletmenin planlarının gerçekleşmesidir. Kontrol sistemi planı etkilediği gibi plan da denetimi etkiler. Kontrolün gerçekleşebilmesi için önceden saptanmış̧ amacın, planın, bir politikanın varlığı gereklidir. Bunlardan sonra faaliyetin sonuçları alınır, diğer bir ifadeyle iş başarısı ölçülür. Mevcut iş </a:t>
            </a:r>
            <a:r>
              <a:rPr lang="tr-TR" sz="2400" dirty="0" err="1">
                <a:effectLst/>
                <a:latin typeface="TimesNewRomanPSMT"/>
              </a:rPr>
              <a:t>başarısı</a:t>
            </a:r>
            <a:r>
              <a:rPr lang="tr-TR" sz="2400" dirty="0">
                <a:effectLst/>
                <a:latin typeface="TimesNewRomanPSMT"/>
              </a:rPr>
              <a:t> ile planda saptanan standartlar karşılaştırılır ve sonucunda düzeltici tedbirler alınır (</a:t>
            </a:r>
            <a:r>
              <a:rPr lang="tr-TR" sz="2400" dirty="0" err="1">
                <a:effectLst/>
                <a:latin typeface="TimesNewRomanPSMT"/>
              </a:rPr>
              <a:t>Özalp</a:t>
            </a:r>
            <a:r>
              <a:rPr lang="tr-TR" sz="2400" dirty="0">
                <a:effectLst/>
                <a:latin typeface="TimesNewRomanPSMT"/>
              </a:rPr>
              <a:t>, 2010: 292). </a:t>
            </a:r>
            <a:endParaRPr lang="tr-TR" sz="2400" dirty="0">
              <a:effectLst/>
            </a:endParaRPr>
          </a:p>
          <a:p>
            <a:pPr marL="0" indent="0" algn="just">
              <a:buNone/>
            </a:pPr>
            <a:r>
              <a:rPr lang="tr-TR" sz="2400" dirty="0">
                <a:effectLst/>
                <a:latin typeface="TimesNewRomanPSMT"/>
              </a:rPr>
              <a:t>O halde kontrolü̈ söyle tanımlamak mümkündür: “Kontrol (denetim), arzulanan amaçlara ulaşılıp ulaşılmadığını veya hangi ölçüde </a:t>
            </a:r>
            <a:r>
              <a:rPr lang="tr-TR" sz="2400" dirty="0" err="1">
                <a:effectLst/>
                <a:latin typeface="TimesNewRomanPSMT"/>
              </a:rPr>
              <a:t>ulaşıldığını</a:t>
            </a:r>
            <a:r>
              <a:rPr lang="tr-TR" sz="2400" dirty="0">
                <a:effectLst/>
                <a:latin typeface="TimesNewRomanPSMT"/>
              </a:rPr>
              <a:t> </a:t>
            </a:r>
            <a:r>
              <a:rPr lang="tr-TR" sz="2400" dirty="0" err="1">
                <a:effectLst/>
                <a:latin typeface="TimesNewRomanPSMT"/>
              </a:rPr>
              <a:t>araştırmak</a:t>
            </a:r>
            <a:r>
              <a:rPr lang="tr-TR" sz="2400" dirty="0">
                <a:effectLst/>
                <a:latin typeface="TimesNewRomanPSMT"/>
              </a:rPr>
              <a:t>, </a:t>
            </a:r>
            <a:r>
              <a:rPr lang="tr-TR" sz="2400" dirty="0" err="1">
                <a:effectLst/>
                <a:latin typeface="TimesNewRomanPSMT"/>
              </a:rPr>
              <a:t>gerektiğinde</a:t>
            </a:r>
            <a:r>
              <a:rPr lang="tr-TR" sz="2400" dirty="0">
                <a:effectLst/>
                <a:latin typeface="TimesNewRomanPSMT"/>
              </a:rPr>
              <a:t> </a:t>
            </a:r>
            <a:r>
              <a:rPr lang="tr-TR" sz="2400" dirty="0" err="1">
                <a:effectLst/>
                <a:latin typeface="TimesNewRomanPSMT"/>
              </a:rPr>
              <a:t>düzeltici</a:t>
            </a:r>
            <a:r>
              <a:rPr lang="tr-TR" sz="2400" dirty="0">
                <a:effectLst/>
                <a:latin typeface="TimesNewRomanPSMT"/>
              </a:rPr>
              <a:t> tedbirler almaktır”. </a:t>
            </a:r>
            <a:endParaRPr lang="tr-TR" sz="2400" dirty="0"/>
          </a:p>
          <a:p>
            <a:pPr marL="0" indent="0">
              <a:buNone/>
            </a:pPr>
            <a:endParaRPr lang="tr-TR" sz="1900" dirty="0"/>
          </a:p>
        </p:txBody>
      </p:sp>
    </p:spTree>
    <p:extLst>
      <p:ext uri="{BB962C8B-B14F-4D97-AF65-F5344CB8AC3E}">
        <p14:creationId xmlns:p14="http://schemas.microsoft.com/office/powerpoint/2010/main" val="250259855"/>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bg>
      <p:bgPr>
        <a:blipFill dpi="0" rotWithShape="1">
          <a:blip r:embed="rId3" cstate="screen">
            <a:alphaModFix amt="16000"/>
            <a:lum/>
            <a:extLst>
              <a:ext uri="{28A0092B-C50C-407E-A947-70E740481C1C}">
                <a14:useLocalDpi xmlns:a14="http://schemas.microsoft.com/office/drawing/2010/main"/>
              </a:ext>
            </a:extLst>
          </a:blip>
          <a:srcRect/>
          <a:stretch>
            <a:fillRect/>
          </a:stretch>
        </a:blip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907EF6B7-1338-4443-8C46-6A318D952DF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0" name="Freeform: Shape 9">
            <a:extLst>
              <a:ext uri="{FF2B5EF4-FFF2-40B4-BE49-F238E27FC236}">
                <a16:creationId xmlns:a16="http://schemas.microsoft.com/office/drawing/2014/main" id="{DAAE4CDD-124C-4DCF-9584-B6033B545DD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4167271" cy="6858000"/>
          </a:xfrm>
          <a:custGeom>
            <a:avLst/>
            <a:gdLst>
              <a:gd name="connsiteX0" fmla="*/ 0 w 4167271"/>
              <a:gd name="connsiteY0" fmla="*/ 0 h 6858000"/>
              <a:gd name="connsiteX1" fmla="*/ 2259550 w 4167271"/>
              <a:gd name="connsiteY1" fmla="*/ 0 h 6858000"/>
              <a:gd name="connsiteX2" fmla="*/ 2387803 w 4167271"/>
              <a:gd name="connsiteY2" fmla="*/ 82222 h 6858000"/>
              <a:gd name="connsiteX3" fmla="*/ 4167271 w 4167271"/>
              <a:gd name="connsiteY3" fmla="*/ 3429000 h 6858000"/>
              <a:gd name="connsiteX4" fmla="*/ 2387803 w 4167271"/>
              <a:gd name="connsiteY4" fmla="*/ 6775779 h 6858000"/>
              <a:gd name="connsiteX5" fmla="*/ 2259550 w 4167271"/>
              <a:gd name="connsiteY5" fmla="*/ 6858000 h 6858000"/>
              <a:gd name="connsiteX6" fmla="*/ 0 w 4167271"/>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167271" h="6858000">
                <a:moveTo>
                  <a:pt x="0" y="0"/>
                </a:moveTo>
                <a:lnTo>
                  <a:pt x="2259550" y="0"/>
                </a:lnTo>
                <a:lnTo>
                  <a:pt x="2387803" y="82222"/>
                </a:lnTo>
                <a:cubicBezTo>
                  <a:pt x="3461407" y="807534"/>
                  <a:pt x="4167271" y="2035835"/>
                  <a:pt x="4167271" y="3429000"/>
                </a:cubicBezTo>
                <a:cubicBezTo>
                  <a:pt x="4167271" y="4822165"/>
                  <a:pt x="3461407" y="6050467"/>
                  <a:pt x="2387803" y="6775779"/>
                </a:cubicBezTo>
                <a:lnTo>
                  <a:pt x="2259550" y="6858000"/>
                </a:lnTo>
                <a:lnTo>
                  <a:pt x="0" y="685800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Başlık 1">
            <a:extLst>
              <a:ext uri="{FF2B5EF4-FFF2-40B4-BE49-F238E27FC236}">
                <a16:creationId xmlns:a16="http://schemas.microsoft.com/office/drawing/2014/main" id="{8BBB77B6-CF64-2690-A4DD-E8FD03527071}"/>
              </a:ext>
            </a:extLst>
          </p:cNvPr>
          <p:cNvSpPr>
            <a:spLocks noGrp="1"/>
          </p:cNvSpPr>
          <p:nvPr>
            <p:ph type="title"/>
          </p:nvPr>
        </p:nvSpPr>
        <p:spPr>
          <a:xfrm>
            <a:off x="686834" y="1153572"/>
            <a:ext cx="3200400" cy="4461163"/>
          </a:xfrm>
        </p:spPr>
        <p:txBody>
          <a:bodyPr>
            <a:normAutofit/>
          </a:bodyPr>
          <a:lstStyle/>
          <a:p>
            <a:r>
              <a:rPr lang="tr-TR">
                <a:solidFill>
                  <a:srgbClr val="FFFFFF"/>
                </a:solidFill>
              </a:rPr>
              <a:t>KONTROL</a:t>
            </a:r>
          </a:p>
        </p:txBody>
      </p:sp>
      <p:sp>
        <p:nvSpPr>
          <p:cNvPr id="3" name="İçerik Yer Tutucusu 2">
            <a:extLst>
              <a:ext uri="{FF2B5EF4-FFF2-40B4-BE49-F238E27FC236}">
                <a16:creationId xmlns:a16="http://schemas.microsoft.com/office/drawing/2014/main" id="{2C621F1E-3D0B-4DBD-0FE7-1A55754C4CB8}"/>
              </a:ext>
            </a:extLst>
          </p:cNvPr>
          <p:cNvSpPr>
            <a:spLocks noGrp="1"/>
          </p:cNvSpPr>
          <p:nvPr>
            <p:ph idx="1"/>
          </p:nvPr>
        </p:nvSpPr>
        <p:spPr>
          <a:xfrm>
            <a:off x="4447308" y="591344"/>
            <a:ext cx="6906491" cy="5585619"/>
          </a:xfrm>
        </p:spPr>
        <p:txBody>
          <a:bodyPr anchor="ctr">
            <a:normAutofit/>
          </a:bodyPr>
          <a:lstStyle/>
          <a:p>
            <a:pPr marL="0" indent="0">
              <a:buNone/>
            </a:pPr>
            <a:r>
              <a:rPr lang="tr-TR" err="1">
                <a:effectLst/>
                <a:latin typeface="TimesNewRomanPSMT"/>
              </a:rPr>
              <a:t>Kontrolün</a:t>
            </a:r>
            <a:r>
              <a:rPr lang="tr-TR">
                <a:effectLst/>
                <a:latin typeface="TimesNewRomanPSMT"/>
              </a:rPr>
              <a:t> </a:t>
            </a:r>
            <a:r>
              <a:rPr lang="tr-TR" err="1">
                <a:effectLst/>
                <a:latin typeface="TimesNewRomanPSMT"/>
              </a:rPr>
              <a:t>özellikleri</a:t>
            </a:r>
            <a:r>
              <a:rPr lang="tr-TR">
                <a:effectLst/>
                <a:latin typeface="TimesNewRomanPSMT"/>
              </a:rPr>
              <a:t> </a:t>
            </a:r>
            <a:r>
              <a:rPr lang="tr-TR" err="1">
                <a:effectLst/>
                <a:latin typeface="TimesNewRomanPSMT"/>
              </a:rPr>
              <a:t>şu</a:t>
            </a:r>
            <a:r>
              <a:rPr lang="tr-TR">
                <a:effectLst/>
                <a:latin typeface="TimesNewRomanPSMT"/>
              </a:rPr>
              <a:t> </a:t>
            </a:r>
            <a:r>
              <a:rPr lang="tr-TR" err="1">
                <a:effectLst/>
                <a:latin typeface="TimesNewRomanPSMT"/>
              </a:rPr>
              <a:t>şekilde</a:t>
            </a:r>
            <a:r>
              <a:rPr lang="tr-TR">
                <a:effectLst/>
                <a:latin typeface="TimesNewRomanPSMT"/>
              </a:rPr>
              <a:t> sıralanabilir (Saruhan ve Yıldız, 2009: 271) </a:t>
            </a:r>
            <a:endParaRPr lang="tr-TR">
              <a:effectLst/>
            </a:endParaRPr>
          </a:p>
          <a:p>
            <a:pPr marL="742950" lvl="1" indent="-285750">
              <a:buFont typeface="Arial" panose="020B0604020202020204" pitchFamily="34" charset="0"/>
              <a:buChar char="•"/>
            </a:pPr>
            <a:r>
              <a:rPr lang="tr-TR">
                <a:effectLst/>
                <a:latin typeface="TimesNewRomanPSMT"/>
              </a:rPr>
              <a:t>Kontrol amaca ve planlara dayanmalıdır. Burada kontrol edilen unsur, </a:t>
            </a:r>
            <a:r>
              <a:rPr lang="tr-TR" err="1">
                <a:effectLst/>
                <a:latin typeface="TimesNewRomanPSMT"/>
              </a:rPr>
              <a:t>işletme</a:t>
            </a:r>
            <a:r>
              <a:rPr lang="tr-TR">
                <a:effectLst/>
                <a:latin typeface="TimesNewRomanPSMT"/>
              </a:rPr>
              <a:t> </a:t>
            </a:r>
            <a:r>
              <a:rPr lang="tr-TR" err="1">
                <a:effectLst/>
                <a:latin typeface="TimesNewRomanPSMT"/>
              </a:rPr>
              <a:t>amaçlarını</a:t>
            </a:r>
            <a:r>
              <a:rPr lang="tr-TR">
                <a:effectLst/>
                <a:latin typeface="TimesNewRomanPSMT"/>
              </a:rPr>
              <a:t> </a:t>
            </a:r>
            <a:r>
              <a:rPr lang="tr-TR" err="1">
                <a:effectLst/>
                <a:latin typeface="TimesNewRomanPSMT"/>
              </a:rPr>
              <a:t>gerçekleştirmek</a:t>
            </a:r>
            <a:r>
              <a:rPr lang="tr-TR">
                <a:effectLst/>
                <a:latin typeface="TimesNewRomanPSMT"/>
              </a:rPr>
              <a:t> </a:t>
            </a:r>
            <a:r>
              <a:rPr lang="tr-TR" err="1">
                <a:effectLst/>
                <a:latin typeface="TimesNewRomanPSMT"/>
              </a:rPr>
              <a:t>için</a:t>
            </a:r>
            <a:r>
              <a:rPr lang="tr-TR">
                <a:effectLst/>
                <a:latin typeface="TimesNewRomanPSMT"/>
              </a:rPr>
              <a:t> yapılan planlara ne kadar uyulup </a:t>
            </a:r>
            <a:r>
              <a:rPr lang="tr-TR" err="1">
                <a:effectLst/>
                <a:latin typeface="TimesNewRomanPSMT"/>
              </a:rPr>
              <a:t>uyulmadığıdır</a:t>
            </a:r>
            <a:r>
              <a:rPr lang="tr-TR">
                <a:effectLst/>
                <a:latin typeface="TimesNewRomanPSMT"/>
              </a:rPr>
              <a:t>. </a:t>
            </a:r>
            <a:endParaRPr lang="tr-TR">
              <a:effectLst/>
              <a:latin typeface="Symbol" pitchFamily="2" charset="2"/>
            </a:endParaRPr>
          </a:p>
          <a:p>
            <a:pPr marL="742950" lvl="1" indent="-285750">
              <a:buFont typeface="Arial" panose="020B0604020202020204" pitchFamily="34" charset="0"/>
              <a:buChar char="•"/>
            </a:pPr>
            <a:r>
              <a:rPr lang="tr-TR">
                <a:effectLst/>
                <a:latin typeface="TimesNewRomanPSMT"/>
              </a:rPr>
              <a:t>Kontrol mekanizmaları, </a:t>
            </a:r>
            <a:r>
              <a:rPr lang="tr-TR" err="1">
                <a:effectLst/>
                <a:latin typeface="TimesNewRomanPSMT"/>
              </a:rPr>
              <a:t>işletmeye</a:t>
            </a:r>
            <a:r>
              <a:rPr lang="tr-TR">
                <a:effectLst/>
                <a:latin typeface="TimesNewRomanPSMT"/>
              </a:rPr>
              <a:t> ve kontrol edilen faaliyetlerin </a:t>
            </a:r>
            <a:r>
              <a:rPr lang="tr-TR" err="1">
                <a:effectLst/>
                <a:latin typeface="TimesNewRomanPSMT"/>
              </a:rPr>
              <a:t>ihtiyaçlarına</a:t>
            </a:r>
            <a:r>
              <a:rPr lang="tr-TR">
                <a:effectLst/>
                <a:latin typeface="TimesNewRomanPSMT"/>
              </a:rPr>
              <a:t> </a:t>
            </a:r>
            <a:r>
              <a:rPr lang="tr-TR" err="1">
                <a:effectLst/>
                <a:latin typeface="TimesNewRomanPSMT"/>
              </a:rPr>
              <a:t>bağlı</a:t>
            </a:r>
            <a:r>
              <a:rPr lang="tr-TR">
                <a:effectLst/>
                <a:latin typeface="TimesNewRomanPSMT"/>
              </a:rPr>
              <a:t> olarak </a:t>
            </a:r>
            <a:r>
              <a:rPr lang="tr-TR" err="1">
                <a:effectLst/>
                <a:latin typeface="TimesNewRomanPSMT"/>
              </a:rPr>
              <a:t>geliştirilmiştir</a:t>
            </a:r>
            <a:r>
              <a:rPr lang="tr-TR">
                <a:effectLst/>
                <a:latin typeface="TimesNewRomanPSMT"/>
              </a:rPr>
              <a:t>. </a:t>
            </a:r>
            <a:endParaRPr lang="tr-TR">
              <a:effectLst/>
              <a:latin typeface="Symbol" pitchFamily="2" charset="2"/>
            </a:endParaRPr>
          </a:p>
          <a:p>
            <a:pPr marL="742950" lvl="1" indent="-285750">
              <a:buFont typeface="Arial" panose="020B0604020202020204" pitchFamily="34" charset="0"/>
              <a:buChar char="•"/>
            </a:pPr>
            <a:r>
              <a:rPr lang="tr-TR">
                <a:effectLst/>
                <a:latin typeface="TimesNewRomanPSMT"/>
              </a:rPr>
              <a:t>Kontrol </a:t>
            </a:r>
            <a:r>
              <a:rPr lang="tr-TR" err="1">
                <a:effectLst/>
                <a:latin typeface="TimesNewRomanPSMT"/>
              </a:rPr>
              <a:t>yöntemleri</a:t>
            </a:r>
            <a:r>
              <a:rPr lang="tr-TR">
                <a:effectLst/>
                <a:latin typeface="TimesNewRomanPSMT"/>
              </a:rPr>
              <a:t> esnek olmalıdır. </a:t>
            </a:r>
            <a:endParaRPr lang="tr-TR">
              <a:effectLst/>
              <a:latin typeface="Symbol" pitchFamily="2" charset="2"/>
            </a:endParaRPr>
          </a:p>
          <a:p>
            <a:pPr marL="742950" lvl="1" indent="-285750">
              <a:buFont typeface="Arial" panose="020B0604020202020204" pitchFamily="34" charset="0"/>
              <a:buChar char="•"/>
            </a:pPr>
            <a:r>
              <a:rPr lang="tr-TR">
                <a:effectLst/>
                <a:latin typeface="TimesNewRomanPSMT"/>
              </a:rPr>
              <a:t>Kontrol, tarafsız, uygun maliyetli, kapsayıcı olmalı ve amaca hizmet etmelidir. </a:t>
            </a:r>
            <a:endParaRPr lang="tr-TR">
              <a:effectLst/>
              <a:latin typeface="Symbol" pitchFamily="2" charset="2"/>
            </a:endParaRPr>
          </a:p>
          <a:p>
            <a:pPr marL="742950" lvl="1" indent="-285750">
              <a:buFont typeface="Arial" panose="020B0604020202020204" pitchFamily="34" charset="0"/>
              <a:buChar char="•"/>
            </a:pPr>
            <a:r>
              <a:rPr lang="tr-TR">
                <a:effectLst/>
                <a:latin typeface="TimesNewRomanPSMT"/>
              </a:rPr>
              <a:t>Kontrol </a:t>
            </a:r>
            <a:r>
              <a:rPr lang="tr-TR" err="1">
                <a:effectLst/>
                <a:latin typeface="TimesNewRomanPSMT"/>
              </a:rPr>
              <a:t>sürecinin</a:t>
            </a:r>
            <a:r>
              <a:rPr lang="tr-TR">
                <a:effectLst/>
                <a:latin typeface="TimesNewRomanPSMT"/>
              </a:rPr>
              <a:t> sonucunda </a:t>
            </a:r>
            <a:r>
              <a:rPr lang="tr-TR" err="1">
                <a:effectLst/>
                <a:latin typeface="TimesNewRomanPSMT"/>
              </a:rPr>
              <a:t>düzeltici</a:t>
            </a:r>
            <a:r>
              <a:rPr lang="tr-TR">
                <a:effectLst/>
                <a:latin typeface="TimesNewRomanPSMT"/>
              </a:rPr>
              <a:t> </a:t>
            </a:r>
            <a:r>
              <a:rPr lang="tr-TR" err="1">
                <a:effectLst/>
                <a:latin typeface="TimesNewRomanPSMT"/>
              </a:rPr>
              <a:t>önlemler</a:t>
            </a:r>
            <a:r>
              <a:rPr lang="tr-TR">
                <a:effectLst/>
                <a:latin typeface="TimesNewRomanPSMT"/>
              </a:rPr>
              <a:t> alınmalıdır. Hatalar ve hataların nedeni tespit edilmelidir. </a:t>
            </a:r>
            <a:endParaRPr lang="tr-TR">
              <a:effectLst/>
              <a:latin typeface="Symbol" pitchFamily="2" charset="2"/>
            </a:endParaRPr>
          </a:p>
          <a:p>
            <a:pPr marL="0" indent="0">
              <a:buNone/>
            </a:pPr>
            <a:endParaRPr lang="tr-TR" dirty="0"/>
          </a:p>
        </p:txBody>
      </p:sp>
      <p:sp>
        <p:nvSpPr>
          <p:cNvPr id="12" name="Arc 11">
            <a:extLst>
              <a:ext uri="{FF2B5EF4-FFF2-40B4-BE49-F238E27FC236}">
                <a16:creationId xmlns:a16="http://schemas.microsoft.com/office/drawing/2014/main" id="{081E4A58-353D-44AE-B2FC-2A74E2E400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7550402" y="2455479"/>
            <a:ext cx="4083433" cy="4083433"/>
          </a:xfrm>
          <a:prstGeom prst="arc">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927486268"/>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bg>
      <p:bgPr>
        <a:blipFill dpi="0" rotWithShape="1">
          <a:blip r:embed="rId3" cstate="screen">
            <a:alphaModFix amt="16000"/>
            <a:lum/>
            <a:extLst>
              <a:ext uri="{28A0092B-C50C-407E-A947-70E740481C1C}">
                <a14:useLocalDpi xmlns:a14="http://schemas.microsoft.com/office/drawing/2010/main"/>
              </a:ext>
            </a:extLst>
          </a:blip>
          <a:srcRect/>
          <a:stretch>
            <a:fillRect/>
          </a:stretch>
        </a:blip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907EF6B7-1338-4443-8C46-6A318D952DF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0" name="Freeform: Shape 9">
            <a:extLst>
              <a:ext uri="{FF2B5EF4-FFF2-40B4-BE49-F238E27FC236}">
                <a16:creationId xmlns:a16="http://schemas.microsoft.com/office/drawing/2014/main" id="{DAAE4CDD-124C-4DCF-9584-B6033B545DD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4167271" cy="6858000"/>
          </a:xfrm>
          <a:custGeom>
            <a:avLst/>
            <a:gdLst>
              <a:gd name="connsiteX0" fmla="*/ 0 w 4167271"/>
              <a:gd name="connsiteY0" fmla="*/ 0 h 6858000"/>
              <a:gd name="connsiteX1" fmla="*/ 2259550 w 4167271"/>
              <a:gd name="connsiteY1" fmla="*/ 0 h 6858000"/>
              <a:gd name="connsiteX2" fmla="*/ 2387803 w 4167271"/>
              <a:gd name="connsiteY2" fmla="*/ 82222 h 6858000"/>
              <a:gd name="connsiteX3" fmla="*/ 4167271 w 4167271"/>
              <a:gd name="connsiteY3" fmla="*/ 3429000 h 6858000"/>
              <a:gd name="connsiteX4" fmla="*/ 2387803 w 4167271"/>
              <a:gd name="connsiteY4" fmla="*/ 6775779 h 6858000"/>
              <a:gd name="connsiteX5" fmla="*/ 2259550 w 4167271"/>
              <a:gd name="connsiteY5" fmla="*/ 6858000 h 6858000"/>
              <a:gd name="connsiteX6" fmla="*/ 0 w 4167271"/>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167271" h="6858000">
                <a:moveTo>
                  <a:pt x="0" y="0"/>
                </a:moveTo>
                <a:lnTo>
                  <a:pt x="2259550" y="0"/>
                </a:lnTo>
                <a:lnTo>
                  <a:pt x="2387803" y="82222"/>
                </a:lnTo>
                <a:cubicBezTo>
                  <a:pt x="3461407" y="807534"/>
                  <a:pt x="4167271" y="2035835"/>
                  <a:pt x="4167271" y="3429000"/>
                </a:cubicBezTo>
                <a:cubicBezTo>
                  <a:pt x="4167271" y="4822165"/>
                  <a:pt x="3461407" y="6050467"/>
                  <a:pt x="2387803" y="6775779"/>
                </a:cubicBezTo>
                <a:lnTo>
                  <a:pt x="2259550" y="6858000"/>
                </a:lnTo>
                <a:lnTo>
                  <a:pt x="0" y="685800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Başlık 1">
            <a:extLst>
              <a:ext uri="{FF2B5EF4-FFF2-40B4-BE49-F238E27FC236}">
                <a16:creationId xmlns:a16="http://schemas.microsoft.com/office/drawing/2014/main" id="{8BBB77B6-CF64-2690-A4DD-E8FD03527071}"/>
              </a:ext>
            </a:extLst>
          </p:cNvPr>
          <p:cNvSpPr>
            <a:spLocks noGrp="1"/>
          </p:cNvSpPr>
          <p:nvPr>
            <p:ph type="title"/>
          </p:nvPr>
        </p:nvSpPr>
        <p:spPr>
          <a:xfrm>
            <a:off x="686834" y="1153572"/>
            <a:ext cx="3200400" cy="4461163"/>
          </a:xfrm>
        </p:spPr>
        <p:txBody>
          <a:bodyPr>
            <a:normAutofit/>
          </a:bodyPr>
          <a:lstStyle/>
          <a:p>
            <a:r>
              <a:rPr lang="tr-TR">
                <a:solidFill>
                  <a:srgbClr val="FFFFFF"/>
                </a:solidFill>
              </a:rPr>
              <a:t>KONTROL</a:t>
            </a:r>
          </a:p>
        </p:txBody>
      </p:sp>
      <p:sp>
        <p:nvSpPr>
          <p:cNvPr id="3" name="İçerik Yer Tutucusu 2">
            <a:extLst>
              <a:ext uri="{FF2B5EF4-FFF2-40B4-BE49-F238E27FC236}">
                <a16:creationId xmlns:a16="http://schemas.microsoft.com/office/drawing/2014/main" id="{2C621F1E-3D0B-4DBD-0FE7-1A55754C4CB8}"/>
              </a:ext>
            </a:extLst>
          </p:cNvPr>
          <p:cNvSpPr>
            <a:spLocks noGrp="1"/>
          </p:cNvSpPr>
          <p:nvPr>
            <p:ph idx="1"/>
          </p:nvPr>
        </p:nvSpPr>
        <p:spPr>
          <a:xfrm>
            <a:off x="4447308" y="591344"/>
            <a:ext cx="6906491" cy="5585619"/>
          </a:xfrm>
        </p:spPr>
        <p:txBody>
          <a:bodyPr anchor="ctr">
            <a:normAutofit/>
          </a:bodyPr>
          <a:lstStyle/>
          <a:p>
            <a:pPr>
              <a:buFont typeface="+mj-lt"/>
              <a:buAutoNum type="arabicPeriod"/>
            </a:pPr>
            <a:r>
              <a:rPr lang="tr-TR" sz="2400" b="1" dirty="0">
                <a:effectLst/>
                <a:latin typeface="Arial" panose="020B0604020202020204" pitchFamily="34" charset="0"/>
              </a:rPr>
              <a:t>Kontrol </a:t>
            </a:r>
            <a:r>
              <a:rPr lang="tr-TR" sz="2400" b="1" dirty="0" err="1">
                <a:effectLst/>
                <a:latin typeface="Arial" panose="020B0604020202020204" pitchFamily="34" charset="0"/>
              </a:rPr>
              <a:t>Sürecinin</a:t>
            </a:r>
            <a:r>
              <a:rPr lang="tr-TR" sz="2400" b="1" dirty="0">
                <a:effectLst/>
                <a:latin typeface="Arial" panose="020B0604020202020204" pitchFamily="34" charset="0"/>
              </a:rPr>
              <a:t> Evreleri </a:t>
            </a:r>
            <a:endParaRPr lang="tr-TR" sz="2400" dirty="0">
              <a:effectLst/>
            </a:endParaRPr>
          </a:p>
          <a:p>
            <a:pPr marL="0" indent="0">
              <a:buNone/>
            </a:pPr>
            <a:r>
              <a:rPr lang="tr-TR" sz="2400" dirty="0">
                <a:effectLst/>
                <a:latin typeface="TimesNewRomanPSMT"/>
              </a:rPr>
              <a:t>Kontrol bir faaliyeti </a:t>
            </a:r>
            <a:r>
              <a:rPr lang="tr-TR" sz="2400" dirty="0" err="1">
                <a:effectLst/>
                <a:latin typeface="TimesNewRomanPSMT"/>
              </a:rPr>
              <a:t>önceden</a:t>
            </a:r>
            <a:r>
              <a:rPr lang="tr-TR" sz="2400" dirty="0">
                <a:effectLst/>
                <a:latin typeface="TimesNewRomanPSMT"/>
              </a:rPr>
              <a:t> </a:t>
            </a:r>
            <a:r>
              <a:rPr lang="tr-TR" sz="2400" dirty="0" err="1">
                <a:effectLst/>
                <a:latin typeface="TimesNewRomanPSMT"/>
              </a:rPr>
              <a:t>belirlenmis</a:t>
            </a:r>
            <a:r>
              <a:rPr lang="tr-TR" sz="2400" dirty="0">
                <a:effectLst/>
                <a:latin typeface="TimesNewRomanPSMT"/>
              </a:rPr>
              <a:t>̧ </a:t>
            </a:r>
            <a:r>
              <a:rPr lang="tr-TR" sz="2400" dirty="0" err="1">
                <a:effectLst/>
                <a:latin typeface="TimesNewRomanPSMT"/>
              </a:rPr>
              <a:t>amaçlara</a:t>
            </a:r>
            <a:r>
              <a:rPr lang="tr-TR" sz="2400" dirty="0">
                <a:effectLst/>
                <a:latin typeface="TimesNewRomanPSMT"/>
              </a:rPr>
              <a:t> </a:t>
            </a:r>
            <a:r>
              <a:rPr lang="tr-TR" sz="2400" dirty="0" err="1">
                <a:effectLst/>
                <a:latin typeface="TimesNewRomanPSMT"/>
              </a:rPr>
              <a:t>yöneltmede</a:t>
            </a:r>
            <a:r>
              <a:rPr lang="tr-TR" sz="2400" dirty="0">
                <a:effectLst/>
                <a:latin typeface="TimesNewRomanPSMT"/>
              </a:rPr>
              <a:t> bir yol </a:t>
            </a:r>
            <a:r>
              <a:rPr lang="tr-TR" sz="2400" dirty="0" err="1">
                <a:effectLst/>
                <a:latin typeface="TimesNewRomanPSMT"/>
              </a:rPr>
              <a:t>gösterici</a:t>
            </a:r>
            <a:r>
              <a:rPr lang="tr-TR" sz="2400" dirty="0">
                <a:effectLst/>
                <a:latin typeface="TimesNewRomanPSMT"/>
              </a:rPr>
              <a:t> </a:t>
            </a:r>
            <a:r>
              <a:rPr lang="tr-TR" sz="2400" dirty="0" err="1">
                <a:effectLst/>
                <a:latin typeface="TimesNewRomanPSMT"/>
              </a:rPr>
              <a:t>sürec</a:t>
            </a:r>
            <a:r>
              <a:rPr lang="tr-TR" sz="2400" dirty="0">
                <a:effectLst/>
                <a:latin typeface="TimesNewRomanPSMT"/>
              </a:rPr>
              <a:t>̧ olarak </a:t>
            </a:r>
            <a:r>
              <a:rPr lang="tr-TR" sz="2400" dirty="0" err="1">
                <a:effectLst/>
                <a:latin typeface="TimesNewRomanPSMT"/>
              </a:rPr>
              <a:t>tanımlanabildiğine</a:t>
            </a:r>
            <a:r>
              <a:rPr lang="tr-TR" sz="2400" dirty="0">
                <a:effectLst/>
                <a:latin typeface="TimesNewRomanPSMT"/>
              </a:rPr>
              <a:t> </a:t>
            </a:r>
            <a:r>
              <a:rPr lang="tr-TR" sz="2400" dirty="0" err="1">
                <a:effectLst/>
                <a:latin typeface="TimesNewRomanPSMT"/>
              </a:rPr>
              <a:t>göre</a:t>
            </a:r>
            <a:r>
              <a:rPr lang="tr-TR" sz="2400" dirty="0">
                <a:effectLst/>
                <a:latin typeface="TimesNewRomanPSMT"/>
              </a:rPr>
              <a:t>, bu </a:t>
            </a:r>
            <a:r>
              <a:rPr lang="tr-TR" sz="2400" dirty="0" err="1">
                <a:effectLst/>
                <a:latin typeface="TimesNewRomanPSMT"/>
              </a:rPr>
              <a:t>süreçle</a:t>
            </a:r>
            <a:r>
              <a:rPr lang="tr-TR" sz="2400" dirty="0">
                <a:effectLst/>
                <a:latin typeface="TimesNewRomanPSMT"/>
              </a:rPr>
              <a:t> ilgili olarak, </a:t>
            </a:r>
            <a:r>
              <a:rPr lang="tr-TR" sz="2400" dirty="0" err="1">
                <a:effectLst/>
                <a:latin typeface="TimesNewRomanPSMT"/>
              </a:rPr>
              <a:t>önceden</a:t>
            </a:r>
            <a:r>
              <a:rPr lang="tr-TR" sz="2400" dirty="0">
                <a:effectLst/>
                <a:latin typeface="TimesNewRomanPSMT"/>
              </a:rPr>
              <a:t> belirlenen standartlar, </a:t>
            </a:r>
            <a:r>
              <a:rPr lang="tr-TR" sz="2400" dirty="0" err="1">
                <a:effectLst/>
                <a:latin typeface="TimesNewRomanPSMT"/>
              </a:rPr>
              <a:t>gerçekleşen</a:t>
            </a:r>
            <a:r>
              <a:rPr lang="tr-TR" sz="2400" dirty="0">
                <a:effectLst/>
                <a:latin typeface="TimesNewRomanPSMT"/>
              </a:rPr>
              <a:t> durumla </a:t>
            </a:r>
            <a:r>
              <a:rPr lang="tr-TR" sz="2400" dirty="0" err="1">
                <a:effectLst/>
                <a:latin typeface="TimesNewRomanPSMT"/>
              </a:rPr>
              <a:t>karşılaştırılıp</a:t>
            </a:r>
            <a:r>
              <a:rPr lang="tr-TR" sz="2400" dirty="0">
                <a:effectLst/>
                <a:latin typeface="TimesNewRomanPSMT"/>
              </a:rPr>
              <a:t> gerekli </a:t>
            </a:r>
            <a:r>
              <a:rPr lang="tr-TR" sz="2400" dirty="0" err="1">
                <a:effectLst/>
                <a:latin typeface="TimesNewRomanPSMT"/>
              </a:rPr>
              <a:t>düzeltmeler</a:t>
            </a:r>
            <a:r>
              <a:rPr lang="tr-TR" sz="2400" dirty="0">
                <a:effectLst/>
                <a:latin typeface="TimesNewRomanPSMT"/>
              </a:rPr>
              <a:t> </a:t>
            </a:r>
            <a:r>
              <a:rPr lang="tr-TR" sz="2400" dirty="0" err="1">
                <a:effectLst/>
                <a:latin typeface="TimesNewRomanPSMT"/>
              </a:rPr>
              <a:t>sağlanır</a:t>
            </a:r>
            <a:r>
              <a:rPr lang="tr-TR" sz="2400" dirty="0">
                <a:effectLst/>
                <a:latin typeface="TimesNewRomanPSMT"/>
              </a:rPr>
              <a:t>. Kontrol evrelerini </a:t>
            </a:r>
            <a:r>
              <a:rPr lang="tr-TR" sz="2400" dirty="0" err="1">
                <a:effectLst/>
                <a:latin typeface="TimesNewRomanPSMT"/>
              </a:rPr>
              <a:t>şöyle</a:t>
            </a:r>
            <a:r>
              <a:rPr lang="tr-TR" sz="2400" dirty="0">
                <a:effectLst/>
                <a:latin typeface="TimesNewRomanPSMT"/>
              </a:rPr>
              <a:t> sıralayabiliriz (</a:t>
            </a:r>
            <a:r>
              <a:rPr lang="tr-TR" sz="2400" dirty="0" err="1">
                <a:effectLst/>
                <a:latin typeface="TimesNewRomanPSMT"/>
              </a:rPr>
              <a:t>Efil</a:t>
            </a:r>
            <a:r>
              <a:rPr lang="tr-TR" sz="2400" dirty="0">
                <a:effectLst/>
                <a:latin typeface="TimesNewRomanPSMT"/>
              </a:rPr>
              <a:t>, 1999: 149);</a:t>
            </a:r>
          </a:p>
          <a:p>
            <a:pPr marL="0" indent="0">
              <a:buNone/>
            </a:pPr>
            <a:r>
              <a:rPr lang="tr-TR" sz="2400" dirty="0">
                <a:effectLst/>
                <a:latin typeface="TimesNewRomanPSMT"/>
              </a:rPr>
              <a:t> </a:t>
            </a:r>
            <a:endParaRPr lang="tr-TR" sz="2400" dirty="0">
              <a:effectLst/>
            </a:endParaRPr>
          </a:p>
          <a:p>
            <a:pPr marL="914400" lvl="1" indent="-457200">
              <a:buFont typeface="+mj-lt"/>
              <a:buAutoNum type="alphaUcPeriod"/>
            </a:pPr>
            <a:r>
              <a:rPr lang="tr-TR" dirty="0">
                <a:effectLst/>
                <a:latin typeface="TimesNewRomanPSMT"/>
              </a:rPr>
              <a:t>Standartların belirlenmesi </a:t>
            </a:r>
          </a:p>
          <a:p>
            <a:pPr marL="914400" lvl="1" indent="-457200">
              <a:buFont typeface="+mj-lt"/>
              <a:buAutoNum type="alphaUcPeriod"/>
            </a:pPr>
            <a:r>
              <a:rPr lang="tr-TR" dirty="0">
                <a:effectLst/>
                <a:latin typeface="TimesNewRomanPSMT"/>
              </a:rPr>
              <a:t>Fiili durumun saptanması </a:t>
            </a:r>
          </a:p>
          <a:p>
            <a:pPr marL="914400" lvl="1" indent="-457200">
              <a:buFont typeface="+mj-lt"/>
              <a:buAutoNum type="alphaUcPeriod"/>
            </a:pPr>
            <a:r>
              <a:rPr lang="tr-TR" dirty="0">
                <a:effectLst/>
                <a:latin typeface="TimesNewRomanPSMT"/>
              </a:rPr>
              <a:t>Standartlarla fiili durumun </a:t>
            </a:r>
            <a:r>
              <a:rPr lang="tr-TR" dirty="0" err="1">
                <a:effectLst/>
                <a:latin typeface="TimesNewRomanPSMT"/>
              </a:rPr>
              <a:t>karşılaştırılıp</a:t>
            </a:r>
            <a:r>
              <a:rPr lang="tr-TR" dirty="0">
                <a:effectLst/>
                <a:latin typeface="TimesNewRomanPSMT"/>
              </a:rPr>
              <a:t> sapmaların belirlenmesi ve yorumu </a:t>
            </a:r>
          </a:p>
          <a:p>
            <a:pPr marL="914400" lvl="1" indent="-457200">
              <a:buFont typeface="+mj-lt"/>
              <a:buAutoNum type="alphaUcPeriod"/>
            </a:pPr>
            <a:r>
              <a:rPr lang="tr-TR" dirty="0">
                <a:effectLst/>
                <a:latin typeface="TimesNewRomanPSMT"/>
              </a:rPr>
              <a:t>Sapmaların nedenleriyle </a:t>
            </a:r>
            <a:r>
              <a:rPr lang="tr-TR" dirty="0" err="1">
                <a:effectLst/>
                <a:latin typeface="TimesNewRomanPSMT"/>
              </a:rPr>
              <a:t>düzeltici</a:t>
            </a:r>
            <a:r>
              <a:rPr lang="tr-TR" dirty="0">
                <a:effectLst/>
                <a:latin typeface="TimesNewRomanPSMT"/>
              </a:rPr>
              <a:t> tedbirlerin belirlenmesi </a:t>
            </a:r>
          </a:p>
          <a:p>
            <a:pPr marL="0" indent="0">
              <a:buNone/>
            </a:pPr>
            <a:endParaRPr lang="tr-TR" sz="1500" dirty="0"/>
          </a:p>
        </p:txBody>
      </p:sp>
      <p:sp>
        <p:nvSpPr>
          <p:cNvPr id="12" name="Arc 11">
            <a:extLst>
              <a:ext uri="{FF2B5EF4-FFF2-40B4-BE49-F238E27FC236}">
                <a16:creationId xmlns:a16="http://schemas.microsoft.com/office/drawing/2014/main" id="{081E4A58-353D-44AE-B2FC-2A74E2E400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7550402" y="2455479"/>
            <a:ext cx="4083433" cy="4083433"/>
          </a:xfrm>
          <a:prstGeom prst="arc">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713258402"/>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bg>
      <p:bgPr>
        <a:blipFill dpi="0" rotWithShape="1">
          <a:blip r:embed="rId3" cstate="screen">
            <a:alphaModFix amt="16000"/>
            <a:lum/>
            <a:extLst>
              <a:ext uri="{28A0092B-C50C-407E-A947-70E740481C1C}">
                <a14:useLocalDpi xmlns:a14="http://schemas.microsoft.com/office/drawing/2010/main"/>
              </a:ext>
            </a:extLst>
          </a:blip>
          <a:srcRect/>
          <a:stretch>
            <a:fillRect/>
          </a:stretch>
        </a:blip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907EF6B7-1338-4443-8C46-6A318D952DF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0" name="Freeform: Shape 9">
            <a:extLst>
              <a:ext uri="{FF2B5EF4-FFF2-40B4-BE49-F238E27FC236}">
                <a16:creationId xmlns:a16="http://schemas.microsoft.com/office/drawing/2014/main" id="{DAAE4CDD-124C-4DCF-9584-B6033B545DD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4167271" cy="6858000"/>
          </a:xfrm>
          <a:custGeom>
            <a:avLst/>
            <a:gdLst>
              <a:gd name="connsiteX0" fmla="*/ 0 w 4167271"/>
              <a:gd name="connsiteY0" fmla="*/ 0 h 6858000"/>
              <a:gd name="connsiteX1" fmla="*/ 2259550 w 4167271"/>
              <a:gd name="connsiteY1" fmla="*/ 0 h 6858000"/>
              <a:gd name="connsiteX2" fmla="*/ 2387803 w 4167271"/>
              <a:gd name="connsiteY2" fmla="*/ 82222 h 6858000"/>
              <a:gd name="connsiteX3" fmla="*/ 4167271 w 4167271"/>
              <a:gd name="connsiteY3" fmla="*/ 3429000 h 6858000"/>
              <a:gd name="connsiteX4" fmla="*/ 2387803 w 4167271"/>
              <a:gd name="connsiteY4" fmla="*/ 6775779 h 6858000"/>
              <a:gd name="connsiteX5" fmla="*/ 2259550 w 4167271"/>
              <a:gd name="connsiteY5" fmla="*/ 6858000 h 6858000"/>
              <a:gd name="connsiteX6" fmla="*/ 0 w 4167271"/>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167271" h="6858000">
                <a:moveTo>
                  <a:pt x="0" y="0"/>
                </a:moveTo>
                <a:lnTo>
                  <a:pt x="2259550" y="0"/>
                </a:lnTo>
                <a:lnTo>
                  <a:pt x="2387803" y="82222"/>
                </a:lnTo>
                <a:cubicBezTo>
                  <a:pt x="3461407" y="807534"/>
                  <a:pt x="4167271" y="2035835"/>
                  <a:pt x="4167271" y="3429000"/>
                </a:cubicBezTo>
                <a:cubicBezTo>
                  <a:pt x="4167271" y="4822165"/>
                  <a:pt x="3461407" y="6050467"/>
                  <a:pt x="2387803" y="6775779"/>
                </a:cubicBezTo>
                <a:lnTo>
                  <a:pt x="2259550" y="6858000"/>
                </a:lnTo>
                <a:lnTo>
                  <a:pt x="0" y="685800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Başlık 1">
            <a:extLst>
              <a:ext uri="{FF2B5EF4-FFF2-40B4-BE49-F238E27FC236}">
                <a16:creationId xmlns:a16="http://schemas.microsoft.com/office/drawing/2014/main" id="{8BBB77B6-CF64-2690-A4DD-E8FD03527071}"/>
              </a:ext>
            </a:extLst>
          </p:cNvPr>
          <p:cNvSpPr>
            <a:spLocks noGrp="1"/>
          </p:cNvSpPr>
          <p:nvPr>
            <p:ph type="title"/>
          </p:nvPr>
        </p:nvSpPr>
        <p:spPr>
          <a:xfrm>
            <a:off x="686834" y="1153572"/>
            <a:ext cx="3200400" cy="4461163"/>
          </a:xfrm>
        </p:spPr>
        <p:txBody>
          <a:bodyPr>
            <a:normAutofit/>
          </a:bodyPr>
          <a:lstStyle/>
          <a:p>
            <a:r>
              <a:rPr lang="tr-TR">
                <a:solidFill>
                  <a:srgbClr val="FFFFFF"/>
                </a:solidFill>
              </a:rPr>
              <a:t>KONTROL SÜRECİNİN EVRELERİ</a:t>
            </a:r>
          </a:p>
        </p:txBody>
      </p:sp>
      <p:sp>
        <p:nvSpPr>
          <p:cNvPr id="3" name="İçerik Yer Tutucusu 2">
            <a:extLst>
              <a:ext uri="{FF2B5EF4-FFF2-40B4-BE49-F238E27FC236}">
                <a16:creationId xmlns:a16="http://schemas.microsoft.com/office/drawing/2014/main" id="{2C621F1E-3D0B-4DBD-0FE7-1A55754C4CB8}"/>
              </a:ext>
            </a:extLst>
          </p:cNvPr>
          <p:cNvSpPr>
            <a:spLocks noGrp="1"/>
          </p:cNvSpPr>
          <p:nvPr>
            <p:ph idx="1"/>
          </p:nvPr>
        </p:nvSpPr>
        <p:spPr>
          <a:xfrm>
            <a:off x="4447308" y="591344"/>
            <a:ext cx="6906491" cy="5585619"/>
          </a:xfrm>
        </p:spPr>
        <p:txBody>
          <a:bodyPr anchor="ctr">
            <a:normAutofit/>
          </a:bodyPr>
          <a:lstStyle/>
          <a:p>
            <a:pPr marL="0" indent="0">
              <a:buNone/>
            </a:pPr>
            <a:r>
              <a:rPr lang="tr-TR" sz="2200" b="1" i="1" dirty="0">
                <a:effectLst/>
                <a:latin typeface="Arial" panose="020B0604020202020204" pitchFamily="34" charset="0"/>
              </a:rPr>
              <a:t>A) Standartların Belirlenmesi </a:t>
            </a:r>
            <a:endParaRPr lang="tr-TR" sz="2200" dirty="0"/>
          </a:p>
          <a:p>
            <a:r>
              <a:rPr lang="tr-TR" sz="2200" dirty="0">
                <a:effectLst/>
                <a:latin typeface="TimesNewRomanPSMT"/>
              </a:rPr>
              <a:t>Denetim fonksiyonunun yerine getirilmesinde, elde edilen </a:t>
            </a:r>
            <a:r>
              <a:rPr lang="tr-TR" sz="2200" dirty="0" err="1">
                <a:effectLst/>
                <a:latin typeface="TimesNewRomanPSMT"/>
              </a:rPr>
              <a:t>sonuçların</a:t>
            </a:r>
            <a:r>
              <a:rPr lang="tr-TR" sz="2200" dirty="0">
                <a:effectLst/>
                <a:latin typeface="TimesNewRomanPSMT"/>
              </a:rPr>
              <a:t> </a:t>
            </a:r>
            <a:r>
              <a:rPr lang="tr-TR" sz="2200" dirty="0" err="1">
                <a:effectLst/>
                <a:latin typeface="TimesNewRomanPSMT"/>
              </a:rPr>
              <a:t>başlangıçta</a:t>
            </a:r>
            <a:r>
              <a:rPr lang="tr-TR" sz="2200" dirty="0">
                <a:effectLst/>
                <a:latin typeface="TimesNewRomanPSMT"/>
              </a:rPr>
              <a:t> belirlenen </a:t>
            </a:r>
            <a:r>
              <a:rPr lang="tr-TR" sz="2200" dirty="0" err="1">
                <a:effectLst/>
                <a:latin typeface="TimesNewRomanPSMT"/>
              </a:rPr>
              <a:t>işletme</a:t>
            </a:r>
            <a:r>
              <a:rPr lang="tr-TR" sz="2200" dirty="0">
                <a:effectLst/>
                <a:latin typeface="TimesNewRomanPSMT"/>
              </a:rPr>
              <a:t> </a:t>
            </a:r>
            <a:r>
              <a:rPr lang="tr-TR" sz="2200" dirty="0" err="1">
                <a:effectLst/>
                <a:latin typeface="TimesNewRomanPSMT"/>
              </a:rPr>
              <a:t>amaçlarına</a:t>
            </a:r>
            <a:r>
              <a:rPr lang="tr-TR" sz="2200" dirty="0">
                <a:effectLst/>
                <a:latin typeface="TimesNewRomanPSMT"/>
              </a:rPr>
              <a:t> </a:t>
            </a:r>
            <a:r>
              <a:rPr lang="tr-TR" sz="2200" dirty="0" err="1">
                <a:effectLst/>
                <a:latin typeface="TimesNewRomanPSMT"/>
              </a:rPr>
              <a:t>uygunluğunu</a:t>
            </a:r>
            <a:r>
              <a:rPr lang="tr-TR" sz="2200" dirty="0">
                <a:effectLst/>
                <a:latin typeface="TimesNewRomanPSMT"/>
              </a:rPr>
              <a:t> ortaya koymak </a:t>
            </a:r>
            <a:r>
              <a:rPr lang="tr-TR" sz="2200" dirty="0" err="1">
                <a:effectLst/>
                <a:latin typeface="TimesNewRomanPSMT"/>
              </a:rPr>
              <a:t>için</a:t>
            </a:r>
            <a:r>
              <a:rPr lang="tr-TR" sz="2200" dirty="0">
                <a:effectLst/>
                <a:latin typeface="TimesNewRomanPSMT"/>
              </a:rPr>
              <a:t> bazı </a:t>
            </a:r>
            <a:r>
              <a:rPr lang="tr-TR" sz="2200" dirty="0" err="1">
                <a:effectLst/>
                <a:latin typeface="TimesNewRomanPSMT"/>
              </a:rPr>
              <a:t>ölçülere</a:t>
            </a:r>
            <a:r>
              <a:rPr lang="tr-TR" sz="2200" dirty="0">
                <a:effectLst/>
                <a:latin typeface="TimesNewRomanPSMT"/>
              </a:rPr>
              <a:t> </a:t>
            </a:r>
            <a:r>
              <a:rPr lang="tr-TR" sz="2200" dirty="0" err="1">
                <a:effectLst/>
                <a:latin typeface="TimesNewRomanPSMT"/>
              </a:rPr>
              <a:t>ihtiyac</a:t>
            </a:r>
            <a:r>
              <a:rPr lang="tr-TR" sz="2200" dirty="0">
                <a:effectLst/>
                <a:latin typeface="TimesNewRomanPSMT"/>
              </a:rPr>
              <a:t>̧ vardır. Bu </a:t>
            </a:r>
            <a:r>
              <a:rPr lang="tr-TR" sz="2200" dirty="0" err="1">
                <a:effectLst/>
                <a:latin typeface="TimesNewRomanPSMT"/>
              </a:rPr>
              <a:t>ölçütlere</a:t>
            </a:r>
            <a:r>
              <a:rPr lang="tr-TR" sz="2200" dirty="0">
                <a:effectLst/>
                <a:latin typeface="TimesNewRomanPSMT"/>
              </a:rPr>
              <a:t> standartlar adını veriyoruz. Bu standartlar </a:t>
            </a:r>
            <a:r>
              <a:rPr lang="tr-TR" sz="2200" dirty="0" err="1">
                <a:effectLst/>
                <a:latin typeface="TimesNewRomanPSMT"/>
              </a:rPr>
              <a:t>önceden</a:t>
            </a:r>
            <a:r>
              <a:rPr lang="tr-TR" sz="2200" dirty="0">
                <a:effectLst/>
                <a:latin typeface="TimesNewRomanPSMT"/>
              </a:rPr>
              <a:t> belirlenen </a:t>
            </a:r>
            <a:r>
              <a:rPr lang="tr-TR" sz="2200" dirty="0" err="1">
                <a:effectLst/>
                <a:latin typeface="TimesNewRomanPSMT"/>
              </a:rPr>
              <a:t>işletme</a:t>
            </a:r>
            <a:r>
              <a:rPr lang="tr-TR" sz="2200" dirty="0">
                <a:effectLst/>
                <a:latin typeface="TimesNewRomanPSMT"/>
              </a:rPr>
              <a:t> </a:t>
            </a:r>
            <a:r>
              <a:rPr lang="tr-TR" sz="2200" dirty="0" err="1">
                <a:effectLst/>
                <a:latin typeface="TimesNewRomanPSMT"/>
              </a:rPr>
              <a:t>amaçlarından</a:t>
            </a:r>
            <a:r>
              <a:rPr lang="tr-TR" sz="2200" dirty="0">
                <a:effectLst/>
                <a:latin typeface="TimesNewRomanPSMT"/>
              </a:rPr>
              <a:t> hareketle elde edilir. Bu standartlar, </a:t>
            </a:r>
            <a:r>
              <a:rPr lang="tr-TR" sz="2200" dirty="0" err="1">
                <a:effectLst/>
                <a:latin typeface="TimesNewRomanPSMT"/>
              </a:rPr>
              <a:t>örgütün</a:t>
            </a:r>
            <a:r>
              <a:rPr lang="tr-TR" sz="2200" dirty="0">
                <a:effectLst/>
                <a:latin typeface="TimesNewRomanPSMT"/>
              </a:rPr>
              <a:t> </a:t>
            </a:r>
            <a:r>
              <a:rPr lang="tr-TR" sz="2200" dirty="0" err="1">
                <a:effectLst/>
                <a:latin typeface="TimesNewRomanPSMT"/>
              </a:rPr>
              <a:t>değişik</a:t>
            </a:r>
            <a:r>
              <a:rPr lang="tr-TR" sz="2200" dirty="0">
                <a:effectLst/>
                <a:latin typeface="TimesNewRomanPSMT"/>
              </a:rPr>
              <a:t> kademelerindeki </a:t>
            </a:r>
            <a:r>
              <a:rPr lang="tr-TR" sz="2200" dirty="0" err="1">
                <a:effectLst/>
                <a:latin typeface="TimesNewRomanPSMT"/>
              </a:rPr>
              <a:t>yöneticilerden</a:t>
            </a:r>
            <a:r>
              <a:rPr lang="tr-TR" sz="2200" dirty="0">
                <a:effectLst/>
                <a:latin typeface="TimesNewRomanPSMT"/>
              </a:rPr>
              <a:t>, </a:t>
            </a:r>
            <a:r>
              <a:rPr lang="tr-TR" sz="2200" dirty="0" err="1">
                <a:effectLst/>
                <a:latin typeface="TimesNewRomanPSMT"/>
              </a:rPr>
              <a:t>bölümlerden</a:t>
            </a:r>
            <a:r>
              <a:rPr lang="tr-TR" sz="2200" dirty="0">
                <a:effectLst/>
                <a:latin typeface="TimesNewRomanPSMT"/>
              </a:rPr>
              <a:t> veya </a:t>
            </a:r>
            <a:r>
              <a:rPr lang="tr-TR" sz="2200" dirty="0" err="1">
                <a:effectLst/>
                <a:latin typeface="TimesNewRomanPSMT"/>
              </a:rPr>
              <a:t>işgörenlerden</a:t>
            </a:r>
            <a:r>
              <a:rPr lang="tr-TR" sz="2200" dirty="0">
                <a:effectLst/>
                <a:latin typeface="TimesNewRomanPSMT"/>
              </a:rPr>
              <a:t> beklenen </a:t>
            </a:r>
            <a:r>
              <a:rPr lang="tr-TR" sz="2200" dirty="0" err="1">
                <a:effectLst/>
                <a:latin typeface="TimesNewRomanPSMT"/>
              </a:rPr>
              <a:t>başarı</a:t>
            </a:r>
            <a:r>
              <a:rPr lang="tr-TR" sz="2200" dirty="0">
                <a:effectLst/>
                <a:latin typeface="TimesNewRomanPSMT"/>
              </a:rPr>
              <a:t> </a:t>
            </a:r>
            <a:r>
              <a:rPr lang="tr-TR" sz="2200" dirty="0" err="1">
                <a:effectLst/>
                <a:latin typeface="TimesNewRomanPSMT"/>
              </a:rPr>
              <a:t>düzeylerinin</a:t>
            </a:r>
            <a:r>
              <a:rPr lang="tr-TR" sz="2200" dirty="0">
                <a:effectLst/>
                <a:latin typeface="TimesNewRomanPSMT"/>
              </a:rPr>
              <a:t> </a:t>
            </a:r>
            <a:r>
              <a:rPr lang="tr-TR" sz="2200" dirty="0" err="1">
                <a:effectLst/>
                <a:latin typeface="TimesNewRomanPSMT"/>
              </a:rPr>
              <a:t>özel</a:t>
            </a:r>
            <a:r>
              <a:rPr lang="tr-TR" sz="2200" dirty="0">
                <a:effectLst/>
                <a:latin typeface="TimesNewRomanPSMT"/>
              </a:rPr>
              <a:t> ifadeleridir. </a:t>
            </a:r>
            <a:endParaRPr lang="tr-TR" sz="2200" dirty="0"/>
          </a:p>
          <a:p>
            <a:r>
              <a:rPr lang="tr-TR" sz="2200" dirty="0">
                <a:effectLst/>
                <a:latin typeface="TimesNewRomanPSMT"/>
              </a:rPr>
              <a:t>Standartların belirlenmesi konusunda üzerinde durulması gereken 3 nokta vardır. Bunlar: </a:t>
            </a:r>
            <a:endParaRPr lang="tr-TR" sz="2200" dirty="0"/>
          </a:p>
          <a:p>
            <a:pPr>
              <a:buFont typeface="Arial" panose="020B0604020202020204" pitchFamily="34" charset="0"/>
              <a:buChar char="•"/>
            </a:pPr>
            <a:r>
              <a:rPr lang="tr-TR" sz="2200" dirty="0">
                <a:effectLst/>
                <a:latin typeface="TimesNewRomanPSMT"/>
              </a:rPr>
              <a:t>Standart kaynakların belirlenmesi </a:t>
            </a:r>
            <a:endParaRPr lang="tr-TR" sz="2200" dirty="0">
              <a:effectLst/>
              <a:latin typeface="Symbol" pitchFamily="2" charset="2"/>
            </a:endParaRPr>
          </a:p>
          <a:p>
            <a:pPr>
              <a:buFont typeface="Arial" panose="020B0604020202020204" pitchFamily="34" charset="0"/>
              <a:buChar char="•"/>
            </a:pPr>
            <a:r>
              <a:rPr lang="tr-TR" sz="2200" dirty="0">
                <a:effectLst/>
                <a:latin typeface="TimesNewRomanPSMT"/>
              </a:rPr>
              <a:t>Stratejik denetim noktalarının belirlenmesi </a:t>
            </a:r>
            <a:endParaRPr lang="tr-TR" sz="2200" dirty="0">
              <a:effectLst/>
              <a:latin typeface="Symbol" pitchFamily="2" charset="2"/>
            </a:endParaRPr>
          </a:p>
          <a:p>
            <a:pPr>
              <a:buFont typeface="Arial" panose="020B0604020202020204" pitchFamily="34" charset="0"/>
              <a:buChar char="•"/>
            </a:pPr>
            <a:r>
              <a:rPr lang="tr-TR" sz="2200" dirty="0">
                <a:effectLst/>
                <a:latin typeface="TimesNewRomanPSMT"/>
              </a:rPr>
              <a:t>Standart </a:t>
            </a:r>
            <a:r>
              <a:rPr lang="tr-TR" sz="2200" dirty="0" err="1">
                <a:effectLst/>
                <a:latin typeface="TimesNewRomanPSMT"/>
              </a:rPr>
              <a:t>türlerinin</a:t>
            </a:r>
            <a:r>
              <a:rPr lang="tr-TR" sz="2200" dirty="0">
                <a:effectLst/>
                <a:latin typeface="TimesNewRomanPSMT"/>
              </a:rPr>
              <a:t> belirlenmesidir. </a:t>
            </a:r>
            <a:endParaRPr lang="tr-TR" sz="2200" dirty="0">
              <a:effectLst/>
              <a:latin typeface="Symbol" pitchFamily="2" charset="2"/>
            </a:endParaRPr>
          </a:p>
          <a:p>
            <a:pPr marL="0" indent="0">
              <a:buNone/>
            </a:pPr>
            <a:endParaRPr lang="tr-TR" sz="2200" dirty="0"/>
          </a:p>
        </p:txBody>
      </p:sp>
      <p:sp>
        <p:nvSpPr>
          <p:cNvPr id="12" name="Arc 11">
            <a:extLst>
              <a:ext uri="{FF2B5EF4-FFF2-40B4-BE49-F238E27FC236}">
                <a16:creationId xmlns:a16="http://schemas.microsoft.com/office/drawing/2014/main" id="{081E4A58-353D-44AE-B2FC-2A74E2E400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7550402" y="2455479"/>
            <a:ext cx="4083433" cy="4083433"/>
          </a:xfrm>
          <a:prstGeom prst="arc">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102067199"/>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bg>
      <p:bgPr>
        <a:blipFill dpi="0" rotWithShape="1">
          <a:blip r:embed="rId3" cstate="screen">
            <a:alphaModFix amt="16000"/>
            <a:lum/>
            <a:extLst>
              <a:ext uri="{28A0092B-C50C-407E-A947-70E740481C1C}">
                <a14:useLocalDpi xmlns:a14="http://schemas.microsoft.com/office/drawing/2010/main"/>
              </a:ext>
            </a:extLst>
          </a:blip>
          <a:srcRect/>
          <a:stretch>
            <a:fillRect/>
          </a:stretch>
        </a:blip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907EF6B7-1338-4443-8C46-6A318D952DF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0" name="Freeform: Shape 9">
            <a:extLst>
              <a:ext uri="{FF2B5EF4-FFF2-40B4-BE49-F238E27FC236}">
                <a16:creationId xmlns:a16="http://schemas.microsoft.com/office/drawing/2014/main" id="{DAAE4CDD-124C-4DCF-9584-B6033B545DD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4167271" cy="6858000"/>
          </a:xfrm>
          <a:custGeom>
            <a:avLst/>
            <a:gdLst>
              <a:gd name="connsiteX0" fmla="*/ 0 w 4167271"/>
              <a:gd name="connsiteY0" fmla="*/ 0 h 6858000"/>
              <a:gd name="connsiteX1" fmla="*/ 2259550 w 4167271"/>
              <a:gd name="connsiteY1" fmla="*/ 0 h 6858000"/>
              <a:gd name="connsiteX2" fmla="*/ 2387803 w 4167271"/>
              <a:gd name="connsiteY2" fmla="*/ 82222 h 6858000"/>
              <a:gd name="connsiteX3" fmla="*/ 4167271 w 4167271"/>
              <a:gd name="connsiteY3" fmla="*/ 3429000 h 6858000"/>
              <a:gd name="connsiteX4" fmla="*/ 2387803 w 4167271"/>
              <a:gd name="connsiteY4" fmla="*/ 6775779 h 6858000"/>
              <a:gd name="connsiteX5" fmla="*/ 2259550 w 4167271"/>
              <a:gd name="connsiteY5" fmla="*/ 6858000 h 6858000"/>
              <a:gd name="connsiteX6" fmla="*/ 0 w 4167271"/>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167271" h="6858000">
                <a:moveTo>
                  <a:pt x="0" y="0"/>
                </a:moveTo>
                <a:lnTo>
                  <a:pt x="2259550" y="0"/>
                </a:lnTo>
                <a:lnTo>
                  <a:pt x="2387803" y="82222"/>
                </a:lnTo>
                <a:cubicBezTo>
                  <a:pt x="3461407" y="807534"/>
                  <a:pt x="4167271" y="2035835"/>
                  <a:pt x="4167271" y="3429000"/>
                </a:cubicBezTo>
                <a:cubicBezTo>
                  <a:pt x="4167271" y="4822165"/>
                  <a:pt x="3461407" y="6050467"/>
                  <a:pt x="2387803" y="6775779"/>
                </a:cubicBezTo>
                <a:lnTo>
                  <a:pt x="2259550" y="6858000"/>
                </a:lnTo>
                <a:lnTo>
                  <a:pt x="0" y="685800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Başlık 1">
            <a:extLst>
              <a:ext uri="{FF2B5EF4-FFF2-40B4-BE49-F238E27FC236}">
                <a16:creationId xmlns:a16="http://schemas.microsoft.com/office/drawing/2014/main" id="{8BBB77B6-CF64-2690-A4DD-E8FD03527071}"/>
              </a:ext>
            </a:extLst>
          </p:cNvPr>
          <p:cNvSpPr>
            <a:spLocks noGrp="1"/>
          </p:cNvSpPr>
          <p:nvPr>
            <p:ph type="title"/>
          </p:nvPr>
        </p:nvSpPr>
        <p:spPr>
          <a:xfrm>
            <a:off x="686834" y="1153572"/>
            <a:ext cx="3200400" cy="4461163"/>
          </a:xfrm>
        </p:spPr>
        <p:txBody>
          <a:bodyPr>
            <a:normAutofit/>
          </a:bodyPr>
          <a:lstStyle/>
          <a:p>
            <a:r>
              <a:rPr lang="tr-TR">
                <a:solidFill>
                  <a:srgbClr val="FFFFFF"/>
                </a:solidFill>
              </a:rPr>
              <a:t>KONTROL SÜRECİNİN EVRELERİ</a:t>
            </a:r>
          </a:p>
        </p:txBody>
      </p:sp>
      <p:sp>
        <p:nvSpPr>
          <p:cNvPr id="3" name="İçerik Yer Tutucusu 2">
            <a:extLst>
              <a:ext uri="{FF2B5EF4-FFF2-40B4-BE49-F238E27FC236}">
                <a16:creationId xmlns:a16="http://schemas.microsoft.com/office/drawing/2014/main" id="{2C621F1E-3D0B-4DBD-0FE7-1A55754C4CB8}"/>
              </a:ext>
            </a:extLst>
          </p:cNvPr>
          <p:cNvSpPr>
            <a:spLocks noGrp="1"/>
          </p:cNvSpPr>
          <p:nvPr>
            <p:ph idx="1"/>
          </p:nvPr>
        </p:nvSpPr>
        <p:spPr>
          <a:xfrm>
            <a:off x="4447308" y="591344"/>
            <a:ext cx="6906491" cy="5585619"/>
          </a:xfrm>
        </p:spPr>
        <p:txBody>
          <a:bodyPr anchor="ctr">
            <a:normAutofit/>
          </a:bodyPr>
          <a:lstStyle/>
          <a:p>
            <a:pPr marL="0" indent="0">
              <a:buNone/>
            </a:pPr>
            <a:r>
              <a:rPr lang="tr-TR" b="1" i="1" dirty="0">
                <a:effectLst/>
                <a:latin typeface="Arial" panose="020B0604020202020204" pitchFamily="34" charset="0"/>
              </a:rPr>
              <a:t>B) Fiili Durumun Saptanması </a:t>
            </a:r>
            <a:endParaRPr lang="tr-TR" dirty="0">
              <a:effectLst/>
            </a:endParaRPr>
          </a:p>
          <a:p>
            <a:pPr marL="0" indent="0" algn="just">
              <a:buNone/>
            </a:pPr>
            <a:r>
              <a:rPr lang="tr-TR" dirty="0">
                <a:effectLst/>
                <a:latin typeface="TimesNewRomanPSMT"/>
              </a:rPr>
              <a:t>Bu ikinci evre, uygulamadan elde edilen </a:t>
            </a:r>
            <a:r>
              <a:rPr lang="tr-TR" dirty="0" err="1">
                <a:effectLst/>
                <a:latin typeface="TimesNewRomanPSMT"/>
              </a:rPr>
              <a:t>sonuçların</a:t>
            </a:r>
            <a:r>
              <a:rPr lang="tr-TR" dirty="0">
                <a:effectLst/>
                <a:latin typeface="TimesNewRomanPSMT"/>
              </a:rPr>
              <a:t> belirlenmesi ile ilgilidir. Fiili durumun ortaya konması birinci evrede belirlenen standartlarla </a:t>
            </a:r>
            <a:r>
              <a:rPr lang="tr-TR" dirty="0" err="1">
                <a:effectLst/>
                <a:latin typeface="TimesNewRomanPSMT"/>
              </a:rPr>
              <a:t>karşılaştırılması</a:t>
            </a:r>
            <a:r>
              <a:rPr lang="tr-TR" dirty="0">
                <a:effectLst/>
                <a:latin typeface="TimesNewRomanPSMT"/>
              </a:rPr>
              <a:t> </a:t>
            </a:r>
            <a:r>
              <a:rPr lang="tr-TR" dirty="0" err="1">
                <a:effectLst/>
                <a:latin typeface="TimesNewRomanPSMT"/>
              </a:rPr>
              <a:t>açısından</a:t>
            </a:r>
            <a:r>
              <a:rPr lang="tr-TR" dirty="0">
                <a:effectLst/>
                <a:latin typeface="TimesNewRomanPSMT"/>
              </a:rPr>
              <a:t> gerekli bir evredir. Bu evrede </a:t>
            </a:r>
            <a:r>
              <a:rPr lang="tr-TR" dirty="0" err="1">
                <a:effectLst/>
                <a:latin typeface="TimesNewRomanPSMT"/>
              </a:rPr>
              <a:t>gerçekleşen</a:t>
            </a:r>
            <a:r>
              <a:rPr lang="tr-TR" dirty="0">
                <a:effectLst/>
                <a:latin typeface="TimesNewRomanPSMT"/>
              </a:rPr>
              <a:t> durumun ortaya konması bir </a:t>
            </a:r>
            <a:r>
              <a:rPr lang="tr-TR" dirty="0" err="1">
                <a:effectLst/>
                <a:latin typeface="TimesNewRomanPSMT"/>
              </a:rPr>
              <a:t>gözlem</a:t>
            </a:r>
            <a:r>
              <a:rPr lang="tr-TR" dirty="0">
                <a:effectLst/>
                <a:latin typeface="TimesNewRomanPSMT"/>
              </a:rPr>
              <a:t>, analiz ve yorum </a:t>
            </a:r>
            <a:r>
              <a:rPr lang="tr-TR" dirty="0" err="1">
                <a:effectLst/>
                <a:latin typeface="TimesNewRomanPSMT"/>
              </a:rPr>
              <a:t>işidir</a:t>
            </a:r>
            <a:r>
              <a:rPr lang="tr-TR" dirty="0">
                <a:effectLst/>
                <a:latin typeface="TimesNewRomanPSMT"/>
              </a:rPr>
              <a:t>. </a:t>
            </a:r>
            <a:r>
              <a:rPr lang="tr-TR" dirty="0" err="1">
                <a:effectLst/>
                <a:latin typeface="TimesNewRomanPSMT"/>
              </a:rPr>
              <a:t>Gerçekleşen</a:t>
            </a:r>
            <a:r>
              <a:rPr lang="tr-TR" dirty="0">
                <a:effectLst/>
                <a:latin typeface="TimesNewRomanPSMT"/>
              </a:rPr>
              <a:t> durumun </a:t>
            </a:r>
            <a:r>
              <a:rPr lang="tr-TR" dirty="0" err="1">
                <a:effectLst/>
                <a:latin typeface="TimesNewRomanPSMT"/>
              </a:rPr>
              <a:t>sonuçları</a:t>
            </a:r>
            <a:r>
              <a:rPr lang="tr-TR" dirty="0">
                <a:effectLst/>
                <a:latin typeface="TimesNewRomanPSMT"/>
              </a:rPr>
              <a:t> </a:t>
            </a:r>
            <a:r>
              <a:rPr lang="tr-TR" dirty="0" err="1">
                <a:effectLst/>
                <a:latin typeface="TimesNewRomanPSMT"/>
              </a:rPr>
              <a:t>haberleşme</a:t>
            </a:r>
            <a:r>
              <a:rPr lang="tr-TR" dirty="0">
                <a:effectLst/>
                <a:latin typeface="TimesNewRomanPSMT"/>
              </a:rPr>
              <a:t> kanalları ile </a:t>
            </a:r>
            <a:r>
              <a:rPr lang="tr-TR" dirty="0" err="1">
                <a:effectLst/>
                <a:latin typeface="TimesNewRomanPSMT"/>
              </a:rPr>
              <a:t>yöneticiye</a:t>
            </a:r>
            <a:r>
              <a:rPr lang="tr-TR" dirty="0">
                <a:effectLst/>
                <a:latin typeface="TimesNewRomanPSMT"/>
              </a:rPr>
              <a:t> iletilir. </a:t>
            </a:r>
            <a:r>
              <a:rPr lang="tr-TR" dirty="0" err="1">
                <a:effectLst/>
                <a:latin typeface="TimesNewRomanPSMT"/>
              </a:rPr>
              <a:t>Yönetici</a:t>
            </a:r>
            <a:r>
              <a:rPr lang="tr-TR" dirty="0">
                <a:effectLst/>
                <a:latin typeface="TimesNewRomanPSMT"/>
              </a:rPr>
              <a:t> </a:t>
            </a:r>
            <a:r>
              <a:rPr lang="tr-TR" dirty="0" err="1">
                <a:effectLst/>
                <a:latin typeface="TimesNewRomanPSMT"/>
              </a:rPr>
              <a:t>gerçek</a:t>
            </a:r>
            <a:r>
              <a:rPr lang="tr-TR" dirty="0">
                <a:effectLst/>
                <a:latin typeface="TimesNewRomanPSMT"/>
              </a:rPr>
              <a:t> durumu ya kendisi ya </a:t>
            </a:r>
            <a:r>
              <a:rPr lang="tr-TR" dirty="0" err="1">
                <a:effectLst/>
                <a:latin typeface="TimesNewRomanPSMT"/>
              </a:rPr>
              <a:t>başkaları</a:t>
            </a:r>
            <a:r>
              <a:rPr lang="tr-TR" dirty="0">
                <a:effectLst/>
                <a:latin typeface="TimesNewRomanPSMT"/>
              </a:rPr>
              <a:t> </a:t>
            </a:r>
            <a:r>
              <a:rPr lang="tr-TR" dirty="0" err="1">
                <a:effectLst/>
                <a:latin typeface="TimesNewRomanPSMT"/>
              </a:rPr>
              <a:t>aracılığı</a:t>
            </a:r>
            <a:r>
              <a:rPr lang="tr-TR" dirty="0">
                <a:effectLst/>
                <a:latin typeface="TimesNewRomanPSMT"/>
              </a:rPr>
              <a:t> ile </a:t>
            </a:r>
            <a:r>
              <a:rPr lang="tr-TR" dirty="0" err="1">
                <a:effectLst/>
                <a:latin typeface="TimesNewRomanPSMT"/>
              </a:rPr>
              <a:t>öğrenebilir</a:t>
            </a:r>
            <a:r>
              <a:rPr lang="tr-TR" dirty="0">
                <a:effectLst/>
                <a:latin typeface="TimesNewRomanPSMT"/>
              </a:rPr>
              <a:t>. </a:t>
            </a:r>
            <a:endParaRPr lang="tr-TR" dirty="0">
              <a:effectLst/>
            </a:endParaRPr>
          </a:p>
          <a:p>
            <a:pPr marL="0" indent="0">
              <a:buNone/>
            </a:pPr>
            <a:endParaRPr lang="tr-TR" dirty="0"/>
          </a:p>
        </p:txBody>
      </p:sp>
      <p:sp>
        <p:nvSpPr>
          <p:cNvPr id="12" name="Arc 11">
            <a:extLst>
              <a:ext uri="{FF2B5EF4-FFF2-40B4-BE49-F238E27FC236}">
                <a16:creationId xmlns:a16="http://schemas.microsoft.com/office/drawing/2014/main" id="{081E4A58-353D-44AE-B2FC-2A74E2E400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7550402" y="2455479"/>
            <a:ext cx="4083433" cy="4083433"/>
          </a:xfrm>
          <a:prstGeom prst="arc">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165591108"/>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bg>
      <p:bgPr>
        <a:blipFill dpi="0" rotWithShape="1">
          <a:blip r:embed="rId3" cstate="screen">
            <a:alphaModFix amt="26000"/>
            <a:lum/>
            <a:extLst>
              <a:ext uri="{28A0092B-C50C-407E-A947-70E740481C1C}">
                <a14:useLocalDpi xmlns:a14="http://schemas.microsoft.com/office/drawing/2010/main"/>
              </a:ext>
            </a:extLst>
          </a:blip>
          <a:srcRect/>
          <a:stretch>
            <a:fillRect/>
          </a:stretch>
        </a:blip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907EF6B7-1338-4443-8C46-6A318D952DF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0" name="Freeform: Shape 9">
            <a:extLst>
              <a:ext uri="{FF2B5EF4-FFF2-40B4-BE49-F238E27FC236}">
                <a16:creationId xmlns:a16="http://schemas.microsoft.com/office/drawing/2014/main" id="{DAAE4CDD-124C-4DCF-9584-B6033B545DD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4167271" cy="6858000"/>
          </a:xfrm>
          <a:custGeom>
            <a:avLst/>
            <a:gdLst>
              <a:gd name="connsiteX0" fmla="*/ 0 w 4167271"/>
              <a:gd name="connsiteY0" fmla="*/ 0 h 6858000"/>
              <a:gd name="connsiteX1" fmla="*/ 2259550 w 4167271"/>
              <a:gd name="connsiteY1" fmla="*/ 0 h 6858000"/>
              <a:gd name="connsiteX2" fmla="*/ 2387803 w 4167271"/>
              <a:gd name="connsiteY2" fmla="*/ 82222 h 6858000"/>
              <a:gd name="connsiteX3" fmla="*/ 4167271 w 4167271"/>
              <a:gd name="connsiteY3" fmla="*/ 3429000 h 6858000"/>
              <a:gd name="connsiteX4" fmla="*/ 2387803 w 4167271"/>
              <a:gd name="connsiteY4" fmla="*/ 6775779 h 6858000"/>
              <a:gd name="connsiteX5" fmla="*/ 2259550 w 4167271"/>
              <a:gd name="connsiteY5" fmla="*/ 6858000 h 6858000"/>
              <a:gd name="connsiteX6" fmla="*/ 0 w 4167271"/>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167271" h="6858000">
                <a:moveTo>
                  <a:pt x="0" y="0"/>
                </a:moveTo>
                <a:lnTo>
                  <a:pt x="2259550" y="0"/>
                </a:lnTo>
                <a:lnTo>
                  <a:pt x="2387803" y="82222"/>
                </a:lnTo>
                <a:cubicBezTo>
                  <a:pt x="3461407" y="807534"/>
                  <a:pt x="4167271" y="2035835"/>
                  <a:pt x="4167271" y="3429000"/>
                </a:cubicBezTo>
                <a:cubicBezTo>
                  <a:pt x="4167271" y="4822165"/>
                  <a:pt x="3461407" y="6050467"/>
                  <a:pt x="2387803" y="6775779"/>
                </a:cubicBezTo>
                <a:lnTo>
                  <a:pt x="2259550" y="6858000"/>
                </a:lnTo>
                <a:lnTo>
                  <a:pt x="0" y="685800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Başlık 1">
            <a:extLst>
              <a:ext uri="{FF2B5EF4-FFF2-40B4-BE49-F238E27FC236}">
                <a16:creationId xmlns:a16="http://schemas.microsoft.com/office/drawing/2014/main" id="{8BBB77B6-CF64-2690-A4DD-E8FD03527071}"/>
              </a:ext>
            </a:extLst>
          </p:cNvPr>
          <p:cNvSpPr>
            <a:spLocks noGrp="1"/>
          </p:cNvSpPr>
          <p:nvPr>
            <p:ph type="title"/>
          </p:nvPr>
        </p:nvSpPr>
        <p:spPr>
          <a:xfrm>
            <a:off x="686834" y="1153572"/>
            <a:ext cx="3200400" cy="4461163"/>
          </a:xfrm>
        </p:spPr>
        <p:txBody>
          <a:bodyPr>
            <a:normAutofit/>
          </a:bodyPr>
          <a:lstStyle/>
          <a:p>
            <a:r>
              <a:rPr lang="tr-TR">
                <a:solidFill>
                  <a:srgbClr val="FFFFFF"/>
                </a:solidFill>
              </a:rPr>
              <a:t>KONTROL SÜRECİNİN EVRELERİ</a:t>
            </a:r>
          </a:p>
        </p:txBody>
      </p:sp>
      <p:sp>
        <p:nvSpPr>
          <p:cNvPr id="3" name="İçerik Yer Tutucusu 2">
            <a:extLst>
              <a:ext uri="{FF2B5EF4-FFF2-40B4-BE49-F238E27FC236}">
                <a16:creationId xmlns:a16="http://schemas.microsoft.com/office/drawing/2014/main" id="{2C621F1E-3D0B-4DBD-0FE7-1A55754C4CB8}"/>
              </a:ext>
            </a:extLst>
          </p:cNvPr>
          <p:cNvSpPr>
            <a:spLocks noGrp="1"/>
          </p:cNvSpPr>
          <p:nvPr>
            <p:ph idx="1"/>
          </p:nvPr>
        </p:nvSpPr>
        <p:spPr>
          <a:xfrm>
            <a:off x="4447308" y="591344"/>
            <a:ext cx="6906491" cy="5585619"/>
          </a:xfrm>
          <a:blipFill>
            <a:blip r:embed="rId4">
              <a:alphaModFix amt="16000"/>
            </a:blip>
            <a:tile tx="0" ty="0" sx="100000" sy="100000" flip="none" algn="tl"/>
          </a:blipFill>
          <a:effectLst>
            <a:glow rad="127000">
              <a:schemeClr val="accent1">
                <a:alpha val="19000"/>
              </a:schemeClr>
            </a:glow>
          </a:effectLst>
        </p:spPr>
        <p:txBody>
          <a:bodyPr anchor="ctr">
            <a:normAutofit/>
          </a:bodyPr>
          <a:lstStyle/>
          <a:p>
            <a:pPr marL="0" indent="0">
              <a:buNone/>
            </a:pPr>
            <a:r>
              <a:rPr lang="tr-TR" sz="2400" b="1" i="1" dirty="0">
                <a:effectLst/>
                <a:latin typeface="Arial" panose="020B0604020202020204" pitchFamily="34" charset="0"/>
              </a:rPr>
              <a:t>C) Standartlar ile Fiili Durumun </a:t>
            </a:r>
            <a:r>
              <a:rPr lang="tr-TR" sz="2400" b="1" i="1" dirty="0" err="1">
                <a:effectLst/>
                <a:latin typeface="Arial" panose="020B0604020202020204" pitchFamily="34" charset="0"/>
              </a:rPr>
              <a:t>Karşılaştırılıp</a:t>
            </a:r>
            <a:r>
              <a:rPr lang="tr-TR" sz="2400" b="1" i="1" dirty="0">
                <a:effectLst/>
                <a:latin typeface="Arial" panose="020B0604020202020204" pitchFamily="34" charset="0"/>
              </a:rPr>
              <a:t> Sapmaların Belirlenmesi ve Yorumu </a:t>
            </a:r>
            <a:endParaRPr lang="tr-TR" sz="2400" dirty="0"/>
          </a:p>
          <a:p>
            <a:pPr algn="just"/>
            <a:r>
              <a:rPr lang="tr-TR" sz="2400" dirty="0" err="1">
                <a:effectLst/>
                <a:latin typeface="TimesNewRomanPSMT"/>
              </a:rPr>
              <a:t>Üçüncu</a:t>
            </a:r>
            <a:r>
              <a:rPr lang="tr-TR" sz="2400" dirty="0">
                <a:effectLst/>
                <a:latin typeface="TimesNewRomanPSMT"/>
              </a:rPr>
              <a:t>̈ evre standartlar ile </a:t>
            </a:r>
            <a:r>
              <a:rPr lang="tr-TR" sz="2400" dirty="0" err="1">
                <a:effectLst/>
                <a:latin typeface="TimesNewRomanPSMT"/>
              </a:rPr>
              <a:t>gerçekleşen</a:t>
            </a:r>
            <a:r>
              <a:rPr lang="tr-TR" sz="2400" dirty="0">
                <a:effectLst/>
                <a:latin typeface="TimesNewRomanPSMT"/>
              </a:rPr>
              <a:t> durumlar arasında bir </a:t>
            </a:r>
            <a:r>
              <a:rPr lang="tr-TR" sz="2400" dirty="0" err="1">
                <a:effectLst/>
                <a:latin typeface="TimesNewRomanPSMT"/>
              </a:rPr>
              <a:t>karşılaştırmayı</a:t>
            </a:r>
            <a:r>
              <a:rPr lang="tr-TR" sz="2400" dirty="0">
                <a:effectLst/>
                <a:latin typeface="TimesNewRomanPSMT"/>
              </a:rPr>
              <a:t> gerekli kılar. Bu </a:t>
            </a:r>
            <a:r>
              <a:rPr lang="tr-TR" sz="2400" dirty="0" err="1">
                <a:effectLst/>
                <a:latin typeface="TimesNewRomanPSMT"/>
              </a:rPr>
              <a:t>karşılaştırmada</a:t>
            </a:r>
            <a:r>
              <a:rPr lang="tr-TR" sz="2400" dirty="0">
                <a:effectLst/>
                <a:latin typeface="TimesNewRomanPSMT"/>
              </a:rPr>
              <a:t> ve durumun yorumlanmasında herhangi bir yanılgıya </a:t>
            </a:r>
            <a:r>
              <a:rPr lang="tr-TR" sz="2400" dirty="0" err="1">
                <a:effectLst/>
                <a:latin typeface="TimesNewRomanPSMT"/>
              </a:rPr>
              <a:t>düşmemek</a:t>
            </a:r>
            <a:r>
              <a:rPr lang="tr-TR" sz="2400" dirty="0">
                <a:effectLst/>
                <a:latin typeface="TimesNewRomanPSMT"/>
              </a:rPr>
              <a:t> </a:t>
            </a:r>
            <a:r>
              <a:rPr lang="tr-TR" sz="2400" dirty="0" err="1">
                <a:effectLst/>
                <a:latin typeface="TimesNewRomanPSMT"/>
              </a:rPr>
              <a:t>için</a:t>
            </a:r>
            <a:r>
              <a:rPr lang="tr-TR" sz="2400" dirty="0">
                <a:effectLst/>
                <a:latin typeface="TimesNewRomanPSMT"/>
              </a:rPr>
              <a:t> her </a:t>
            </a:r>
            <a:r>
              <a:rPr lang="tr-TR" sz="2400" dirty="0" err="1">
                <a:effectLst/>
                <a:latin typeface="TimesNewRomanPSMT"/>
              </a:rPr>
              <a:t>şeyden</a:t>
            </a:r>
            <a:r>
              <a:rPr lang="tr-TR" sz="2400" dirty="0">
                <a:effectLst/>
                <a:latin typeface="TimesNewRomanPSMT"/>
              </a:rPr>
              <a:t> </a:t>
            </a:r>
            <a:r>
              <a:rPr lang="tr-TR" sz="2400" dirty="0" err="1">
                <a:effectLst/>
                <a:latin typeface="TimesNewRomanPSMT"/>
              </a:rPr>
              <a:t>önce</a:t>
            </a:r>
            <a:r>
              <a:rPr lang="tr-TR" sz="2400" dirty="0">
                <a:effectLst/>
                <a:latin typeface="TimesNewRomanPSMT"/>
              </a:rPr>
              <a:t> standartların en uygun, </a:t>
            </a:r>
            <a:r>
              <a:rPr lang="tr-TR" sz="2400" dirty="0" err="1">
                <a:effectLst/>
                <a:latin typeface="TimesNewRomanPSMT"/>
              </a:rPr>
              <a:t>gerçekçi</a:t>
            </a:r>
            <a:r>
              <a:rPr lang="tr-TR" sz="2400" dirty="0">
                <a:effectLst/>
                <a:latin typeface="TimesNewRomanPSMT"/>
              </a:rPr>
              <a:t> ve objektif olması gerekir. Bu </a:t>
            </a:r>
            <a:r>
              <a:rPr lang="tr-TR" sz="2400" dirty="0" err="1">
                <a:effectLst/>
                <a:latin typeface="TimesNewRomanPSMT"/>
              </a:rPr>
              <a:t>karşılaştırmada</a:t>
            </a:r>
            <a:r>
              <a:rPr lang="tr-TR" sz="2400" dirty="0">
                <a:effectLst/>
                <a:latin typeface="TimesNewRomanPSMT"/>
              </a:rPr>
              <a:t> iki ihtimal </a:t>
            </a:r>
            <a:r>
              <a:rPr lang="tr-TR" sz="2400" dirty="0" err="1">
                <a:effectLst/>
                <a:latin typeface="TimesNewRomanPSMT"/>
              </a:rPr>
              <a:t>söz</a:t>
            </a:r>
            <a:r>
              <a:rPr lang="tr-TR" sz="2400" dirty="0">
                <a:effectLst/>
                <a:latin typeface="TimesNewRomanPSMT"/>
              </a:rPr>
              <a:t> konusudur. Birincisi herhangi bir farkın olmamasıdır. Bu durumda bir sorun yoktur. </a:t>
            </a:r>
            <a:r>
              <a:rPr lang="tr-TR" sz="2400" dirty="0" err="1">
                <a:effectLst/>
                <a:latin typeface="TimesNewRomanPSMT"/>
              </a:rPr>
              <a:t>İkincisi</a:t>
            </a:r>
            <a:r>
              <a:rPr lang="tr-TR" sz="2400" dirty="0">
                <a:effectLst/>
                <a:latin typeface="TimesNewRomanPSMT"/>
              </a:rPr>
              <a:t> belli bir farkın ortaya </a:t>
            </a:r>
            <a:r>
              <a:rPr lang="tr-TR" sz="2400" dirty="0" err="1">
                <a:effectLst/>
                <a:latin typeface="TimesNewRomanPSMT"/>
              </a:rPr>
              <a:t>çıkmasıdır</a:t>
            </a:r>
            <a:r>
              <a:rPr lang="tr-TR" sz="2400" dirty="0">
                <a:effectLst/>
                <a:latin typeface="TimesNewRomanPSMT"/>
              </a:rPr>
              <a:t>. Farkın olumlu olması belirlenen standartların </a:t>
            </a:r>
            <a:r>
              <a:rPr lang="tr-TR" sz="2400" dirty="0" err="1">
                <a:effectLst/>
                <a:latin typeface="TimesNewRomanPSMT"/>
              </a:rPr>
              <a:t>üstüne</a:t>
            </a:r>
            <a:r>
              <a:rPr lang="tr-TR" sz="2400" dirty="0">
                <a:effectLst/>
                <a:latin typeface="TimesNewRomanPSMT"/>
              </a:rPr>
              <a:t> </a:t>
            </a:r>
            <a:r>
              <a:rPr lang="tr-TR" sz="2400" dirty="0" err="1">
                <a:effectLst/>
                <a:latin typeface="TimesNewRomanPSMT"/>
              </a:rPr>
              <a:t>çıkmayı</a:t>
            </a:r>
            <a:r>
              <a:rPr lang="tr-TR" sz="2400" dirty="0">
                <a:effectLst/>
                <a:latin typeface="TimesNewRomanPSMT"/>
              </a:rPr>
              <a:t>, olumsuz olması ise standartların altında kalmayı ifade eder. </a:t>
            </a:r>
            <a:r>
              <a:rPr lang="tr-TR" sz="2400" dirty="0" err="1">
                <a:effectLst/>
                <a:latin typeface="TimesNewRomanPSMT"/>
              </a:rPr>
              <a:t>Eğer</a:t>
            </a:r>
            <a:r>
              <a:rPr lang="tr-TR" sz="2400" dirty="0">
                <a:effectLst/>
                <a:latin typeface="TimesNewRomanPSMT"/>
              </a:rPr>
              <a:t> fark olumsuz ise farkın anlam ve </a:t>
            </a:r>
            <a:r>
              <a:rPr lang="tr-TR" sz="2400" dirty="0" err="1">
                <a:effectLst/>
                <a:latin typeface="TimesNewRomanPSMT"/>
              </a:rPr>
              <a:t>önem</a:t>
            </a:r>
            <a:r>
              <a:rPr lang="tr-TR" sz="2400" dirty="0">
                <a:effectLst/>
                <a:latin typeface="TimesNewRomanPSMT"/>
              </a:rPr>
              <a:t> derecesini saptamak gerekir. </a:t>
            </a:r>
            <a:r>
              <a:rPr lang="tr-TR" sz="2400" dirty="0" err="1">
                <a:effectLst/>
                <a:latin typeface="TimesNewRomanPSMT"/>
              </a:rPr>
              <a:t>Böyle</a:t>
            </a:r>
            <a:r>
              <a:rPr lang="tr-TR" sz="2400" dirty="0">
                <a:effectLst/>
                <a:latin typeface="TimesNewRomanPSMT"/>
              </a:rPr>
              <a:t> bir </a:t>
            </a:r>
            <a:r>
              <a:rPr lang="tr-TR" sz="2400" dirty="0" err="1">
                <a:effectLst/>
                <a:latin typeface="TimesNewRomanPSMT"/>
              </a:rPr>
              <a:t>çalışma</a:t>
            </a:r>
            <a:r>
              <a:rPr lang="tr-TR" sz="2400" dirty="0">
                <a:effectLst/>
                <a:latin typeface="TimesNewRomanPSMT"/>
              </a:rPr>
              <a:t> ne </a:t>
            </a:r>
            <a:r>
              <a:rPr lang="tr-TR" sz="2400" dirty="0" err="1">
                <a:effectLst/>
                <a:latin typeface="TimesNewRomanPSMT"/>
              </a:rPr>
              <a:t>çeşit</a:t>
            </a:r>
            <a:r>
              <a:rPr lang="tr-TR" sz="2400" dirty="0">
                <a:effectLst/>
                <a:latin typeface="TimesNewRomanPSMT"/>
              </a:rPr>
              <a:t> </a:t>
            </a:r>
            <a:r>
              <a:rPr lang="tr-TR" sz="2400" dirty="0" err="1">
                <a:effectLst/>
                <a:latin typeface="TimesNewRomanPSMT"/>
              </a:rPr>
              <a:t>önlem</a:t>
            </a:r>
            <a:r>
              <a:rPr lang="tr-TR" sz="2400" dirty="0">
                <a:effectLst/>
                <a:latin typeface="TimesNewRomanPSMT"/>
              </a:rPr>
              <a:t> alınması </a:t>
            </a:r>
            <a:r>
              <a:rPr lang="tr-TR" sz="2400" dirty="0" err="1">
                <a:effectLst/>
                <a:latin typeface="TimesNewRomanPSMT"/>
              </a:rPr>
              <a:t>gerektiğini</a:t>
            </a:r>
            <a:r>
              <a:rPr lang="tr-TR" sz="2400" dirty="0">
                <a:effectLst/>
                <a:latin typeface="TimesNewRomanPSMT"/>
              </a:rPr>
              <a:t> ortaya koyar. </a:t>
            </a:r>
            <a:endParaRPr lang="tr-TR" sz="2400" dirty="0"/>
          </a:p>
          <a:p>
            <a:pPr marL="0" indent="0">
              <a:buNone/>
            </a:pPr>
            <a:endParaRPr lang="tr-TR" sz="1800" dirty="0"/>
          </a:p>
        </p:txBody>
      </p:sp>
      <p:sp>
        <p:nvSpPr>
          <p:cNvPr id="12" name="Arc 11">
            <a:extLst>
              <a:ext uri="{FF2B5EF4-FFF2-40B4-BE49-F238E27FC236}">
                <a16:creationId xmlns:a16="http://schemas.microsoft.com/office/drawing/2014/main" id="{081E4A58-353D-44AE-B2FC-2A74E2E400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7550402" y="2455479"/>
            <a:ext cx="4083433" cy="4083433"/>
          </a:xfrm>
          <a:prstGeom prst="arc">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923122921"/>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bg>
      <p:bgPr>
        <a:blipFill dpi="0" rotWithShape="1">
          <a:blip r:embed="rId3" cstate="screen">
            <a:alphaModFix amt="26000"/>
            <a:lum/>
            <a:extLst>
              <a:ext uri="{28A0092B-C50C-407E-A947-70E740481C1C}">
                <a14:useLocalDpi xmlns:a14="http://schemas.microsoft.com/office/drawing/2010/main"/>
              </a:ext>
            </a:extLst>
          </a:blip>
          <a:srcRect/>
          <a:stretch>
            <a:fillRect/>
          </a:stretch>
        </a:blip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907EF6B7-1338-4443-8C46-6A318D952DF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0" name="Freeform: Shape 9">
            <a:extLst>
              <a:ext uri="{FF2B5EF4-FFF2-40B4-BE49-F238E27FC236}">
                <a16:creationId xmlns:a16="http://schemas.microsoft.com/office/drawing/2014/main" id="{DAAE4CDD-124C-4DCF-9584-B6033B545DD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4167271" cy="6858000"/>
          </a:xfrm>
          <a:custGeom>
            <a:avLst/>
            <a:gdLst>
              <a:gd name="connsiteX0" fmla="*/ 0 w 4167271"/>
              <a:gd name="connsiteY0" fmla="*/ 0 h 6858000"/>
              <a:gd name="connsiteX1" fmla="*/ 2259550 w 4167271"/>
              <a:gd name="connsiteY1" fmla="*/ 0 h 6858000"/>
              <a:gd name="connsiteX2" fmla="*/ 2387803 w 4167271"/>
              <a:gd name="connsiteY2" fmla="*/ 82222 h 6858000"/>
              <a:gd name="connsiteX3" fmla="*/ 4167271 w 4167271"/>
              <a:gd name="connsiteY3" fmla="*/ 3429000 h 6858000"/>
              <a:gd name="connsiteX4" fmla="*/ 2387803 w 4167271"/>
              <a:gd name="connsiteY4" fmla="*/ 6775779 h 6858000"/>
              <a:gd name="connsiteX5" fmla="*/ 2259550 w 4167271"/>
              <a:gd name="connsiteY5" fmla="*/ 6858000 h 6858000"/>
              <a:gd name="connsiteX6" fmla="*/ 0 w 4167271"/>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167271" h="6858000">
                <a:moveTo>
                  <a:pt x="0" y="0"/>
                </a:moveTo>
                <a:lnTo>
                  <a:pt x="2259550" y="0"/>
                </a:lnTo>
                <a:lnTo>
                  <a:pt x="2387803" y="82222"/>
                </a:lnTo>
                <a:cubicBezTo>
                  <a:pt x="3461407" y="807534"/>
                  <a:pt x="4167271" y="2035835"/>
                  <a:pt x="4167271" y="3429000"/>
                </a:cubicBezTo>
                <a:cubicBezTo>
                  <a:pt x="4167271" y="4822165"/>
                  <a:pt x="3461407" y="6050467"/>
                  <a:pt x="2387803" y="6775779"/>
                </a:cubicBezTo>
                <a:lnTo>
                  <a:pt x="2259550" y="6858000"/>
                </a:lnTo>
                <a:lnTo>
                  <a:pt x="0" y="685800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Başlık 1">
            <a:extLst>
              <a:ext uri="{FF2B5EF4-FFF2-40B4-BE49-F238E27FC236}">
                <a16:creationId xmlns:a16="http://schemas.microsoft.com/office/drawing/2014/main" id="{8BBB77B6-CF64-2690-A4DD-E8FD03527071}"/>
              </a:ext>
            </a:extLst>
          </p:cNvPr>
          <p:cNvSpPr>
            <a:spLocks noGrp="1"/>
          </p:cNvSpPr>
          <p:nvPr>
            <p:ph type="title"/>
          </p:nvPr>
        </p:nvSpPr>
        <p:spPr>
          <a:xfrm>
            <a:off x="686834" y="1153572"/>
            <a:ext cx="3200400" cy="4461163"/>
          </a:xfrm>
        </p:spPr>
        <p:txBody>
          <a:bodyPr>
            <a:normAutofit/>
          </a:bodyPr>
          <a:lstStyle/>
          <a:p>
            <a:r>
              <a:rPr lang="tr-TR">
                <a:solidFill>
                  <a:srgbClr val="FFFFFF"/>
                </a:solidFill>
              </a:rPr>
              <a:t>KONTROL SÜRECİNİN EVRELERİ</a:t>
            </a:r>
          </a:p>
        </p:txBody>
      </p:sp>
      <p:sp>
        <p:nvSpPr>
          <p:cNvPr id="3" name="İçerik Yer Tutucusu 2">
            <a:extLst>
              <a:ext uri="{FF2B5EF4-FFF2-40B4-BE49-F238E27FC236}">
                <a16:creationId xmlns:a16="http://schemas.microsoft.com/office/drawing/2014/main" id="{2C621F1E-3D0B-4DBD-0FE7-1A55754C4CB8}"/>
              </a:ext>
            </a:extLst>
          </p:cNvPr>
          <p:cNvSpPr>
            <a:spLocks noGrp="1"/>
          </p:cNvSpPr>
          <p:nvPr>
            <p:ph idx="1"/>
          </p:nvPr>
        </p:nvSpPr>
        <p:spPr>
          <a:xfrm>
            <a:off x="4447308" y="591344"/>
            <a:ext cx="6906491" cy="5585619"/>
          </a:xfrm>
        </p:spPr>
        <p:txBody>
          <a:bodyPr anchor="ctr">
            <a:normAutofit/>
          </a:bodyPr>
          <a:lstStyle/>
          <a:p>
            <a:pPr marL="0" indent="0">
              <a:buNone/>
            </a:pPr>
            <a:r>
              <a:rPr lang="tr-TR" b="1" i="1" dirty="0">
                <a:effectLst/>
                <a:latin typeface="Arial" panose="020B0604020202020204" pitchFamily="34" charset="0"/>
              </a:rPr>
              <a:t>D) Sapmaların Nedenleri ile </a:t>
            </a:r>
            <a:r>
              <a:rPr lang="tr-TR" b="1" i="1" dirty="0" err="1">
                <a:effectLst/>
                <a:latin typeface="Arial" panose="020B0604020202020204" pitchFamily="34" charset="0"/>
              </a:rPr>
              <a:t>Düzeltici</a:t>
            </a:r>
            <a:r>
              <a:rPr lang="tr-TR" b="1" i="1" dirty="0">
                <a:effectLst/>
                <a:latin typeface="Arial" panose="020B0604020202020204" pitchFamily="34" charset="0"/>
              </a:rPr>
              <a:t> Tedbirlerin Belirlenmesi </a:t>
            </a:r>
            <a:endParaRPr lang="tr-TR" dirty="0"/>
          </a:p>
          <a:p>
            <a:pPr algn="just"/>
            <a:r>
              <a:rPr lang="tr-TR" dirty="0">
                <a:effectLst/>
                <a:latin typeface="TimesNewRomanPSMT"/>
              </a:rPr>
              <a:t>Denetimin asıl amacı </a:t>
            </a:r>
            <a:r>
              <a:rPr lang="tr-TR" dirty="0" err="1">
                <a:effectLst/>
                <a:latin typeface="TimesNewRomanPSMT"/>
              </a:rPr>
              <a:t>başkalarını</a:t>
            </a:r>
            <a:r>
              <a:rPr lang="tr-TR" dirty="0">
                <a:effectLst/>
                <a:latin typeface="TimesNewRomanPSMT"/>
              </a:rPr>
              <a:t> cezalandırmak </a:t>
            </a:r>
            <a:r>
              <a:rPr lang="tr-TR" dirty="0" err="1">
                <a:effectLst/>
                <a:latin typeface="TimesNewRomanPSMT"/>
              </a:rPr>
              <a:t>değil</a:t>
            </a:r>
            <a:r>
              <a:rPr lang="tr-TR" dirty="0">
                <a:effectLst/>
                <a:latin typeface="TimesNewRomanPSMT"/>
              </a:rPr>
              <a:t> </a:t>
            </a:r>
            <a:r>
              <a:rPr lang="tr-TR" dirty="0" err="1">
                <a:effectLst/>
                <a:latin typeface="TimesNewRomanPSMT"/>
              </a:rPr>
              <a:t>düzeltici</a:t>
            </a:r>
            <a:r>
              <a:rPr lang="tr-TR" dirty="0">
                <a:effectLst/>
                <a:latin typeface="TimesNewRomanPSMT"/>
              </a:rPr>
              <a:t> tedbirleri zamanında almak ve gelecekle ilgili hangi tedbirlere </a:t>
            </a:r>
            <a:r>
              <a:rPr lang="tr-TR" dirty="0" err="1">
                <a:effectLst/>
                <a:latin typeface="TimesNewRomanPSMT"/>
              </a:rPr>
              <a:t>başvurulabileceğini</a:t>
            </a:r>
            <a:r>
              <a:rPr lang="tr-TR" dirty="0">
                <a:effectLst/>
                <a:latin typeface="TimesNewRomanPSMT"/>
              </a:rPr>
              <a:t> </a:t>
            </a:r>
            <a:r>
              <a:rPr lang="tr-TR" dirty="0" err="1">
                <a:effectLst/>
                <a:latin typeface="TimesNewRomanPSMT"/>
              </a:rPr>
              <a:t>kararlaştırmaktır</a:t>
            </a:r>
            <a:r>
              <a:rPr lang="tr-TR" dirty="0">
                <a:effectLst/>
                <a:latin typeface="TimesNewRomanPSMT"/>
              </a:rPr>
              <a:t>. Bu </a:t>
            </a:r>
            <a:r>
              <a:rPr lang="tr-TR" dirty="0" err="1">
                <a:effectLst/>
                <a:latin typeface="TimesNewRomanPSMT"/>
              </a:rPr>
              <a:t>açıdan</a:t>
            </a:r>
            <a:r>
              <a:rPr lang="tr-TR" dirty="0">
                <a:effectLst/>
                <a:latin typeface="TimesNewRomanPSMT"/>
              </a:rPr>
              <a:t> sapmaların nedenlerini bulmak, neden ile tedbirler arasında bir </a:t>
            </a:r>
            <a:r>
              <a:rPr lang="tr-TR" dirty="0" err="1">
                <a:effectLst/>
                <a:latin typeface="TimesNewRomanPSMT"/>
              </a:rPr>
              <a:t>ilişki</a:t>
            </a:r>
            <a:r>
              <a:rPr lang="tr-TR" dirty="0">
                <a:effectLst/>
                <a:latin typeface="TimesNewRomanPSMT"/>
              </a:rPr>
              <a:t> kurarak tedbirlerin etkin ve rasyonel olmasına dikkat etmek gerekir. </a:t>
            </a:r>
            <a:endParaRPr lang="tr-TR" dirty="0"/>
          </a:p>
          <a:p>
            <a:pPr marL="0" indent="0">
              <a:buNone/>
            </a:pPr>
            <a:endParaRPr lang="tr-TR" sz="1800" dirty="0"/>
          </a:p>
        </p:txBody>
      </p:sp>
      <p:sp>
        <p:nvSpPr>
          <p:cNvPr id="12" name="Arc 11">
            <a:extLst>
              <a:ext uri="{FF2B5EF4-FFF2-40B4-BE49-F238E27FC236}">
                <a16:creationId xmlns:a16="http://schemas.microsoft.com/office/drawing/2014/main" id="{081E4A58-353D-44AE-B2FC-2A74E2E400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7550402" y="2455479"/>
            <a:ext cx="4083433" cy="4083433"/>
          </a:xfrm>
          <a:prstGeom prst="arc">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046591009"/>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6F51649B-F189-75DF-9DA9-B9C86B889FB5}"/>
              </a:ext>
            </a:extLst>
          </p:cNvPr>
          <p:cNvSpPr>
            <a:spLocks noGrp="1"/>
          </p:cNvSpPr>
          <p:nvPr>
            <p:ph type="title"/>
          </p:nvPr>
        </p:nvSpPr>
        <p:spPr/>
        <p:txBody>
          <a:bodyPr>
            <a:noAutofit/>
          </a:bodyPr>
          <a:lstStyle/>
          <a:p>
            <a:pPr algn="ctr"/>
            <a:r>
              <a:rPr lang="tr-TR" sz="4000" b="1" dirty="0">
                <a:solidFill>
                  <a:srgbClr val="000000"/>
                </a:solidFill>
                <a:effectLst/>
                <a:latin typeface="Arial" panose="020B0604020202020204" pitchFamily="34" charset="0"/>
              </a:rPr>
              <a:t>Etkin Bir Denetim Sisteminin İlkeleri ve Özellikleri </a:t>
            </a:r>
            <a:br>
              <a:rPr lang="tr-TR" sz="4000" dirty="0"/>
            </a:br>
            <a:endParaRPr lang="tr-TR" sz="4000" dirty="0"/>
          </a:p>
        </p:txBody>
      </p:sp>
      <p:graphicFrame>
        <p:nvGraphicFramePr>
          <p:cNvPr id="5" name="İçerik Yer Tutucusu 2">
            <a:extLst>
              <a:ext uri="{FF2B5EF4-FFF2-40B4-BE49-F238E27FC236}">
                <a16:creationId xmlns:a16="http://schemas.microsoft.com/office/drawing/2014/main" id="{49684CE0-4F6F-6D0F-D580-2605AAFB6AEE}"/>
              </a:ext>
            </a:extLst>
          </p:cNvPr>
          <p:cNvGraphicFramePr>
            <a:graphicFrameLocks noGrp="1"/>
          </p:cNvGraphicFramePr>
          <p:nvPr>
            <p:ph idx="1"/>
          </p:nvPr>
        </p:nvGraphicFramePr>
        <p:xfrm>
          <a:off x="838200" y="1825625"/>
          <a:ext cx="10515600" cy="3859742"/>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44706710"/>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bg>
      <p:bgPr>
        <a:blipFill dpi="0" rotWithShape="1">
          <a:blip r:embed="rId3" cstate="screen">
            <a:alphaModFix amt="26000"/>
            <a:lum/>
            <a:extLst>
              <a:ext uri="{28A0092B-C50C-407E-A947-70E740481C1C}">
                <a14:useLocalDpi xmlns:a14="http://schemas.microsoft.com/office/drawing/2010/main"/>
              </a:ext>
            </a:extLst>
          </a:blip>
          <a:srcRect/>
          <a:stretch>
            <a:fillRect/>
          </a:stretch>
        </a:blip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907EF6B7-1338-4443-8C46-6A318D952DF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0" name="Freeform: Shape 9">
            <a:extLst>
              <a:ext uri="{FF2B5EF4-FFF2-40B4-BE49-F238E27FC236}">
                <a16:creationId xmlns:a16="http://schemas.microsoft.com/office/drawing/2014/main" id="{DAAE4CDD-124C-4DCF-9584-B6033B545DD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4167271" cy="6858000"/>
          </a:xfrm>
          <a:custGeom>
            <a:avLst/>
            <a:gdLst>
              <a:gd name="connsiteX0" fmla="*/ 0 w 4167271"/>
              <a:gd name="connsiteY0" fmla="*/ 0 h 6858000"/>
              <a:gd name="connsiteX1" fmla="*/ 2259550 w 4167271"/>
              <a:gd name="connsiteY1" fmla="*/ 0 h 6858000"/>
              <a:gd name="connsiteX2" fmla="*/ 2387803 w 4167271"/>
              <a:gd name="connsiteY2" fmla="*/ 82222 h 6858000"/>
              <a:gd name="connsiteX3" fmla="*/ 4167271 w 4167271"/>
              <a:gd name="connsiteY3" fmla="*/ 3429000 h 6858000"/>
              <a:gd name="connsiteX4" fmla="*/ 2387803 w 4167271"/>
              <a:gd name="connsiteY4" fmla="*/ 6775779 h 6858000"/>
              <a:gd name="connsiteX5" fmla="*/ 2259550 w 4167271"/>
              <a:gd name="connsiteY5" fmla="*/ 6858000 h 6858000"/>
              <a:gd name="connsiteX6" fmla="*/ 0 w 4167271"/>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167271" h="6858000">
                <a:moveTo>
                  <a:pt x="0" y="0"/>
                </a:moveTo>
                <a:lnTo>
                  <a:pt x="2259550" y="0"/>
                </a:lnTo>
                <a:lnTo>
                  <a:pt x="2387803" y="82222"/>
                </a:lnTo>
                <a:cubicBezTo>
                  <a:pt x="3461407" y="807534"/>
                  <a:pt x="4167271" y="2035835"/>
                  <a:pt x="4167271" y="3429000"/>
                </a:cubicBezTo>
                <a:cubicBezTo>
                  <a:pt x="4167271" y="4822165"/>
                  <a:pt x="3461407" y="6050467"/>
                  <a:pt x="2387803" y="6775779"/>
                </a:cubicBezTo>
                <a:lnTo>
                  <a:pt x="2259550" y="6858000"/>
                </a:lnTo>
                <a:lnTo>
                  <a:pt x="0" y="685800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Başlık 1">
            <a:extLst>
              <a:ext uri="{FF2B5EF4-FFF2-40B4-BE49-F238E27FC236}">
                <a16:creationId xmlns:a16="http://schemas.microsoft.com/office/drawing/2014/main" id="{6F51649B-F189-75DF-9DA9-B9C86B889FB5}"/>
              </a:ext>
            </a:extLst>
          </p:cNvPr>
          <p:cNvSpPr>
            <a:spLocks noGrp="1"/>
          </p:cNvSpPr>
          <p:nvPr>
            <p:ph type="title"/>
          </p:nvPr>
        </p:nvSpPr>
        <p:spPr>
          <a:xfrm>
            <a:off x="686834" y="1153572"/>
            <a:ext cx="3200400" cy="4461163"/>
          </a:xfrm>
        </p:spPr>
        <p:txBody>
          <a:bodyPr>
            <a:normAutofit/>
          </a:bodyPr>
          <a:lstStyle/>
          <a:p>
            <a:r>
              <a:rPr lang="tr-TR" b="1">
                <a:solidFill>
                  <a:srgbClr val="FFFFFF"/>
                </a:solidFill>
                <a:effectLst/>
                <a:latin typeface="Arial" panose="020B0604020202020204" pitchFamily="34" charset="0"/>
              </a:rPr>
              <a:t>Etkin Bir Denetim Sisteminin İlkeleri ve Özellikleri </a:t>
            </a:r>
            <a:br>
              <a:rPr lang="tr-TR">
                <a:solidFill>
                  <a:srgbClr val="FFFFFF"/>
                </a:solidFill>
              </a:rPr>
            </a:br>
            <a:endParaRPr lang="tr-TR">
              <a:solidFill>
                <a:srgbClr val="FFFFFF"/>
              </a:solidFill>
            </a:endParaRPr>
          </a:p>
        </p:txBody>
      </p:sp>
      <p:sp>
        <p:nvSpPr>
          <p:cNvPr id="3" name="İçerik Yer Tutucusu 2">
            <a:extLst>
              <a:ext uri="{FF2B5EF4-FFF2-40B4-BE49-F238E27FC236}">
                <a16:creationId xmlns:a16="http://schemas.microsoft.com/office/drawing/2014/main" id="{59CDB318-FFAB-F152-8670-27A35B4918E9}"/>
              </a:ext>
            </a:extLst>
          </p:cNvPr>
          <p:cNvSpPr>
            <a:spLocks noGrp="1"/>
          </p:cNvSpPr>
          <p:nvPr>
            <p:ph idx="1"/>
          </p:nvPr>
        </p:nvSpPr>
        <p:spPr>
          <a:xfrm>
            <a:off x="4447308" y="591344"/>
            <a:ext cx="6906491" cy="5585619"/>
          </a:xfrm>
        </p:spPr>
        <p:txBody>
          <a:bodyPr anchor="ctr">
            <a:normAutofit/>
          </a:bodyPr>
          <a:lstStyle/>
          <a:p>
            <a:pPr marL="0" indent="0" algn="just">
              <a:buNone/>
            </a:pPr>
            <a:r>
              <a:rPr lang="tr-TR" sz="2400" b="1" dirty="0"/>
              <a:t>Denetim esnek olmalıdır. </a:t>
            </a:r>
            <a:r>
              <a:rPr lang="tr-TR" sz="2400" dirty="0"/>
              <a:t>İşletmenin faaliyet gösterdiği iç ve dış çevre sürekli değişim içinde olduğundan plan, program, politikalar sık sık değişir. Bunun sonucu olarak denetim sisteminin esnek olması kaçınılmazdır. Özellikle beklenilmeyen olaylar karşısında esneklik gösterilmelidir. Denetim faaliyetlerinde esneklik, değişen koşullara uymak ve organizasyon faaliyetlerini geliştirmek bakımından önemlidir. En iyi denetim, sapmaları işaret edip düzeltici tedbirlerin alınmasını öngören denetimdir. Planlama ileride tahmin edilen olaylara dayanır. Plan çok iyi yapılsa bile beklenilmeyen olaylar plandan sapmaları doğurur. Denetim sistemi plandaki sapmaları kısa zamanda düzeltici tedbirleri sağlamalıdır.</a:t>
            </a:r>
          </a:p>
        </p:txBody>
      </p:sp>
      <p:sp>
        <p:nvSpPr>
          <p:cNvPr id="12" name="Arc 11">
            <a:extLst>
              <a:ext uri="{FF2B5EF4-FFF2-40B4-BE49-F238E27FC236}">
                <a16:creationId xmlns:a16="http://schemas.microsoft.com/office/drawing/2014/main" id="{081E4A58-353D-44AE-B2FC-2A74E2E400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7550402" y="2455479"/>
            <a:ext cx="4083433" cy="4083433"/>
          </a:xfrm>
          <a:prstGeom prst="arc">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316925928"/>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bg>
      <p:bgPr>
        <a:blipFill dpi="0" rotWithShape="1">
          <a:blip r:embed="rId2" cstate="screen">
            <a:alphaModFix amt="26000"/>
            <a:lum/>
            <a:extLst>
              <a:ext uri="{28A0092B-C50C-407E-A947-70E740481C1C}">
                <a14:useLocalDpi xmlns:a14="http://schemas.microsoft.com/office/drawing/2010/main"/>
              </a:ext>
            </a:extLst>
          </a:blip>
          <a:srcRect/>
          <a:stretch>
            <a:fillRect/>
          </a:stretch>
        </a:blip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907EF6B7-1338-4443-8C46-6A318D952DF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0" name="Freeform: Shape 9">
            <a:extLst>
              <a:ext uri="{FF2B5EF4-FFF2-40B4-BE49-F238E27FC236}">
                <a16:creationId xmlns:a16="http://schemas.microsoft.com/office/drawing/2014/main" id="{DAAE4CDD-124C-4DCF-9584-B6033B545DD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4167271" cy="6858000"/>
          </a:xfrm>
          <a:custGeom>
            <a:avLst/>
            <a:gdLst>
              <a:gd name="connsiteX0" fmla="*/ 0 w 4167271"/>
              <a:gd name="connsiteY0" fmla="*/ 0 h 6858000"/>
              <a:gd name="connsiteX1" fmla="*/ 2259550 w 4167271"/>
              <a:gd name="connsiteY1" fmla="*/ 0 h 6858000"/>
              <a:gd name="connsiteX2" fmla="*/ 2387803 w 4167271"/>
              <a:gd name="connsiteY2" fmla="*/ 82222 h 6858000"/>
              <a:gd name="connsiteX3" fmla="*/ 4167271 w 4167271"/>
              <a:gd name="connsiteY3" fmla="*/ 3429000 h 6858000"/>
              <a:gd name="connsiteX4" fmla="*/ 2387803 w 4167271"/>
              <a:gd name="connsiteY4" fmla="*/ 6775779 h 6858000"/>
              <a:gd name="connsiteX5" fmla="*/ 2259550 w 4167271"/>
              <a:gd name="connsiteY5" fmla="*/ 6858000 h 6858000"/>
              <a:gd name="connsiteX6" fmla="*/ 0 w 4167271"/>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167271" h="6858000">
                <a:moveTo>
                  <a:pt x="0" y="0"/>
                </a:moveTo>
                <a:lnTo>
                  <a:pt x="2259550" y="0"/>
                </a:lnTo>
                <a:lnTo>
                  <a:pt x="2387803" y="82222"/>
                </a:lnTo>
                <a:cubicBezTo>
                  <a:pt x="3461407" y="807534"/>
                  <a:pt x="4167271" y="2035835"/>
                  <a:pt x="4167271" y="3429000"/>
                </a:cubicBezTo>
                <a:cubicBezTo>
                  <a:pt x="4167271" y="4822165"/>
                  <a:pt x="3461407" y="6050467"/>
                  <a:pt x="2387803" y="6775779"/>
                </a:cubicBezTo>
                <a:lnTo>
                  <a:pt x="2259550" y="6858000"/>
                </a:lnTo>
                <a:lnTo>
                  <a:pt x="0" y="685800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Başlık 1">
            <a:extLst>
              <a:ext uri="{FF2B5EF4-FFF2-40B4-BE49-F238E27FC236}">
                <a16:creationId xmlns:a16="http://schemas.microsoft.com/office/drawing/2014/main" id="{6F51649B-F189-75DF-9DA9-B9C86B889FB5}"/>
              </a:ext>
            </a:extLst>
          </p:cNvPr>
          <p:cNvSpPr>
            <a:spLocks noGrp="1"/>
          </p:cNvSpPr>
          <p:nvPr>
            <p:ph type="title"/>
          </p:nvPr>
        </p:nvSpPr>
        <p:spPr>
          <a:xfrm>
            <a:off x="686834" y="1153572"/>
            <a:ext cx="3200400" cy="4461163"/>
          </a:xfrm>
        </p:spPr>
        <p:txBody>
          <a:bodyPr>
            <a:normAutofit/>
          </a:bodyPr>
          <a:lstStyle/>
          <a:p>
            <a:r>
              <a:rPr lang="tr-TR" b="1">
                <a:solidFill>
                  <a:srgbClr val="FFFFFF"/>
                </a:solidFill>
                <a:effectLst/>
                <a:latin typeface="Arial" panose="020B0604020202020204" pitchFamily="34" charset="0"/>
              </a:rPr>
              <a:t>Etkin Bir Denetim Sisteminin İlkeleri ve Özellikleri </a:t>
            </a:r>
            <a:br>
              <a:rPr lang="tr-TR">
                <a:solidFill>
                  <a:srgbClr val="FFFFFF"/>
                </a:solidFill>
              </a:rPr>
            </a:br>
            <a:endParaRPr lang="tr-TR">
              <a:solidFill>
                <a:srgbClr val="FFFFFF"/>
              </a:solidFill>
            </a:endParaRPr>
          </a:p>
        </p:txBody>
      </p:sp>
      <p:sp>
        <p:nvSpPr>
          <p:cNvPr id="3" name="İçerik Yer Tutucusu 2">
            <a:extLst>
              <a:ext uri="{FF2B5EF4-FFF2-40B4-BE49-F238E27FC236}">
                <a16:creationId xmlns:a16="http://schemas.microsoft.com/office/drawing/2014/main" id="{59CDB318-FFAB-F152-8670-27A35B4918E9}"/>
              </a:ext>
            </a:extLst>
          </p:cNvPr>
          <p:cNvSpPr>
            <a:spLocks noGrp="1"/>
          </p:cNvSpPr>
          <p:nvPr>
            <p:ph idx="1"/>
          </p:nvPr>
        </p:nvSpPr>
        <p:spPr>
          <a:xfrm>
            <a:off x="4447308" y="591344"/>
            <a:ext cx="6906491" cy="5585619"/>
          </a:xfrm>
        </p:spPr>
        <p:txBody>
          <a:bodyPr anchor="ctr">
            <a:normAutofit/>
          </a:bodyPr>
          <a:lstStyle/>
          <a:p>
            <a:r>
              <a:rPr lang="tr-TR" sz="2000" b="1">
                <a:effectLst/>
                <a:latin typeface="TimesNewRomanPS"/>
              </a:rPr>
              <a:t>Denetim ileri bakmalıdır. </a:t>
            </a:r>
            <a:r>
              <a:rPr lang="tr-TR" sz="2000" err="1">
                <a:effectLst/>
                <a:latin typeface="TimesNewRomanPSMT"/>
              </a:rPr>
              <a:t>İşletmenin</a:t>
            </a:r>
            <a:r>
              <a:rPr lang="tr-TR" sz="2000">
                <a:effectLst/>
                <a:latin typeface="TimesNewRomanPSMT"/>
              </a:rPr>
              <a:t> genel ilkesi olan en az giderlerle istenilen amaca </a:t>
            </a:r>
            <a:r>
              <a:rPr lang="tr-TR" sz="2000" err="1">
                <a:effectLst/>
                <a:latin typeface="TimesNewRomanPSMT"/>
              </a:rPr>
              <a:t>ulaşılması</a:t>
            </a:r>
            <a:r>
              <a:rPr lang="tr-TR" sz="2000">
                <a:effectLst/>
                <a:latin typeface="TimesNewRomanPSMT"/>
              </a:rPr>
              <a:t> denetim sisteminde de uygulanmalıdır. Denetim fonksiyonu yerine getirilirken en az giderle denetimin </a:t>
            </a:r>
            <a:r>
              <a:rPr lang="tr-TR" sz="2000" err="1">
                <a:effectLst/>
                <a:latin typeface="TimesNewRomanPSMT"/>
              </a:rPr>
              <a:t>sağlanmasına</a:t>
            </a:r>
            <a:r>
              <a:rPr lang="tr-TR" sz="2000">
                <a:effectLst/>
                <a:latin typeface="TimesNewRomanPSMT"/>
              </a:rPr>
              <a:t> </a:t>
            </a:r>
            <a:r>
              <a:rPr lang="tr-TR" sz="2000" err="1">
                <a:effectLst/>
                <a:latin typeface="TimesNewRomanPSMT"/>
              </a:rPr>
              <a:t>çalışılmalıdır</a:t>
            </a:r>
            <a:r>
              <a:rPr lang="tr-TR" sz="2000">
                <a:effectLst/>
                <a:latin typeface="TimesNewRomanPSMT"/>
              </a:rPr>
              <a:t>. Denetim yapılacak diye bir </a:t>
            </a:r>
            <a:r>
              <a:rPr lang="tr-TR" sz="2000" err="1">
                <a:effectLst/>
                <a:latin typeface="TimesNewRomanPSMT"/>
              </a:rPr>
              <a:t>çok</a:t>
            </a:r>
            <a:r>
              <a:rPr lang="tr-TR" sz="2000">
                <a:effectLst/>
                <a:latin typeface="TimesNewRomanPSMT"/>
              </a:rPr>
              <a:t> gerekmeyen faaliyete yer vermemek gerekir. </a:t>
            </a:r>
            <a:r>
              <a:rPr lang="tr-TR" sz="2000" err="1">
                <a:effectLst/>
                <a:latin typeface="TimesNewRomanPSMT"/>
              </a:rPr>
              <a:t>Çeşitli</a:t>
            </a:r>
            <a:r>
              <a:rPr lang="tr-TR" sz="2000">
                <a:effectLst/>
                <a:latin typeface="TimesNewRomanPSMT"/>
              </a:rPr>
              <a:t> bilgi akımı faaliyetleri en ekonomik </a:t>
            </a:r>
            <a:r>
              <a:rPr lang="tr-TR" sz="2000" err="1">
                <a:effectLst/>
                <a:latin typeface="TimesNewRomanPSMT"/>
              </a:rPr>
              <a:t>biçimde</a:t>
            </a:r>
            <a:r>
              <a:rPr lang="tr-TR" sz="2000">
                <a:effectLst/>
                <a:latin typeface="TimesNewRomanPSMT"/>
              </a:rPr>
              <a:t> yapılmalıdır. </a:t>
            </a:r>
            <a:endParaRPr lang="tr-TR" sz="2000"/>
          </a:p>
          <a:p>
            <a:r>
              <a:rPr lang="tr-TR" sz="2000" b="1">
                <a:effectLst/>
                <a:latin typeface="TimesNewRomanPS"/>
              </a:rPr>
              <a:t>Denetim tarafsız olmalıdır. </a:t>
            </a:r>
            <a:r>
              <a:rPr lang="tr-TR" sz="2000">
                <a:effectLst/>
                <a:latin typeface="TimesNewRomanPSMT"/>
              </a:rPr>
              <a:t>Organizasyon insan </a:t>
            </a:r>
            <a:r>
              <a:rPr lang="tr-TR" sz="2000" err="1">
                <a:effectLst/>
                <a:latin typeface="TimesNewRomanPSMT"/>
              </a:rPr>
              <a:t>ilişkilerinin</a:t>
            </a:r>
            <a:r>
              <a:rPr lang="tr-TR" sz="2000">
                <a:effectLst/>
                <a:latin typeface="TimesNewRomanPSMT"/>
              </a:rPr>
              <a:t> </a:t>
            </a:r>
            <a:r>
              <a:rPr lang="tr-TR" sz="2000" err="1">
                <a:effectLst/>
                <a:latin typeface="TimesNewRomanPSMT"/>
              </a:rPr>
              <a:t>çok</a:t>
            </a:r>
            <a:r>
              <a:rPr lang="tr-TR" sz="2000">
                <a:effectLst/>
                <a:latin typeface="TimesNewRomanPSMT"/>
              </a:rPr>
              <a:t> </a:t>
            </a:r>
            <a:r>
              <a:rPr lang="tr-TR" sz="2000" err="1">
                <a:effectLst/>
                <a:latin typeface="TimesNewRomanPSMT"/>
              </a:rPr>
              <a:t>olduğu</a:t>
            </a:r>
            <a:r>
              <a:rPr lang="tr-TR" sz="2000">
                <a:effectLst/>
                <a:latin typeface="TimesNewRomanPSMT"/>
              </a:rPr>
              <a:t> bir sistem </a:t>
            </a:r>
            <a:r>
              <a:rPr lang="tr-TR" sz="2000" err="1">
                <a:effectLst/>
                <a:latin typeface="TimesNewRomanPSMT"/>
              </a:rPr>
              <a:t>olduğu</a:t>
            </a:r>
            <a:r>
              <a:rPr lang="tr-TR" sz="2000">
                <a:effectLst/>
                <a:latin typeface="TimesNewRomanPSMT"/>
              </a:rPr>
              <a:t> </a:t>
            </a:r>
            <a:r>
              <a:rPr lang="tr-TR" sz="2000" err="1">
                <a:effectLst/>
                <a:latin typeface="TimesNewRomanPSMT"/>
              </a:rPr>
              <a:t>için</a:t>
            </a:r>
            <a:r>
              <a:rPr lang="tr-TR" sz="2000">
                <a:effectLst/>
                <a:latin typeface="TimesNewRomanPSMT"/>
              </a:rPr>
              <a:t> duygusal </a:t>
            </a:r>
            <a:r>
              <a:rPr lang="tr-TR" sz="2000" err="1">
                <a:effectLst/>
                <a:latin typeface="TimesNewRomanPSMT"/>
              </a:rPr>
              <a:t>davranışların</a:t>
            </a:r>
            <a:r>
              <a:rPr lang="tr-TR" sz="2000">
                <a:effectLst/>
                <a:latin typeface="TimesNewRomanPSMT"/>
              </a:rPr>
              <a:t> fazla </a:t>
            </a:r>
            <a:r>
              <a:rPr lang="tr-TR" sz="2000" err="1">
                <a:effectLst/>
                <a:latin typeface="TimesNewRomanPSMT"/>
              </a:rPr>
              <a:t>olduğu</a:t>
            </a:r>
            <a:r>
              <a:rPr lang="tr-TR" sz="2000">
                <a:effectLst/>
                <a:latin typeface="TimesNewRomanPSMT"/>
              </a:rPr>
              <a:t> bir ortamdır. Denetim tarafsız olmazsa denetim </a:t>
            </a:r>
            <a:r>
              <a:rPr lang="tr-TR" sz="2000" err="1">
                <a:effectLst/>
                <a:latin typeface="TimesNewRomanPSMT"/>
              </a:rPr>
              <a:t>zorlaşır</a:t>
            </a:r>
            <a:r>
              <a:rPr lang="tr-TR" sz="2000">
                <a:effectLst/>
                <a:latin typeface="TimesNewRomanPSMT"/>
              </a:rPr>
              <a:t>. </a:t>
            </a:r>
            <a:r>
              <a:rPr lang="tr-TR" sz="2000" err="1">
                <a:effectLst/>
                <a:latin typeface="TimesNewRomanPSMT"/>
              </a:rPr>
              <a:t>Böyle</a:t>
            </a:r>
            <a:r>
              <a:rPr lang="tr-TR" sz="2000">
                <a:effectLst/>
                <a:latin typeface="TimesNewRomanPSMT"/>
              </a:rPr>
              <a:t> durumlarda denetimin </a:t>
            </a:r>
            <a:r>
              <a:rPr lang="tr-TR" sz="2000" err="1">
                <a:effectLst/>
                <a:latin typeface="TimesNewRomanPSMT"/>
              </a:rPr>
              <a:t>dayandığı</a:t>
            </a:r>
            <a:r>
              <a:rPr lang="tr-TR" sz="2000">
                <a:effectLst/>
                <a:latin typeface="TimesNewRomanPSMT"/>
              </a:rPr>
              <a:t> standartlar, duygusal verilere daha </a:t>
            </a:r>
            <a:r>
              <a:rPr lang="tr-TR" sz="2000" err="1">
                <a:effectLst/>
                <a:latin typeface="TimesNewRomanPSMT"/>
              </a:rPr>
              <a:t>çok</a:t>
            </a:r>
            <a:r>
              <a:rPr lang="tr-TR" sz="2000">
                <a:effectLst/>
                <a:latin typeface="TimesNewRomanPSMT"/>
              </a:rPr>
              <a:t> </a:t>
            </a:r>
            <a:r>
              <a:rPr lang="tr-TR" sz="2000" err="1">
                <a:effectLst/>
                <a:latin typeface="TimesNewRomanPSMT"/>
              </a:rPr>
              <a:t>bağlı</a:t>
            </a:r>
            <a:r>
              <a:rPr lang="tr-TR" sz="2000">
                <a:effectLst/>
                <a:latin typeface="TimesNewRomanPSMT"/>
              </a:rPr>
              <a:t> olursa denetimden istenilen </a:t>
            </a:r>
            <a:r>
              <a:rPr lang="tr-TR" sz="2000" err="1">
                <a:effectLst/>
                <a:latin typeface="TimesNewRomanPSMT"/>
              </a:rPr>
              <a:t>sonuc</a:t>
            </a:r>
            <a:r>
              <a:rPr lang="tr-TR" sz="2000">
                <a:effectLst/>
                <a:latin typeface="TimesNewRomanPSMT"/>
              </a:rPr>
              <a:t>̧ elde edilemez. </a:t>
            </a:r>
            <a:endParaRPr lang="tr-TR" sz="2000"/>
          </a:p>
          <a:p>
            <a:r>
              <a:rPr lang="tr-TR" sz="2000" b="1">
                <a:effectLst/>
                <a:latin typeface="TimesNewRomanPS"/>
              </a:rPr>
              <a:t>Denetim </a:t>
            </a:r>
            <a:r>
              <a:rPr lang="tr-TR" sz="2000" b="1" err="1">
                <a:effectLst/>
                <a:latin typeface="TimesNewRomanPS"/>
              </a:rPr>
              <a:t>düzeltici</a:t>
            </a:r>
            <a:r>
              <a:rPr lang="tr-TR" sz="2000" b="1">
                <a:effectLst/>
                <a:latin typeface="TimesNewRomanPS"/>
              </a:rPr>
              <a:t> tedbirleri almalıdır. </a:t>
            </a:r>
            <a:r>
              <a:rPr lang="tr-TR" sz="2000">
                <a:effectLst/>
                <a:latin typeface="TimesNewRomanPSMT"/>
              </a:rPr>
              <a:t>Denetimin temel amacı olan </a:t>
            </a:r>
            <a:r>
              <a:rPr lang="tr-TR" sz="2000" err="1">
                <a:effectLst/>
                <a:latin typeface="TimesNewRomanPSMT"/>
              </a:rPr>
              <a:t>düzeltici</a:t>
            </a:r>
            <a:r>
              <a:rPr lang="tr-TR" sz="2000">
                <a:effectLst/>
                <a:latin typeface="TimesNewRomanPSMT"/>
              </a:rPr>
              <a:t> tedbirler </a:t>
            </a:r>
            <a:r>
              <a:rPr lang="tr-TR" sz="2000" err="1">
                <a:effectLst/>
                <a:latin typeface="TimesNewRomanPSMT"/>
              </a:rPr>
              <a:t>alındığı</a:t>
            </a:r>
            <a:r>
              <a:rPr lang="tr-TR" sz="2000">
                <a:effectLst/>
                <a:latin typeface="TimesNewRomanPSMT"/>
              </a:rPr>
              <a:t> ölçüde denetimin </a:t>
            </a:r>
            <a:r>
              <a:rPr lang="tr-TR" sz="2000" err="1">
                <a:effectLst/>
                <a:latin typeface="TimesNewRomanPSMT"/>
              </a:rPr>
              <a:t>başarısından</a:t>
            </a:r>
            <a:r>
              <a:rPr lang="tr-TR" sz="2000">
                <a:effectLst/>
                <a:latin typeface="TimesNewRomanPSMT"/>
              </a:rPr>
              <a:t> </a:t>
            </a:r>
            <a:r>
              <a:rPr lang="tr-TR" sz="2000" err="1">
                <a:effectLst/>
                <a:latin typeface="TimesNewRomanPSMT"/>
              </a:rPr>
              <a:t>söz</a:t>
            </a:r>
            <a:r>
              <a:rPr lang="tr-TR" sz="2000">
                <a:effectLst/>
                <a:latin typeface="TimesNewRomanPSMT"/>
              </a:rPr>
              <a:t> edebiliriz. </a:t>
            </a:r>
            <a:r>
              <a:rPr lang="tr-TR" sz="2000" err="1">
                <a:effectLst/>
                <a:latin typeface="TimesNewRomanPSMT"/>
              </a:rPr>
              <a:t>Düzeltici</a:t>
            </a:r>
            <a:r>
              <a:rPr lang="tr-TR" sz="2000">
                <a:effectLst/>
                <a:latin typeface="TimesNewRomanPSMT"/>
              </a:rPr>
              <a:t> tedbirler alınmadan </a:t>
            </a:r>
            <a:r>
              <a:rPr lang="tr-TR" sz="2000" err="1">
                <a:effectLst/>
                <a:latin typeface="TimesNewRomanPSMT"/>
              </a:rPr>
              <a:t>önce</a:t>
            </a:r>
            <a:r>
              <a:rPr lang="tr-TR" sz="2000">
                <a:effectLst/>
                <a:latin typeface="TimesNewRomanPSMT"/>
              </a:rPr>
              <a:t> hatalar </a:t>
            </a:r>
            <a:r>
              <a:rPr lang="tr-TR" sz="2000" err="1">
                <a:effectLst/>
                <a:latin typeface="TimesNewRomanPSMT"/>
              </a:rPr>
              <a:t>doğrudan</a:t>
            </a:r>
            <a:r>
              <a:rPr lang="tr-TR" sz="2000">
                <a:effectLst/>
                <a:latin typeface="TimesNewRomanPSMT"/>
              </a:rPr>
              <a:t> ortaya konularak, nedenleri </a:t>
            </a:r>
            <a:r>
              <a:rPr lang="tr-TR" sz="2000" err="1">
                <a:effectLst/>
                <a:latin typeface="TimesNewRomanPSMT"/>
              </a:rPr>
              <a:t>araştırılmalı</a:t>
            </a:r>
            <a:r>
              <a:rPr lang="tr-TR" sz="2000">
                <a:effectLst/>
                <a:latin typeface="TimesNewRomanPSMT"/>
              </a:rPr>
              <a:t> ve hatalı iş sistemleri ve/veya </a:t>
            </a:r>
            <a:r>
              <a:rPr lang="tr-TR" sz="2000" err="1">
                <a:effectLst/>
                <a:latin typeface="TimesNewRomanPSMT"/>
              </a:rPr>
              <a:t>kişiler</a:t>
            </a:r>
            <a:r>
              <a:rPr lang="tr-TR" sz="2000">
                <a:effectLst/>
                <a:latin typeface="TimesNewRomanPSMT"/>
              </a:rPr>
              <a:t> belirlenmelidir. </a:t>
            </a:r>
            <a:endParaRPr lang="tr-TR" sz="2000"/>
          </a:p>
          <a:p>
            <a:endParaRPr lang="tr-TR" sz="2000"/>
          </a:p>
        </p:txBody>
      </p:sp>
      <p:sp>
        <p:nvSpPr>
          <p:cNvPr id="12" name="Arc 11">
            <a:extLst>
              <a:ext uri="{FF2B5EF4-FFF2-40B4-BE49-F238E27FC236}">
                <a16:creationId xmlns:a16="http://schemas.microsoft.com/office/drawing/2014/main" id="{081E4A58-353D-44AE-B2FC-2A74E2E400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7550402" y="2455479"/>
            <a:ext cx="4083433" cy="4083433"/>
          </a:xfrm>
          <a:prstGeom prst="arc">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981635904"/>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bg>
      <p:bgPr>
        <a:blipFill dpi="0" rotWithShape="1">
          <a:blip r:embed="rId2" cstate="screen">
            <a:alphaModFix amt="26000"/>
            <a:lum/>
            <a:extLst>
              <a:ext uri="{28A0092B-C50C-407E-A947-70E740481C1C}">
                <a14:useLocalDpi xmlns:a14="http://schemas.microsoft.com/office/drawing/2010/main"/>
              </a:ext>
            </a:extLst>
          </a:blip>
          <a:srcRect/>
          <a:stretch>
            <a:fillRect/>
          </a:stretch>
        </a:blipFill>
        <a:effectLst/>
      </p:bgPr>
    </p:bg>
    <p:spTree>
      <p:nvGrpSpPr>
        <p:cNvPr id="1" name=""/>
        <p:cNvGrpSpPr/>
        <p:nvPr/>
      </p:nvGrpSpPr>
      <p:grpSpPr>
        <a:xfrm>
          <a:off x="0" y="0"/>
          <a:ext cx="0" cy="0"/>
          <a:chOff x="0" y="0"/>
          <a:chExt cx="0" cy="0"/>
        </a:xfrm>
      </p:grpSpPr>
      <p:sp useBgFill="1">
        <p:nvSpPr>
          <p:cNvPr id="18" name="Rectangle 17">
            <a:extLst>
              <a:ext uri="{FF2B5EF4-FFF2-40B4-BE49-F238E27FC236}">
                <a16:creationId xmlns:a16="http://schemas.microsoft.com/office/drawing/2014/main" id="{9DBC8166-481C-4473-95F5-9A5B9073B7F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0" name="Freeform: Shape 19">
            <a:extLst>
              <a:ext uri="{FF2B5EF4-FFF2-40B4-BE49-F238E27FC236}">
                <a16:creationId xmlns:a16="http://schemas.microsoft.com/office/drawing/2014/main" id="{A5A5CE6E-90AF-4D43-A014-1F9EC83EB93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4512467" cy="6858000"/>
          </a:xfrm>
          <a:custGeom>
            <a:avLst/>
            <a:gdLst>
              <a:gd name="connsiteX0" fmla="*/ 0 w 4512467"/>
              <a:gd name="connsiteY0" fmla="*/ 0 h 6858000"/>
              <a:gd name="connsiteX1" fmla="*/ 2579526 w 4512467"/>
              <a:gd name="connsiteY1" fmla="*/ 0 h 6858000"/>
              <a:gd name="connsiteX2" fmla="*/ 2583267 w 4512467"/>
              <a:gd name="connsiteY2" fmla="*/ 2151 h 6858000"/>
              <a:gd name="connsiteX3" fmla="*/ 4512467 w 4512467"/>
              <a:gd name="connsiteY3" fmla="*/ 3429000 h 6858000"/>
              <a:gd name="connsiteX4" fmla="*/ 2583267 w 4512467"/>
              <a:gd name="connsiteY4" fmla="*/ 6855849 h 6858000"/>
              <a:gd name="connsiteX5" fmla="*/ 2579526 w 4512467"/>
              <a:gd name="connsiteY5" fmla="*/ 6858000 h 6858000"/>
              <a:gd name="connsiteX6" fmla="*/ 0 w 4512467"/>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512467" h="6858000">
                <a:moveTo>
                  <a:pt x="0" y="0"/>
                </a:moveTo>
                <a:lnTo>
                  <a:pt x="2579526" y="0"/>
                </a:lnTo>
                <a:lnTo>
                  <a:pt x="2583267" y="2151"/>
                </a:lnTo>
                <a:cubicBezTo>
                  <a:pt x="3739868" y="704919"/>
                  <a:pt x="4512467" y="1976735"/>
                  <a:pt x="4512467" y="3429000"/>
                </a:cubicBezTo>
                <a:cubicBezTo>
                  <a:pt x="4512467" y="4881266"/>
                  <a:pt x="3739868" y="6153081"/>
                  <a:pt x="2583267" y="6855849"/>
                </a:cubicBezTo>
                <a:lnTo>
                  <a:pt x="2579526" y="6858000"/>
                </a:lnTo>
                <a:lnTo>
                  <a:pt x="0" y="685800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Başlık 1">
            <a:extLst>
              <a:ext uri="{FF2B5EF4-FFF2-40B4-BE49-F238E27FC236}">
                <a16:creationId xmlns:a16="http://schemas.microsoft.com/office/drawing/2014/main" id="{6F51649B-F189-75DF-9DA9-B9C86B889FB5}"/>
              </a:ext>
            </a:extLst>
          </p:cNvPr>
          <p:cNvSpPr>
            <a:spLocks noGrp="1"/>
          </p:cNvSpPr>
          <p:nvPr>
            <p:ph type="title"/>
          </p:nvPr>
        </p:nvSpPr>
        <p:spPr>
          <a:xfrm>
            <a:off x="838200" y="643467"/>
            <a:ext cx="2951205" cy="5571066"/>
          </a:xfrm>
        </p:spPr>
        <p:txBody>
          <a:bodyPr>
            <a:normAutofit/>
          </a:bodyPr>
          <a:lstStyle/>
          <a:p>
            <a:r>
              <a:rPr lang="tr-TR" sz="4100" b="1">
                <a:solidFill>
                  <a:srgbClr val="FFFFFF"/>
                </a:solidFill>
                <a:effectLst/>
                <a:latin typeface="Arial" panose="020B0604020202020204" pitchFamily="34" charset="0"/>
              </a:rPr>
              <a:t>Etkin Bir Denetim Sisteminin İlkeleri ve Özellikleri </a:t>
            </a:r>
            <a:br>
              <a:rPr lang="tr-TR" sz="4100">
                <a:solidFill>
                  <a:srgbClr val="FFFFFF"/>
                </a:solidFill>
              </a:rPr>
            </a:br>
            <a:endParaRPr lang="tr-TR" sz="4100">
              <a:solidFill>
                <a:srgbClr val="FFFFFF"/>
              </a:solidFill>
            </a:endParaRPr>
          </a:p>
        </p:txBody>
      </p:sp>
      <p:graphicFrame>
        <p:nvGraphicFramePr>
          <p:cNvPr id="5" name="İçerik Yer Tutucusu 2">
            <a:extLst>
              <a:ext uri="{FF2B5EF4-FFF2-40B4-BE49-F238E27FC236}">
                <a16:creationId xmlns:a16="http://schemas.microsoft.com/office/drawing/2014/main" id="{F90EB6C8-C099-294A-4CEF-2A38A79E6E89}"/>
              </a:ext>
            </a:extLst>
          </p:cNvPr>
          <p:cNvGraphicFramePr>
            <a:graphicFrameLocks noGrp="1"/>
          </p:cNvGraphicFramePr>
          <p:nvPr>
            <p:ph idx="1"/>
          </p:nvPr>
        </p:nvGraphicFramePr>
        <p:xfrm>
          <a:off x="5207640" y="643466"/>
          <a:ext cx="6291714" cy="5530735"/>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2118994138"/>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bg>
      <p:bgPr>
        <a:blipFill dpi="0" rotWithShape="1">
          <a:blip r:embed="rId2" cstate="screen">
            <a:alphaModFix amt="15000"/>
            <a:lum/>
            <a:extLst>
              <a:ext uri="{28A0092B-C50C-407E-A947-70E740481C1C}">
                <a14:useLocalDpi xmlns:a14="http://schemas.microsoft.com/office/drawing/2010/main"/>
              </a:ext>
            </a:extLst>
          </a:blip>
          <a:srcRect/>
          <a:stretch>
            <a:fillRect l="-4000" r="-4000"/>
          </a:stretch>
        </a:blip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907EF6B7-1338-4443-8C46-6A318D952DF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0" name="Freeform: Shape 9">
            <a:extLst>
              <a:ext uri="{FF2B5EF4-FFF2-40B4-BE49-F238E27FC236}">
                <a16:creationId xmlns:a16="http://schemas.microsoft.com/office/drawing/2014/main" id="{DAAE4CDD-124C-4DCF-9584-B6033B545DD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4167271" cy="6858000"/>
          </a:xfrm>
          <a:custGeom>
            <a:avLst/>
            <a:gdLst>
              <a:gd name="connsiteX0" fmla="*/ 0 w 4167271"/>
              <a:gd name="connsiteY0" fmla="*/ 0 h 6858000"/>
              <a:gd name="connsiteX1" fmla="*/ 2259550 w 4167271"/>
              <a:gd name="connsiteY1" fmla="*/ 0 h 6858000"/>
              <a:gd name="connsiteX2" fmla="*/ 2387803 w 4167271"/>
              <a:gd name="connsiteY2" fmla="*/ 82222 h 6858000"/>
              <a:gd name="connsiteX3" fmla="*/ 4167271 w 4167271"/>
              <a:gd name="connsiteY3" fmla="*/ 3429000 h 6858000"/>
              <a:gd name="connsiteX4" fmla="*/ 2387803 w 4167271"/>
              <a:gd name="connsiteY4" fmla="*/ 6775779 h 6858000"/>
              <a:gd name="connsiteX5" fmla="*/ 2259550 w 4167271"/>
              <a:gd name="connsiteY5" fmla="*/ 6858000 h 6858000"/>
              <a:gd name="connsiteX6" fmla="*/ 0 w 4167271"/>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167271" h="6858000">
                <a:moveTo>
                  <a:pt x="0" y="0"/>
                </a:moveTo>
                <a:lnTo>
                  <a:pt x="2259550" y="0"/>
                </a:lnTo>
                <a:lnTo>
                  <a:pt x="2387803" y="82222"/>
                </a:lnTo>
                <a:cubicBezTo>
                  <a:pt x="3461407" y="807534"/>
                  <a:pt x="4167271" y="2035835"/>
                  <a:pt x="4167271" y="3429000"/>
                </a:cubicBezTo>
                <a:cubicBezTo>
                  <a:pt x="4167271" y="4822165"/>
                  <a:pt x="3461407" y="6050467"/>
                  <a:pt x="2387803" y="6775779"/>
                </a:cubicBezTo>
                <a:lnTo>
                  <a:pt x="2259550" y="6858000"/>
                </a:lnTo>
                <a:lnTo>
                  <a:pt x="0" y="685800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Başlık 1">
            <a:extLst>
              <a:ext uri="{FF2B5EF4-FFF2-40B4-BE49-F238E27FC236}">
                <a16:creationId xmlns:a16="http://schemas.microsoft.com/office/drawing/2014/main" id="{B64FFB5A-1CD7-0979-2C61-55215DE1E90C}"/>
              </a:ext>
            </a:extLst>
          </p:cNvPr>
          <p:cNvSpPr>
            <a:spLocks noGrp="1"/>
          </p:cNvSpPr>
          <p:nvPr>
            <p:ph type="title"/>
          </p:nvPr>
        </p:nvSpPr>
        <p:spPr>
          <a:xfrm>
            <a:off x="686834" y="1153572"/>
            <a:ext cx="3480438" cy="4461163"/>
          </a:xfrm>
        </p:spPr>
        <p:txBody>
          <a:bodyPr>
            <a:normAutofit/>
          </a:bodyPr>
          <a:lstStyle/>
          <a:p>
            <a:r>
              <a:rPr lang="tr-TR" sz="3100" dirty="0">
                <a:solidFill>
                  <a:srgbClr val="FFFFFF"/>
                </a:solidFill>
              </a:rPr>
              <a:t>KOORDİNASYON ??</a:t>
            </a:r>
          </a:p>
        </p:txBody>
      </p:sp>
      <p:sp>
        <p:nvSpPr>
          <p:cNvPr id="3" name="İçerik Yer Tutucusu 2">
            <a:extLst>
              <a:ext uri="{FF2B5EF4-FFF2-40B4-BE49-F238E27FC236}">
                <a16:creationId xmlns:a16="http://schemas.microsoft.com/office/drawing/2014/main" id="{2E92B73C-81D1-4CD5-94EC-FCA8E8F773BC}"/>
              </a:ext>
            </a:extLst>
          </p:cNvPr>
          <p:cNvSpPr>
            <a:spLocks noGrp="1"/>
          </p:cNvSpPr>
          <p:nvPr>
            <p:ph idx="1"/>
          </p:nvPr>
        </p:nvSpPr>
        <p:spPr>
          <a:xfrm>
            <a:off x="4447308" y="953293"/>
            <a:ext cx="6906491" cy="5585619"/>
          </a:xfrm>
          <a:blipFill>
            <a:blip r:embed="rId3">
              <a:alphaModFix amt="26000"/>
            </a:blip>
            <a:tile tx="0" ty="0" sx="100000" sy="100000" flip="none" algn="tl"/>
          </a:blipFill>
        </p:spPr>
        <p:txBody>
          <a:bodyPr anchor="ctr">
            <a:normAutofit/>
          </a:bodyPr>
          <a:lstStyle/>
          <a:p>
            <a:r>
              <a:rPr lang="tr-TR" sz="1500">
                <a:latin typeface="Söhne"/>
              </a:rPr>
              <a:t>K</a:t>
            </a:r>
            <a:r>
              <a:rPr lang="tr-TR" sz="1500" b="0" i="0">
                <a:effectLst/>
                <a:latin typeface="Söhne"/>
              </a:rPr>
              <a:t>oordinasyon, diğer yönetim fonksiyonları içinde yer alarak vurgulanabilir. Örneğin:</a:t>
            </a:r>
          </a:p>
          <a:p>
            <a:pPr>
              <a:buFont typeface="+mj-lt"/>
              <a:buAutoNum type="arabicPeriod"/>
            </a:pPr>
            <a:r>
              <a:rPr lang="tr-TR" sz="1500" b="1" i="0">
                <a:effectLst/>
                <a:latin typeface="Söhne"/>
              </a:rPr>
              <a:t>Planlama ve Koordinasyon:</a:t>
            </a:r>
            <a:r>
              <a:rPr lang="tr-TR" sz="1500" b="0" i="0">
                <a:effectLst/>
                <a:latin typeface="Söhne"/>
              </a:rPr>
              <a:t> Planlama, belirli hedeflere ulaşmak için kaynakları düzenleme ve kullanma sürecini içerir. Bu süreç aynı zamanda kaynakların uygun bir şekilde koordine edilmesini de gerektirir.</a:t>
            </a:r>
          </a:p>
          <a:p>
            <a:pPr>
              <a:buFont typeface="+mj-lt"/>
              <a:buAutoNum type="arabicPeriod"/>
            </a:pPr>
            <a:r>
              <a:rPr lang="tr-TR" sz="1500" b="1" i="0">
                <a:effectLst/>
                <a:latin typeface="Söhne"/>
              </a:rPr>
              <a:t>Örgütlenme ve Koordinasyon:</a:t>
            </a:r>
            <a:r>
              <a:rPr lang="tr-TR" sz="1500" b="0" i="0">
                <a:effectLst/>
                <a:latin typeface="Söhne"/>
              </a:rPr>
              <a:t> Örgütlenme, görevleri ve sorumlulukları belirleme, yetki ve sorumlulukları atanma sürecidir. Bu süreç içinde koordinasyon, farklı birimler arasında etkileşimi ve işbirliğini sağlama amacıyla önemli bir rol oynayabilir.</a:t>
            </a:r>
          </a:p>
          <a:p>
            <a:pPr>
              <a:buFont typeface="+mj-lt"/>
              <a:buAutoNum type="arabicPeriod"/>
            </a:pPr>
            <a:r>
              <a:rPr lang="tr-TR" sz="1500" b="1" i="0">
                <a:effectLst/>
                <a:latin typeface="Söhne"/>
              </a:rPr>
              <a:t>Yönlendirme ve Koordinasyon:</a:t>
            </a:r>
            <a:r>
              <a:rPr lang="tr-TR" sz="1500" b="0" i="0">
                <a:effectLst/>
                <a:latin typeface="Söhne"/>
              </a:rPr>
              <a:t> Yönlendirme, çalışanları motive etme, yönlendirme ve liderlik etme sürecidir. Bu süreç içinde koordinasyon, takım üyeleri arasında uyum ve işbirliğini destekleyen bir unsurdur.</a:t>
            </a:r>
          </a:p>
          <a:p>
            <a:pPr>
              <a:buFont typeface="+mj-lt"/>
              <a:buAutoNum type="arabicPeriod"/>
            </a:pPr>
            <a:r>
              <a:rPr lang="tr-TR" sz="1500" b="1" i="0">
                <a:effectLst/>
                <a:latin typeface="Söhne"/>
              </a:rPr>
              <a:t>Kontrol ve Koordinasyon:</a:t>
            </a:r>
            <a:r>
              <a:rPr lang="tr-TR" sz="1500" b="0" i="0">
                <a:effectLst/>
                <a:latin typeface="Söhne"/>
              </a:rPr>
              <a:t> Kontrol, hedeflere ulaşmak için planlanan faaliyetlerin izlenmesi ve düzeltilmesi sürecidir. Bu süreç içinde koordinasyon, uyumsuzlukları tespit etme ve düzeltme amacıyla önemlidir.</a:t>
            </a:r>
          </a:p>
          <a:p>
            <a:r>
              <a:rPr lang="tr-TR" sz="1500" b="0" i="0">
                <a:effectLst/>
                <a:latin typeface="Söhne"/>
              </a:rPr>
              <a:t>Koordinasyon, genellikle yönetim sürecinin diğer fonksiyonlarıyla iç içe geçmiş bir şekilde çalışır. Yönetimde koordinasyonun öne çıkarılması veya diğer fonksiyonlarla entegre edilmesi, yönetim teorileri ve uygulamalarındaki değişkenliklere bağlı olabilir. Yönetim literatüründe ve uygulamalarında zaman içindeki bu tür vurgu değişiklikleri normaldir ve farklı yönetim anlayışları bu değişikliklere yol açabilir.</a:t>
            </a:r>
          </a:p>
          <a:p>
            <a:endParaRPr lang="tr-TR" sz="1500"/>
          </a:p>
        </p:txBody>
      </p:sp>
      <p:sp>
        <p:nvSpPr>
          <p:cNvPr id="12" name="Arc 11">
            <a:extLst>
              <a:ext uri="{FF2B5EF4-FFF2-40B4-BE49-F238E27FC236}">
                <a16:creationId xmlns:a16="http://schemas.microsoft.com/office/drawing/2014/main" id="{081E4A58-353D-44AE-B2FC-2A74E2E400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7550402" y="2455479"/>
            <a:ext cx="4083433" cy="4083433"/>
          </a:xfrm>
          <a:prstGeom prst="arc">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252692455"/>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İçerik Yer Tutucusu 2">
            <a:extLst>
              <a:ext uri="{FF2B5EF4-FFF2-40B4-BE49-F238E27FC236}">
                <a16:creationId xmlns:a16="http://schemas.microsoft.com/office/drawing/2014/main" id="{9BF2B812-0029-3845-A1DF-2E610381A960}"/>
              </a:ext>
            </a:extLst>
          </p:cNvPr>
          <p:cNvSpPr>
            <a:spLocks noGrp="1"/>
          </p:cNvSpPr>
          <p:nvPr>
            <p:ph idx="1"/>
          </p:nvPr>
        </p:nvSpPr>
        <p:spPr/>
        <p:txBody>
          <a:bodyPr>
            <a:normAutofit/>
          </a:bodyPr>
          <a:lstStyle/>
          <a:p>
            <a:pPr marL="0" indent="0" algn="ctr">
              <a:buNone/>
            </a:pPr>
            <a:r>
              <a:rPr lang="tr-TR" sz="6600" dirty="0"/>
              <a:t>TEŞEKKÜRLER</a:t>
            </a:r>
          </a:p>
          <a:p>
            <a:pPr marL="0" indent="0" algn="ctr">
              <a:buNone/>
            </a:pPr>
            <a:endParaRPr lang="tr-TR" sz="6600" dirty="0"/>
          </a:p>
        </p:txBody>
      </p:sp>
      <p:sp>
        <p:nvSpPr>
          <p:cNvPr id="4" name="Gülen Yüz 3">
            <a:extLst>
              <a:ext uri="{FF2B5EF4-FFF2-40B4-BE49-F238E27FC236}">
                <a16:creationId xmlns:a16="http://schemas.microsoft.com/office/drawing/2014/main" id="{1D07FB13-950C-034A-139E-DF29EAC58951}"/>
              </a:ext>
            </a:extLst>
          </p:cNvPr>
          <p:cNvSpPr/>
          <p:nvPr/>
        </p:nvSpPr>
        <p:spPr>
          <a:xfrm>
            <a:off x="10259878" y="4912964"/>
            <a:ext cx="950562" cy="772404"/>
          </a:xfrm>
          <a:prstGeom prst="smileyFac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tr-TR" sz="1800" b="0" i="0" u="none" strike="noStrike" kern="1200" cap="none" spc="0" normalizeH="0" baseline="0" noProof="0" dirty="0">
              <a:ln>
                <a:noFill/>
              </a:ln>
              <a:solidFill>
                <a:srgbClr val="FFFFFF"/>
              </a:solidFill>
              <a:effectLst/>
              <a:uLnTx/>
              <a:uFillTx/>
              <a:latin typeface="Avenir Next LT Pro"/>
              <a:ea typeface="+mn-ea"/>
              <a:cs typeface="+mn-cs"/>
            </a:endParaRPr>
          </a:p>
        </p:txBody>
      </p:sp>
    </p:spTree>
    <p:extLst>
      <p:ext uri="{BB962C8B-B14F-4D97-AF65-F5344CB8AC3E}">
        <p14:creationId xmlns:p14="http://schemas.microsoft.com/office/powerpoint/2010/main" val="123126175"/>
      </p:ext>
    </p:extLst>
  </p:cSld>
  <p:clrMapOvr>
    <a:masterClrMapping/>
  </p:clrMapOvr>
</p:sld>
</file>

<file path=ppt/theme/theme1.xml><?xml version="1.0" encoding="utf-8"?>
<a:theme xmlns:a="http://schemas.openxmlformats.org/drawingml/2006/main" name="ChronicleVTI">
  <a:themeElements>
    <a:clrScheme name="Chronicle">
      <a:dk1>
        <a:srgbClr val="000000"/>
      </a:dk1>
      <a:lt1>
        <a:srgbClr val="FFFFFF"/>
      </a:lt1>
      <a:dk2>
        <a:srgbClr val="1C1C32"/>
      </a:dk2>
      <a:lt2>
        <a:srgbClr val="F8F4F1"/>
      </a:lt2>
      <a:accent1>
        <a:srgbClr val="734B67"/>
      </a:accent1>
      <a:accent2>
        <a:srgbClr val="959EBB"/>
      </a:accent2>
      <a:accent3>
        <a:srgbClr val="596781"/>
      </a:accent3>
      <a:accent4>
        <a:srgbClr val="7F6E8C"/>
      </a:accent4>
      <a:accent5>
        <a:srgbClr val="DB9A8F"/>
      </a:accent5>
      <a:accent6>
        <a:srgbClr val="C29AB1"/>
      </a:accent6>
      <a:hlink>
        <a:srgbClr val="778BA2"/>
      </a:hlink>
      <a:folHlink>
        <a:srgbClr val="A27C99"/>
      </a:folHlink>
    </a:clrScheme>
    <a:fontScheme name="Univers Calisto">
      <a:majorFont>
        <a:latin typeface="Univers Condensed"/>
        <a:ea typeface=""/>
        <a:cs typeface=""/>
      </a:majorFont>
      <a:minorFont>
        <a:latin typeface="Calisto M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extLst>
    <a:ext uri="{05A4C25C-085E-4340-85A3-A5531E510DB2}">
      <thm15:themeFamily xmlns:thm15="http://schemas.microsoft.com/office/thememl/2012/main" name="ChronicleVTI" id="{508E4D90-5116-4BF0-876B-3F422DD1F65F}" vid="{AA21DC3D-92A8-43A4-8358-ED428371CD55}"/>
    </a:ext>
  </a:extLst>
</a:theme>
</file>

<file path=ppt/theme/theme2.xml><?xml version="1.0" encoding="utf-8"?>
<a:theme xmlns:a="http://schemas.openxmlformats.org/drawingml/2006/main" name="SketchLinesVTI">
  <a:themeElements>
    <a:clrScheme name="AnalogousFromDarkSeedLeftStep">
      <a:dk1>
        <a:srgbClr val="000000"/>
      </a:dk1>
      <a:lt1>
        <a:srgbClr val="FFFFFF"/>
      </a:lt1>
      <a:dk2>
        <a:srgbClr val="413424"/>
      </a:dk2>
      <a:lt2>
        <a:srgbClr val="E8E2E7"/>
      </a:lt2>
      <a:accent1>
        <a:srgbClr val="21BA45"/>
      </a:accent1>
      <a:accent2>
        <a:srgbClr val="33B914"/>
      </a:accent2>
      <a:accent3>
        <a:srgbClr val="78B220"/>
      </a:accent3>
      <a:accent4>
        <a:srgbClr val="A8A512"/>
      </a:accent4>
      <a:accent5>
        <a:srgbClr val="E08F25"/>
      </a:accent5>
      <a:accent6>
        <a:srgbClr val="D53417"/>
      </a:accent6>
      <a:hlink>
        <a:srgbClr val="9A7F33"/>
      </a:hlink>
      <a:folHlink>
        <a:srgbClr val="7F7F7F"/>
      </a:folHlink>
    </a:clrScheme>
    <a:fontScheme name="Custom 7">
      <a:majorFont>
        <a:latin typeface="Meiryo"/>
        <a:ea typeface=""/>
        <a:cs typeface=""/>
      </a:majorFont>
      <a:minorFont>
        <a:latin typeface="Meiryo"/>
        <a:ea typeface=""/>
        <a:cs typeface=""/>
      </a:minorFont>
    </a:fontScheme>
    <a:fmtScheme name="Feathered">
      <a:fillStyleLst>
        <a:solidFill>
          <a:schemeClr val="phClr"/>
        </a:solidFill>
        <a:solidFill>
          <a:schemeClr val="phClr">
            <a:tint val="67000"/>
            <a:satMod val="105000"/>
          </a:schemeClr>
        </a:solidFill>
        <a:gradFill rotWithShape="1">
          <a:gsLst>
            <a:gs pos="0">
              <a:schemeClr val="phClr">
                <a:tint val="94000"/>
                <a:satMod val="103000"/>
                <a:lumMod val="102000"/>
              </a:schemeClr>
            </a:gs>
            <a:gs pos="50000">
              <a:schemeClr val="phClr">
                <a:shade val="100000"/>
                <a:satMod val="110000"/>
                <a:lumMod val="100000"/>
              </a:schemeClr>
            </a:gs>
            <a:gs pos="100000">
              <a:schemeClr val="phClr">
                <a:shade val="70000"/>
                <a:satMod val="120000"/>
                <a:lumMod val="99000"/>
              </a:schemeClr>
            </a:gs>
          </a:gsLst>
          <a:path path="circle">
            <a:fillToRect l="100000" t="100000" r="100000" b="100000"/>
          </a:path>
        </a:gradFill>
      </a:fillStyleLst>
      <a:lnStyleLst>
        <a:ln w="9525" cap="flat" cmpd="sng" algn="ctr">
          <a:solidFill>
            <a:schemeClr val="phClr"/>
          </a:solidFill>
          <a:prstDash val="solid"/>
        </a:ln>
        <a:ln w="12700" cap="flat" cmpd="sng" algn="ctr">
          <a:solidFill>
            <a:schemeClr val="phClr"/>
          </a:solidFill>
          <a:prstDash val="solid"/>
        </a:ln>
        <a:ln w="19050" cap="flat" cmpd="sng" algn="ctr">
          <a:solidFill>
            <a:schemeClr val="phClr">
              <a:tint val="50000"/>
              <a:shade val="83000"/>
            </a:schemeClr>
          </a:solidFill>
          <a:prstDash val="solid"/>
        </a:ln>
      </a:lnStyleLst>
      <a:effectStyleLst>
        <a:effectStyle>
          <a:effectLst/>
        </a:effectStyle>
        <a:effectStyle>
          <a:effectLst/>
        </a:effectStyle>
        <a:effectStyle>
          <a:effectLst>
            <a:outerShdw blurRad="57150" dist="25400" dir="5400000" algn="ctr" rotWithShape="0">
              <a:srgbClr val="000000">
                <a:alpha val="20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satMod val="150000"/>
                <a:lumMod val="102000"/>
              </a:schemeClr>
            </a:gs>
            <a:gs pos="50000">
              <a:schemeClr val="phClr">
                <a:tint val="98000"/>
                <a:shade val="90000"/>
                <a:satMod val="13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SketchLinesVTI" id="{8C0B0F05-C8D0-4078-9615-83E590287484}" vid="{43A7BC57-C1E3-4EE6-BDBC-5422DD574AF2}"/>
    </a:ext>
  </a:extLst>
</a:theme>
</file>

<file path=ppt/theme/theme3.xml><?xml version="1.0" encoding="utf-8"?>
<a:theme xmlns:a="http://schemas.openxmlformats.org/drawingml/2006/main" name="ShapesVTI">
  <a:themeElements>
    <a:clrScheme name="AnalogousFromLightSeedRightStep">
      <a:dk1>
        <a:srgbClr val="000000"/>
      </a:dk1>
      <a:lt1>
        <a:srgbClr val="FFFFFF"/>
      </a:lt1>
      <a:dk2>
        <a:srgbClr val="243341"/>
      </a:dk2>
      <a:lt2>
        <a:srgbClr val="E8E3E2"/>
      </a:lt2>
      <a:accent1>
        <a:srgbClr val="7FA8AE"/>
      </a:accent1>
      <a:accent2>
        <a:srgbClr val="7F9ABA"/>
      </a:accent2>
      <a:accent3>
        <a:srgbClr val="9698C6"/>
      </a:accent3>
      <a:accent4>
        <a:srgbClr val="957FBA"/>
      </a:accent4>
      <a:accent5>
        <a:srgbClr val="BB94C5"/>
      </a:accent5>
      <a:accent6>
        <a:srgbClr val="BA7FAE"/>
      </a:accent6>
      <a:hlink>
        <a:srgbClr val="AE7269"/>
      </a:hlink>
      <a:folHlink>
        <a:srgbClr val="7F7F7F"/>
      </a:folHlink>
    </a:clrScheme>
    <a:fontScheme name="Festival">
      <a:majorFont>
        <a:latin typeface="Tw Cen MT"/>
        <a:ea typeface=""/>
        <a:cs typeface=""/>
      </a:majorFont>
      <a:minorFont>
        <a:latin typeface="Avenir Next LT Pro"/>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ShapesVTI" id="{C78D20FD-A872-4243-8597-B534C62538FF}" vid="{7CAFCCF9-7834-41D6-B6AB-7D225A18A4E9}"/>
    </a:ext>
  </a:extLst>
</a:theme>
</file>

<file path=ppt/theme/theme4.xml><?xml version="1.0" encoding="utf-8"?>
<a:theme xmlns:a="http://schemas.openxmlformats.org/drawingml/2006/main" name="Office Teması">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Override1.xml><?xml version="1.0" encoding="utf-8"?>
<a:themeOverride xmlns:a="http://schemas.openxmlformats.org/drawingml/2006/main">
  <a:clrScheme name="AnalogousFromDarkSeedLeftStep">
    <a:dk1>
      <a:srgbClr val="000000"/>
    </a:dk1>
    <a:lt1>
      <a:srgbClr val="FFFFFF"/>
    </a:lt1>
    <a:dk2>
      <a:srgbClr val="413424"/>
    </a:dk2>
    <a:lt2>
      <a:srgbClr val="E8E2E7"/>
    </a:lt2>
    <a:accent1>
      <a:srgbClr val="21BA45"/>
    </a:accent1>
    <a:accent2>
      <a:srgbClr val="33B914"/>
    </a:accent2>
    <a:accent3>
      <a:srgbClr val="78B220"/>
    </a:accent3>
    <a:accent4>
      <a:srgbClr val="A8A512"/>
    </a:accent4>
    <a:accent5>
      <a:srgbClr val="E08F25"/>
    </a:accent5>
    <a:accent6>
      <a:srgbClr val="D53417"/>
    </a:accent6>
    <a:hlink>
      <a:srgbClr val="9A7F33"/>
    </a:hlink>
    <a:folHlink>
      <a:srgbClr val="7F7F7F"/>
    </a:folHlink>
  </a:clrScheme>
</a:themeOverride>
</file>

<file path=docProps/app.xml><?xml version="1.0" encoding="utf-8"?>
<Properties xmlns="http://schemas.openxmlformats.org/officeDocument/2006/extended-properties" xmlns:vt="http://schemas.openxmlformats.org/officeDocument/2006/docPropsVTypes">
  <TotalTime>722</TotalTime>
  <Words>8437</Words>
  <Application>Microsoft Macintosh PowerPoint</Application>
  <PresentationFormat>Geniş ekran</PresentationFormat>
  <Paragraphs>485</Paragraphs>
  <Slides>77</Slides>
  <Notes>57</Notes>
  <HiddenSlides>0</HiddenSlides>
  <MMClips>0</MMClips>
  <ScaleCrop>false</ScaleCrop>
  <HeadingPairs>
    <vt:vector size="6" baseType="variant">
      <vt:variant>
        <vt:lpstr>Kullanılan Yazı Tipleri</vt:lpstr>
      </vt:variant>
      <vt:variant>
        <vt:i4>14</vt:i4>
      </vt:variant>
      <vt:variant>
        <vt:lpstr>Tema</vt:lpstr>
      </vt:variant>
      <vt:variant>
        <vt:i4>3</vt:i4>
      </vt:variant>
      <vt:variant>
        <vt:lpstr>Slayt Başlıkları</vt:lpstr>
      </vt:variant>
      <vt:variant>
        <vt:i4>77</vt:i4>
      </vt:variant>
    </vt:vector>
  </HeadingPairs>
  <TitlesOfParts>
    <vt:vector size="94" baseType="lpstr">
      <vt:lpstr>Meiryo</vt:lpstr>
      <vt:lpstr>Aptos</vt:lpstr>
      <vt:lpstr>Arial</vt:lpstr>
      <vt:lpstr>Avenir Next LT Pro</vt:lpstr>
      <vt:lpstr>Calibri</vt:lpstr>
      <vt:lpstr>Calisto MT</vt:lpstr>
      <vt:lpstr>Corbel</vt:lpstr>
      <vt:lpstr>Söhne</vt:lpstr>
      <vt:lpstr>Symbol</vt:lpstr>
      <vt:lpstr>TimesNewRomanPS</vt:lpstr>
      <vt:lpstr>TimesNewRomanPSMT</vt:lpstr>
      <vt:lpstr>Tw Cen MT</vt:lpstr>
      <vt:lpstr>Univers Condensed</vt:lpstr>
      <vt:lpstr>Wingdings</vt:lpstr>
      <vt:lpstr>ChronicleVTI</vt:lpstr>
      <vt:lpstr>SketchLinesVTI</vt:lpstr>
      <vt:lpstr>ShapesVTI</vt:lpstr>
      <vt:lpstr>İŞLETME BİLİMİNE GİRİŞ</vt:lpstr>
      <vt:lpstr>YÖNETİM FONKSİYONLARI</vt:lpstr>
      <vt:lpstr>PowerPoint Sunusu</vt:lpstr>
      <vt:lpstr>1.PLANLAMA</vt:lpstr>
      <vt:lpstr>Planlama faaliyetinin neden yapıldığını temelde dört nedenle açıklamak mümkündür </vt:lpstr>
      <vt:lpstr>PowerPoint Sunusu</vt:lpstr>
      <vt:lpstr>İşletmeler neden planlama yapar? </vt:lpstr>
      <vt:lpstr>PowerPoint Sunusu</vt:lpstr>
      <vt:lpstr>PowerPoint Sunusu</vt:lpstr>
      <vt:lpstr>Planlamanın Temel Aşamaları</vt:lpstr>
      <vt:lpstr>PowerPoint Sunusu</vt:lpstr>
      <vt:lpstr>Planlamanın Temel Aşamaları</vt:lpstr>
      <vt:lpstr>Planlamanın Temel Aşamaları</vt:lpstr>
      <vt:lpstr>Planlamanın Temel Aşamaları</vt:lpstr>
      <vt:lpstr>PowerPoint Sunusu</vt:lpstr>
      <vt:lpstr>2.ÖRGÜTLEME (ORGANİZASYON)</vt:lpstr>
      <vt:lpstr>ÖRGÜTLEME</vt:lpstr>
      <vt:lpstr>PowerPoint Sunusu</vt:lpstr>
      <vt:lpstr>PowerPoint Sunusu</vt:lpstr>
      <vt:lpstr>ÖRGÜTLEME İLKELERİ NELERDİR?</vt:lpstr>
      <vt:lpstr>ÖRGÜTLEME İLKELERİ</vt:lpstr>
      <vt:lpstr>ÖRGÜTLEME İLKELERİ</vt:lpstr>
      <vt:lpstr>ÖRGÜTLEME İLKELERİ</vt:lpstr>
      <vt:lpstr>ÖRGÜTLEME İLKELERİ</vt:lpstr>
      <vt:lpstr>ÖRGÜTLEME</vt:lpstr>
      <vt:lpstr>ÖRGÜTLEME</vt:lpstr>
      <vt:lpstr>ÖRGÜTLEME</vt:lpstr>
      <vt:lpstr>ÖRGÜTLEME</vt:lpstr>
      <vt:lpstr>ÖRGÜTLEME</vt:lpstr>
      <vt:lpstr>ÖRGÜTLEME</vt:lpstr>
      <vt:lpstr>ÖRGÜTLEME</vt:lpstr>
      <vt:lpstr>ÇAĞDAŞ ÖRGÜTLENME YAKLAŞIMLARI</vt:lpstr>
      <vt:lpstr>ÇAĞDAŞ ÖRGÜTLENME YAKLAŞIMLARI</vt:lpstr>
      <vt:lpstr>ÖRGÜTLEMEDE KARŞILAŞILAN GÜÇLÜKLER</vt:lpstr>
      <vt:lpstr>ÖRGÜTLEMEDE KARŞILAŞILAN GÜÇLÜKLER</vt:lpstr>
      <vt:lpstr>ÖRGÜTLEMEDE KARŞILAŞILAN GÜÇLÜKLER</vt:lpstr>
      <vt:lpstr>ÖRGÜTLEMEDE KARŞILAŞILAN GÜÇLÜKLER</vt:lpstr>
      <vt:lpstr>ÖRGÜTLEMEDE KARŞILAŞILAN GÜÇLÜKLER</vt:lpstr>
      <vt:lpstr>ÖRGÜTLEMEDE KARŞILAŞILAN GÜÇLÜKLER</vt:lpstr>
      <vt:lpstr>ÖRGÜTLEMEDE KARŞILAŞILAN GÜÇLÜKLER</vt:lpstr>
      <vt:lpstr>3.YÖNELTME (YÖN VERME-YÜRÜTME)</vt:lpstr>
      <vt:lpstr>YÖNELTME İŞLEVİNİN TEMEL İLKELERİ</vt:lpstr>
      <vt:lpstr>YÖNELTME İŞLEVİNİN TEMEL İLKELERİ</vt:lpstr>
      <vt:lpstr>YÖNELTME İŞLEVİNİN TEMEL UNSURLARI</vt:lpstr>
      <vt:lpstr>YÖNELTME İŞLEVİNİN TEMEL UNSURLARI</vt:lpstr>
      <vt:lpstr>YÖNELTME İŞLEVİNİN TEMEL UNSURLARI</vt:lpstr>
      <vt:lpstr>YÖNELTME İŞLEVİNİN TEMEL UNSURLARI</vt:lpstr>
      <vt:lpstr>YÖNELTME İŞLEVİNİN TEMEL UNSURLARI</vt:lpstr>
      <vt:lpstr>YÖNELTME İŞLEVİNİN TEMEL UNSURLARI</vt:lpstr>
      <vt:lpstr>YÖNELTME İŞLEVİNİN TEMEL UNSURLARI</vt:lpstr>
      <vt:lpstr>YÖNELTME İŞLEVİNİN TEMEL UNSURLARI</vt:lpstr>
      <vt:lpstr>YÖNELTME İŞLEVİNİN TEMEL UNSURLARI</vt:lpstr>
      <vt:lpstr>LİDERLİK</vt:lpstr>
      <vt:lpstr>LİDERLİK</vt:lpstr>
      <vt:lpstr>LİDERLİK TİP VE ÇEŞİTLERİ</vt:lpstr>
      <vt:lpstr>LİDERLİK TİP VE ÇEŞİTLERİ</vt:lpstr>
      <vt:lpstr>İLETİŞİM (HABERLEŞME)</vt:lpstr>
      <vt:lpstr>İLETİŞİM (HABERLEŞME)</vt:lpstr>
      <vt:lpstr>İLETİŞİM (HABERLEŞME)</vt:lpstr>
      <vt:lpstr>ETKİN İLETİŞİMİ ENGELLEYİCİ FAKTÖRLER</vt:lpstr>
      <vt:lpstr>ETKİN İLETİŞİMİ ENGELLEYİCİ FAKTÖRLER</vt:lpstr>
      <vt:lpstr>ETKİN İLETİŞİMİ ENGELLEYİCİ FAKTÖRLER</vt:lpstr>
      <vt:lpstr>ETKİN İLETİŞİMİ ENGELLEYİCİ FAKTÖRLER</vt:lpstr>
      <vt:lpstr>MOTİVASYON</vt:lpstr>
      <vt:lpstr>4) KONTROL</vt:lpstr>
      <vt:lpstr>KONTROL</vt:lpstr>
      <vt:lpstr>KONTROL</vt:lpstr>
      <vt:lpstr>KONTROL SÜRECİNİN EVRELERİ</vt:lpstr>
      <vt:lpstr>KONTROL SÜRECİNİN EVRELERİ</vt:lpstr>
      <vt:lpstr>KONTROL SÜRECİNİN EVRELERİ</vt:lpstr>
      <vt:lpstr>KONTROL SÜRECİNİN EVRELERİ</vt:lpstr>
      <vt:lpstr>Etkin Bir Denetim Sisteminin İlkeleri ve Özellikleri  </vt:lpstr>
      <vt:lpstr>Etkin Bir Denetim Sisteminin İlkeleri ve Özellikleri  </vt:lpstr>
      <vt:lpstr>Etkin Bir Denetim Sisteminin İlkeleri ve Özellikleri  </vt:lpstr>
      <vt:lpstr>Etkin Bir Denetim Sisteminin İlkeleri ve Özellikleri  </vt:lpstr>
      <vt:lpstr>KOORDİNASYON ??</vt:lpstr>
      <vt:lpstr>PowerPoint Sunusu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İŞLETME BİLİMİNE GİRİŞ</dc:title>
  <dc:creator>Office</dc:creator>
  <cp:lastModifiedBy>Fatih Çallı</cp:lastModifiedBy>
  <cp:revision>5</cp:revision>
  <dcterms:created xsi:type="dcterms:W3CDTF">2025-03-24T08:00:39Z</dcterms:created>
  <dcterms:modified xsi:type="dcterms:W3CDTF">2025-04-07T18:54:47Z</dcterms:modified>
</cp:coreProperties>
</file>