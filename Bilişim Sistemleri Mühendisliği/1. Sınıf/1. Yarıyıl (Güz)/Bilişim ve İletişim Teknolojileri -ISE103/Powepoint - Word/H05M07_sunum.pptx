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heme/theme3.xml" ContentType="application/vnd.openxmlformats-officedocument.them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notesSlides/notesSlide1.xml" ContentType="application/vnd.openxmlformats-officedocument.presentationml.notesSlid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notesSlides/notesSlide2.xml" ContentType="application/vnd.openxmlformats-officedocument.presentationml.notesSlide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notesSlides/notesSlide3.xml" ContentType="application/vnd.openxmlformats-officedocument.presentationml.notesSlide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72" r:id="rId2"/>
  </p:sldMasterIdLst>
  <p:notesMasterIdLst>
    <p:notesMasterId r:id="rId10"/>
  </p:notesMasterIdLst>
  <p:sldIdLst>
    <p:sldId id="256" r:id="rId3"/>
    <p:sldId id="260" r:id="rId4"/>
    <p:sldId id="258" r:id="rId5"/>
    <p:sldId id="297" r:id="rId6"/>
    <p:sldId id="299" r:id="rId7"/>
    <p:sldId id="298" r:id="rId8"/>
    <p:sldId id="300" r:id="rId9"/>
  </p:sldIdLst>
  <p:sldSz cx="9144000" cy="6858000" type="screen4x3"/>
  <p:notesSz cx="6858000" cy="9144000"/>
  <p:custDataLst>
    <p:tags r:id="rId11"/>
  </p:custDataLst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EA00"/>
    <a:srgbClr val="AADAF0"/>
    <a:srgbClr val="124D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Açık Stil 2 - Vurgu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227" autoAdjust="0"/>
  </p:normalViewPr>
  <p:slideViewPr>
    <p:cSldViewPr>
      <p:cViewPr>
        <p:scale>
          <a:sx n="70" d="100"/>
          <a:sy n="70" d="100"/>
        </p:scale>
        <p:origin x="-2178" y="-7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gs" Target="tags/tag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F07403-48BF-4B87-9E20-50CC050AC631}" type="datetimeFigureOut">
              <a:rPr lang="tr-TR" smtClean="0"/>
              <a:t>16.09.2011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E959F8-A2F4-45FB-B2CC-9E3810D229D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11104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b="1" dirty="0" smtClean="0"/>
              <a:t>0. </a:t>
            </a:r>
            <a:r>
              <a:rPr lang="tr-T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PowerPoint slaytlarınıza tablo eklemek için,  PowerPoint içinden bir tablo oluşturulabilir, Word'deki bir tabloyu veya Excel'deki bir hücre grubunu kopyalayıp yapıştırabilir ya da Excel elektronik tablosunu PowerPoint içinden ekleyebilirsiniz. </a:t>
            </a:r>
          </a:p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E959F8-A2F4-45FB-B2CC-9E3810D229D2}" type="slidenum">
              <a:rPr lang="tr-TR" smtClean="0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879426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E959F8-A2F4-45FB-B2CC-9E3810D229D2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879426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E959F8-A2F4-45FB-B2CC-9E3810D229D2}" type="slidenum">
              <a:rPr lang="tr-TR" smtClean="0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879426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E959F8-A2F4-45FB-B2CC-9E3810D229D2}" type="slidenum">
              <a:rPr lang="tr-TR" smtClean="0"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879426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4.xml"/><Relationship Id="rId9" Type="http://schemas.openxmlformats.org/officeDocument/2006/relationships/tags" Target="../tags/tag19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4.xml"/><Relationship Id="rId4" Type="http://schemas.openxmlformats.org/officeDocument/2006/relationships/tags" Target="../tags/tag23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34.xml"/><Relationship Id="rId4" Type="http://schemas.openxmlformats.org/officeDocument/2006/relationships/tags" Target="../tags/tag3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>
            <p:custDataLst>
              <p:tags r:id="rId1"/>
            </p:custDataLst>
          </p:nvPr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>
            <p:custDataLst>
              <p:tags r:id="rId2"/>
            </p:custDataLst>
          </p:nvPr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>
            <p:custDataLst>
              <p:tags r:id="rId3"/>
            </p:custDataLst>
          </p:nvPr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>
            <p:custDataLst>
              <p:tags r:id="rId4"/>
            </p:custDataLst>
          </p:nvPr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33211F5A-2E08-43CC-ADB2-AE0E31144EA2}" type="datetime1">
              <a:rPr lang="tr-TR" smtClean="0"/>
              <a:t>16.09.2011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  <p:sp>
        <p:nvSpPr>
          <p:cNvPr id="2" name="Title 1"/>
          <p:cNvSpPr>
            <a:spLocks noGrp="1"/>
          </p:cNvSpPr>
          <p:nvPr>
            <p:ph type="ctrTitle"/>
            <p:custDataLst>
              <p:tags r:id="rId9"/>
            </p:custDataLst>
          </p:nvPr>
        </p:nvSpPr>
        <p:spPr>
          <a:xfrm>
            <a:off x="817581" y="3132290"/>
            <a:ext cx="7175351" cy="1793167"/>
          </a:xfrm>
          <a:effectLst/>
        </p:spPr>
        <p:txBody>
          <a:bodyPr>
            <a:noAutofit/>
          </a:bodyPr>
          <a:lstStyle>
            <a:lvl1pPr marL="640080" indent="-457200" algn="l">
              <a:defRPr sz="540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3FF96886-1644-4805-922F-2BDD80B5EC23}" type="datetime1">
              <a:rPr lang="tr-TR" smtClean="0"/>
              <a:t>16.09.2011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  <p:sp>
        <p:nvSpPr>
          <p:cNvPr id="8" name="Title 7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 anchor="t"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02361-8417-4EAF-964E-6B3AF1721E64}" type="datetime1">
              <a:rPr lang="tr-TR" smtClean="0"/>
              <a:t>16.09.2011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E45B0-EA10-4B07-8566-CE20F9188C4B}" type="datetime1">
              <a:rPr lang="tr-TR" smtClean="0"/>
              <a:t>16.09.2011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</a:pPr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03491-EA27-4E3B-A7B3-0119A26FB22B}" type="datetime1">
              <a:rPr lang="tr-TR" smtClean="0"/>
              <a:t>16.09.2011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81847-CA54-4811-B1DC-01FAF672C498}" type="datetime1">
              <a:rPr lang="tr-TR" smtClean="0"/>
              <a:t>16.09.2011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63337-47B6-4C69-84FB-6ACB4B0D9006}" type="datetime1">
              <a:rPr lang="tr-TR" smtClean="0"/>
              <a:t>16.09.2011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>
            <a:noAutofit/>
          </a:bodyPr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C6A0F-F9B9-46DA-8227-49B509E26861}" type="datetime1">
              <a:rPr lang="tr-TR" smtClean="0"/>
              <a:t>16.09.2011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 smtClean="0"/>
              <a:t>Resim eklemek için simgeyi tıklatın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39F51-7D0A-41C3-861F-9485E53EC16C}" type="datetime1">
              <a:rPr lang="tr-TR" smtClean="0"/>
              <a:t>16.09.2011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>
            <a:noAutofit/>
          </a:bodyPr>
          <a:lstStyle>
            <a:lvl1pPr algn="l">
              <a:defRPr sz="4600" b="1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C70DB-3665-4FAF-BEE4-5BD6964DBE41}" type="datetime1">
              <a:rPr lang="tr-TR" smtClean="0"/>
              <a:t>16.09.2011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8E074-8273-4A0D-B6A2-87AB7BAC7D23}" type="datetime1">
              <a:rPr lang="tr-TR" smtClean="0"/>
              <a:t>16.09.2011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7DEBA-5971-409F-A79B-19F780977668}" type="datetime1">
              <a:rPr lang="tr-TR" smtClean="0"/>
              <a:t>16.09.2011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856347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12E2A92-3D34-4C2A-BF77-419B813C51FB}" type="datetime1">
              <a:rPr lang="tr-TR" smtClean="0"/>
              <a:t>16.09.2011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392916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6C50D-6847-4CE8-96A0-0F64178FC928}" type="datetime1">
              <a:rPr lang="tr-TR" smtClean="0"/>
              <a:t>16.09.2011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575530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D0BC6-87A8-456B-A25D-9C643A571D87}" type="datetime1">
              <a:rPr lang="tr-TR" smtClean="0"/>
              <a:t>16.09.2011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819019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AE344-31CC-436B-808B-03C782EA0E02}" type="datetime1">
              <a:rPr lang="tr-TR" smtClean="0"/>
              <a:t>16.09.2011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459021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5D3EB-549B-47E2-A459-895304C4B8AB}" type="datetime1">
              <a:rPr lang="tr-TR" smtClean="0"/>
              <a:t>16.09.2011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497511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1C76A-13F0-4DCE-BB0A-885A6F0195A5}" type="datetime1">
              <a:rPr lang="tr-TR" smtClean="0"/>
              <a:t>16.09.2011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340224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56B32-8E86-4D76-9AC6-1E615511D280}" type="datetime1">
              <a:rPr lang="tr-TR" smtClean="0"/>
              <a:t>16.09.2011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376247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BDF59-8B1D-414D-9D5F-DCDB33DB2071}" type="datetime1">
              <a:rPr lang="tr-TR" smtClean="0"/>
              <a:t>16.09.2011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612450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EDAB1-641D-41E7-BB6B-E0C1FBCE2522}" type="datetime1">
              <a:rPr lang="tr-TR" smtClean="0"/>
              <a:t>16.09.2011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91491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3332F-F009-4965-802E-83610E9E7A41}" type="datetime1">
              <a:rPr lang="tr-TR" smtClean="0"/>
              <a:t>16.09.2011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52536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10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20" Type="http://schemas.openxmlformats.org/officeDocument/2006/relationships/tags" Target="../tags/tag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8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25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tags" Target="../tags/tag29.xml"/><Relationship Id="rId2" Type="http://schemas.openxmlformats.org/officeDocument/2006/relationships/slideLayout" Target="../slideLayouts/slideLayout13.xml"/><Relationship Id="rId16" Type="http://schemas.openxmlformats.org/officeDocument/2006/relationships/tags" Target="../tags/tag28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ags" Target="../tags/tag27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ags" Target="../tags/tag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>
            <p:custDataLst>
              <p:tags r:id="rId13"/>
            </p:custDataLst>
          </p:nvPr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>
            <p:custDataLst>
              <p:tags r:id="rId14"/>
            </p:custDataLst>
          </p:nvPr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>
            <p:custDataLst>
              <p:tags r:id="rId15"/>
            </p:custDataLst>
          </p:nvPr>
        </p:nvSpPr>
        <p:spPr>
          <a:xfrm>
            <a:off x="0" y="3768304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>
            <p:custDataLst>
              <p:tags r:id="rId16"/>
            </p:custDataLst>
          </p:nvPr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7"/>
            </p:custDataLst>
          </p:nvPr>
        </p:nvSpPr>
        <p:spPr>
          <a:xfrm>
            <a:off x="1793289" y="4372168"/>
            <a:ext cx="6512511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>
          <a:xfrm>
            <a:off x="1143000" y="732260"/>
            <a:ext cx="6400800" cy="3474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9"/>
            </p:custDataLst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2CE80751-1508-4B30-8CAE-152919EC98AB}" type="datetime1">
              <a:rPr lang="tr-TR" smtClean="0"/>
              <a:t>16.09.2011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20"/>
            </p:custDataLst>
          </p:nvPr>
        </p:nvSpPr>
        <p:spPr>
          <a:xfrm>
            <a:off x="457199" y="6172200"/>
            <a:ext cx="3352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21"/>
            </p:custDataLst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marL="320040" indent="-320040" algn="r" defTabSz="914400" rtl="0" eaLnBrk="1" latinLnBrk="0" hangingPunct="1">
        <a:spcBef>
          <a:spcPct val="0"/>
        </a:spcBef>
        <a:buClr>
          <a:schemeClr val="accent6">
            <a:lumMod val="75000"/>
          </a:schemeClr>
        </a:buClr>
        <a:buSzPct val="128000"/>
        <a:buFont typeface="Georgia" pitchFamily="18" charset="0"/>
        <a:buChar char="*"/>
        <a:defRPr sz="4600" b="1" i="0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8988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BBDD0B-BAA1-4B61-9F7E-305C5CC1739C}" type="datetime1">
              <a:rPr lang="tr-TR" smtClean="0"/>
              <a:t>16.09.2011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03312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10" Type="http://schemas.openxmlformats.org/officeDocument/2006/relationships/image" Target="../media/image2.jpg"/><Relationship Id="rId4" Type="http://schemas.openxmlformats.org/officeDocument/2006/relationships/tags" Target="../tags/tag38.xml"/><Relationship Id="rId9" Type="http://schemas.openxmlformats.org/officeDocument/2006/relationships/image" Target="../media/image1.w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7" Type="http://schemas.openxmlformats.org/officeDocument/2006/relationships/image" Target="../media/image3.gif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46.xml"/><Relationship Id="rId4" Type="http://schemas.openxmlformats.org/officeDocument/2006/relationships/tags" Target="../tags/tag4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49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60.xml"/><Relationship Id="rId13" Type="http://schemas.openxmlformats.org/officeDocument/2006/relationships/image" Target="../media/image5.gif"/><Relationship Id="rId3" Type="http://schemas.openxmlformats.org/officeDocument/2006/relationships/tags" Target="../tags/tag55.xml"/><Relationship Id="rId7" Type="http://schemas.openxmlformats.org/officeDocument/2006/relationships/tags" Target="../tags/tag59.xml"/><Relationship Id="rId12" Type="http://schemas.openxmlformats.org/officeDocument/2006/relationships/image" Target="../media/image4.png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11" Type="http://schemas.openxmlformats.org/officeDocument/2006/relationships/notesSlide" Target="../notesSlides/notesSlide1.xml"/><Relationship Id="rId5" Type="http://schemas.openxmlformats.org/officeDocument/2006/relationships/tags" Target="../tags/tag57.xml"/><Relationship Id="rId10" Type="http://schemas.openxmlformats.org/officeDocument/2006/relationships/slideLayout" Target="../slideLayouts/slideLayout13.xml"/><Relationship Id="rId4" Type="http://schemas.openxmlformats.org/officeDocument/2006/relationships/tags" Target="../tags/tag56.xml"/><Relationship Id="rId9" Type="http://schemas.openxmlformats.org/officeDocument/2006/relationships/tags" Target="../tags/tag6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69.xml"/><Relationship Id="rId3" Type="http://schemas.openxmlformats.org/officeDocument/2006/relationships/tags" Target="../tags/tag64.xml"/><Relationship Id="rId7" Type="http://schemas.openxmlformats.org/officeDocument/2006/relationships/tags" Target="../tags/tag68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10" Type="http://schemas.openxmlformats.org/officeDocument/2006/relationships/notesSlide" Target="../notesSlides/notesSlide2.xml"/><Relationship Id="rId4" Type="http://schemas.openxmlformats.org/officeDocument/2006/relationships/tags" Target="../tags/tag65.xml"/><Relationship Id="rId9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77.xml"/><Relationship Id="rId3" Type="http://schemas.openxmlformats.org/officeDocument/2006/relationships/tags" Target="../tags/tag72.xml"/><Relationship Id="rId7" Type="http://schemas.openxmlformats.org/officeDocument/2006/relationships/tags" Target="../tags/tag76.xml"/><Relationship Id="rId12" Type="http://schemas.openxmlformats.org/officeDocument/2006/relationships/image" Target="../media/image7.png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tags" Target="../tags/tag75.xml"/><Relationship Id="rId11" Type="http://schemas.openxmlformats.org/officeDocument/2006/relationships/image" Target="../media/image6.png"/><Relationship Id="rId5" Type="http://schemas.openxmlformats.org/officeDocument/2006/relationships/tags" Target="../tags/tag74.xml"/><Relationship Id="rId10" Type="http://schemas.openxmlformats.org/officeDocument/2006/relationships/notesSlide" Target="../notesSlides/notesSlide3.xml"/><Relationship Id="rId4" Type="http://schemas.openxmlformats.org/officeDocument/2006/relationships/tags" Target="../tags/tag73.xml"/><Relationship Id="rId9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85.xml"/><Relationship Id="rId3" Type="http://schemas.openxmlformats.org/officeDocument/2006/relationships/tags" Target="../tags/tag80.xml"/><Relationship Id="rId7" Type="http://schemas.openxmlformats.org/officeDocument/2006/relationships/tags" Target="../tags/tag84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10" Type="http://schemas.openxmlformats.org/officeDocument/2006/relationships/notesSlide" Target="../notesSlides/notesSlide4.xml"/><Relationship Id="rId4" Type="http://schemas.openxmlformats.org/officeDocument/2006/relationships/tags" Target="../tags/tag81.xml"/><Relationship Id="rId9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0 Resim" descr="sau_logo.wmf"/>
          <p:cNvPicPr/>
          <p:nvPr/>
        </p:nvPicPr>
        <p:blipFill>
          <a:blip r:embed="rId9"/>
          <a:stretch>
            <a:fillRect/>
          </a:stretch>
        </p:blipFill>
        <p:spPr>
          <a:xfrm>
            <a:off x="189107" y="4572000"/>
            <a:ext cx="8765785" cy="218820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Dikdörtgen 6"/>
          <p:cNvSpPr/>
          <p:nvPr>
            <p:custDataLst>
              <p:tags r:id="rId1"/>
            </p:custDataLst>
          </p:nvPr>
        </p:nvSpPr>
        <p:spPr>
          <a:xfrm>
            <a:off x="0" y="2895600"/>
            <a:ext cx="7696200" cy="1219200"/>
          </a:xfrm>
          <a:prstGeom prst="rect">
            <a:avLst/>
          </a:prstGeom>
          <a:solidFill>
            <a:schemeClr val="tx2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64207" y="3733800"/>
            <a:ext cx="3974393" cy="60960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tr-TR" sz="1800" dirty="0" smtClean="0">
                <a:solidFill>
                  <a:srgbClr val="AADAF0"/>
                </a:solidFill>
              </a:rPr>
              <a:t>Temel Bilgi Teknolojisi Kullanımı</a:t>
            </a:r>
            <a:endParaRPr lang="tr-TR" sz="1800" dirty="0">
              <a:solidFill>
                <a:srgbClr val="AADAF0"/>
              </a:solidFill>
            </a:endParaRPr>
          </a:p>
        </p:txBody>
      </p:sp>
      <p:sp>
        <p:nvSpPr>
          <p:cNvPr id="2" name="Başlık 1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0" y="2827491"/>
            <a:ext cx="4455328" cy="795454"/>
          </a:xfrm>
          <a:effectLst/>
        </p:spPr>
        <p:txBody>
          <a:bodyPr/>
          <a:lstStyle/>
          <a:p>
            <a:pPr marL="0" indent="0">
              <a:buNone/>
            </a:pPr>
            <a:r>
              <a:rPr lang="tr-TR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PowerPoint</a:t>
            </a:r>
            <a:endParaRPr lang="tr-TR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8" name="Dikdörtgen 7"/>
          <p:cNvSpPr/>
          <p:nvPr>
            <p:custDataLst>
              <p:tags r:id="rId4"/>
            </p:custDataLst>
          </p:nvPr>
        </p:nvSpPr>
        <p:spPr>
          <a:xfrm>
            <a:off x="0" y="4114800"/>
            <a:ext cx="7696200" cy="381000"/>
          </a:xfrm>
          <a:prstGeom prst="rect">
            <a:avLst/>
          </a:prstGeom>
          <a:solidFill>
            <a:schemeClr val="bg2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" name="Alt Başlık 2"/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64207" y="4152900"/>
            <a:ext cx="3974393" cy="304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r>
              <a:rPr lang="tr-TR" sz="1600" i="1" dirty="0" err="1" smtClean="0">
                <a:solidFill>
                  <a:schemeClr val="bg1"/>
                </a:solidFill>
              </a:rPr>
              <a:t>Öğr.Gör.Dr</a:t>
            </a:r>
            <a:r>
              <a:rPr lang="tr-TR" sz="1600" i="1" dirty="0" smtClean="0">
                <a:solidFill>
                  <a:schemeClr val="bg1"/>
                </a:solidFill>
              </a:rPr>
              <a:t>. Zekeriya PARLAK</a:t>
            </a:r>
            <a:endParaRPr lang="tr-TR" sz="1600" i="1" dirty="0">
              <a:solidFill>
                <a:schemeClr val="bg1"/>
              </a:solidFill>
            </a:endParaRPr>
          </a:p>
        </p:txBody>
      </p:sp>
      <p:sp>
        <p:nvSpPr>
          <p:cNvPr id="9" name="Dikdörtgen 8"/>
          <p:cNvSpPr/>
          <p:nvPr>
            <p:custDataLst>
              <p:tags r:id="rId6"/>
            </p:custDataLst>
          </p:nvPr>
        </p:nvSpPr>
        <p:spPr>
          <a:xfrm>
            <a:off x="7696200" y="2895600"/>
            <a:ext cx="1447800" cy="16002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0" y="2895600"/>
            <a:ext cx="1447800" cy="1600200"/>
          </a:xfrm>
          <a:prstGeom prst="rect">
            <a:avLst/>
          </a:prstGeom>
        </p:spPr>
      </p:pic>
      <p:sp>
        <p:nvSpPr>
          <p:cNvPr id="11" name="Metin kutusu 10"/>
          <p:cNvSpPr txBox="1"/>
          <p:nvPr>
            <p:custDataLst>
              <p:tags r:id="rId7"/>
            </p:custDataLst>
          </p:nvPr>
        </p:nvSpPr>
        <p:spPr>
          <a:xfrm>
            <a:off x="7813186" y="6629400"/>
            <a:ext cx="13308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100" i="1" dirty="0" smtClean="0">
                <a:latin typeface="Calibri" pitchFamily="34" charset="0"/>
                <a:cs typeface="Calibri" pitchFamily="34" charset="0"/>
              </a:rPr>
              <a:t>Sakarya Üniversitesi</a:t>
            </a:r>
            <a:endParaRPr lang="tr-TR" sz="1100" i="1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0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ikdörtgen 13"/>
          <p:cNvSpPr/>
          <p:nvPr>
            <p:custDataLst>
              <p:tags r:id="rId2"/>
            </p:custDataLst>
          </p:nvPr>
        </p:nvSpPr>
        <p:spPr>
          <a:xfrm>
            <a:off x="381000" y="2286000"/>
            <a:ext cx="5943600" cy="1828800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" name="Başlık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457200" y="457200"/>
            <a:ext cx="8229600" cy="533400"/>
          </a:xfrm>
          <a:solidFill>
            <a:schemeClr val="tx2">
              <a:lumMod val="75000"/>
            </a:schemeClr>
          </a:solidFill>
        </p:spPr>
        <p:txBody>
          <a:bodyPr>
            <a:normAutofit fontScale="90000"/>
          </a:bodyPr>
          <a:lstStyle/>
          <a:p>
            <a:pPr marL="0" indent="0" algn="l">
              <a:buNone/>
            </a:pPr>
            <a:r>
              <a:rPr lang="tr-TR" sz="3200" b="1" spc="50" dirty="0" smtClean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  <a:t>Öğrenme Hedefleri</a:t>
            </a:r>
            <a:endParaRPr lang="tr-TR" sz="3200" b="1" spc="50" dirty="0">
              <a:ln w="13500">
                <a:solidFill>
                  <a:schemeClr val="accent1">
                    <a:shade val="2500"/>
                    <a:alpha val="6500"/>
                  </a:schemeClr>
                </a:solidFill>
                <a:prstDash val="solid"/>
              </a:ln>
              <a:solidFill>
                <a:schemeClr val="accent1">
                  <a:tint val="3000"/>
                  <a:alpha val="95000"/>
                </a:schemeClr>
              </a:solidFill>
              <a:effectLst>
                <a:innerShdw blurRad="50900" dist="38500" dir="13500000">
                  <a:srgbClr val="000000">
                    <a:alpha val="60000"/>
                  </a:srgbClr>
                </a:innerShdw>
              </a:effectLst>
            </a:endParaRPr>
          </a:p>
        </p:txBody>
      </p:sp>
      <p:sp>
        <p:nvSpPr>
          <p:cNvPr id="6" name="Metin kutusu 5"/>
          <p:cNvSpPr txBox="1"/>
          <p:nvPr>
            <p:custDataLst>
              <p:tags r:id="rId4"/>
            </p:custDataLst>
          </p:nvPr>
        </p:nvSpPr>
        <p:spPr>
          <a:xfrm>
            <a:off x="381000" y="2361658"/>
            <a:ext cx="6705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7170" indent="-171450">
              <a:lnSpc>
                <a:spcPct val="150000"/>
              </a:lnSpc>
              <a:buClr>
                <a:schemeClr val="accent6">
                  <a:lumMod val="75000"/>
                </a:schemeClr>
              </a:buClr>
              <a:buSzPct val="130000"/>
              <a:buBlip>
                <a:blip r:embed="rId7"/>
              </a:buBlip>
              <a:tabLst>
                <a:tab pos="182563" algn="l"/>
              </a:tabLst>
            </a:pPr>
            <a:r>
              <a:rPr lang="tr-T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 Metin, tablo ve resimlerin </a:t>
            </a:r>
            <a:r>
              <a:rPr lang="tr-T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eşini oluşturur</a:t>
            </a:r>
          </a:p>
          <a:p>
            <a:pPr marL="217170" indent="-171450">
              <a:lnSpc>
                <a:spcPct val="150000"/>
              </a:lnSpc>
              <a:buClr>
                <a:schemeClr val="accent6">
                  <a:lumMod val="75000"/>
                </a:schemeClr>
              </a:buClr>
              <a:buSzPct val="130000"/>
              <a:buBlip>
                <a:blip r:embed="rId7"/>
              </a:buBlip>
              <a:tabLst>
                <a:tab pos="182563" algn="l"/>
              </a:tabLst>
            </a:pPr>
            <a:r>
              <a:rPr lang="tr-T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tr-T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Metin, tablo ve resimlerin </a:t>
            </a:r>
            <a:r>
              <a:rPr lang="tr-T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taşır</a:t>
            </a:r>
          </a:p>
          <a:p>
            <a:pPr marL="217170" indent="-171450">
              <a:lnSpc>
                <a:spcPct val="150000"/>
              </a:lnSpc>
              <a:buClr>
                <a:schemeClr val="accent6">
                  <a:lumMod val="75000"/>
                </a:schemeClr>
              </a:buClr>
              <a:buSzPct val="130000"/>
              <a:buBlip>
                <a:blip r:embed="rId7"/>
              </a:buBlip>
              <a:tabLst>
                <a:tab pos="182563" algn="l"/>
              </a:tabLst>
            </a:pPr>
            <a:r>
              <a:rPr lang="tr-T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 Resimlerin </a:t>
            </a:r>
            <a:r>
              <a:rPr lang="tr-T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boyutlarını değiştirir ve döndürür</a:t>
            </a:r>
          </a:p>
          <a:p>
            <a:pPr marL="217170" indent="-171450">
              <a:lnSpc>
                <a:spcPct val="150000"/>
              </a:lnSpc>
              <a:buClr>
                <a:schemeClr val="accent6">
                  <a:lumMod val="75000"/>
                </a:schemeClr>
              </a:buClr>
              <a:buSzPct val="130000"/>
              <a:buBlip>
                <a:blip r:embed="rId7"/>
              </a:buBlip>
              <a:tabLst>
                <a:tab pos="182563" algn="l"/>
              </a:tabLst>
            </a:pPr>
            <a:r>
              <a:rPr lang="tr-T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 Metin, tablo ve resimleri </a:t>
            </a:r>
            <a:r>
              <a:rPr lang="tr-T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siler</a:t>
            </a:r>
          </a:p>
          <a:p>
            <a:pPr marL="217170" indent="-171450">
              <a:lnSpc>
                <a:spcPct val="150000"/>
              </a:lnSpc>
              <a:buClr>
                <a:schemeClr val="accent6">
                  <a:lumMod val="75000"/>
                </a:schemeClr>
              </a:buClr>
              <a:buSzPct val="130000"/>
              <a:buBlip>
                <a:blip r:embed="rId7"/>
              </a:buBlip>
              <a:tabLst>
                <a:tab pos="182563" algn="l"/>
              </a:tabLst>
            </a:pPr>
            <a:endParaRPr lang="tr-TR" sz="1600" dirty="0">
              <a:solidFill>
                <a:schemeClr val="tx1">
                  <a:lumMod val="75000"/>
                  <a:lumOff val="25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5" name="Slayt Numarası Yer Tutucusu 1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2</a:t>
            </a:fld>
            <a:endParaRPr lang="tr-TR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26640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ikdörtgen 12"/>
          <p:cNvSpPr/>
          <p:nvPr>
            <p:custDataLst>
              <p:tags r:id="rId1"/>
            </p:custDataLst>
          </p:nvPr>
        </p:nvSpPr>
        <p:spPr>
          <a:xfrm>
            <a:off x="457200" y="2362200"/>
            <a:ext cx="8077200" cy="3886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" name="Başlık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457200"/>
            <a:ext cx="8229600" cy="533400"/>
          </a:xfrm>
          <a:solidFill>
            <a:schemeClr val="tx2">
              <a:lumMod val="75000"/>
            </a:schemeClr>
          </a:solidFill>
        </p:spPr>
        <p:txBody>
          <a:bodyPr>
            <a:normAutofit fontScale="90000"/>
          </a:bodyPr>
          <a:lstStyle/>
          <a:p>
            <a:pPr marL="0" indent="0" algn="l">
              <a:buNone/>
            </a:pPr>
            <a:r>
              <a:rPr lang="tr-TR" sz="3200" b="1" spc="50" dirty="0" smtClean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  <a:t>İçindekiler</a:t>
            </a:r>
            <a:endParaRPr lang="tr-TR" sz="3200" b="1" spc="50" dirty="0">
              <a:ln w="13500">
                <a:solidFill>
                  <a:schemeClr val="accent1">
                    <a:shade val="2500"/>
                    <a:alpha val="6500"/>
                  </a:schemeClr>
                </a:solidFill>
                <a:prstDash val="solid"/>
              </a:ln>
              <a:solidFill>
                <a:schemeClr val="accent1">
                  <a:tint val="3000"/>
                  <a:alpha val="95000"/>
                </a:schemeClr>
              </a:solidFill>
              <a:effectLst>
                <a:innerShdw blurRad="50900" dist="38500" dir="13500000">
                  <a:srgbClr val="000000">
                    <a:alpha val="60000"/>
                  </a:srgbClr>
                </a:innerShdw>
              </a:effectLst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idx="4294967295"/>
            <p:custDataLst>
              <p:tags r:id="rId3"/>
            </p:custDataLst>
          </p:nvPr>
        </p:nvSpPr>
        <p:spPr>
          <a:xfrm>
            <a:off x="457200" y="2362199"/>
            <a:ext cx="7467600" cy="3048001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lvl="1" indent="0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</a:pPr>
            <a:endParaRPr lang="tr-TR" sz="1800" b="1" dirty="0">
              <a:latin typeface="Calibri" pitchFamily="34" charset="0"/>
              <a:cs typeface="Calibri" pitchFamily="34" charset="0"/>
            </a:endParaRPr>
          </a:p>
          <a:p>
            <a:pPr marL="0" lvl="1" indent="0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</a:pPr>
            <a:r>
              <a:rPr lang="tr-TR" b="1" dirty="0">
                <a:latin typeface="Calibri" pitchFamily="34" charset="0"/>
                <a:cs typeface="Calibri" pitchFamily="34" charset="0"/>
              </a:rPr>
              <a:t>4.4.    Eşinin oluşturulması (kopyala ve yapıştır komutları ile), </a:t>
            </a:r>
            <a:r>
              <a:rPr lang="tr-TR" b="1" dirty="0" err="1">
                <a:latin typeface="Calibri" pitchFamily="34" charset="0"/>
                <a:cs typeface="Calibri" pitchFamily="34" charset="0"/>
              </a:rPr>
              <a:t>yerdeğiştirmek</a:t>
            </a:r>
            <a:r>
              <a:rPr lang="tr-TR" b="1" dirty="0">
                <a:latin typeface="Calibri" pitchFamily="34" charset="0"/>
                <a:cs typeface="Calibri" pitchFamily="34" charset="0"/>
              </a:rPr>
              <a:t> ve silmek</a:t>
            </a:r>
          </a:p>
          <a:p>
            <a:pPr marL="274320" lvl="2" indent="0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</a:pPr>
            <a:r>
              <a:rPr lang="tr-TR" sz="1600" b="1" dirty="0">
                <a:latin typeface="Calibri" pitchFamily="34" charset="0"/>
                <a:cs typeface="Calibri" pitchFamily="34" charset="0"/>
              </a:rPr>
              <a:t>4.4.1. Metin, tablo ve </a:t>
            </a:r>
            <a:r>
              <a:rPr lang="tr-TR" sz="1600" b="1" dirty="0" smtClean="0">
                <a:latin typeface="Calibri" pitchFamily="34" charset="0"/>
                <a:cs typeface="Calibri" pitchFamily="34" charset="0"/>
              </a:rPr>
              <a:t>resimlerin sunum </a:t>
            </a:r>
            <a:r>
              <a:rPr lang="tr-TR" sz="1600" b="1" dirty="0">
                <a:latin typeface="Calibri" pitchFamily="34" charset="0"/>
                <a:cs typeface="Calibri" pitchFamily="34" charset="0"/>
              </a:rPr>
              <a:t>belgesi içerisinde veya açık diğer sunum belgelerinde bir eşinin oluşturulması</a:t>
            </a:r>
          </a:p>
          <a:p>
            <a:pPr marL="274320" lvl="2" indent="0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</a:pPr>
            <a:r>
              <a:rPr lang="tr-TR" sz="1600" b="1" dirty="0">
                <a:latin typeface="Calibri" pitchFamily="34" charset="0"/>
                <a:cs typeface="Calibri" pitchFamily="34" charset="0"/>
              </a:rPr>
              <a:t>4.4.2. Metin, </a:t>
            </a:r>
            <a:r>
              <a:rPr lang="tr-TR" sz="1600" b="1" dirty="0" smtClean="0">
                <a:latin typeface="Calibri" pitchFamily="34" charset="0"/>
                <a:cs typeface="Calibri" pitchFamily="34" charset="0"/>
              </a:rPr>
              <a:t>tablo ve resimlerin sunum </a:t>
            </a:r>
            <a:r>
              <a:rPr lang="tr-TR" sz="1600" b="1" dirty="0">
                <a:latin typeface="Calibri" pitchFamily="34" charset="0"/>
                <a:cs typeface="Calibri" pitchFamily="34" charset="0"/>
              </a:rPr>
              <a:t>belgesi içerisinde veya açık diğer sunum belgelerine taşınması</a:t>
            </a:r>
          </a:p>
          <a:p>
            <a:pPr marL="274320" lvl="2" indent="0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</a:pPr>
            <a:r>
              <a:rPr lang="tr-TR" sz="1600" b="1" dirty="0">
                <a:latin typeface="Calibri" pitchFamily="34" charset="0"/>
                <a:cs typeface="Calibri" pitchFamily="34" charset="0"/>
              </a:rPr>
              <a:t>4.4.3. Resimlerin boyutlarını değiştirmek ve döndürmek</a:t>
            </a:r>
          </a:p>
          <a:p>
            <a:pPr marL="274320" lvl="2" indent="0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</a:pPr>
            <a:r>
              <a:rPr lang="tr-TR" sz="1600" b="1" dirty="0">
                <a:latin typeface="Calibri" pitchFamily="34" charset="0"/>
                <a:cs typeface="Calibri" pitchFamily="34" charset="0"/>
              </a:rPr>
              <a:t>4.4.4. Metin, tablo ve resimleri silmek</a:t>
            </a:r>
          </a:p>
        </p:txBody>
      </p:sp>
      <p:sp>
        <p:nvSpPr>
          <p:cNvPr id="15" name="Slayt Numarası Yer Tutucusu 1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3</a:t>
            </a:fld>
            <a:endParaRPr lang="tr-TR"/>
          </a:p>
        </p:txBody>
      </p:sp>
      <p:sp>
        <p:nvSpPr>
          <p:cNvPr id="6" name="Dikdörtgen 5"/>
          <p:cNvSpPr/>
          <p:nvPr>
            <p:custDataLst>
              <p:tags r:id="rId5"/>
            </p:custDataLst>
          </p:nvPr>
        </p:nvSpPr>
        <p:spPr>
          <a:xfrm>
            <a:off x="457200" y="1828800"/>
            <a:ext cx="8077200" cy="4191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tr-TR"/>
          </a:p>
        </p:txBody>
      </p:sp>
      <p:sp>
        <p:nvSpPr>
          <p:cNvPr id="7" name="Metin kutusu 6"/>
          <p:cNvSpPr txBox="1"/>
          <p:nvPr>
            <p:custDataLst>
              <p:tags r:id="rId6"/>
            </p:custDataLst>
          </p:nvPr>
        </p:nvSpPr>
        <p:spPr>
          <a:xfrm>
            <a:off x="533400" y="1964525"/>
            <a:ext cx="2667000" cy="242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182880">
              <a:lnSpc>
                <a:spcPct val="80000"/>
              </a:lnSpc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Wingdings" pitchFamily="2" charset="2"/>
              <a:buChar char="§"/>
              <a:tabLst>
                <a:tab pos="182563" algn="l"/>
              </a:tabLst>
            </a:pPr>
            <a:r>
              <a:rPr lang="tr-T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Öğrenme Hedefleri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243369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457200"/>
            <a:ext cx="8229600" cy="533400"/>
          </a:xfrm>
          <a:solidFill>
            <a:schemeClr val="tx2">
              <a:lumMod val="75000"/>
            </a:schemeClr>
          </a:solidFill>
        </p:spPr>
        <p:txBody>
          <a:bodyPr>
            <a:noAutofit/>
          </a:bodyPr>
          <a:lstStyle/>
          <a:p>
            <a:r>
              <a:rPr lang="tr-TR" sz="2000" b="1" spc="50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  <a:t>Metin, tablo ve resimlerin sunum belgesi içerisinde veya açık diğer sunum belgelerinde bir eşinin oluşturulması</a:t>
            </a:r>
          </a:p>
        </p:txBody>
      </p:sp>
      <p:grpSp>
        <p:nvGrpSpPr>
          <p:cNvPr id="11" name="Grup 10"/>
          <p:cNvGrpSpPr/>
          <p:nvPr/>
        </p:nvGrpSpPr>
        <p:grpSpPr>
          <a:xfrm>
            <a:off x="0" y="0"/>
            <a:ext cx="9144000" cy="276999"/>
            <a:chOff x="0" y="0"/>
            <a:chExt cx="9144000" cy="381000"/>
          </a:xfrm>
        </p:grpSpPr>
        <p:sp>
          <p:nvSpPr>
            <p:cNvPr id="4" name="Dikdörtgen 3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9144000" cy="381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grpSp>
          <p:nvGrpSpPr>
            <p:cNvPr id="8" name="Group 9"/>
            <p:cNvGrpSpPr>
              <a:grpSpLocks noChangeAspect="1"/>
            </p:cNvGrpSpPr>
            <p:nvPr/>
          </p:nvGrpSpPr>
          <p:grpSpPr bwMode="auto">
            <a:xfrm>
              <a:off x="24723" y="14837"/>
              <a:ext cx="934093" cy="322595"/>
              <a:chOff x="1755" y="1344"/>
              <a:chExt cx="2994" cy="1034"/>
            </a:xfrm>
          </p:grpSpPr>
          <p:sp>
            <p:nvSpPr>
              <p:cNvPr id="9" name="AutoShape 8"/>
              <p:cNvSpPr>
                <a:spLocks noChangeAspect="1" noChangeArrowheads="1" noTextEdit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3600" y="1344"/>
                <a:ext cx="1149" cy="9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tr-TR"/>
              </a:p>
            </p:txBody>
          </p:sp>
          <p:sp>
            <p:nvSpPr>
              <p:cNvPr id="10" name="Freeform 10"/>
              <p:cNvSpPr>
                <a:spLocks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1755" y="1437"/>
                <a:ext cx="1142" cy="941"/>
              </a:xfrm>
              <a:custGeom>
                <a:avLst/>
                <a:gdLst>
                  <a:gd name="T0" fmla="*/ 2259 w 2284"/>
                  <a:gd name="T1" fmla="*/ 1161 h 1882"/>
                  <a:gd name="T2" fmla="*/ 2061 w 2284"/>
                  <a:gd name="T3" fmla="*/ 1682 h 1882"/>
                  <a:gd name="T4" fmla="*/ 1579 w 2284"/>
                  <a:gd name="T5" fmla="*/ 1872 h 1882"/>
                  <a:gd name="T6" fmla="*/ 1303 w 2284"/>
                  <a:gd name="T7" fmla="*/ 1676 h 1882"/>
                  <a:gd name="T8" fmla="*/ 1126 w 2284"/>
                  <a:gd name="T9" fmla="*/ 1290 h 1882"/>
                  <a:gd name="T10" fmla="*/ 1247 w 2284"/>
                  <a:gd name="T11" fmla="*/ 1190 h 1882"/>
                  <a:gd name="T12" fmla="*/ 1378 w 2284"/>
                  <a:gd name="T13" fmla="*/ 1538 h 1882"/>
                  <a:gd name="T14" fmla="*/ 1594 w 2284"/>
                  <a:gd name="T15" fmla="*/ 1724 h 1882"/>
                  <a:gd name="T16" fmla="*/ 1854 w 2284"/>
                  <a:gd name="T17" fmla="*/ 1676 h 1882"/>
                  <a:gd name="T18" fmla="*/ 2053 w 2284"/>
                  <a:gd name="T19" fmla="*/ 1391 h 1882"/>
                  <a:gd name="T20" fmla="*/ 2130 w 2284"/>
                  <a:gd name="T21" fmla="*/ 951 h 1882"/>
                  <a:gd name="T22" fmla="*/ 2097 w 2284"/>
                  <a:gd name="T23" fmla="*/ 658 h 1882"/>
                  <a:gd name="T24" fmla="*/ 2008 w 2284"/>
                  <a:gd name="T25" fmla="*/ 413 h 1882"/>
                  <a:gd name="T26" fmla="*/ 1896 w 2284"/>
                  <a:gd name="T27" fmla="*/ 263 h 1882"/>
                  <a:gd name="T28" fmla="*/ 1807 w 2284"/>
                  <a:gd name="T29" fmla="*/ 198 h 1882"/>
                  <a:gd name="T30" fmla="*/ 1711 w 2284"/>
                  <a:gd name="T31" fmla="*/ 168 h 1882"/>
                  <a:gd name="T32" fmla="*/ 1513 w 2284"/>
                  <a:gd name="T33" fmla="*/ 221 h 1882"/>
                  <a:gd name="T34" fmla="*/ 1320 w 2284"/>
                  <a:gd name="T35" fmla="*/ 488 h 1882"/>
                  <a:gd name="T36" fmla="*/ 1229 w 2284"/>
                  <a:gd name="T37" fmla="*/ 936 h 1882"/>
                  <a:gd name="T38" fmla="*/ 1414 w 2284"/>
                  <a:gd name="T39" fmla="*/ 689 h 1882"/>
                  <a:gd name="T40" fmla="*/ 1517 w 2284"/>
                  <a:gd name="T41" fmla="*/ 503 h 1882"/>
                  <a:gd name="T42" fmla="*/ 1650 w 2284"/>
                  <a:gd name="T43" fmla="*/ 454 h 1882"/>
                  <a:gd name="T44" fmla="*/ 1762 w 2284"/>
                  <a:gd name="T45" fmla="*/ 519 h 1882"/>
                  <a:gd name="T46" fmla="*/ 1876 w 2284"/>
                  <a:gd name="T47" fmla="*/ 773 h 1882"/>
                  <a:gd name="T48" fmla="*/ 1883 w 2284"/>
                  <a:gd name="T49" fmla="*/ 1107 h 1882"/>
                  <a:gd name="T50" fmla="*/ 1798 w 2284"/>
                  <a:gd name="T51" fmla="*/ 1347 h 1882"/>
                  <a:gd name="T52" fmla="*/ 1657 w 2284"/>
                  <a:gd name="T53" fmla="*/ 1460 h 1882"/>
                  <a:gd name="T54" fmla="*/ 1517 w 2284"/>
                  <a:gd name="T55" fmla="*/ 1414 h 1882"/>
                  <a:gd name="T56" fmla="*/ 1414 w 2284"/>
                  <a:gd name="T57" fmla="*/ 1249 h 1882"/>
                  <a:gd name="T58" fmla="*/ 1490 w 2284"/>
                  <a:gd name="T59" fmla="*/ 1049 h 1882"/>
                  <a:gd name="T60" fmla="*/ 1573 w 2284"/>
                  <a:gd name="T61" fmla="*/ 1218 h 1882"/>
                  <a:gd name="T62" fmla="*/ 1708 w 2284"/>
                  <a:gd name="T63" fmla="*/ 1152 h 1882"/>
                  <a:gd name="T64" fmla="*/ 1736 w 2284"/>
                  <a:gd name="T65" fmla="*/ 851 h 1882"/>
                  <a:gd name="T66" fmla="*/ 1613 w 2284"/>
                  <a:gd name="T67" fmla="*/ 683 h 1882"/>
                  <a:gd name="T68" fmla="*/ 1496 w 2284"/>
                  <a:gd name="T69" fmla="*/ 833 h 1882"/>
                  <a:gd name="T70" fmla="*/ 1537 w 2284"/>
                  <a:gd name="T71" fmla="*/ 930 h 1882"/>
                  <a:gd name="T72" fmla="*/ 1577 w 2284"/>
                  <a:gd name="T73" fmla="*/ 904 h 1882"/>
                  <a:gd name="T74" fmla="*/ 1613 w 2284"/>
                  <a:gd name="T75" fmla="*/ 864 h 1882"/>
                  <a:gd name="T76" fmla="*/ 1657 w 2284"/>
                  <a:gd name="T77" fmla="*/ 920 h 1882"/>
                  <a:gd name="T78" fmla="*/ 1647 w 2284"/>
                  <a:gd name="T79" fmla="*/ 1024 h 1882"/>
                  <a:gd name="T80" fmla="*/ 1600 w 2284"/>
                  <a:gd name="T81" fmla="*/ 1047 h 1882"/>
                  <a:gd name="T82" fmla="*/ 1571 w 2284"/>
                  <a:gd name="T83" fmla="*/ 990 h 1882"/>
                  <a:gd name="T84" fmla="*/ 1469 w 2284"/>
                  <a:gd name="T85" fmla="*/ 989 h 1882"/>
                  <a:gd name="T86" fmla="*/ 1252 w 2284"/>
                  <a:gd name="T87" fmla="*/ 989 h 1882"/>
                  <a:gd name="T88" fmla="*/ 1013 w 2284"/>
                  <a:gd name="T89" fmla="*/ 989 h 1882"/>
                  <a:gd name="T90" fmla="*/ 789 w 2284"/>
                  <a:gd name="T91" fmla="*/ 989 h 1882"/>
                  <a:gd name="T92" fmla="*/ 649 w 2284"/>
                  <a:gd name="T93" fmla="*/ 990 h 1882"/>
                  <a:gd name="T94" fmla="*/ 216 w 2284"/>
                  <a:gd name="T95" fmla="*/ 990 h 1882"/>
                  <a:gd name="T96" fmla="*/ 628 w 2284"/>
                  <a:gd name="T97" fmla="*/ 930 h 1882"/>
                  <a:gd name="T98" fmla="*/ 711 w 2284"/>
                  <a:gd name="T99" fmla="*/ 930 h 1882"/>
                  <a:gd name="T100" fmla="*/ 915 w 2284"/>
                  <a:gd name="T101" fmla="*/ 930 h 1882"/>
                  <a:gd name="T102" fmla="*/ 1097 w 2284"/>
                  <a:gd name="T103" fmla="*/ 743 h 1882"/>
                  <a:gd name="T104" fmla="*/ 1258 w 2284"/>
                  <a:gd name="T105" fmla="*/ 273 h 1882"/>
                  <a:gd name="T106" fmla="*/ 1552 w 2284"/>
                  <a:gd name="T107" fmla="*/ 18 h 1882"/>
                  <a:gd name="T108" fmla="*/ 1761 w 2284"/>
                  <a:gd name="T109" fmla="*/ 8 h 1882"/>
                  <a:gd name="T110" fmla="*/ 1900 w 2284"/>
                  <a:gd name="T111" fmla="*/ 63 h 1882"/>
                  <a:gd name="T112" fmla="*/ 2038 w 2284"/>
                  <a:gd name="T113" fmla="*/ 185 h 1882"/>
                  <a:gd name="T114" fmla="*/ 2092 w 2284"/>
                  <a:gd name="T115" fmla="*/ 260 h 1882"/>
                  <a:gd name="T116" fmla="*/ 2236 w 2284"/>
                  <a:gd name="T117" fmla="*/ 560 h 18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284" h="1882">
                    <a:moveTo>
                      <a:pt x="2284" y="930"/>
                    </a:moveTo>
                    <a:lnTo>
                      <a:pt x="2284" y="942"/>
                    </a:lnTo>
                    <a:lnTo>
                      <a:pt x="2282" y="973"/>
                    </a:lnTo>
                    <a:lnTo>
                      <a:pt x="2277" y="1023"/>
                    </a:lnTo>
                    <a:lnTo>
                      <a:pt x="2270" y="1086"/>
                    </a:lnTo>
                    <a:lnTo>
                      <a:pt x="2259" y="1161"/>
                    </a:lnTo>
                    <a:lnTo>
                      <a:pt x="2243" y="1244"/>
                    </a:lnTo>
                    <a:lnTo>
                      <a:pt x="2221" y="1333"/>
                    </a:lnTo>
                    <a:lnTo>
                      <a:pt x="2193" y="1424"/>
                    </a:lnTo>
                    <a:lnTo>
                      <a:pt x="2157" y="1514"/>
                    </a:lnTo>
                    <a:lnTo>
                      <a:pt x="2114" y="1602"/>
                    </a:lnTo>
                    <a:lnTo>
                      <a:pt x="2061" y="1682"/>
                    </a:lnTo>
                    <a:lnTo>
                      <a:pt x="1998" y="1754"/>
                    </a:lnTo>
                    <a:lnTo>
                      <a:pt x="1925" y="1811"/>
                    </a:lnTo>
                    <a:lnTo>
                      <a:pt x="1840" y="1855"/>
                    </a:lnTo>
                    <a:lnTo>
                      <a:pt x="1743" y="1879"/>
                    </a:lnTo>
                    <a:lnTo>
                      <a:pt x="1632" y="1882"/>
                    </a:lnTo>
                    <a:lnTo>
                      <a:pt x="1579" y="1872"/>
                    </a:lnTo>
                    <a:lnTo>
                      <a:pt x="1528" y="1855"/>
                    </a:lnTo>
                    <a:lnTo>
                      <a:pt x="1479" y="1832"/>
                    </a:lnTo>
                    <a:lnTo>
                      <a:pt x="1431" y="1802"/>
                    </a:lnTo>
                    <a:lnTo>
                      <a:pt x="1386" y="1765"/>
                    </a:lnTo>
                    <a:lnTo>
                      <a:pt x="1344" y="1724"/>
                    </a:lnTo>
                    <a:lnTo>
                      <a:pt x="1303" y="1676"/>
                    </a:lnTo>
                    <a:lnTo>
                      <a:pt x="1265" y="1623"/>
                    </a:lnTo>
                    <a:lnTo>
                      <a:pt x="1231" y="1565"/>
                    </a:lnTo>
                    <a:lnTo>
                      <a:pt x="1200" y="1502"/>
                    </a:lnTo>
                    <a:lnTo>
                      <a:pt x="1171" y="1435"/>
                    </a:lnTo>
                    <a:lnTo>
                      <a:pt x="1147" y="1365"/>
                    </a:lnTo>
                    <a:lnTo>
                      <a:pt x="1126" y="1290"/>
                    </a:lnTo>
                    <a:lnTo>
                      <a:pt x="1109" y="1213"/>
                    </a:lnTo>
                    <a:lnTo>
                      <a:pt x="1096" y="1132"/>
                    </a:lnTo>
                    <a:lnTo>
                      <a:pt x="1088" y="1049"/>
                    </a:lnTo>
                    <a:lnTo>
                      <a:pt x="1230" y="1049"/>
                    </a:lnTo>
                    <a:lnTo>
                      <a:pt x="1237" y="1120"/>
                    </a:lnTo>
                    <a:lnTo>
                      <a:pt x="1247" y="1190"/>
                    </a:lnTo>
                    <a:lnTo>
                      <a:pt x="1262" y="1256"/>
                    </a:lnTo>
                    <a:lnTo>
                      <a:pt x="1279" y="1321"/>
                    </a:lnTo>
                    <a:lnTo>
                      <a:pt x="1300" y="1381"/>
                    </a:lnTo>
                    <a:lnTo>
                      <a:pt x="1323" y="1437"/>
                    </a:lnTo>
                    <a:lnTo>
                      <a:pt x="1350" y="1490"/>
                    </a:lnTo>
                    <a:lnTo>
                      <a:pt x="1378" y="1538"/>
                    </a:lnTo>
                    <a:lnTo>
                      <a:pt x="1408" y="1583"/>
                    </a:lnTo>
                    <a:lnTo>
                      <a:pt x="1442" y="1623"/>
                    </a:lnTo>
                    <a:lnTo>
                      <a:pt x="1477" y="1656"/>
                    </a:lnTo>
                    <a:lnTo>
                      <a:pt x="1514" y="1685"/>
                    </a:lnTo>
                    <a:lnTo>
                      <a:pt x="1554" y="1708"/>
                    </a:lnTo>
                    <a:lnTo>
                      <a:pt x="1594" y="1724"/>
                    </a:lnTo>
                    <a:lnTo>
                      <a:pt x="1635" y="1734"/>
                    </a:lnTo>
                    <a:lnTo>
                      <a:pt x="1678" y="1738"/>
                    </a:lnTo>
                    <a:lnTo>
                      <a:pt x="1724" y="1733"/>
                    </a:lnTo>
                    <a:lnTo>
                      <a:pt x="1769" y="1722"/>
                    </a:lnTo>
                    <a:lnTo>
                      <a:pt x="1813" y="1702"/>
                    </a:lnTo>
                    <a:lnTo>
                      <a:pt x="1854" y="1676"/>
                    </a:lnTo>
                    <a:lnTo>
                      <a:pt x="1893" y="1643"/>
                    </a:lnTo>
                    <a:lnTo>
                      <a:pt x="1930" y="1603"/>
                    </a:lnTo>
                    <a:lnTo>
                      <a:pt x="1966" y="1558"/>
                    </a:lnTo>
                    <a:lnTo>
                      <a:pt x="1997" y="1507"/>
                    </a:lnTo>
                    <a:lnTo>
                      <a:pt x="2027" y="1451"/>
                    </a:lnTo>
                    <a:lnTo>
                      <a:pt x="2053" y="1391"/>
                    </a:lnTo>
                    <a:lnTo>
                      <a:pt x="2076" y="1325"/>
                    </a:lnTo>
                    <a:lnTo>
                      <a:pt x="2094" y="1257"/>
                    </a:lnTo>
                    <a:lnTo>
                      <a:pt x="2109" y="1185"/>
                    </a:lnTo>
                    <a:lnTo>
                      <a:pt x="2121" y="1110"/>
                    </a:lnTo>
                    <a:lnTo>
                      <a:pt x="2127" y="1032"/>
                    </a:lnTo>
                    <a:lnTo>
                      <a:pt x="2130" y="951"/>
                    </a:lnTo>
                    <a:lnTo>
                      <a:pt x="2129" y="899"/>
                    </a:lnTo>
                    <a:lnTo>
                      <a:pt x="2126" y="849"/>
                    </a:lnTo>
                    <a:lnTo>
                      <a:pt x="2122" y="799"/>
                    </a:lnTo>
                    <a:lnTo>
                      <a:pt x="2115" y="751"/>
                    </a:lnTo>
                    <a:lnTo>
                      <a:pt x="2107" y="704"/>
                    </a:lnTo>
                    <a:lnTo>
                      <a:pt x="2097" y="658"/>
                    </a:lnTo>
                    <a:lnTo>
                      <a:pt x="2086" y="613"/>
                    </a:lnTo>
                    <a:lnTo>
                      <a:pt x="2073" y="570"/>
                    </a:lnTo>
                    <a:lnTo>
                      <a:pt x="2058" y="529"/>
                    </a:lnTo>
                    <a:lnTo>
                      <a:pt x="2042" y="488"/>
                    </a:lnTo>
                    <a:lnTo>
                      <a:pt x="2026" y="450"/>
                    </a:lnTo>
                    <a:lnTo>
                      <a:pt x="2008" y="413"/>
                    </a:lnTo>
                    <a:lnTo>
                      <a:pt x="1988" y="380"/>
                    </a:lnTo>
                    <a:lnTo>
                      <a:pt x="1967" y="348"/>
                    </a:lnTo>
                    <a:lnTo>
                      <a:pt x="1945" y="318"/>
                    </a:lnTo>
                    <a:lnTo>
                      <a:pt x="1922" y="290"/>
                    </a:lnTo>
                    <a:lnTo>
                      <a:pt x="1908" y="276"/>
                    </a:lnTo>
                    <a:lnTo>
                      <a:pt x="1896" y="263"/>
                    </a:lnTo>
                    <a:lnTo>
                      <a:pt x="1881" y="250"/>
                    </a:lnTo>
                    <a:lnTo>
                      <a:pt x="1867" y="237"/>
                    </a:lnTo>
                    <a:lnTo>
                      <a:pt x="1853" y="227"/>
                    </a:lnTo>
                    <a:lnTo>
                      <a:pt x="1838" y="216"/>
                    </a:lnTo>
                    <a:lnTo>
                      <a:pt x="1823" y="207"/>
                    </a:lnTo>
                    <a:lnTo>
                      <a:pt x="1807" y="198"/>
                    </a:lnTo>
                    <a:lnTo>
                      <a:pt x="1792" y="191"/>
                    </a:lnTo>
                    <a:lnTo>
                      <a:pt x="1776" y="184"/>
                    </a:lnTo>
                    <a:lnTo>
                      <a:pt x="1760" y="178"/>
                    </a:lnTo>
                    <a:lnTo>
                      <a:pt x="1744" y="174"/>
                    </a:lnTo>
                    <a:lnTo>
                      <a:pt x="1728" y="170"/>
                    </a:lnTo>
                    <a:lnTo>
                      <a:pt x="1711" y="168"/>
                    </a:lnTo>
                    <a:lnTo>
                      <a:pt x="1695" y="166"/>
                    </a:lnTo>
                    <a:lnTo>
                      <a:pt x="1678" y="166"/>
                    </a:lnTo>
                    <a:lnTo>
                      <a:pt x="1635" y="169"/>
                    </a:lnTo>
                    <a:lnTo>
                      <a:pt x="1593" y="180"/>
                    </a:lnTo>
                    <a:lnTo>
                      <a:pt x="1552" y="197"/>
                    </a:lnTo>
                    <a:lnTo>
                      <a:pt x="1513" y="221"/>
                    </a:lnTo>
                    <a:lnTo>
                      <a:pt x="1475" y="251"/>
                    </a:lnTo>
                    <a:lnTo>
                      <a:pt x="1439" y="287"/>
                    </a:lnTo>
                    <a:lnTo>
                      <a:pt x="1406" y="329"/>
                    </a:lnTo>
                    <a:lnTo>
                      <a:pt x="1375" y="377"/>
                    </a:lnTo>
                    <a:lnTo>
                      <a:pt x="1346" y="431"/>
                    </a:lnTo>
                    <a:lnTo>
                      <a:pt x="1320" y="488"/>
                    </a:lnTo>
                    <a:lnTo>
                      <a:pt x="1297" y="552"/>
                    </a:lnTo>
                    <a:lnTo>
                      <a:pt x="1276" y="620"/>
                    </a:lnTo>
                    <a:lnTo>
                      <a:pt x="1258" y="693"/>
                    </a:lnTo>
                    <a:lnTo>
                      <a:pt x="1246" y="770"/>
                    </a:lnTo>
                    <a:lnTo>
                      <a:pt x="1235" y="851"/>
                    </a:lnTo>
                    <a:lnTo>
                      <a:pt x="1229" y="936"/>
                    </a:lnTo>
                    <a:lnTo>
                      <a:pt x="1370" y="936"/>
                    </a:lnTo>
                    <a:lnTo>
                      <a:pt x="1375" y="881"/>
                    </a:lnTo>
                    <a:lnTo>
                      <a:pt x="1383" y="828"/>
                    </a:lnTo>
                    <a:lnTo>
                      <a:pt x="1391" y="778"/>
                    </a:lnTo>
                    <a:lnTo>
                      <a:pt x="1401" y="732"/>
                    </a:lnTo>
                    <a:lnTo>
                      <a:pt x="1414" y="689"/>
                    </a:lnTo>
                    <a:lnTo>
                      <a:pt x="1428" y="649"/>
                    </a:lnTo>
                    <a:lnTo>
                      <a:pt x="1443" y="613"/>
                    </a:lnTo>
                    <a:lnTo>
                      <a:pt x="1460" y="580"/>
                    </a:lnTo>
                    <a:lnTo>
                      <a:pt x="1477" y="550"/>
                    </a:lnTo>
                    <a:lnTo>
                      <a:pt x="1497" y="525"/>
                    </a:lnTo>
                    <a:lnTo>
                      <a:pt x="1517" y="503"/>
                    </a:lnTo>
                    <a:lnTo>
                      <a:pt x="1537" y="485"/>
                    </a:lnTo>
                    <a:lnTo>
                      <a:pt x="1559" y="471"/>
                    </a:lnTo>
                    <a:lnTo>
                      <a:pt x="1582" y="461"/>
                    </a:lnTo>
                    <a:lnTo>
                      <a:pt x="1605" y="455"/>
                    </a:lnTo>
                    <a:lnTo>
                      <a:pt x="1630" y="453"/>
                    </a:lnTo>
                    <a:lnTo>
                      <a:pt x="1650" y="454"/>
                    </a:lnTo>
                    <a:lnTo>
                      <a:pt x="1670" y="458"/>
                    </a:lnTo>
                    <a:lnTo>
                      <a:pt x="1690" y="465"/>
                    </a:lnTo>
                    <a:lnTo>
                      <a:pt x="1709" y="476"/>
                    </a:lnTo>
                    <a:lnTo>
                      <a:pt x="1728" y="488"/>
                    </a:lnTo>
                    <a:lnTo>
                      <a:pt x="1745" y="502"/>
                    </a:lnTo>
                    <a:lnTo>
                      <a:pt x="1762" y="519"/>
                    </a:lnTo>
                    <a:lnTo>
                      <a:pt x="1778" y="539"/>
                    </a:lnTo>
                    <a:lnTo>
                      <a:pt x="1804" y="576"/>
                    </a:lnTo>
                    <a:lnTo>
                      <a:pt x="1827" y="618"/>
                    </a:lnTo>
                    <a:lnTo>
                      <a:pt x="1846" y="666"/>
                    </a:lnTo>
                    <a:lnTo>
                      <a:pt x="1862" y="716"/>
                    </a:lnTo>
                    <a:lnTo>
                      <a:pt x="1876" y="773"/>
                    </a:lnTo>
                    <a:lnTo>
                      <a:pt x="1887" y="831"/>
                    </a:lnTo>
                    <a:lnTo>
                      <a:pt x="1892" y="892"/>
                    </a:lnTo>
                    <a:lnTo>
                      <a:pt x="1895" y="957"/>
                    </a:lnTo>
                    <a:lnTo>
                      <a:pt x="1893" y="1009"/>
                    </a:lnTo>
                    <a:lnTo>
                      <a:pt x="1889" y="1058"/>
                    </a:lnTo>
                    <a:lnTo>
                      <a:pt x="1883" y="1107"/>
                    </a:lnTo>
                    <a:lnTo>
                      <a:pt x="1874" y="1154"/>
                    </a:lnTo>
                    <a:lnTo>
                      <a:pt x="1862" y="1198"/>
                    </a:lnTo>
                    <a:lnTo>
                      <a:pt x="1850" y="1239"/>
                    </a:lnTo>
                    <a:lnTo>
                      <a:pt x="1834" y="1278"/>
                    </a:lnTo>
                    <a:lnTo>
                      <a:pt x="1817" y="1314"/>
                    </a:lnTo>
                    <a:lnTo>
                      <a:pt x="1798" y="1347"/>
                    </a:lnTo>
                    <a:lnTo>
                      <a:pt x="1778" y="1376"/>
                    </a:lnTo>
                    <a:lnTo>
                      <a:pt x="1756" y="1401"/>
                    </a:lnTo>
                    <a:lnTo>
                      <a:pt x="1733" y="1422"/>
                    </a:lnTo>
                    <a:lnTo>
                      <a:pt x="1708" y="1439"/>
                    </a:lnTo>
                    <a:lnTo>
                      <a:pt x="1683" y="1452"/>
                    </a:lnTo>
                    <a:lnTo>
                      <a:pt x="1657" y="1460"/>
                    </a:lnTo>
                    <a:lnTo>
                      <a:pt x="1630" y="1462"/>
                    </a:lnTo>
                    <a:lnTo>
                      <a:pt x="1605" y="1460"/>
                    </a:lnTo>
                    <a:lnTo>
                      <a:pt x="1582" y="1454"/>
                    </a:lnTo>
                    <a:lnTo>
                      <a:pt x="1559" y="1444"/>
                    </a:lnTo>
                    <a:lnTo>
                      <a:pt x="1537" y="1431"/>
                    </a:lnTo>
                    <a:lnTo>
                      <a:pt x="1517" y="1414"/>
                    </a:lnTo>
                    <a:lnTo>
                      <a:pt x="1497" y="1393"/>
                    </a:lnTo>
                    <a:lnTo>
                      <a:pt x="1477" y="1370"/>
                    </a:lnTo>
                    <a:lnTo>
                      <a:pt x="1460" y="1344"/>
                    </a:lnTo>
                    <a:lnTo>
                      <a:pt x="1443" y="1315"/>
                    </a:lnTo>
                    <a:lnTo>
                      <a:pt x="1428" y="1283"/>
                    </a:lnTo>
                    <a:lnTo>
                      <a:pt x="1414" y="1249"/>
                    </a:lnTo>
                    <a:lnTo>
                      <a:pt x="1401" y="1213"/>
                    </a:lnTo>
                    <a:lnTo>
                      <a:pt x="1391" y="1175"/>
                    </a:lnTo>
                    <a:lnTo>
                      <a:pt x="1383" y="1134"/>
                    </a:lnTo>
                    <a:lnTo>
                      <a:pt x="1375" y="1093"/>
                    </a:lnTo>
                    <a:lnTo>
                      <a:pt x="1370" y="1049"/>
                    </a:lnTo>
                    <a:lnTo>
                      <a:pt x="1490" y="1049"/>
                    </a:lnTo>
                    <a:lnTo>
                      <a:pt x="1498" y="1087"/>
                    </a:lnTo>
                    <a:lnTo>
                      <a:pt x="1509" y="1123"/>
                    </a:lnTo>
                    <a:lnTo>
                      <a:pt x="1522" y="1154"/>
                    </a:lnTo>
                    <a:lnTo>
                      <a:pt x="1537" y="1180"/>
                    </a:lnTo>
                    <a:lnTo>
                      <a:pt x="1555" y="1202"/>
                    </a:lnTo>
                    <a:lnTo>
                      <a:pt x="1573" y="1218"/>
                    </a:lnTo>
                    <a:lnTo>
                      <a:pt x="1593" y="1229"/>
                    </a:lnTo>
                    <a:lnTo>
                      <a:pt x="1613" y="1232"/>
                    </a:lnTo>
                    <a:lnTo>
                      <a:pt x="1640" y="1226"/>
                    </a:lnTo>
                    <a:lnTo>
                      <a:pt x="1665" y="1210"/>
                    </a:lnTo>
                    <a:lnTo>
                      <a:pt x="1688" y="1185"/>
                    </a:lnTo>
                    <a:lnTo>
                      <a:pt x="1708" y="1152"/>
                    </a:lnTo>
                    <a:lnTo>
                      <a:pt x="1723" y="1111"/>
                    </a:lnTo>
                    <a:lnTo>
                      <a:pt x="1736" y="1064"/>
                    </a:lnTo>
                    <a:lnTo>
                      <a:pt x="1744" y="1012"/>
                    </a:lnTo>
                    <a:lnTo>
                      <a:pt x="1746" y="957"/>
                    </a:lnTo>
                    <a:lnTo>
                      <a:pt x="1744" y="902"/>
                    </a:lnTo>
                    <a:lnTo>
                      <a:pt x="1736" y="851"/>
                    </a:lnTo>
                    <a:lnTo>
                      <a:pt x="1723" y="804"/>
                    </a:lnTo>
                    <a:lnTo>
                      <a:pt x="1708" y="763"/>
                    </a:lnTo>
                    <a:lnTo>
                      <a:pt x="1688" y="730"/>
                    </a:lnTo>
                    <a:lnTo>
                      <a:pt x="1665" y="705"/>
                    </a:lnTo>
                    <a:lnTo>
                      <a:pt x="1640" y="689"/>
                    </a:lnTo>
                    <a:lnTo>
                      <a:pt x="1613" y="683"/>
                    </a:lnTo>
                    <a:lnTo>
                      <a:pt x="1588" y="687"/>
                    </a:lnTo>
                    <a:lnTo>
                      <a:pt x="1565" y="702"/>
                    </a:lnTo>
                    <a:lnTo>
                      <a:pt x="1544" y="724"/>
                    </a:lnTo>
                    <a:lnTo>
                      <a:pt x="1525" y="754"/>
                    </a:lnTo>
                    <a:lnTo>
                      <a:pt x="1509" y="791"/>
                    </a:lnTo>
                    <a:lnTo>
                      <a:pt x="1496" y="833"/>
                    </a:lnTo>
                    <a:lnTo>
                      <a:pt x="1488" y="880"/>
                    </a:lnTo>
                    <a:lnTo>
                      <a:pt x="1483" y="930"/>
                    </a:lnTo>
                    <a:lnTo>
                      <a:pt x="1498" y="930"/>
                    </a:lnTo>
                    <a:lnTo>
                      <a:pt x="1513" y="930"/>
                    </a:lnTo>
                    <a:lnTo>
                      <a:pt x="1526" y="930"/>
                    </a:lnTo>
                    <a:lnTo>
                      <a:pt x="1537" y="930"/>
                    </a:lnTo>
                    <a:lnTo>
                      <a:pt x="1548" y="930"/>
                    </a:lnTo>
                    <a:lnTo>
                      <a:pt x="1557" y="930"/>
                    </a:lnTo>
                    <a:lnTo>
                      <a:pt x="1564" y="930"/>
                    </a:lnTo>
                    <a:lnTo>
                      <a:pt x="1570" y="930"/>
                    </a:lnTo>
                    <a:lnTo>
                      <a:pt x="1572" y="917"/>
                    </a:lnTo>
                    <a:lnTo>
                      <a:pt x="1577" y="904"/>
                    </a:lnTo>
                    <a:lnTo>
                      <a:pt x="1580" y="892"/>
                    </a:lnTo>
                    <a:lnTo>
                      <a:pt x="1586" y="882"/>
                    </a:lnTo>
                    <a:lnTo>
                      <a:pt x="1592" y="874"/>
                    </a:lnTo>
                    <a:lnTo>
                      <a:pt x="1598" y="868"/>
                    </a:lnTo>
                    <a:lnTo>
                      <a:pt x="1605" y="865"/>
                    </a:lnTo>
                    <a:lnTo>
                      <a:pt x="1613" y="864"/>
                    </a:lnTo>
                    <a:lnTo>
                      <a:pt x="1623" y="866"/>
                    </a:lnTo>
                    <a:lnTo>
                      <a:pt x="1632" y="871"/>
                    </a:lnTo>
                    <a:lnTo>
                      <a:pt x="1640" y="880"/>
                    </a:lnTo>
                    <a:lnTo>
                      <a:pt x="1647" y="891"/>
                    </a:lnTo>
                    <a:lnTo>
                      <a:pt x="1653" y="905"/>
                    </a:lnTo>
                    <a:lnTo>
                      <a:pt x="1657" y="920"/>
                    </a:lnTo>
                    <a:lnTo>
                      <a:pt x="1660" y="939"/>
                    </a:lnTo>
                    <a:lnTo>
                      <a:pt x="1661" y="957"/>
                    </a:lnTo>
                    <a:lnTo>
                      <a:pt x="1660" y="975"/>
                    </a:lnTo>
                    <a:lnTo>
                      <a:pt x="1657" y="994"/>
                    </a:lnTo>
                    <a:lnTo>
                      <a:pt x="1653" y="1010"/>
                    </a:lnTo>
                    <a:lnTo>
                      <a:pt x="1647" y="1024"/>
                    </a:lnTo>
                    <a:lnTo>
                      <a:pt x="1640" y="1035"/>
                    </a:lnTo>
                    <a:lnTo>
                      <a:pt x="1632" y="1044"/>
                    </a:lnTo>
                    <a:lnTo>
                      <a:pt x="1623" y="1049"/>
                    </a:lnTo>
                    <a:lnTo>
                      <a:pt x="1613" y="1051"/>
                    </a:lnTo>
                    <a:lnTo>
                      <a:pt x="1607" y="1050"/>
                    </a:lnTo>
                    <a:lnTo>
                      <a:pt x="1600" y="1047"/>
                    </a:lnTo>
                    <a:lnTo>
                      <a:pt x="1593" y="1041"/>
                    </a:lnTo>
                    <a:lnTo>
                      <a:pt x="1587" y="1034"/>
                    </a:lnTo>
                    <a:lnTo>
                      <a:pt x="1581" y="1025"/>
                    </a:lnTo>
                    <a:lnTo>
                      <a:pt x="1578" y="1015"/>
                    </a:lnTo>
                    <a:lnTo>
                      <a:pt x="1573" y="1003"/>
                    </a:lnTo>
                    <a:lnTo>
                      <a:pt x="1571" y="990"/>
                    </a:lnTo>
                    <a:lnTo>
                      <a:pt x="1563" y="990"/>
                    </a:lnTo>
                    <a:lnTo>
                      <a:pt x="1551" y="990"/>
                    </a:lnTo>
                    <a:lnTo>
                      <a:pt x="1536" y="990"/>
                    </a:lnTo>
                    <a:lnTo>
                      <a:pt x="1518" y="989"/>
                    </a:lnTo>
                    <a:lnTo>
                      <a:pt x="1495" y="989"/>
                    </a:lnTo>
                    <a:lnTo>
                      <a:pt x="1469" y="989"/>
                    </a:lnTo>
                    <a:lnTo>
                      <a:pt x="1441" y="989"/>
                    </a:lnTo>
                    <a:lnTo>
                      <a:pt x="1408" y="989"/>
                    </a:lnTo>
                    <a:lnTo>
                      <a:pt x="1374" y="989"/>
                    </a:lnTo>
                    <a:lnTo>
                      <a:pt x="1336" y="989"/>
                    </a:lnTo>
                    <a:lnTo>
                      <a:pt x="1294" y="989"/>
                    </a:lnTo>
                    <a:lnTo>
                      <a:pt x="1252" y="989"/>
                    </a:lnTo>
                    <a:lnTo>
                      <a:pt x="1205" y="989"/>
                    </a:lnTo>
                    <a:lnTo>
                      <a:pt x="1157" y="989"/>
                    </a:lnTo>
                    <a:lnTo>
                      <a:pt x="1106" y="989"/>
                    </a:lnTo>
                    <a:lnTo>
                      <a:pt x="1053" y="989"/>
                    </a:lnTo>
                    <a:lnTo>
                      <a:pt x="1053" y="989"/>
                    </a:lnTo>
                    <a:lnTo>
                      <a:pt x="1013" y="989"/>
                    </a:lnTo>
                    <a:lnTo>
                      <a:pt x="973" y="989"/>
                    </a:lnTo>
                    <a:lnTo>
                      <a:pt x="932" y="989"/>
                    </a:lnTo>
                    <a:lnTo>
                      <a:pt x="894" y="989"/>
                    </a:lnTo>
                    <a:lnTo>
                      <a:pt x="857" y="989"/>
                    </a:lnTo>
                    <a:lnTo>
                      <a:pt x="823" y="989"/>
                    </a:lnTo>
                    <a:lnTo>
                      <a:pt x="789" y="989"/>
                    </a:lnTo>
                    <a:lnTo>
                      <a:pt x="758" y="989"/>
                    </a:lnTo>
                    <a:lnTo>
                      <a:pt x="731" y="990"/>
                    </a:lnTo>
                    <a:lnTo>
                      <a:pt x="705" y="990"/>
                    </a:lnTo>
                    <a:lnTo>
                      <a:pt x="682" y="990"/>
                    </a:lnTo>
                    <a:lnTo>
                      <a:pt x="664" y="990"/>
                    </a:lnTo>
                    <a:lnTo>
                      <a:pt x="649" y="990"/>
                    </a:lnTo>
                    <a:lnTo>
                      <a:pt x="637" y="990"/>
                    </a:lnTo>
                    <a:lnTo>
                      <a:pt x="630" y="990"/>
                    </a:lnTo>
                    <a:lnTo>
                      <a:pt x="628" y="990"/>
                    </a:lnTo>
                    <a:lnTo>
                      <a:pt x="449" y="1218"/>
                    </a:lnTo>
                    <a:lnTo>
                      <a:pt x="51" y="1218"/>
                    </a:lnTo>
                    <a:lnTo>
                      <a:pt x="216" y="990"/>
                    </a:lnTo>
                    <a:lnTo>
                      <a:pt x="0" y="990"/>
                    </a:lnTo>
                    <a:lnTo>
                      <a:pt x="0" y="930"/>
                    </a:lnTo>
                    <a:lnTo>
                      <a:pt x="216" y="930"/>
                    </a:lnTo>
                    <a:lnTo>
                      <a:pt x="17" y="719"/>
                    </a:lnTo>
                    <a:lnTo>
                      <a:pt x="467" y="724"/>
                    </a:lnTo>
                    <a:lnTo>
                      <a:pt x="628" y="930"/>
                    </a:lnTo>
                    <a:lnTo>
                      <a:pt x="630" y="930"/>
                    </a:lnTo>
                    <a:lnTo>
                      <a:pt x="638" y="930"/>
                    </a:lnTo>
                    <a:lnTo>
                      <a:pt x="650" y="930"/>
                    </a:lnTo>
                    <a:lnTo>
                      <a:pt x="667" y="930"/>
                    </a:lnTo>
                    <a:lnTo>
                      <a:pt x="687" y="930"/>
                    </a:lnTo>
                    <a:lnTo>
                      <a:pt x="711" y="930"/>
                    </a:lnTo>
                    <a:lnTo>
                      <a:pt x="739" y="930"/>
                    </a:lnTo>
                    <a:lnTo>
                      <a:pt x="770" y="930"/>
                    </a:lnTo>
                    <a:lnTo>
                      <a:pt x="802" y="930"/>
                    </a:lnTo>
                    <a:lnTo>
                      <a:pt x="838" y="930"/>
                    </a:lnTo>
                    <a:lnTo>
                      <a:pt x="876" y="930"/>
                    </a:lnTo>
                    <a:lnTo>
                      <a:pt x="915" y="930"/>
                    </a:lnTo>
                    <a:lnTo>
                      <a:pt x="957" y="930"/>
                    </a:lnTo>
                    <a:lnTo>
                      <a:pt x="998" y="930"/>
                    </a:lnTo>
                    <a:lnTo>
                      <a:pt x="1041" y="930"/>
                    </a:lnTo>
                    <a:lnTo>
                      <a:pt x="1084" y="930"/>
                    </a:lnTo>
                    <a:lnTo>
                      <a:pt x="1088" y="835"/>
                    </a:lnTo>
                    <a:lnTo>
                      <a:pt x="1097" y="743"/>
                    </a:lnTo>
                    <a:lnTo>
                      <a:pt x="1112" y="654"/>
                    </a:lnTo>
                    <a:lnTo>
                      <a:pt x="1133" y="569"/>
                    </a:lnTo>
                    <a:lnTo>
                      <a:pt x="1157" y="487"/>
                    </a:lnTo>
                    <a:lnTo>
                      <a:pt x="1187" y="410"/>
                    </a:lnTo>
                    <a:lnTo>
                      <a:pt x="1220" y="339"/>
                    </a:lnTo>
                    <a:lnTo>
                      <a:pt x="1258" y="273"/>
                    </a:lnTo>
                    <a:lnTo>
                      <a:pt x="1300" y="213"/>
                    </a:lnTo>
                    <a:lnTo>
                      <a:pt x="1345" y="159"/>
                    </a:lnTo>
                    <a:lnTo>
                      <a:pt x="1393" y="113"/>
                    </a:lnTo>
                    <a:lnTo>
                      <a:pt x="1444" y="74"/>
                    </a:lnTo>
                    <a:lnTo>
                      <a:pt x="1497" y="41"/>
                    </a:lnTo>
                    <a:lnTo>
                      <a:pt x="1552" y="18"/>
                    </a:lnTo>
                    <a:lnTo>
                      <a:pt x="1611" y="5"/>
                    </a:lnTo>
                    <a:lnTo>
                      <a:pt x="1670" y="0"/>
                    </a:lnTo>
                    <a:lnTo>
                      <a:pt x="1693" y="0"/>
                    </a:lnTo>
                    <a:lnTo>
                      <a:pt x="1715" y="2"/>
                    </a:lnTo>
                    <a:lnTo>
                      <a:pt x="1738" y="5"/>
                    </a:lnTo>
                    <a:lnTo>
                      <a:pt x="1761" y="8"/>
                    </a:lnTo>
                    <a:lnTo>
                      <a:pt x="1784" y="14"/>
                    </a:lnTo>
                    <a:lnTo>
                      <a:pt x="1807" y="21"/>
                    </a:lnTo>
                    <a:lnTo>
                      <a:pt x="1831" y="29"/>
                    </a:lnTo>
                    <a:lnTo>
                      <a:pt x="1854" y="38"/>
                    </a:lnTo>
                    <a:lnTo>
                      <a:pt x="1877" y="50"/>
                    </a:lnTo>
                    <a:lnTo>
                      <a:pt x="1900" y="63"/>
                    </a:lnTo>
                    <a:lnTo>
                      <a:pt x="1923" y="78"/>
                    </a:lnTo>
                    <a:lnTo>
                      <a:pt x="1947" y="96"/>
                    </a:lnTo>
                    <a:lnTo>
                      <a:pt x="1970" y="114"/>
                    </a:lnTo>
                    <a:lnTo>
                      <a:pt x="1993" y="136"/>
                    </a:lnTo>
                    <a:lnTo>
                      <a:pt x="2016" y="159"/>
                    </a:lnTo>
                    <a:lnTo>
                      <a:pt x="2038" y="185"/>
                    </a:lnTo>
                    <a:lnTo>
                      <a:pt x="1989" y="136"/>
                    </a:lnTo>
                    <a:lnTo>
                      <a:pt x="2004" y="151"/>
                    </a:lnTo>
                    <a:lnTo>
                      <a:pt x="2023" y="172"/>
                    </a:lnTo>
                    <a:lnTo>
                      <a:pt x="2044" y="197"/>
                    </a:lnTo>
                    <a:lnTo>
                      <a:pt x="2068" y="226"/>
                    </a:lnTo>
                    <a:lnTo>
                      <a:pt x="2092" y="260"/>
                    </a:lnTo>
                    <a:lnTo>
                      <a:pt x="2117" y="298"/>
                    </a:lnTo>
                    <a:lnTo>
                      <a:pt x="2144" y="342"/>
                    </a:lnTo>
                    <a:lnTo>
                      <a:pt x="2169" y="389"/>
                    </a:lnTo>
                    <a:lnTo>
                      <a:pt x="2193" y="441"/>
                    </a:lnTo>
                    <a:lnTo>
                      <a:pt x="2216" y="499"/>
                    </a:lnTo>
                    <a:lnTo>
                      <a:pt x="2236" y="560"/>
                    </a:lnTo>
                    <a:lnTo>
                      <a:pt x="2254" y="625"/>
                    </a:lnTo>
                    <a:lnTo>
                      <a:pt x="2268" y="694"/>
                    </a:lnTo>
                    <a:lnTo>
                      <a:pt x="2278" y="769"/>
                    </a:lnTo>
                    <a:lnTo>
                      <a:pt x="2284" y="848"/>
                    </a:lnTo>
                    <a:lnTo>
                      <a:pt x="2284" y="93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tr-TR"/>
              </a:p>
            </p:txBody>
          </p:sp>
        </p:grpSp>
      </p:grpSp>
      <p:sp>
        <p:nvSpPr>
          <p:cNvPr id="12" name="Metin kutusu 11"/>
          <p:cNvSpPr txBox="1"/>
          <p:nvPr>
            <p:custDataLst>
              <p:tags r:id="rId3"/>
            </p:custDataLst>
          </p:nvPr>
        </p:nvSpPr>
        <p:spPr>
          <a:xfrm>
            <a:off x="381000" y="-2977"/>
            <a:ext cx="7696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b="1" dirty="0">
                <a:solidFill>
                  <a:schemeClr val="bg1"/>
                </a:solidFill>
              </a:rPr>
              <a:t>Metin, tablo ve resimlerin eşini </a:t>
            </a:r>
            <a:r>
              <a:rPr lang="tr-TR" sz="1400" b="1" dirty="0" smtClean="0">
                <a:solidFill>
                  <a:schemeClr val="bg1"/>
                </a:solidFill>
              </a:rPr>
              <a:t>oluşturur</a:t>
            </a:r>
            <a:endParaRPr lang="tr-TR" sz="1400" b="1" dirty="0">
              <a:solidFill>
                <a:schemeClr val="bg1"/>
              </a:solidFill>
            </a:endParaRP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4</a:t>
            </a:fld>
            <a:endParaRPr lang="tr-TR"/>
          </a:p>
        </p:txBody>
      </p:sp>
      <p:sp>
        <p:nvSpPr>
          <p:cNvPr id="7" name="Metin kutusu 6"/>
          <p:cNvSpPr txBox="1"/>
          <p:nvPr>
            <p:custDataLst>
              <p:tags r:id="rId5"/>
            </p:custDataLst>
          </p:nvPr>
        </p:nvSpPr>
        <p:spPr>
          <a:xfrm>
            <a:off x="533400" y="1371600"/>
            <a:ext cx="7772400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tr-TR" sz="1600" dirty="0"/>
              <a:t>Bir eşinin oluşturulmasını istediğiniz metin, tablo veya resmi seçiniz.</a:t>
            </a:r>
          </a:p>
          <a:p>
            <a:pPr marL="342900" indent="-342900">
              <a:buFont typeface="+mj-lt"/>
              <a:buAutoNum type="arabicPeriod"/>
            </a:pPr>
            <a:r>
              <a:rPr lang="tr-TR" sz="1600" dirty="0" smtClean="0"/>
              <a:t>Kopyalamak </a:t>
            </a:r>
            <a:r>
              <a:rPr lang="tr-TR" sz="1600" dirty="0"/>
              <a:t>için aşağıdakilerden birini yapın;</a:t>
            </a:r>
          </a:p>
          <a:p>
            <a:pPr marL="857250" lvl="1" indent="-400050">
              <a:buFont typeface="+mj-lt"/>
              <a:buAutoNum type="romanLcPeriod"/>
            </a:pPr>
            <a:r>
              <a:rPr lang="tr-TR" sz="1600" b="1" i="1" dirty="0"/>
              <a:t>Giriş Sekmesi &gt; Pano grubu &gt; </a:t>
            </a:r>
            <a:r>
              <a:rPr lang="tr-TR" sz="1600" b="1" i="1" dirty="0" err="1"/>
              <a:t>Kopyala</a:t>
            </a:r>
            <a:r>
              <a:rPr lang="tr-TR" sz="1600" dirty="0" err="1"/>
              <a:t>’yı</a:t>
            </a:r>
            <a:r>
              <a:rPr lang="tr-TR" sz="1600" dirty="0"/>
              <a:t> tıklatın</a:t>
            </a:r>
          </a:p>
          <a:p>
            <a:pPr marL="857250" lvl="1" indent="-400050">
              <a:buFont typeface="+mj-lt"/>
              <a:buAutoNum type="romanLcPeriod"/>
            </a:pPr>
            <a:r>
              <a:rPr lang="tr-TR" sz="1600" dirty="0"/>
              <a:t>Seçtiğiniz nesnenin üzerinde sağ tıklayın ve açılan menüden </a:t>
            </a:r>
            <a:r>
              <a:rPr lang="tr-TR" sz="1600" b="1" i="1" dirty="0" err="1"/>
              <a:t>Kopyala</a:t>
            </a:r>
            <a:r>
              <a:rPr lang="tr-TR" sz="1600" dirty="0" err="1"/>
              <a:t>’yı</a:t>
            </a:r>
            <a:r>
              <a:rPr lang="tr-TR" sz="1600" dirty="0"/>
              <a:t> seçin</a:t>
            </a:r>
          </a:p>
          <a:p>
            <a:pPr marL="857250" lvl="1" indent="-400050">
              <a:buFont typeface="+mj-lt"/>
              <a:buAutoNum type="romanLcPeriod"/>
            </a:pPr>
            <a:r>
              <a:rPr lang="tr-TR" sz="1600" dirty="0" err="1"/>
              <a:t>Klavye’den</a:t>
            </a:r>
            <a:r>
              <a:rPr lang="tr-TR" sz="1600" dirty="0"/>
              <a:t> </a:t>
            </a:r>
            <a:r>
              <a:rPr lang="tr-TR" sz="1600" b="1" i="1" dirty="0" err="1"/>
              <a:t>Ctrl</a:t>
            </a:r>
            <a:r>
              <a:rPr lang="tr-TR" sz="1600" b="1" i="1" dirty="0"/>
              <a:t> +C</a:t>
            </a:r>
            <a:r>
              <a:rPr lang="tr-TR" sz="1600" dirty="0"/>
              <a:t> tuşuna basın</a:t>
            </a:r>
          </a:p>
          <a:p>
            <a:pPr marL="342900" indent="-342900">
              <a:buFont typeface="+mj-lt"/>
              <a:buAutoNum type="arabicPeriod"/>
            </a:pPr>
            <a:r>
              <a:rPr lang="tr-TR" sz="1600" dirty="0" smtClean="0"/>
              <a:t>Bir </a:t>
            </a:r>
            <a:r>
              <a:rPr lang="tr-TR" sz="1600" dirty="0"/>
              <a:t>eşini oluşturmak istediğiniz </a:t>
            </a:r>
            <a:r>
              <a:rPr lang="tr-TR" sz="1600" dirty="0" err="1"/>
              <a:t>slaytı</a:t>
            </a:r>
            <a:r>
              <a:rPr lang="tr-TR" sz="1600" dirty="0"/>
              <a:t> seçin ve aşağıdakilerden birini yapın;</a:t>
            </a:r>
          </a:p>
          <a:p>
            <a:pPr marL="857250" lvl="1" indent="-400050">
              <a:buFont typeface="+mj-lt"/>
              <a:buAutoNum type="romanLcPeriod"/>
            </a:pPr>
            <a:r>
              <a:rPr lang="tr-TR" sz="1600" b="1" i="1" dirty="0"/>
              <a:t>Giriş Sekmesi &gt; Pano grubu &gt; </a:t>
            </a:r>
            <a:r>
              <a:rPr lang="tr-TR" sz="1600" b="1" i="1" dirty="0" err="1"/>
              <a:t>Yapıştır</a:t>
            </a:r>
            <a:r>
              <a:rPr lang="tr-TR" sz="1600" dirty="0" err="1"/>
              <a:t>’yı</a:t>
            </a:r>
            <a:r>
              <a:rPr lang="tr-TR" sz="1600" dirty="0"/>
              <a:t> tıklatın</a:t>
            </a:r>
          </a:p>
          <a:p>
            <a:pPr marL="857250" lvl="1" indent="-400050">
              <a:buFont typeface="+mj-lt"/>
              <a:buAutoNum type="romanLcPeriod"/>
            </a:pPr>
            <a:r>
              <a:rPr lang="tr-TR" sz="1600" dirty="0"/>
              <a:t>Seçtiğiniz nesnenin üzerinde sağ tıklayın ve açılan menüden </a:t>
            </a:r>
            <a:r>
              <a:rPr lang="tr-TR" sz="1600" b="1" i="1" dirty="0"/>
              <a:t>Yapıştır</a:t>
            </a:r>
            <a:r>
              <a:rPr lang="tr-TR" sz="1600" dirty="0"/>
              <a:t> seçeneklerinden birini </a:t>
            </a:r>
            <a:r>
              <a:rPr lang="tr-TR" sz="1600" dirty="0" smtClean="0"/>
              <a:t>seçin</a:t>
            </a:r>
          </a:p>
          <a:p>
            <a:pPr marL="857250" lvl="1" indent="-400050">
              <a:buFont typeface="+mj-lt"/>
              <a:buAutoNum type="romanLcPeriod"/>
            </a:pPr>
            <a:endParaRPr lang="tr-TR" sz="1600" dirty="0"/>
          </a:p>
          <a:p>
            <a:pPr marL="857250" lvl="1" indent="-400050">
              <a:buFont typeface="+mj-lt"/>
              <a:buAutoNum type="romanLcPeriod"/>
            </a:pPr>
            <a:endParaRPr lang="tr-TR" sz="1600" dirty="0" smtClean="0"/>
          </a:p>
          <a:p>
            <a:pPr marL="857250" lvl="1" indent="-400050">
              <a:buFont typeface="+mj-lt"/>
              <a:buAutoNum type="romanLcPeriod"/>
            </a:pPr>
            <a:endParaRPr lang="tr-TR" sz="1600" dirty="0"/>
          </a:p>
          <a:p>
            <a:pPr marL="857250" lvl="1" indent="-400050">
              <a:buFont typeface="+mj-lt"/>
              <a:buAutoNum type="romanLcPeriod"/>
            </a:pPr>
            <a:endParaRPr lang="tr-TR" sz="1600" dirty="0" smtClean="0"/>
          </a:p>
          <a:p>
            <a:pPr marL="857250" lvl="1" indent="-400050">
              <a:buFont typeface="+mj-lt"/>
              <a:buAutoNum type="romanLcPeriod"/>
            </a:pPr>
            <a:endParaRPr lang="tr-TR" sz="1600" dirty="0"/>
          </a:p>
          <a:p>
            <a:pPr marL="857250" lvl="1" indent="-400050">
              <a:buFont typeface="+mj-lt"/>
              <a:buAutoNum type="romanLcPeriod"/>
            </a:pPr>
            <a:endParaRPr lang="tr-TR" sz="1600" dirty="0" smtClean="0"/>
          </a:p>
          <a:p>
            <a:pPr marL="857250" lvl="1" indent="-400050">
              <a:buFont typeface="+mj-lt"/>
              <a:buAutoNum type="romanLcPeriod"/>
            </a:pPr>
            <a:endParaRPr lang="tr-TR" sz="1600" dirty="0"/>
          </a:p>
          <a:p>
            <a:pPr marL="857250" lvl="1" indent="-400050">
              <a:buFont typeface="+mj-lt"/>
              <a:buAutoNum type="romanLcPeriod"/>
            </a:pPr>
            <a:r>
              <a:rPr lang="tr-TR" sz="1600" dirty="0" err="1"/>
              <a:t>Klavye’den</a:t>
            </a:r>
            <a:r>
              <a:rPr lang="tr-TR" sz="1600" dirty="0"/>
              <a:t> </a:t>
            </a:r>
            <a:r>
              <a:rPr lang="tr-TR" sz="1600" b="1" dirty="0" err="1"/>
              <a:t>Ctrl</a:t>
            </a:r>
            <a:r>
              <a:rPr lang="tr-TR" sz="1600" b="1" dirty="0"/>
              <a:t> +V</a:t>
            </a:r>
            <a:r>
              <a:rPr lang="tr-TR" sz="1600" dirty="0"/>
              <a:t> tuşuna </a:t>
            </a:r>
            <a:r>
              <a:rPr lang="tr-TR" sz="1600" dirty="0" smtClean="0"/>
              <a:t>basın</a:t>
            </a:r>
            <a:endParaRPr lang="tr-TR" sz="1600" dirty="0"/>
          </a:p>
        </p:txBody>
      </p:sp>
      <p:pic>
        <p:nvPicPr>
          <p:cNvPr id="23" name="Resim 22"/>
          <p:cNvPicPr/>
          <p:nvPr/>
        </p:nvPicPr>
        <p:blipFill>
          <a:blip r:embed="rId12"/>
          <a:stretch>
            <a:fillRect/>
          </a:stretch>
        </p:blipFill>
        <p:spPr>
          <a:xfrm>
            <a:off x="1562669" y="3679924"/>
            <a:ext cx="2312624" cy="990600"/>
          </a:xfrm>
          <a:prstGeom prst="rect">
            <a:avLst/>
          </a:prstGeom>
        </p:spPr>
      </p:pic>
      <p:pic>
        <p:nvPicPr>
          <p:cNvPr id="24" name="Picture 2" descr="G:\Muhittin Akgül\imajlar\postit.gif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3429000"/>
            <a:ext cx="3505200" cy="3255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Metin kutusu 24"/>
          <p:cNvSpPr txBox="1"/>
          <p:nvPr>
            <p:custDataLst>
              <p:tags r:id="rId6"/>
            </p:custDataLst>
          </p:nvPr>
        </p:nvSpPr>
        <p:spPr>
          <a:xfrm>
            <a:off x="4991023" y="4014787"/>
            <a:ext cx="3086177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tr-TR" sz="1400" dirty="0" smtClean="0"/>
              <a:t>Yapıştırma işleminde </a:t>
            </a:r>
            <a:r>
              <a:rPr lang="tr-TR" sz="1400" dirty="0"/>
              <a:t>nesnenin biçimini yapıştıracağınız </a:t>
            </a:r>
            <a:r>
              <a:rPr lang="tr-TR" sz="1400" dirty="0" err="1"/>
              <a:t>slaytın</a:t>
            </a:r>
            <a:r>
              <a:rPr lang="tr-TR" sz="1400" dirty="0"/>
              <a:t> teması olacak şekilde yapıştırır.</a:t>
            </a:r>
          </a:p>
          <a:p>
            <a:pPr marL="342900" indent="-342900">
              <a:buFont typeface="+mj-lt"/>
              <a:buAutoNum type="arabicPeriod"/>
            </a:pPr>
            <a:r>
              <a:rPr lang="tr-TR" sz="1400" dirty="0" smtClean="0"/>
              <a:t>Nesnenin </a:t>
            </a:r>
            <a:r>
              <a:rPr lang="tr-TR" sz="1400" dirty="0"/>
              <a:t>(genellikle metin)  biçimini kopyalandığı yerdeki biçimini koruyacak şekilde yapıştırır.</a:t>
            </a:r>
          </a:p>
          <a:p>
            <a:pPr marL="342900" indent="-342900">
              <a:buFont typeface="+mj-lt"/>
              <a:buAutoNum type="arabicPeriod"/>
            </a:pPr>
            <a:r>
              <a:rPr lang="tr-TR" sz="1400" dirty="0" smtClean="0"/>
              <a:t>Nesneyi </a:t>
            </a:r>
            <a:r>
              <a:rPr lang="tr-TR" sz="1400" dirty="0"/>
              <a:t>resim olarak yapıştırır.</a:t>
            </a:r>
          </a:p>
          <a:p>
            <a:pPr marL="342900" indent="-342900">
              <a:buFont typeface="+mj-lt"/>
              <a:buAutoNum type="arabicPeriod"/>
            </a:pPr>
            <a:r>
              <a:rPr lang="tr-TR" sz="1400" dirty="0" smtClean="0"/>
              <a:t>Kopyalanan </a:t>
            </a:r>
            <a:r>
              <a:rPr lang="tr-TR" sz="1400" dirty="0"/>
              <a:t>metinin sadece metinini yapıştırır, biçimlendirmesi yapıştırmaz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18504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457200"/>
            <a:ext cx="8229600" cy="533400"/>
          </a:xfrm>
          <a:solidFill>
            <a:schemeClr val="tx2">
              <a:lumMod val="75000"/>
            </a:schemeClr>
          </a:solidFill>
        </p:spPr>
        <p:txBody>
          <a:bodyPr>
            <a:noAutofit/>
          </a:bodyPr>
          <a:lstStyle/>
          <a:p>
            <a:r>
              <a:rPr lang="tr-TR" sz="2000" b="1" spc="50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  <a:t>Metin, tablo ve resimlerin sunum belgesi içerisinde veya açık diğer sunum belgelerine taşınması</a:t>
            </a:r>
          </a:p>
        </p:txBody>
      </p:sp>
      <p:grpSp>
        <p:nvGrpSpPr>
          <p:cNvPr id="11" name="Grup 10"/>
          <p:cNvGrpSpPr/>
          <p:nvPr/>
        </p:nvGrpSpPr>
        <p:grpSpPr>
          <a:xfrm>
            <a:off x="0" y="0"/>
            <a:ext cx="9144000" cy="276999"/>
            <a:chOff x="0" y="0"/>
            <a:chExt cx="9144000" cy="381000"/>
          </a:xfrm>
        </p:grpSpPr>
        <p:sp>
          <p:nvSpPr>
            <p:cNvPr id="4" name="Dikdörtgen 3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9144000" cy="381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grpSp>
          <p:nvGrpSpPr>
            <p:cNvPr id="8" name="Group 9"/>
            <p:cNvGrpSpPr>
              <a:grpSpLocks noChangeAspect="1"/>
            </p:cNvGrpSpPr>
            <p:nvPr/>
          </p:nvGrpSpPr>
          <p:grpSpPr bwMode="auto">
            <a:xfrm>
              <a:off x="24723" y="14837"/>
              <a:ext cx="934093" cy="322595"/>
              <a:chOff x="1755" y="1344"/>
              <a:chExt cx="2994" cy="1034"/>
            </a:xfrm>
          </p:grpSpPr>
          <p:sp>
            <p:nvSpPr>
              <p:cNvPr id="9" name="AutoShape 8"/>
              <p:cNvSpPr>
                <a:spLocks noChangeAspect="1" noChangeArrowheads="1" noTextEdit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3600" y="1344"/>
                <a:ext cx="1149" cy="9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tr-TR"/>
              </a:p>
            </p:txBody>
          </p:sp>
          <p:sp>
            <p:nvSpPr>
              <p:cNvPr id="10" name="Freeform 10"/>
              <p:cNvSpPr>
                <a:spLocks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755" y="1437"/>
                <a:ext cx="1142" cy="941"/>
              </a:xfrm>
              <a:custGeom>
                <a:avLst/>
                <a:gdLst>
                  <a:gd name="T0" fmla="*/ 2259 w 2284"/>
                  <a:gd name="T1" fmla="*/ 1161 h 1882"/>
                  <a:gd name="T2" fmla="*/ 2061 w 2284"/>
                  <a:gd name="T3" fmla="*/ 1682 h 1882"/>
                  <a:gd name="T4" fmla="*/ 1579 w 2284"/>
                  <a:gd name="T5" fmla="*/ 1872 h 1882"/>
                  <a:gd name="T6" fmla="*/ 1303 w 2284"/>
                  <a:gd name="T7" fmla="*/ 1676 h 1882"/>
                  <a:gd name="T8" fmla="*/ 1126 w 2284"/>
                  <a:gd name="T9" fmla="*/ 1290 h 1882"/>
                  <a:gd name="T10" fmla="*/ 1247 w 2284"/>
                  <a:gd name="T11" fmla="*/ 1190 h 1882"/>
                  <a:gd name="T12" fmla="*/ 1378 w 2284"/>
                  <a:gd name="T13" fmla="*/ 1538 h 1882"/>
                  <a:gd name="T14" fmla="*/ 1594 w 2284"/>
                  <a:gd name="T15" fmla="*/ 1724 h 1882"/>
                  <a:gd name="T16" fmla="*/ 1854 w 2284"/>
                  <a:gd name="T17" fmla="*/ 1676 h 1882"/>
                  <a:gd name="T18" fmla="*/ 2053 w 2284"/>
                  <a:gd name="T19" fmla="*/ 1391 h 1882"/>
                  <a:gd name="T20" fmla="*/ 2130 w 2284"/>
                  <a:gd name="T21" fmla="*/ 951 h 1882"/>
                  <a:gd name="T22" fmla="*/ 2097 w 2284"/>
                  <a:gd name="T23" fmla="*/ 658 h 1882"/>
                  <a:gd name="T24" fmla="*/ 2008 w 2284"/>
                  <a:gd name="T25" fmla="*/ 413 h 1882"/>
                  <a:gd name="T26" fmla="*/ 1896 w 2284"/>
                  <a:gd name="T27" fmla="*/ 263 h 1882"/>
                  <a:gd name="T28" fmla="*/ 1807 w 2284"/>
                  <a:gd name="T29" fmla="*/ 198 h 1882"/>
                  <a:gd name="T30" fmla="*/ 1711 w 2284"/>
                  <a:gd name="T31" fmla="*/ 168 h 1882"/>
                  <a:gd name="T32" fmla="*/ 1513 w 2284"/>
                  <a:gd name="T33" fmla="*/ 221 h 1882"/>
                  <a:gd name="T34" fmla="*/ 1320 w 2284"/>
                  <a:gd name="T35" fmla="*/ 488 h 1882"/>
                  <a:gd name="T36" fmla="*/ 1229 w 2284"/>
                  <a:gd name="T37" fmla="*/ 936 h 1882"/>
                  <a:gd name="T38" fmla="*/ 1414 w 2284"/>
                  <a:gd name="T39" fmla="*/ 689 h 1882"/>
                  <a:gd name="T40" fmla="*/ 1517 w 2284"/>
                  <a:gd name="T41" fmla="*/ 503 h 1882"/>
                  <a:gd name="T42" fmla="*/ 1650 w 2284"/>
                  <a:gd name="T43" fmla="*/ 454 h 1882"/>
                  <a:gd name="T44" fmla="*/ 1762 w 2284"/>
                  <a:gd name="T45" fmla="*/ 519 h 1882"/>
                  <a:gd name="T46" fmla="*/ 1876 w 2284"/>
                  <a:gd name="T47" fmla="*/ 773 h 1882"/>
                  <a:gd name="T48" fmla="*/ 1883 w 2284"/>
                  <a:gd name="T49" fmla="*/ 1107 h 1882"/>
                  <a:gd name="T50" fmla="*/ 1798 w 2284"/>
                  <a:gd name="T51" fmla="*/ 1347 h 1882"/>
                  <a:gd name="T52" fmla="*/ 1657 w 2284"/>
                  <a:gd name="T53" fmla="*/ 1460 h 1882"/>
                  <a:gd name="T54" fmla="*/ 1517 w 2284"/>
                  <a:gd name="T55" fmla="*/ 1414 h 1882"/>
                  <a:gd name="T56" fmla="*/ 1414 w 2284"/>
                  <a:gd name="T57" fmla="*/ 1249 h 1882"/>
                  <a:gd name="T58" fmla="*/ 1490 w 2284"/>
                  <a:gd name="T59" fmla="*/ 1049 h 1882"/>
                  <a:gd name="T60" fmla="*/ 1573 w 2284"/>
                  <a:gd name="T61" fmla="*/ 1218 h 1882"/>
                  <a:gd name="T62" fmla="*/ 1708 w 2284"/>
                  <a:gd name="T63" fmla="*/ 1152 h 1882"/>
                  <a:gd name="T64" fmla="*/ 1736 w 2284"/>
                  <a:gd name="T65" fmla="*/ 851 h 1882"/>
                  <a:gd name="T66" fmla="*/ 1613 w 2284"/>
                  <a:gd name="T67" fmla="*/ 683 h 1882"/>
                  <a:gd name="T68" fmla="*/ 1496 w 2284"/>
                  <a:gd name="T69" fmla="*/ 833 h 1882"/>
                  <a:gd name="T70" fmla="*/ 1537 w 2284"/>
                  <a:gd name="T71" fmla="*/ 930 h 1882"/>
                  <a:gd name="T72" fmla="*/ 1577 w 2284"/>
                  <a:gd name="T73" fmla="*/ 904 h 1882"/>
                  <a:gd name="T74" fmla="*/ 1613 w 2284"/>
                  <a:gd name="T75" fmla="*/ 864 h 1882"/>
                  <a:gd name="T76" fmla="*/ 1657 w 2284"/>
                  <a:gd name="T77" fmla="*/ 920 h 1882"/>
                  <a:gd name="T78" fmla="*/ 1647 w 2284"/>
                  <a:gd name="T79" fmla="*/ 1024 h 1882"/>
                  <a:gd name="T80" fmla="*/ 1600 w 2284"/>
                  <a:gd name="T81" fmla="*/ 1047 h 1882"/>
                  <a:gd name="T82" fmla="*/ 1571 w 2284"/>
                  <a:gd name="T83" fmla="*/ 990 h 1882"/>
                  <a:gd name="T84" fmla="*/ 1469 w 2284"/>
                  <a:gd name="T85" fmla="*/ 989 h 1882"/>
                  <a:gd name="T86" fmla="*/ 1252 w 2284"/>
                  <a:gd name="T87" fmla="*/ 989 h 1882"/>
                  <a:gd name="T88" fmla="*/ 1013 w 2284"/>
                  <a:gd name="T89" fmla="*/ 989 h 1882"/>
                  <a:gd name="T90" fmla="*/ 789 w 2284"/>
                  <a:gd name="T91" fmla="*/ 989 h 1882"/>
                  <a:gd name="T92" fmla="*/ 649 w 2284"/>
                  <a:gd name="T93" fmla="*/ 990 h 1882"/>
                  <a:gd name="T94" fmla="*/ 216 w 2284"/>
                  <a:gd name="T95" fmla="*/ 990 h 1882"/>
                  <a:gd name="T96" fmla="*/ 628 w 2284"/>
                  <a:gd name="T97" fmla="*/ 930 h 1882"/>
                  <a:gd name="T98" fmla="*/ 711 w 2284"/>
                  <a:gd name="T99" fmla="*/ 930 h 1882"/>
                  <a:gd name="T100" fmla="*/ 915 w 2284"/>
                  <a:gd name="T101" fmla="*/ 930 h 1882"/>
                  <a:gd name="T102" fmla="*/ 1097 w 2284"/>
                  <a:gd name="T103" fmla="*/ 743 h 1882"/>
                  <a:gd name="T104" fmla="*/ 1258 w 2284"/>
                  <a:gd name="T105" fmla="*/ 273 h 1882"/>
                  <a:gd name="T106" fmla="*/ 1552 w 2284"/>
                  <a:gd name="T107" fmla="*/ 18 h 1882"/>
                  <a:gd name="T108" fmla="*/ 1761 w 2284"/>
                  <a:gd name="T109" fmla="*/ 8 h 1882"/>
                  <a:gd name="T110" fmla="*/ 1900 w 2284"/>
                  <a:gd name="T111" fmla="*/ 63 h 1882"/>
                  <a:gd name="T112" fmla="*/ 2038 w 2284"/>
                  <a:gd name="T113" fmla="*/ 185 h 1882"/>
                  <a:gd name="T114" fmla="*/ 2092 w 2284"/>
                  <a:gd name="T115" fmla="*/ 260 h 1882"/>
                  <a:gd name="T116" fmla="*/ 2236 w 2284"/>
                  <a:gd name="T117" fmla="*/ 560 h 18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284" h="1882">
                    <a:moveTo>
                      <a:pt x="2284" y="930"/>
                    </a:moveTo>
                    <a:lnTo>
                      <a:pt x="2284" y="942"/>
                    </a:lnTo>
                    <a:lnTo>
                      <a:pt x="2282" y="973"/>
                    </a:lnTo>
                    <a:lnTo>
                      <a:pt x="2277" y="1023"/>
                    </a:lnTo>
                    <a:lnTo>
                      <a:pt x="2270" y="1086"/>
                    </a:lnTo>
                    <a:lnTo>
                      <a:pt x="2259" y="1161"/>
                    </a:lnTo>
                    <a:lnTo>
                      <a:pt x="2243" y="1244"/>
                    </a:lnTo>
                    <a:lnTo>
                      <a:pt x="2221" y="1333"/>
                    </a:lnTo>
                    <a:lnTo>
                      <a:pt x="2193" y="1424"/>
                    </a:lnTo>
                    <a:lnTo>
                      <a:pt x="2157" y="1514"/>
                    </a:lnTo>
                    <a:lnTo>
                      <a:pt x="2114" y="1602"/>
                    </a:lnTo>
                    <a:lnTo>
                      <a:pt x="2061" y="1682"/>
                    </a:lnTo>
                    <a:lnTo>
                      <a:pt x="1998" y="1754"/>
                    </a:lnTo>
                    <a:lnTo>
                      <a:pt x="1925" y="1811"/>
                    </a:lnTo>
                    <a:lnTo>
                      <a:pt x="1840" y="1855"/>
                    </a:lnTo>
                    <a:lnTo>
                      <a:pt x="1743" y="1879"/>
                    </a:lnTo>
                    <a:lnTo>
                      <a:pt x="1632" y="1882"/>
                    </a:lnTo>
                    <a:lnTo>
                      <a:pt x="1579" y="1872"/>
                    </a:lnTo>
                    <a:lnTo>
                      <a:pt x="1528" y="1855"/>
                    </a:lnTo>
                    <a:lnTo>
                      <a:pt x="1479" y="1832"/>
                    </a:lnTo>
                    <a:lnTo>
                      <a:pt x="1431" y="1802"/>
                    </a:lnTo>
                    <a:lnTo>
                      <a:pt x="1386" y="1765"/>
                    </a:lnTo>
                    <a:lnTo>
                      <a:pt x="1344" y="1724"/>
                    </a:lnTo>
                    <a:lnTo>
                      <a:pt x="1303" y="1676"/>
                    </a:lnTo>
                    <a:lnTo>
                      <a:pt x="1265" y="1623"/>
                    </a:lnTo>
                    <a:lnTo>
                      <a:pt x="1231" y="1565"/>
                    </a:lnTo>
                    <a:lnTo>
                      <a:pt x="1200" y="1502"/>
                    </a:lnTo>
                    <a:lnTo>
                      <a:pt x="1171" y="1435"/>
                    </a:lnTo>
                    <a:lnTo>
                      <a:pt x="1147" y="1365"/>
                    </a:lnTo>
                    <a:lnTo>
                      <a:pt x="1126" y="1290"/>
                    </a:lnTo>
                    <a:lnTo>
                      <a:pt x="1109" y="1213"/>
                    </a:lnTo>
                    <a:lnTo>
                      <a:pt x="1096" y="1132"/>
                    </a:lnTo>
                    <a:lnTo>
                      <a:pt x="1088" y="1049"/>
                    </a:lnTo>
                    <a:lnTo>
                      <a:pt x="1230" y="1049"/>
                    </a:lnTo>
                    <a:lnTo>
                      <a:pt x="1237" y="1120"/>
                    </a:lnTo>
                    <a:lnTo>
                      <a:pt x="1247" y="1190"/>
                    </a:lnTo>
                    <a:lnTo>
                      <a:pt x="1262" y="1256"/>
                    </a:lnTo>
                    <a:lnTo>
                      <a:pt x="1279" y="1321"/>
                    </a:lnTo>
                    <a:lnTo>
                      <a:pt x="1300" y="1381"/>
                    </a:lnTo>
                    <a:lnTo>
                      <a:pt x="1323" y="1437"/>
                    </a:lnTo>
                    <a:lnTo>
                      <a:pt x="1350" y="1490"/>
                    </a:lnTo>
                    <a:lnTo>
                      <a:pt x="1378" y="1538"/>
                    </a:lnTo>
                    <a:lnTo>
                      <a:pt x="1408" y="1583"/>
                    </a:lnTo>
                    <a:lnTo>
                      <a:pt x="1442" y="1623"/>
                    </a:lnTo>
                    <a:lnTo>
                      <a:pt x="1477" y="1656"/>
                    </a:lnTo>
                    <a:lnTo>
                      <a:pt x="1514" y="1685"/>
                    </a:lnTo>
                    <a:lnTo>
                      <a:pt x="1554" y="1708"/>
                    </a:lnTo>
                    <a:lnTo>
                      <a:pt x="1594" y="1724"/>
                    </a:lnTo>
                    <a:lnTo>
                      <a:pt x="1635" y="1734"/>
                    </a:lnTo>
                    <a:lnTo>
                      <a:pt x="1678" y="1738"/>
                    </a:lnTo>
                    <a:lnTo>
                      <a:pt x="1724" y="1733"/>
                    </a:lnTo>
                    <a:lnTo>
                      <a:pt x="1769" y="1722"/>
                    </a:lnTo>
                    <a:lnTo>
                      <a:pt x="1813" y="1702"/>
                    </a:lnTo>
                    <a:lnTo>
                      <a:pt x="1854" y="1676"/>
                    </a:lnTo>
                    <a:lnTo>
                      <a:pt x="1893" y="1643"/>
                    </a:lnTo>
                    <a:lnTo>
                      <a:pt x="1930" y="1603"/>
                    </a:lnTo>
                    <a:lnTo>
                      <a:pt x="1966" y="1558"/>
                    </a:lnTo>
                    <a:lnTo>
                      <a:pt x="1997" y="1507"/>
                    </a:lnTo>
                    <a:lnTo>
                      <a:pt x="2027" y="1451"/>
                    </a:lnTo>
                    <a:lnTo>
                      <a:pt x="2053" y="1391"/>
                    </a:lnTo>
                    <a:lnTo>
                      <a:pt x="2076" y="1325"/>
                    </a:lnTo>
                    <a:lnTo>
                      <a:pt x="2094" y="1257"/>
                    </a:lnTo>
                    <a:lnTo>
                      <a:pt x="2109" y="1185"/>
                    </a:lnTo>
                    <a:lnTo>
                      <a:pt x="2121" y="1110"/>
                    </a:lnTo>
                    <a:lnTo>
                      <a:pt x="2127" y="1032"/>
                    </a:lnTo>
                    <a:lnTo>
                      <a:pt x="2130" y="951"/>
                    </a:lnTo>
                    <a:lnTo>
                      <a:pt x="2129" y="899"/>
                    </a:lnTo>
                    <a:lnTo>
                      <a:pt x="2126" y="849"/>
                    </a:lnTo>
                    <a:lnTo>
                      <a:pt x="2122" y="799"/>
                    </a:lnTo>
                    <a:lnTo>
                      <a:pt x="2115" y="751"/>
                    </a:lnTo>
                    <a:lnTo>
                      <a:pt x="2107" y="704"/>
                    </a:lnTo>
                    <a:lnTo>
                      <a:pt x="2097" y="658"/>
                    </a:lnTo>
                    <a:lnTo>
                      <a:pt x="2086" y="613"/>
                    </a:lnTo>
                    <a:lnTo>
                      <a:pt x="2073" y="570"/>
                    </a:lnTo>
                    <a:lnTo>
                      <a:pt x="2058" y="529"/>
                    </a:lnTo>
                    <a:lnTo>
                      <a:pt x="2042" y="488"/>
                    </a:lnTo>
                    <a:lnTo>
                      <a:pt x="2026" y="450"/>
                    </a:lnTo>
                    <a:lnTo>
                      <a:pt x="2008" y="413"/>
                    </a:lnTo>
                    <a:lnTo>
                      <a:pt x="1988" y="380"/>
                    </a:lnTo>
                    <a:lnTo>
                      <a:pt x="1967" y="348"/>
                    </a:lnTo>
                    <a:lnTo>
                      <a:pt x="1945" y="318"/>
                    </a:lnTo>
                    <a:lnTo>
                      <a:pt x="1922" y="290"/>
                    </a:lnTo>
                    <a:lnTo>
                      <a:pt x="1908" y="276"/>
                    </a:lnTo>
                    <a:lnTo>
                      <a:pt x="1896" y="263"/>
                    </a:lnTo>
                    <a:lnTo>
                      <a:pt x="1881" y="250"/>
                    </a:lnTo>
                    <a:lnTo>
                      <a:pt x="1867" y="237"/>
                    </a:lnTo>
                    <a:lnTo>
                      <a:pt x="1853" y="227"/>
                    </a:lnTo>
                    <a:lnTo>
                      <a:pt x="1838" y="216"/>
                    </a:lnTo>
                    <a:lnTo>
                      <a:pt x="1823" y="207"/>
                    </a:lnTo>
                    <a:lnTo>
                      <a:pt x="1807" y="198"/>
                    </a:lnTo>
                    <a:lnTo>
                      <a:pt x="1792" y="191"/>
                    </a:lnTo>
                    <a:lnTo>
                      <a:pt x="1776" y="184"/>
                    </a:lnTo>
                    <a:lnTo>
                      <a:pt x="1760" y="178"/>
                    </a:lnTo>
                    <a:lnTo>
                      <a:pt x="1744" y="174"/>
                    </a:lnTo>
                    <a:lnTo>
                      <a:pt x="1728" y="170"/>
                    </a:lnTo>
                    <a:lnTo>
                      <a:pt x="1711" y="168"/>
                    </a:lnTo>
                    <a:lnTo>
                      <a:pt x="1695" y="166"/>
                    </a:lnTo>
                    <a:lnTo>
                      <a:pt x="1678" y="166"/>
                    </a:lnTo>
                    <a:lnTo>
                      <a:pt x="1635" y="169"/>
                    </a:lnTo>
                    <a:lnTo>
                      <a:pt x="1593" y="180"/>
                    </a:lnTo>
                    <a:lnTo>
                      <a:pt x="1552" y="197"/>
                    </a:lnTo>
                    <a:lnTo>
                      <a:pt x="1513" y="221"/>
                    </a:lnTo>
                    <a:lnTo>
                      <a:pt x="1475" y="251"/>
                    </a:lnTo>
                    <a:lnTo>
                      <a:pt x="1439" y="287"/>
                    </a:lnTo>
                    <a:lnTo>
                      <a:pt x="1406" y="329"/>
                    </a:lnTo>
                    <a:lnTo>
                      <a:pt x="1375" y="377"/>
                    </a:lnTo>
                    <a:lnTo>
                      <a:pt x="1346" y="431"/>
                    </a:lnTo>
                    <a:lnTo>
                      <a:pt x="1320" y="488"/>
                    </a:lnTo>
                    <a:lnTo>
                      <a:pt x="1297" y="552"/>
                    </a:lnTo>
                    <a:lnTo>
                      <a:pt x="1276" y="620"/>
                    </a:lnTo>
                    <a:lnTo>
                      <a:pt x="1258" y="693"/>
                    </a:lnTo>
                    <a:lnTo>
                      <a:pt x="1246" y="770"/>
                    </a:lnTo>
                    <a:lnTo>
                      <a:pt x="1235" y="851"/>
                    </a:lnTo>
                    <a:lnTo>
                      <a:pt x="1229" y="936"/>
                    </a:lnTo>
                    <a:lnTo>
                      <a:pt x="1370" y="936"/>
                    </a:lnTo>
                    <a:lnTo>
                      <a:pt x="1375" y="881"/>
                    </a:lnTo>
                    <a:lnTo>
                      <a:pt x="1383" y="828"/>
                    </a:lnTo>
                    <a:lnTo>
                      <a:pt x="1391" y="778"/>
                    </a:lnTo>
                    <a:lnTo>
                      <a:pt x="1401" y="732"/>
                    </a:lnTo>
                    <a:lnTo>
                      <a:pt x="1414" y="689"/>
                    </a:lnTo>
                    <a:lnTo>
                      <a:pt x="1428" y="649"/>
                    </a:lnTo>
                    <a:lnTo>
                      <a:pt x="1443" y="613"/>
                    </a:lnTo>
                    <a:lnTo>
                      <a:pt x="1460" y="580"/>
                    </a:lnTo>
                    <a:lnTo>
                      <a:pt x="1477" y="550"/>
                    </a:lnTo>
                    <a:lnTo>
                      <a:pt x="1497" y="525"/>
                    </a:lnTo>
                    <a:lnTo>
                      <a:pt x="1517" y="503"/>
                    </a:lnTo>
                    <a:lnTo>
                      <a:pt x="1537" y="485"/>
                    </a:lnTo>
                    <a:lnTo>
                      <a:pt x="1559" y="471"/>
                    </a:lnTo>
                    <a:lnTo>
                      <a:pt x="1582" y="461"/>
                    </a:lnTo>
                    <a:lnTo>
                      <a:pt x="1605" y="455"/>
                    </a:lnTo>
                    <a:lnTo>
                      <a:pt x="1630" y="453"/>
                    </a:lnTo>
                    <a:lnTo>
                      <a:pt x="1650" y="454"/>
                    </a:lnTo>
                    <a:lnTo>
                      <a:pt x="1670" y="458"/>
                    </a:lnTo>
                    <a:lnTo>
                      <a:pt x="1690" y="465"/>
                    </a:lnTo>
                    <a:lnTo>
                      <a:pt x="1709" y="476"/>
                    </a:lnTo>
                    <a:lnTo>
                      <a:pt x="1728" y="488"/>
                    </a:lnTo>
                    <a:lnTo>
                      <a:pt x="1745" y="502"/>
                    </a:lnTo>
                    <a:lnTo>
                      <a:pt x="1762" y="519"/>
                    </a:lnTo>
                    <a:lnTo>
                      <a:pt x="1778" y="539"/>
                    </a:lnTo>
                    <a:lnTo>
                      <a:pt x="1804" y="576"/>
                    </a:lnTo>
                    <a:lnTo>
                      <a:pt x="1827" y="618"/>
                    </a:lnTo>
                    <a:lnTo>
                      <a:pt x="1846" y="666"/>
                    </a:lnTo>
                    <a:lnTo>
                      <a:pt x="1862" y="716"/>
                    </a:lnTo>
                    <a:lnTo>
                      <a:pt x="1876" y="773"/>
                    </a:lnTo>
                    <a:lnTo>
                      <a:pt x="1887" y="831"/>
                    </a:lnTo>
                    <a:lnTo>
                      <a:pt x="1892" y="892"/>
                    </a:lnTo>
                    <a:lnTo>
                      <a:pt x="1895" y="957"/>
                    </a:lnTo>
                    <a:lnTo>
                      <a:pt x="1893" y="1009"/>
                    </a:lnTo>
                    <a:lnTo>
                      <a:pt x="1889" y="1058"/>
                    </a:lnTo>
                    <a:lnTo>
                      <a:pt x="1883" y="1107"/>
                    </a:lnTo>
                    <a:lnTo>
                      <a:pt x="1874" y="1154"/>
                    </a:lnTo>
                    <a:lnTo>
                      <a:pt x="1862" y="1198"/>
                    </a:lnTo>
                    <a:lnTo>
                      <a:pt x="1850" y="1239"/>
                    </a:lnTo>
                    <a:lnTo>
                      <a:pt x="1834" y="1278"/>
                    </a:lnTo>
                    <a:lnTo>
                      <a:pt x="1817" y="1314"/>
                    </a:lnTo>
                    <a:lnTo>
                      <a:pt x="1798" y="1347"/>
                    </a:lnTo>
                    <a:lnTo>
                      <a:pt x="1778" y="1376"/>
                    </a:lnTo>
                    <a:lnTo>
                      <a:pt x="1756" y="1401"/>
                    </a:lnTo>
                    <a:lnTo>
                      <a:pt x="1733" y="1422"/>
                    </a:lnTo>
                    <a:lnTo>
                      <a:pt x="1708" y="1439"/>
                    </a:lnTo>
                    <a:lnTo>
                      <a:pt x="1683" y="1452"/>
                    </a:lnTo>
                    <a:lnTo>
                      <a:pt x="1657" y="1460"/>
                    </a:lnTo>
                    <a:lnTo>
                      <a:pt x="1630" y="1462"/>
                    </a:lnTo>
                    <a:lnTo>
                      <a:pt x="1605" y="1460"/>
                    </a:lnTo>
                    <a:lnTo>
                      <a:pt x="1582" y="1454"/>
                    </a:lnTo>
                    <a:lnTo>
                      <a:pt x="1559" y="1444"/>
                    </a:lnTo>
                    <a:lnTo>
                      <a:pt x="1537" y="1431"/>
                    </a:lnTo>
                    <a:lnTo>
                      <a:pt x="1517" y="1414"/>
                    </a:lnTo>
                    <a:lnTo>
                      <a:pt x="1497" y="1393"/>
                    </a:lnTo>
                    <a:lnTo>
                      <a:pt x="1477" y="1370"/>
                    </a:lnTo>
                    <a:lnTo>
                      <a:pt x="1460" y="1344"/>
                    </a:lnTo>
                    <a:lnTo>
                      <a:pt x="1443" y="1315"/>
                    </a:lnTo>
                    <a:lnTo>
                      <a:pt x="1428" y="1283"/>
                    </a:lnTo>
                    <a:lnTo>
                      <a:pt x="1414" y="1249"/>
                    </a:lnTo>
                    <a:lnTo>
                      <a:pt x="1401" y="1213"/>
                    </a:lnTo>
                    <a:lnTo>
                      <a:pt x="1391" y="1175"/>
                    </a:lnTo>
                    <a:lnTo>
                      <a:pt x="1383" y="1134"/>
                    </a:lnTo>
                    <a:lnTo>
                      <a:pt x="1375" y="1093"/>
                    </a:lnTo>
                    <a:lnTo>
                      <a:pt x="1370" y="1049"/>
                    </a:lnTo>
                    <a:lnTo>
                      <a:pt x="1490" y="1049"/>
                    </a:lnTo>
                    <a:lnTo>
                      <a:pt x="1498" y="1087"/>
                    </a:lnTo>
                    <a:lnTo>
                      <a:pt x="1509" y="1123"/>
                    </a:lnTo>
                    <a:lnTo>
                      <a:pt x="1522" y="1154"/>
                    </a:lnTo>
                    <a:lnTo>
                      <a:pt x="1537" y="1180"/>
                    </a:lnTo>
                    <a:lnTo>
                      <a:pt x="1555" y="1202"/>
                    </a:lnTo>
                    <a:lnTo>
                      <a:pt x="1573" y="1218"/>
                    </a:lnTo>
                    <a:lnTo>
                      <a:pt x="1593" y="1229"/>
                    </a:lnTo>
                    <a:lnTo>
                      <a:pt x="1613" y="1232"/>
                    </a:lnTo>
                    <a:lnTo>
                      <a:pt x="1640" y="1226"/>
                    </a:lnTo>
                    <a:lnTo>
                      <a:pt x="1665" y="1210"/>
                    </a:lnTo>
                    <a:lnTo>
                      <a:pt x="1688" y="1185"/>
                    </a:lnTo>
                    <a:lnTo>
                      <a:pt x="1708" y="1152"/>
                    </a:lnTo>
                    <a:lnTo>
                      <a:pt x="1723" y="1111"/>
                    </a:lnTo>
                    <a:lnTo>
                      <a:pt x="1736" y="1064"/>
                    </a:lnTo>
                    <a:lnTo>
                      <a:pt x="1744" y="1012"/>
                    </a:lnTo>
                    <a:lnTo>
                      <a:pt x="1746" y="957"/>
                    </a:lnTo>
                    <a:lnTo>
                      <a:pt x="1744" y="902"/>
                    </a:lnTo>
                    <a:lnTo>
                      <a:pt x="1736" y="851"/>
                    </a:lnTo>
                    <a:lnTo>
                      <a:pt x="1723" y="804"/>
                    </a:lnTo>
                    <a:lnTo>
                      <a:pt x="1708" y="763"/>
                    </a:lnTo>
                    <a:lnTo>
                      <a:pt x="1688" y="730"/>
                    </a:lnTo>
                    <a:lnTo>
                      <a:pt x="1665" y="705"/>
                    </a:lnTo>
                    <a:lnTo>
                      <a:pt x="1640" y="689"/>
                    </a:lnTo>
                    <a:lnTo>
                      <a:pt x="1613" y="683"/>
                    </a:lnTo>
                    <a:lnTo>
                      <a:pt x="1588" y="687"/>
                    </a:lnTo>
                    <a:lnTo>
                      <a:pt x="1565" y="702"/>
                    </a:lnTo>
                    <a:lnTo>
                      <a:pt x="1544" y="724"/>
                    </a:lnTo>
                    <a:lnTo>
                      <a:pt x="1525" y="754"/>
                    </a:lnTo>
                    <a:lnTo>
                      <a:pt x="1509" y="791"/>
                    </a:lnTo>
                    <a:lnTo>
                      <a:pt x="1496" y="833"/>
                    </a:lnTo>
                    <a:lnTo>
                      <a:pt x="1488" y="880"/>
                    </a:lnTo>
                    <a:lnTo>
                      <a:pt x="1483" y="930"/>
                    </a:lnTo>
                    <a:lnTo>
                      <a:pt x="1498" y="930"/>
                    </a:lnTo>
                    <a:lnTo>
                      <a:pt x="1513" y="930"/>
                    </a:lnTo>
                    <a:lnTo>
                      <a:pt x="1526" y="930"/>
                    </a:lnTo>
                    <a:lnTo>
                      <a:pt x="1537" y="930"/>
                    </a:lnTo>
                    <a:lnTo>
                      <a:pt x="1548" y="930"/>
                    </a:lnTo>
                    <a:lnTo>
                      <a:pt x="1557" y="930"/>
                    </a:lnTo>
                    <a:lnTo>
                      <a:pt x="1564" y="930"/>
                    </a:lnTo>
                    <a:lnTo>
                      <a:pt x="1570" y="930"/>
                    </a:lnTo>
                    <a:lnTo>
                      <a:pt x="1572" y="917"/>
                    </a:lnTo>
                    <a:lnTo>
                      <a:pt x="1577" y="904"/>
                    </a:lnTo>
                    <a:lnTo>
                      <a:pt x="1580" y="892"/>
                    </a:lnTo>
                    <a:lnTo>
                      <a:pt x="1586" y="882"/>
                    </a:lnTo>
                    <a:lnTo>
                      <a:pt x="1592" y="874"/>
                    </a:lnTo>
                    <a:lnTo>
                      <a:pt x="1598" y="868"/>
                    </a:lnTo>
                    <a:lnTo>
                      <a:pt x="1605" y="865"/>
                    </a:lnTo>
                    <a:lnTo>
                      <a:pt x="1613" y="864"/>
                    </a:lnTo>
                    <a:lnTo>
                      <a:pt x="1623" y="866"/>
                    </a:lnTo>
                    <a:lnTo>
                      <a:pt x="1632" y="871"/>
                    </a:lnTo>
                    <a:lnTo>
                      <a:pt x="1640" y="880"/>
                    </a:lnTo>
                    <a:lnTo>
                      <a:pt x="1647" y="891"/>
                    </a:lnTo>
                    <a:lnTo>
                      <a:pt x="1653" y="905"/>
                    </a:lnTo>
                    <a:lnTo>
                      <a:pt x="1657" y="920"/>
                    </a:lnTo>
                    <a:lnTo>
                      <a:pt x="1660" y="939"/>
                    </a:lnTo>
                    <a:lnTo>
                      <a:pt x="1661" y="957"/>
                    </a:lnTo>
                    <a:lnTo>
                      <a:pt x="1660" y="975"/>
                    </a:lnTo>
                    <a:lnTo>
                      <a:pt x="1657" y="994"/>
                    </a:lnTo>
                    <a:lnTo>
                      <a:pt x="1653" y="1010"/>
                    </a:lnTo>
                    <a:lnTo>
                      <a:pt x="1647" y="1024"/>
                    </a:lnTo>
                    <a:lnTo>
                      <a:pt x="1640" y="1035"/>
                    </a:lnTo>
                    <a:lnTo>
                      <a:pt x="1632" y="1044"/>
                    </a:lnTo>
                    <a:lnTo>
                      <a:pt x="1623" y="1049"/>
                    </a:lnTo>
                    <a:lnTo>
                      <a:pt x="1613" y="1051"/>
                    </a:lnTo>
                    <a:lnTo>
                      <a:pt x="1607" y="1050"/>
                    </a:lnTo>
                    <a:lnTo>
                      <a:pt x="1600" y="1047"/>
                    </a:lnTo>
                    <a:lnTo>
                      <a:pt x="1593" y="1041"/>
                    </a:lnTo>
                    <a:lnTo>
                      <a:pt x="1587" y="1034"/>
                    </a:lnTo>
                    <a:lnTo>
                      <a:pt x="1581" y="1025"/>
                    </a:lnTo>
                    <a:lnTo>
                      <a:pt x="1578" y="1015"/>
                    </a:lnTo>
                    <a:lnTo>
                      <a:pt x="1573" y="1003"/>
                    </a:lnTo>
                    <a:lnTo>
                      <a:pt x="1571" y="990"/>
                    </a:lnTo>
                    <a:lnTo>
                      <a:pt x="1563" y="990"/>
                    </a:lnTo>
                    <a:lnTo>
                      <a:pt x="1551" y="990"/>
                    </a:lnTo>
                    <a:lnTo>
                      <a:pt x="1536" y="990"/>
                    </a:lnTo>
                    <a:lnTo>
                      <a:pt x="1518" y="989"/>
                    </a:lnTo>
                    <a:lnTo>
                      <a:pt x="1495" y="989"/>
                    </a:lnTo>
                    <a:lnTo>
                      <a:pt x="1469" y="989"/>
                    </a:lnTo>
                    <a:lnTo>
                      <a:pt x="1441" y="989"/>
                    </a:lnTo>
                    <a:lnTo>
                      <a:pt x="1408" y="989"/>
                    </a:lnTo>
                    <a:lnTo>
                      <a:pt x="1374" y="989"/>
                    </a:lnTo>
                    <a:lnTo>
                      <a:pt x="1336" y="989"/>
                    </a:lnTo>
                    <a:lnTo>
                      <a:pt x="1294" y="989"/>
                    </a:lnTo>
                    <a:lnTo>
                      <a:pt x="1252" y="989"/>
                    </a:lnTo>
                    <a:lnTo>
                      <a:pt x="1205" y="989"/>
                    </a:lnTo>
                    <a:lnTo>
                      <a:pt x="1157" y="989"/>
                    </a:lnTo>
                    <a:lnTo>
                      <a:pt x="1106" y="989"/>
                    </a:lnTo>
                    <a:lnTo>
                      <a:pt x="1053" y="989"/>
                    </a:lnTo>
                    <a:lnTo>
                      <a:pt x="1053" y="989"/>
                    </a:lnTo>
                    <a:lnTo>
                      <a:pt x="1013" y="989"/>
                    </a:lnTo>
                    <a:lnTo>
                      <a:pt x="973" y="989"/>
                    </a:lnTo>
                    <a:lnTo>
                      <a:pt x="932" y="989"/>
                    </a:lnTo>
                    <a:lnTo>
                      <a:pt x="894" y="989"/>
                    </a:lnTo>
                    <a:lnTo>
                      <a:pt x="857" y="989"/>
                    </a:lnTo>
                    <a:lnTo>
                      <a:pt x="823" y="989"/>
                    </a:lnTo>
                    <a:lnTo>
                      <a:pt x="789" y="989"/>
                    </a:lnTo>
                    <a:lnTo>
                      <a:pt x="758" y="989"/>
                    </a:lnTo>
                    <a:lnTo>
                      <a:pt x="731" y="990"/>
                    </a:lnTo>
                    <a:lnTo>
                      <a:pt x="705" y="990"/>
                    </a:lnTo>
                    <a:lnTo>
                      <a:pt x="682" y="990"/>
                    </a:lnTo>
                    <a:lnTo>
                      <a:pt x="664" y="990"/>
                    </a:lnTo>
                    <a:lnTo>
                      <a:pt x="649" y="990"/>
                    </a:lnTo>
                    <a:lnTo>
                      <a:pt x="637" y="990"/>
                    </a:lnTo>
                    <a:lnTo>
                      <a:pt x="630" y="990"/>
                    </a:lnTo>
                    <a:lnTo>
                      <a:pt x="628" y="990"/>
                    </a:lnTo>
                    <a:lnTo>
                      <a:pt x="449" y="1218"/>
                    </a:lnTo>
                    <a:lnTo>
                      <a:pt x="51" y="1218"/>
                    </a:lnTo>
                    <a:lnTo>
                      <a:pt x="216" y="990"/>
                    </a:lnTo>
                    <a:lnTo>
                      <a:pt x="0" y="990"/>
                    </a:lnTo>
                    <a:lnTo>
                      <a:pt x="0" y="930"/>
                    </a:lnTo>
                    <a:lnTo>
                      <a:pt x="216" y="930"/>
                    </a:lnTo>
                    <a:lnTo>
                      <a:pt x="17" y="719"/>
                    </a:lnTo>
                    <a:lnTo>
                      <a:pt x="467" y="724"/>
                    </a:lnTo>
                    <a:lnTo>
                      <a:pt x="628" y="930"/>
                    </a:lnTo>
                    <a:lnTo>
                      <a:pt x="630" y="930"/>
                    </a:lnTo>
                    <a:lnTo>
                      <a:pt x="638" y="930"/>
                    </a:lnTo>
                    <a:lnTo>
                      <a:pt x="650" y="930"/>
                    </a:lnTo>
                    <a:lnTo>
                      <a:pt x="667" y="930"/>
                    </a:lnTo>
                    <a:lnTo>
                      <a:pt x="687" y="930"/>
                    </a:lnTo>
                    <a:lnTo>
                      <a:pt x="711" y="930"/>
                    </a:lnTo>
                    <a:lnTo>
                      <a:pt x="739" y="930"/>
                    </a:lnTo>
                    <a:lnTo>
                      <a:pt x="770" y="930"/>
                    </a:lnTo>
                    <a:lnTo>
                      <a:pt x="802" y="930"/>
                    </a:lnTo>
                    <a:lnTo>
                      <a:pt x="838" y="930"/>
                    </a:lnTo>
                    <a:lnTo>
                      <a:pt x="876" y="930"/>
                    </a:lnTo>
                    <a:lnTo>
                      <a:pt x="915" y="930"/>
                    </a:lnTo>
                    <a:lnTo>
                      <a:pt x="957" y="930"/>
                    </a:lnTo>
                    <a:lnTo>
                      <a:pt x="998" y="930"/>
                    </a:lnTo>
                    <a:lnTo>
                      <a:pt x="1041" y="930"/>
                    </a:lnTo>
                    <a:lnTo>
                      <a:pt x="1084" y="930"/>
                    </a:lnTo>
                    <a:lnTo>
                      <a:pt x="1088" y="835"/>
                    </a:lnTo>
                    <a:lnTo>
                      <a:pt x="1097" y="743"/>
                    </a:lnTo>
                    <a:lnTo>
                      <a:pt x="1112" y="654"/>
                    </a:lnTo>
                    <a:lnTo>
                      <a:pt x="1133" y="569"/>
                    </a:lnTo>
                    <a:lnTo>
                      <a:pt x="1157" y="487"/>
                    </a:lnTo>
                    <a:lnTo>
                      <a:pt x="1187" y="410"/>
                    </a:lnTo>
                    <a:lnTo>
                      <a:pt x="1220" y="339"/>
                    </a:lnTo>
                    <a:lnTo>
                      <a:pt x="1258" y="273"/>
                    </a:lnTo>
                    <a:lnTo>
                      <a:pt x="1300" y="213"/>
                    </a:lnTo>
                    <a:lnTo>
                      <a:pt x="1345" y="159"/>
                    </a:lnTo>
                    <a:lnTo>
                      <a:pt x="1393" y="113"/>
                    </a:lnTo>
                    <a:lnTo>
                      <a:pt x="1444" y="74"/>
                    </a:lnTo>
                    <a:lnTo>
                      <a:pt x="1497" y="41"/>
                    </a:lnTo>
                    <a:lnTo>
                      <a:pt x="1552" y="18"/>
                    </a:lnTo>
                    <a:lnTo>
                      <a:pt x="1611" y="5"/>
                    </a:lnTo>
                    <a:lnTo>
                      <a:pt x="1670" y="0"/>
                    </a:lnTo>
                    <a:lnTo>
                      <a:pt x="1693" y="0"/>
                    </a:lnTo>
                    <a:lnTo>
                      <a:pt x="1715" y="2"/>
                    </a:lnTo>
                    <a:lnTo>
                      <a:pt x="1738" y="5"/>
                    </a:lnTo>
                    <a:lnTo>
                      <a:pt x="1761" y="8"/>
                    </a:lnTo>
                    <a:lnTo>
                      <a:pt x="1784" y="14"/>
                    </a:lnTo>
                    <a:lnTo>
                      <a:pt x="1807" y="21"/>
                    </a:lnTo>
                    <a:lnTo>
                      <a:pt x="1831" y="29"/>
                    </a:lnTo>
                    <a:lnTo>
                      <a:pt x="1854" y="38"/>
                    </a:lnTo>
                    <a:lnTo>
                      <a:pt x="1877" y="50"/>
                    </a:lnTo>
                    <a:lnTo>
                      <a:pt x="1900" y="63"/>
                    </a:lnTo>
                    <a:lnTo>
                      <a:pt x="1923" y="78"/>
                    </a:lnTo>
                    <a:lnTo>
                      <a:pt x="1947" y="96"/>
                    </a:lnTo>
                    <a:lnTo>
                      <a:pt x="1970" y="114"/>
                    </a:lnTo>
                    <a:lnTo>
                      <a:pt x="1993" y="136"/>
                    </a:lnTo>
                    <a:lnTo>
                      <a:pt x="2016" y="159"/>
                    </a:lnTo>
                    <a:lnTo>
                      <a:pt x="2038" y="185"/>
                    </a:lnTo>
                    <a:lnTo>
                      <a:pt x="1989" y="136"/>
                    </a:lnTo>
                    <a:lnTo>
                      <a:pt x="2004" y="151"/>
                    </a:lnTo>
                    <a:lnTo>
                      <a:pt x="2023" y="172"/>
                    </a:lnTo>
                    <a:lnTo>
                      <a:pt x="2044" y="197"/>
                    </a:lnTo>
                    <a:lnTo>
                      <a:pt x="2068" y="226"/>
                    </a:lnTo>
                    <a:lnTo>
                      <a:pt x="2092" y="260"/>
                    </a:lnTo>
                    <a:lnTo>
                      <a:pt x="2117" y="298"/>
                    </a:lnTo>
                    <a:lnTo>
                      <a:pt x="2144" y="342"/>
                    </a:lnTo>
                    <a:lnTo>
                      <a:pt x="2169" y="389"/>
                    </a:lnTo>
                    <a:lnTo>
                      <a:pt x="2193" y="441"/>
                    </a:lnTo>
                    <a:lnTo>
                      <a:pt x="2216" y="499"/>
                    </a:lnTo>
                    <a:lnTo>
                      <a:pt x="2236" y="560"/>
                    </a:lnTo>
                    <a:lnTo>
                      <a:pt x="2254" y="625"/>
                    </a:lnTo>
                    <a:lnTo>
                      <a:pt x="2268" y="694"/>
                    </a:lnTo>
                    <a:lnTo>
                      <a:pt x="2278" y="769"/>
                    </a:lnTo>
                    <a:lnTo>
                      <a:pt x="2284" y="848"/>
                    </a:lnTo>
                    <a:lnTo>
                      <a:pt x="2284" y="93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tr-TR"/>
              </a:p>
            </p:txBody>
          </p:sp>
        </p:grpSp>
      </p:grpSp>
      <p:sp>
        <p:nvSpPr>
          <p:cNvPr id="12" name="Metin kutusu 11"/>
          <p:cNvSpPr txBox="1"/>
          <p:nvPr>
            <p:custDataLst>
              <p:tags r:id="rId3"/>
            </p:custDataLst>
          </p:nvPr>
        </p:nvSpPr>
        <p:spPr>
          <a:xfrm>
            <a:off x="381000" y="-2977"/>
            <a:ext cx="7696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>
                <a:solidFill>
                  <a:schemeClr val="bg1"/>
                </a:solidFill>
              </a:rPr>
              <a:t>Metin, tablo ve resimlerin </a:t>
            </a:r>
            <a:r>
              <a:rPr lang="es-ES" sz="1400" b="1" dirty="0" smtClean="0">
                <a:solidFill>
                  <a:schemeClr val="bg1"/>
                </a:solidFill>
              </a:rPr>
              <a:t>taşı</a:t>
            </a:r>
            <a:r>
              <a:rPr lang="tr-TR" sz="1400" b="1" dirty="0" smtClean="0">
                <a:solidFill>
                  <a:schemeClr val="bg1"/>
                </a:solidFill>
              </a:rPr>
              <a:t>r</a:t>
            </a:r>
            <a:endParaRPr lang="es-ES" sz="1400" b="1" dirty="0">
              <a:solidFill>
                <a:schemeClr val="bg1"/>
              </a:solidFill>
            </a:endParaRP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5</a:t>
            </a:fld>
            <a:endParaRPr lang="tr-TR"/>
          </a:p>
        </p:txBody>
      </p:sp>
      <p:sp>
        <p:nvSpPr>
          <p:cNvPr id="7" name="Metin kutusu 6"/>
          <p:cNvSpPr txBox="1"/>
          <p:nvPr>
            <p:custDataLst>
              <p:tags r:id="rId5"/>
            </p:custDataLst>
          </p:nvPr>
        </p:nvSpPr>
        <p:spPr>
          <a:xfrm>
            <a:off x="533400" y="1371600"/>
            <a:ext cx="7772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tr-TR" sz="1600" dirty="0"/>
              <a:t>Taşımak oluşturulmasını istediğiniz metin, tablo veya resmi seçiniz.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tr-TR" sz="1600" dirty="0" smtClean="0"/>
              <a:t>Kesmek </a:t>
            </a:r>
            <a:r>
              <a:rPr lang="tr-TR" sz="1600" dirty="0"/>
              <a:t>için aşağıdakilerden birini yapın;</a:t>
            </a:r>
          </a:p>
          <a:p>
            <a:pPr marL="857250" lvl="1" indent="-400050">
              <a:buFont typeface="+mj-lt"/>
              <a:buAutoNum type="romanLcPeriod"/>
            </a:pPr>
            <a:r>
              <a:rPr lang="tr-TR" sz="1600" b="1" i="1" dirty="0"/>
              <a:t>Giriş Sekmesi &gt; Pano grubu &gt; </a:t>
            </a:r>
            <a:r>
              <a:rPr lang="tr-TR" sz="1600" b="1" i="1" dirty="0" err="1"/>
              <a:t>Kes</a:t>
            </a:r>
            <a:r>
              <a:rPr lang="tr-TR" sz="1600" dirty="0" err="1"/>
              <a:t>’i</a:t>
            </a:r>
            <a:r>
              <a:rPr lang="tr-TR" sz="1600" dirty="0"/>
              <a:t> tıklatın</a:t>
            </a:r>
          </a:p>
          <a:p>
            <a:pPr marL="857250" lvl="1" indent="-400050">
              <a:buFont typeface="+mj-lt"/>
              <a:buAutoNum type="romanLcPeriod"/>
            </a:pPr>
            <a:r>
              <a:rPr lang="tr-TR" sz="1600" dirty="0"/>
              <a:t>Seçtiğiniz nesnenin üzerinde sağ tıklayın ve açılan menüden </a:t>
            </a:r>
            <a:r>
              <a:rPr lang="tr-TR" sz="1600" b="1" i="1" dirty="0" err="1"/>
              <a:t>Kes</a:t>
            </a:r>
            <a:r>
              <a:rPr lang="tr-TR" sz="1600" dirty="0" err="1"/>
              <a:t>’i</a:t>
            </a:r>
            <a:r>
              <a:rPr lang="tr-TR" sz="1600" dirty="0"/>
              <a:t> seçin</a:t>
            </a:r>
          </a:p>
          <a:p>
            <a:pPr marL="857250" lvl="1" indent="-400050">
              <a:spcAft>
                <a:spcPts val="600"/>
              </a:spcAft>
              <a:buFont typeface="+mj-lt"/>
              <a:buAutoNum type="romanLcPeriod"/>
            </a:pPr>
            <a:r>
              <a:rPr lang="tr-TR" sz="1600" dirty="0" err="1"/>
              <a:t>Klavye’den</a:t>
            </a:r>
            <a:r>
              <a:rPr lang="tr-TR" sz="1600" dirty="0"/>
              <a:t> </a:t>
            </a:r>
            <a:r>
              <a:rPr lang="tr-TR" sz="1600" b="1" i="1" dirty="0" err="1"/>
              <a:t>Ctrl</a:t>
            </a:r>
            <a:r>
              <a:rPr lang="tr-TR" sz="1600" b="1" i="1" dirty="0"/>
              <a:t> +X</a:t>
            </a:r>
            <a:r>
              <a:rPr lang="tr-TR" sz="1600" dirty="0"/>
              <a:t> tuşuna basın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tr-TR" sz="1600" dirty="0" smtClean="0"/>
              <a:t>Taşımak </a:t>
            </a:r>
            <a:r>
              <a:rPr lang="tr-TR" sz="1600" dirty="0"/>
              <a:t>istediğiniz </a:t>
            </a:r>
            <a:r>
              <a:rPr lang="tr-TR" sz="1600" dirty="0" err="1"/>
              <a:t>slaytı</a:t>
            </a:r>
            <a:r>
              <a:rPr lang="tr-TR" sz="1600" dirty="0"/>
              <a:t> seçin ve aşağıdakilerden birini yapın;</a:t>
            </a:r>
          </a:p>
          <a:p>
            <a:pPr marL="857250" lvl="1" indent="-400050">
              <a:buFont typeface="+mj-lt"/>
              <a:buAutoNum type="romanLcPeriod"/>
            </a:pPr>
            <a:r>
              <a:rPr lang="tr-TR" sz="1600" b="1" i="1" dirty="0"/>
              <a:t>Giriş Sekmesi &gt; Pano grubu &gt; </a:t>
            </a:r>
            <a:r>
              <a:rPr lang="tr-TR" sz="1600" b="1" i="1" dirty="0" err="1"/>
              <a:t>Yapıştır</a:t>
            </a:r>
            <a:r>
              <a:rPr lang="tr-TR" sz="1600" dirty="0" err="1"/>
              <a:t>’yı</a:t>
            </a:r>
            <a:r>
              <a:rPr lang="tr-TR" sz="1600" dirty="0"/>
              <a:t> tıklatın</a:t>
            </a:r>
          </a:p>
          <a:p>
            <a:pPr marL="857250" lvl="1" indent="-400050">
              <a:buFont typeface="+mj-lt"/>
              <a:buAutoNum type="romanLcPeriod"/>
            </a:pPr>
            <a:r>
              <a:rPr lang="tr-TR" sz="1600" dirty="0"/>
              <a:t>Seçtiğiniz nesnenin üzerinde sağ tıklayın ve açılan menüden </a:t>
            </a:r>
            <a:r>
              <a:rPr lang="tr-TR" sz="1600" b="1" i="1" dirty="0"/>
              <a:t>Yapıştır</a:t>
            </a:r>
            <a:r>
              <a:rPr lang="tr-TR" sz="1600" dirty="0"/>
              <a:t> seçeneklerinden birini seçin</a:t>
            </a:r>
          </a:p>
          <a:p>
            <a:pPr marL="857250" lvl="1" indent="-400050">
              <a:buFont typeface="+mj-lt"/>
              <a:buAutoNum type="romanLcPeriod"/>
            </a:pPr>
            <a:r>
              <a:rPr lang="tr-TR" sz="1600" dirty="0" err="1"/>
              <a:t>Klavye’den</a:t>
            </a:r>
            <a:r>
              <a:rPr lang="tr-TR" sz="1600" dirty="0"/>
              <a:t> </a:t>
            </a:r>
            <a:r>
              <a:rPr lang="tr-TR" sz="1600" b="1" i="1" dirty="0" err="1"/>
              <a:t>Ctrl</a:t>
            </a:r>
            <a:r>
              <a:rPr lang="tr-TR" sz="1600" b="1" i="1" dirty="0"/>
              <a:t> +V</a:t>
            </a:r>
            <a:r>
              <a:rPr lang="tr-TR" sz="1600" dirty="0"/>
              <a:t> tuşuna basın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86875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457200"/>
            <a:ext cx="8229600" cy="533400"/>
          </a:xfrm>
          <a:solidFill>
            <a:schemeClr val="tx2">
              <a:lumMod val="75000"/>
            </a:schemeClr>
          </a:solidFill>
        </p:spPr>
        <p:txBody>
          <a:bodyPr>
            <a:normAutofit fontScale="90000"/>
          </a:bodyPr>
          <a:lstStyle/>
          <a:p>
            <a:r>
              <a:rPr lang="tr-TR" sz="3200" b="1" spc="50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  <a:t>Resimlerin boyutlarını değiştirmek ve döndürmek</a:t>
            </a:r>
          </a:p>
        </p:txBody>
      </p:sp>
      <p:grpSp>
        <p:nvGrpSpPr>
          <p:cNvPr id="11" name="Grup 10"/>
          <p:cNvGrpSpPr/>
          <p:nvPr/>
        </p:nvGrpSpPr>
        <p:grpSpPr>
          <a:xfrm>
            <a:off x="0" y="0"/>
            <a:ext cx="9144000" cy="276999"/>
            <a:chOff x="0" y="0"/>
            <a:chExt cx="9144000" cy="381000"/>
          </a:xfrm>
        </p:grpSpPr>
        <p:sp>
          <p:nvSpPr>
            <p:cNvPr id="4" name="Dikdörtgen 3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9144000" cy="381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grpSp>
          <p:nvGrpSpPr>
            <p:cNvPr id="8" name="Group 9"/>
            <p:cNvGrpSpPr>
              <a:grpSpLocks noChangeAspect="1"/>
            </p:cNvGrpSpPr>
            <p:nvPr/>
          </p:nvGrpSpPr>
          <p:grpSpPr bwMode="auto">
            <a:xfrm>
              <a:off x="24723" y="14837"/>
              <a:ext cx="934093" cy="322595"/>
              <a:chOff x="1755" y="1344"/>
              <a:chExt cx="2994" cy="1034"/>
            </a:xfrm>
          </p:grpSpPr>
          <p:sp>
            <p:nvSpPr>
              <p:cNvPr id="9" name="AutoShape 8"/>
              <p:cNvSpPr>
                <a:spLocks noChangeAspect="1" noChangeArrowheads="1" noTextEdit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3600" y="1344"/>
                <a:ext cx="1149" cy="9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tr-TR"/>
              </a:p>
            </p:txBody>
          </p:sp>
          <p:sp>
            <p:nvSpPr>
              <p:cNvPr id="10" name="Freeform 10"/>
              <p:cNvSpPr>
                <a:spLocks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755" y="1437"/>
                <a:ext cx="1142" cy="941"/>
              </a:xfrm>
              <a:custGeom>
                <a:avLst/>
                <a:gdLst>
                  <a:gd name="T0" fmla="*/ 2259 w 2284"/>
                  <a:gd name="T1" fmla="*/ 1161 h 1882"/>
                  <a:gd name="T2" fmla="*/ 2061 w 2284"/>
                  <a:gd name="T3" fmla="*/ 1682 h 1882"/>
                  <a:gd name="T4" fmla="*/ 1579 w 2284"/>
                  <a:gd name="T5" fmla="*/ 1872 h 1882"/>
                  <a:gd name="T6" fmla="*/ 1303 w 2284"/>
                  <a:gd name="T7" fmla="*/ 1676 h 1882"/>
                  <a:gd name="T8" fmla="*/ 1126 w 2284"/>
                  <a:gd name="T9" fmla="*/ 1290 h 1882"/>
                  <a:gd name="T10" fmla="*/ 1247 w 2284"/>
                  <a:gd name="T11" fmla="*/ 1190 h 1882"/>
                  <a:gd name="T12" fmla="*/ 1378 w 2284"/>
                  <a:gd name="T13" fmla="*/ 1538 h 1882"/>
                  <a:gd name="T14" fmla="*/ 1594 w 2284"/>
                  <a:gd name="T15" fmla="*/ 1724 h 1882"/>
                  <a:gd name="T16" fmla="*/ 1854 w 2284"/>
                  <a:gd name="T17" fmla="*/ 1676 h 1882"/>
                  <a:gd name="T18" fmla="*/ 2053 w 2284"/>
                  <a:gd name="T19" fmla="*/ 1391 h 1882"/>
                  <a:gd name="T20" fmla="*/ 2130 w 2284"/>
                  <a:gd name="T21" fmla="*/ 951 h 1882"/>
                  <a:gd name="T22" fmla="*/ 2097 w 2284"/>
                  <a:gd name="T23" fmla="*/ 658 h 1882"/>
                  <a:gd name="T24" fmla="*/ 2008 w 2284"/>
                  <a:gd name="T25" fmla="*/ 413 h 1882"/>
                  <a:gd name="T26" fmla="*/ 1896 w 2284"/>
                  <a:gd name="T27" fmla="*/ 263 h 1882"/>
                  <a:gd name="T28" fmla="*/ 1807 w 2284"/>
                  <a:gd name="T29" fmla="*/ 198 h 1882"/>
                  <a:gd name="T30" fmla="*/ 1711 w 2284"/>
                  <a:gd name="T31" fmla="*/ 168 h 1882"/>
                  <a:gd name="T32" fmla="*/ 1513 w 2284"/>
                  <a:gd name="T33" fmla="*/ 221 h 1882"/>
                  <a:gd name="T34" fmla="*/ 1320 w 2284"/>
                  <a:gd name="T35" fmla="*/ 488 h 1882"/>
                  <a:gd name="T36" fmla="*/ 1229 w 2284"/>
                  <a:gd name="T37" fmla="*/ 936 h 1882"/>
                  <a:gd name="T38" fmla="*/ 1414 w 2284"/>
                  <a:gd name="T39" fmla="*/ 689 h 1882"/>
                  <a:gd name="T40" fmla="*/ 1517 w 2284"/>
                  <a:gd name="T41" fmla="*/ 503 h 1882"/>
                  <a:gd name="T42" fmla="*/ 1650 w 2284"/>
                  <a:gd name="T43" fmla="*/ 454 h 1882"/>
                  <a:gd name="T44" fmla="*/ 1762 w 2284"/>
                  <a:gd name="T45" fmla="*/ 519 h 1882"/>
                  <a:gd name="T46" fmla="*/ 1876 w 2284"/>
                  <a:gd name="T47" fmla="*/ 773 h 1882"/>
                  <a:gd name="T48" fmla="*/ 1883 w 2284"/>
                  <a:gd name="T49" fmla="*/ 1107 h 1882"/>
                  <a:gd name="T50" fmla="*/ 1798 w 2284"/>
                  <a:gd name="T51" fmla="*/ 1347 h 1882"/>
                  <a:gd name="T52" fmla="*/ 1657 w 2284"/>
                  <a:gd name="T53" fmla="*/ 1460 h 1882"/>
                  <a:gd name="T54" fmla="*/ 1517 w 2284"/>
                  <a:gd name="T55" fmla="*/ 1414 h 1882"/>
                  <a:gd name="T56" fmla="*/ 1414 w 2284"/>
                  <a:gd name="T57" fmla="*/ 1249 h 1882"/>
                  <a:gd name="T58" fmla="*/ 1490 w 2284"/>
                  <a:gd name="T59" fmla="*/ 1049 h 1882"/>
                  <a:gd name="T60" fmla="*/ 1573 w 2284"/>
                  <a:gd name="T61" fmla="*/ 1218 h 1882"/>
                  <a:gd name="T62" fmla="*/ 1708 w 2284"/>
                  <a:gd name="T63" fmla="*/ 1152 h 1882"/>
                  <a:gd name="T64" fmla="*/ 1736 w 2284"/>
                  <a:gd name="T65" fmla="*/ 851 h 1882"/>
                  <a:gd name="T66" fmla="*/ 1613 w 2284"/>
                  <a:gd name="T67" fmla="*/ 683 h 1882"/>
                  <a:gd name="T68" fmla="*/ 1496 w 2284"/>
                  <a:gd name="T69" fmla="*/ 833 h 1882"/>
                  <a:gd name="T70" fmla="*/ 1537 w 2284"/>
                  <a:gd name="T71" fmla="*/ 930 h 1882"/>
                  <a:gd name="T72" fmla="*/ 1577 w 2284"/>
                  <a:gd name="T73" fmla="*/ 904 h 1882"/>
                  <a:gd name="T74" fmla="*/ 1613 w 2284"/>
                  <a:gd name="T75" fmla="*/ 864 h 1882"/>
                  <a:gd name="T76" fmla="*/ 1657 w 2284"/>
                  <a:gd name="T77" fmla="*/ 920 h 1882"/>
                  <a:gd name="T78" fmla="*/ 1647 w 2284"/>
                  <a:gd name="T79" fmla="*/ 1024 h 1882"/>
                  <a:gd name="T80" fmla="*/ 1600 w 2284"/>
                  <a:gd name="T81" fmla="*/ 1047 h 1882"/>
                  <a:gd name="T82" fmla="*/ 1571 w 2284"/>
                  <a:gd name="T83" fmla="*/ 990 h 1882"/>
                  <a:gd name="T84" fmla="*/ 1469 w 2284"/>
                  <a:gd name="T85" fmla="*/ 989 h 1882"/>
                  <a:gd name="T86" fmla="*/ 1252 w 2284"/>
                  <a:gd name="T87" fmla="*/ 989 h 1882"/>
                  <a:gd name="T88" fmla="*/ 1013 w 2284"/>
                  <a:gd name="T89" fmla="*/ 989 h 1882"/>
                  <a:gd name="T90" fmla="*/ 789 w 2284"/>
                  <a:gd name="T91" fmla="*/ 989 h 1882"/>
                  <a:gd name="T92" fmla="*/ 649 w 2284"/>
                  <a:gd name="T93" fmla="*/ 990 h 1882"/>
                  <a:gd name="T94" fmla="*/ 216 w 2284"/>
                  <a:gd name="T95" fmla="*/ 990 h 1882"/>
                  <a:gd name="T96" fmla="*/ 628 w 2284"/>
                  <a:gd name="T97" fmla="*/ 930 h 1882"/>
                  <a:gd name="T98" fmla="*/ 711 w 2284"/>
                  <a:gd name="T99" fmla="*/ 930 h 1882"/>
                  <a:gd name="T100" fmla="*/ 915 w 2284"/>
                  <a:gd name="T101" fmla="*/ 930 h 1882"/>
                  <a:gd name="T102" fmla="*/ 1097 w 2284"/>
                  <a:gd name="T103" fmla="*/ 743 h 1882"/>
                  <a:gd name="T104" fmla="*/ 1258 w 2284"/>
                  <a:gd name="T105" fmla="*/ 273 h 1882"/>
                  <a:gd name="T106" fmla="*/ 1552 w 2284"/>
                  <a:gd name="T107" fmla="*/ 18 h 1882"/>
                  <a:gd name="T108" fmla="*/ 1761 w 2284"/>
                  <a:gd name="T109" fmla="*/ 8 h 1882"/>
                  <a:gd name="T110" fmla="*/ 1900 w 2284"/>
                  <a:gd name="T111" fmla="*/ 63 h 1882"/>
                  <a:gd name="T112" fmla="*/ 2038 w 2284"/>
                  <a:gd name="T113" fmla="*/ 185 h 1882"/>
                  <a:gd name="T114" fmla="*/ 2092 w 2284"/>
                  <a:gd name="T115" fmla="*/ 260 h 1882"/>
                  <a:gd name="T116" fmla="*/ 2236 w 2284"/>
                  <a:gd name="T117" fmla="*/ 560 h 18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284" h="1882">
                    <a:moveTo>
                      <a:pt x="2284" y="930"/>
                    </a:moveTo>
                    <a:lnTo>
                      <a:pt x="2284" y="942"/>
                    </a:lnTo>
                    <a:lnTo>
                      <a:pt x="2282" y="973"/>
                    </a:lnTo>
                    <a:lnTo>
                      <a:pt x="2277" y="1023"/>
                    </a:lnTo>
                    <a:lnTo>
                      <a:pt x="2270" y="1086"/>
                    </a:lnTo>
                    <a:lnTo>
                      <a:pt x="2259" y="1161"/>
                    </a:lnTo>
                    <a:lnTo>
                      <a:pt x="2243" y="1244"/>
                    </a:lnTo>
                    <a:lnTo>
                      <a:pt x="2221" y="1333"/>
                    </a:lnTo>
                    <a:lnTo>
                      <a:pt x="2193" y="1424"/>
                    </a:lnTo>
                    <a:lnTo>
                      <a:pt x="2157" y="1514"/>
                    </a:lnTo>
                    <a:lnTo>
                      <a:pt x="2114" y="1602"/>
                    </a:lnTo>
                    <a:lnTo>
                      <a:pt x="2061" y="1682"/>
                    </a:lnTo>
                    <a:lnTo>
                      <a:pt x="1998" y="1754"/>
                    </a:lnTo>
                    <a:lnTo>
                      <a:pt x="1925" y="1811"/>
                    </a:lnTo>
                    <a:lnTo>
                      <a:pt x="1840" y="1855"/>
                    </a:lnTo>
                    <a:lnTo>
                      <a:pt x="1743" y="1879"/>
                    </a:lnTo>
                    <a:lnTo>
                      <a:pt x="1632" y="1882"/>
                    </a:lnTo>
                    <a:lnTo>
                      <a:pt x="1579" y="1872"/>
                    </a:lnTo>
                    <a:lnTo>
                      <a:pt x="1528" y="1855"/>
                    </a:lnTo>
                    <a:lnTo>
                      <a:pt x="1479" y="1832"/>
                    </a:lnTo>
                    <a:lnTo>
                      <a:pt x="1431" y="1802"/>
                    </a:lnTo>
                    <a:lnTo>
                      <a:pt x="1386" y="1765"/>
                    </a:lnTo>
                    <a:lnTo>
                      <a:pt x="1344" y="1724"/>
                    </a:lnTo>
                    <a:lnTo>
                      <a:pt x="1303" y="1676"/>
                    </a:lnTo>
                    <a:lnTo>
                      <a:pt x="1265" y="1623"/>
                    </a:lnTo>
                    <a:lnTo>
                      <a:pt x="1231" y="1565"/>
                    </a:lnTo>
                    <a:lnTo>
                      <a:pt x="1200" y="1502"/>
                    </a:lnTo>
                    <a:lnTo>
                      <a:pt x="1171" y="1435"/>
                    </a:lnTo>
                    <a:lnTo>
                      <a:pt x="1147" y="1365"/>
                    </a:lnTo>
                    <a:lnTo>
                      <a:pt x="1126" y="1290"/>
                    </a:lnTo>
                    <a:lnTo>
                      <a:pt x="1109" y="1213"/>
                    </a:lnTo>
                    <a:lnTo>
                      <a:pt x="1096" y="1132"/>
                    </a:lnTo>
                    <a:lnTo>
                      <a:pt x="1088" y="1049"/>
                    </a:lnTo>
                    <a:lnTo>
                      <a:pt x="1230" y="1049"/>
                    </a:lnTo>
                    <a:lnTo>
                      <a:pt x="1237" y="1120"/>
                    </a:lnTo>
                    <a:lnTo>
                      <a:pt x="1247" y="1190"/>
                    </a:lnTo>
                    <a:lnTo>
                      <a:pt x="1262" y="1256"/>
                    </a:lnTo>
                    <a:lnTo>
                      <a:pt x="1279" y="1321"/>
                    </a:lnTo>
                    <a:lnTo>
                      <a:pt x="1300" y="1381"/>
                    </a:lnTo>
                    <a:lnTo>
                      <a:pt x="1323" y="1437"/>
                    </a:lnTo>
                    <a:lnTo>
                      <a:pt x="1350" y="1490"/>
                    </a:lnTo>
                    <a:lnTo>
                      <a:pt x="1378" y="1538"/>
                    </a:lnTo>
                    <a:lnTo>
                      <a:pt x="1408" y="1583"/>
                    </a:lnTo>
                    <a:lnTo>
                      <a:pt x="1442" y="1623"/>
                    </a:lnTo>
                    <a:lnTo>
                      <a:pt x="1477" y="1656"/>
                    </a:lnTo>
                    <a:lnTo>
                      <a:pt x="1514" y="1685"/>
                    </a:lnTo>
                    <a:lnTo>
                      <a:pt x="1554" y="1708"/>
                    </a:lnTo>
                    <a:lnTo>
                      <a:pt x="1594" y="1724"/>
                    </a:lnTo>
                    <a:lnTo>
                      <a:pt x="1635" y="1734"/>
                    </a:lnTo>
                    <a:lnTo>
                      <a:pt x="1678" y="1738"/>
                    </a:lnTo>
                    <a:lnTo>
                      <a:pt x="1724" y="1733"/>
                    </a:lnTo>
                    <a:lnTo>
                      <a:pt x="1769" y="1722"/>
                    </a:lnTo>
                    <a:lnTo>
                      <a:pt x="1813" y="1702"/>
                    </a:lnTo>
                    <a:lnTo>
                      <a:pt x="1854" y="1676"/>
                    </a:lnTo>
                    <a:lnTo>
                      <a:pt x="1893" y="1643"/>
                    </a:lnTo>
                    <a:lnTo>
                      <a:pt x="1930" y="1603"/>
                    </a:lnTo>
                    <a:lnTo>
                      <a:pt x="1966" y="1558"/>
                    </a:lnTo>
                    <a:lnTo>
                      <a:pt x="1997" y="1507"/>
                    </a:lnTo>
                    <a:lnTo>
                      <a:pt x="2027" y="1451"/>
                    </a:lnTo>
                    <a:lnTo>
                      <a:pt x="2053" y="1391"/>
                    </a:lnTo>
                    <a:lnTo>
                      <a:pt x="2076" y="1325"/>
                    </a:lnTo>
                    <a:lnTo>
                      <a:pt x="2094" y="1257"/>
                    </a:lnTo>
                    <a:lnTo>
                      <a:pt x="2109" y="1185"/>
                    </a:lnTo>
                    <a:lnTo>
                      <a:pt x="2121" y="1110"/>
                    </a:lnTo>
                    <a:lnTo>
                      <a:pt x="2127" y="1032"/>
                    </a:lnTo>
                    <a:lnTo>
                      <a:pt x="2130" y="951"/>
                    </a:lnTo>
                    <a:lnTo>
                      <a:pt x="2129" y="899"/>
                    </a:lnTo>
                    <a:lnTo>
                      <a:pt x="2126" y="849"/>
                    </a:lnTo>
                    <a:lnTo>
                      <a:pt x="2122" y="799"/>
                    </a:lnTo>
                    <a:lnTo>
                      <a:pt x="2115" y="751"/>
                    </a:lnTo>
                    <a:lnTo>
                      <a:pt x="2107" y="704"/>
                    </a:lnTo>
                    <a:lnTo>
                      <a:pt x="2097" y="658"/>
                    </a:lnTo>
                    <a:lnTo>
                      <a:pt x="2086" y="613"/>
                    </a:lnTo>
                    <a:lnTo>
                      <a:pt x="2073" y="570"/>
                    </a:lnTo>
                    <a:lnTo>
                      <a:pt x="2058" y="529"/>
                    </a:lnTo>
                    <a:lnTo>
                      <a:pt x="2042" y="488"/>
                    </a:lnTo>
                    <a:lnTo>
                      <a:pt x="2026" y="450"/>
                    </a:lnTo>
                    <a:lnTo>
                      <a:pt x="2008" y="413"/>
                    </a:lnTo>
                    <a:lnTo>
                      <a:pt x="1988" y="380"/>
                    </a:lnTo>
                    <a:lnTo>
                      <a:pt x="1967" y="348"/>
                    </a:lnTo>
                    <a:lnTo>
                      <a:pt x="1945" y="318"/>
                    </a:lnTo>
                    <a:lnTo>
                      <a:pt x="1922" y="290"/>
                    </a:lnTo>
                    <a:lnTo>
                      <a:pt x="1908" y="276"/>
                    </a:lnTo>
                    <a:lnTo>
                      <a:pt x="1896" y="263"/>
                    </a:lnTo>
                    <a:lnTo>
                      <a:pt x="1881" y="250"/>
                    </a:lnTo>
                    <a:lnTo>
                      <a:pt x="1867" y="237"/>
                    </a:lnTo>
                    <a:lnTo>
                      <a:pt x="1853" y="227"/>
                    </a:lnTo>
                    <a:lnTo>
                      <a:pt x="1838" y="216"/>
                    </a:lnTo>
                    <a:lnTo>
                      <a:pt x="1823" y="207"/>
                    </a:lnTo>
                    <a:lnTo>
                      <a:pt x="1807" y="198"/>
                    </a:lnTo>
                    <a:lnTo>
                      <a:pt x="1792" y="191"/>
                    </a:lnTo>
                    <a:lnTo>
                      <a:pt x="1776" y="184"/>
                    </a:lnTo>
                    <a:lnTo>
                      <a:pt x="1760" y="178"/>
                    </a:lnTo>
                    <a:lnTo>
                      <a:pt x="1744" y="174"/>
                    </a:lnTo>
                    <a:lnTo>
                      <a:pt x="1728" y="170"/>
                    </a:lnTo>
                    <a:lnTo>
                      <a:pt x="1711" y="168"/>
                    </a:lnTo>
                    <a:lnTo>
                      <a:pt x="1695" y="166"/>
                    </a:lnTo>
                    <a:lnTo>
                      <a:pt x="1678" y="166"/>
                    </a:lnTo>
                    <a:lnTo>
                      <a:pt x="1635" y="169"/>
                    </a:lnTo>
                    <a:lnTo>
                      <a:pt x="1593" y="180"/>
                    </a:lnTo>
                    <a:lnTo>
                      <a:pt x="1552" y="197"/>
                    </a:lnTo>
                    <a:lnTo>
                      <a:pt x="1513" y="221"/>
                    </a:lnTo>
                    <a:lnTo>
                      <a:pt x="1475" y="251"/>
                    </a:lnTo>
                    <a:lnTo>
                      <a:pt x="1439" y="287"/>
                    </a:lnTo>
                    <a:lnTo>
                      <a:pt x="1406" y="329"/>
                    </a:lnTo>
                    <a:lnTo>
                      <a:pt x="1375" y="377"/>
                    </a:lnTo>
                    <a:lnTo>
                      <a:pt x="1346" y="431"/>
                    </a:lnTo>
                    <a:lnTo>
                      <a:pt x="1320" y="488"/>
                    </a:lnTo>
                    <a:lnTo>
                      <a:pt x="1297" y="552"/>
                    </a:lnTo>
                    <a:lnTo>
                      <a:pt x="1276" y="620"/>
                    </a:lnTo>
                    <a:lnTo>
                      <a:pt x="1258" y="693"/>
                    </a:lnTo>
                    <a:lnTo>
                      <a:pt x="1246" y="770"/>
                    </a:lnTo>
                    <a:lnTo>
                      <a:pt x="1235" y="851"/>
                    </a:lnTo>
                    <a:lnTo>
                      <a:pt x="1229" y="936"/>
                    </a:lnTo>
                    <a:lnTo>
                      <a:pt x="1370" y="936"/>
                    </a:lnTo>
                    <a:lnTo>
                      <a:pt x="1375" y="881"/>
                    </a:lnTo>
                    <a:lnTo>
                      <a:pt x="1383" y="828"/>
                    </a:lnTo>
                    <a:lnTo>
                      <a:pt x="1391" y="778"/>
                    </a:lnTo>
                    <a:lnTo>
                      <a:pt x="1401" y="732"/>
                    </a:lnTo>
                    <a:lnTo>
                      <a:pt x="1414" y="689"/>
                    </a:lnTo>
                    <a:lnTo>
                      <a:pt x="1428" y="649"/>
                    </a:lnTo>
                    <a:lnTo>
                      <a:pt x="1443" y="613"/>
                    </a:lnTo>
                    <a:lnTo>
                      <a:pt x="1460" y="580"/>
                    </a:lnTo>
                    <a:lnTo>
                      <a:pt x="1477" y="550"/>
                    </a:lnTo>
                    <a:lnTo>
                      <a:pt x="1497" y="525"/>
                    </a:lnTo>
                    <a:lnTo>
                      <a:pt x="1517" y="503"/>
                    </a:lnTo>
                    <a:lnTo>
                      <a:pt x="1537" y="485"/>
                    </a:lnTo>
                    <a:lnTo>
                      <a:pt x="1559" y="471"/>
                    </a:lnTo>
                    <a:lnTo>
                      <a:pt x="1582" y="461"/>
                    </a:lnTo>
                    <a:lnTo>
                      <a:pt x="1605" y="455"/>
                    </a:lnTo>
                    <a:lnTo>
                      <a:pt x="1630" y="453"/>
                    </a:lnTo>
                    <a:lnTo>
                      <a:pt x="1650" y="454"/>
                    </a:lnTo>
                    <a:lnTo>
                      <a:pt x="1670" y="458"/>
                    </a:lnTo>
                    <a:lnTo>
                      <a:pt x="1690" y="465"/>
                    </a:lnTo>
                    <a:lnTo>
                      <a:pt x="1709" y="476"/>
                    </a:lnTo>
                    <a:lnTo>
                      <a:pt x="1728" y="488"/>
                    </a:lnTo>
                    <a:lnTo>
                      <a:pt x="1745" y="502"/>
                    </a:lnTo>
                    <a:lnTo>
                      <a:pt x="1762" y="519"/>
                    </a:lnTo>
                    <a:lnTo>
                      <a:pt x="1778" y="539"/>
                    </a:lnTo>
                    <a:lnTo>
                      <a:pt x="1804" y="576"/>
                    </a:lnTo>
                    <a:lnTo>
                      <a:pt x="1827" y="618"/>
                    </a:lnTo>
                    <a:lnTo>
                      <a:pt x="1846" y="666"/>
                    </a:lnTo>
                    <a:lnTo>
                      <a:pt x="1862" y="716"/>
                    </a:lnTo>
                    <a:lnTo>
                      <a:pt x="1876" y="773"/>
                    </a:lnTo>
                    <a:lnTo>
                      <a:pt x="1887" y="831"/>
                    </a:lnTo>
                    <a:lnTo>
                      <a:pt x="1892" y="892"/>
                    </a:lnTo>
                    <a:lnTo>
                      <a:pt x="1895" y="957"/>
                    </a:lnTo>
                    <a:lnTo>
                      <a:pt x="1893" y="1009"/>
                    </a:lnTo>
                    <a:lnTo>
                      <a:pt x="1889" y="1058"/>
                    </a:lnTo>
                    <a:lnTo>
                      <a:pt x="1883" y="1107"/>
                    </a:lnTo>
                    <a:lnTo>
                      <a:pt x="1874" y="1154"/>
                    </a:lnTo>
                    <a:lnTo>
                      <a:pt x="1862" y="1198"/>
                    </a:lnTo>
                    <a:lnTo>
                      <a:pt x="1850" y="1239"/>
                    </a:lnTo>
                    <a:lnTo>
                      <a:pt x="1834" y="1278"/>
                    </a:lnTo>
                    <a:lnTo>
                      <a:pt x="1817" y="1314"/>
                    </a:lnTo>
                    <a:lnTo>
                      <a:pt x="1798" y="1347"/>
                    </a:lnTo>
                    <a:lnTo>
                      <a:pt x="1778" y="1376"/>
                    </a:lnTo>
                    <a:lnTo>
                      <a:pt x="1756" y="1401"/>
                    </a:lnTo>
                    <a:lnTo>
                      <a:pt x="1733" y="1422"/>
                    </a:lnTo>
                    <a:lnTo>
                      <a:pt x="1708" y="1439"/>
                    </a:lnTo>
                    <a:lnTo>
                      <a:pt x="1683" y="1452"/>
                    </a:lnTo>
                    <a:lnTo>
                      <a:pt x="1657" y="1460"/>
                    </a:lnTo>
                    <a:lnTo>
                      <a:pt x="1630" y="1462"/>
                    </a:lnTo>
                    <a:lnTo>
                      <a:pt x="1605" y="1460"/>
                    </a:lnTo>
                    <a:lnTo>
                      <a:pt x="1582" y="1454"/>
                    </a:lnTo>
                    <a:lnTo>
                      <a:pt x="1559" y="1444"/>
                    </a:lnTo>
                    <a:lnTo>
                      <a:pt x="1537" y="1431"/>
                    </a:lnTo>
                    <a:lnTo>
                      <a:pt x="1517" y="1414"/>
                    </a:lnTo>
                    <a:lnTo>
                      <a:pt x="1497" y="1393"/>
                    </a:lnTo>
                    <a:lnTo>
                      <a:pt x="1477" y="1370"/>
                    </a:lnTo>
                    <a:lnTo>
                      <a:pt x="1460" y="1344"/>
                    </a:lnTo>
                    <a:lnTo>
                      <a:pt x="1443" y="1315"/>
                    </a:lnTo>
                    <a:lnTo>
                      <a:pt x="1428" y="1283"/>
                    </a:lnTo>
                    <a:lnTo>
                      <a:pt x="1414" y="1249"/>
                    </a:lnTo>
                    <a:lnTo>
                      <a:pt x="1401" y="1213"/>
                    </a:lnTo>
                    <a:lnTo>
                      <a:pt x="1391" y="1175"/>
                    </a:lnTo>
                    <a:lnTo>
                      <a:pt x="1383" y="1134"/>
                    </a:lnTo>
                    <a:lnTo>
                      <a:pt x="1375" y="1093"/>
                    </a:lnTo>
                    <a:lnTo>
                      <a:pt x="1370" y="1049"/>
                    </a:lnTo>
                    <a:lnTo>
                      <a:pt x="1490" y="1049"/>
                    </a:lnTo>
                    <a:lnTo>
                      <a:pt x="1498" y="1087"/>
                    </a:lnTo>
                    <a:lnTo>
                      <a:pt x="1509" y="1123"/>
                    </a:lnTo>
                    <a:lnTo>
                      <a:pt x="1522" y="1154"/>
                    </a:lnTo>
                    <a:lnTo>
                      <a:pt x="1537" y="1180"/>
                    </a:lnTo>
                    <a:lnTo>
                      <a:pt x="1555" y="1202"/>
                    </a:lnTo>
                    <a:lnTo>
                      <a:pt x="1573" y="1218"/>
                    </a:lnTo>
                    <a:lnTo>
                      <a:pt x="1593" y="1229"/>
                    </a:lnTo>
                    <a:lnTo>
                      <a:pt x="1613" y="1232"/>
                    </a:lnTo>
                    <a:lnTo>
                      <a:pt x="1640" y="1226"/>
                    </a:lnTo>
                    <a:lnTo>
                      <a:pt x="1665" y="1210"/>
                    </a:lnTo>
                    <a:lnTo>
                      <a:pt x="1688" y="1185"/>
                    </a:lnTo>
                    <a:lnTo>
                      <a:pt x="1708" y="1152"/>
                    </a:lnTo>
                    <a:lnTo>
                      <a:pt x="1723" y="1111"/>
                    </a:lnTo>
                    <a:lnTo>
                      <a:pt x="1736" y="1064"/>
                    </a:lnTo>
                    <a:lnTo>
                      <a:pt x="1744" y="1012"/>
                    </a:lnTo>
                    <a:lnTo>
                      <a:pt x="1746" y="957"/>
                    </a:lnTo>
                    <a:lnTo>
                      <a:pt x="1744" y="902"/>
                    </a:lnTo>
                    <a:lnTo>
                      <a:pt x="1736" y="851"/>
                    </a:lnTo>
                    <a:lnTo>
                      <a:pt x="1723" y="804"/>
                    </a:lnTo>
                    <a:lnTo>
                      <a:pt x="1708" y="763"/>
                    </a:lnTo>
                    <a:lnTo>
                      <a:pt x="1688" y="730"/>
                    </a:lnTo>
                    <a:lnTo>
                      <a:pt x="1665" y="705"/>
                    </a:lnTo>
                    <a:lnTo>
                      <a:pt x="1640" y="689"/>
                    </a:lnTo>
                    <a:lnTo>
                      <a:pt x="1613" y="683"/>
                    </a:lnTo>
                    <a:lnTo>
                      <a:pt x="1588" y="687"/>
                    </a:lnTo>
                    <a:lnTo>
                      <a:pt x="1565" y="702"/>
                    </a:lnTo>
                    <a:lnTo>
                      <a:pt x="1544" y="724"/>
                    </a:lnTo>
                    <a:lnTo>
                      <a:pt x="1525" y="754"/>
                    </a:lnTo>
                    <a:lnTo>
                      <a:pt x="1509" y="791"/>
                    </a:lnTo>
                    <a:lnTo>
                      <a:pt x="1496" y="833"/>
                    </a:lnTo>
                    <a:lnTo>
                      <a:pt x="1488" y="880"/>
                    </a:lnTo>
                    <a:lnTo>
                      <a:pt x="1483" y="930"/>
                    </a:lnTo>
                    <a:lnTo>
                      <a:pt x="1498" y="930"/>
                    </a:lnTo>
                    <a:lnTo>
                      <a:pt x="1513" y="930"/>
                    </a:lnTo>
                    <a:lnTo>
                      <a:pt x="1526" y="930"/>
                    </a:lnTo>
                    <a:lnTo>
                      <a:pt x="1537" y="930"/>
                    </a:lnTo>
                    <a:lnTo>
                      <a:pt x="1548" y="930"/>
                    </a:lnTo>
                    <a:lnTo>
                      <a:pt x="1557" y="930"/>
                    </a:lnTo>
                    <a:lnTo>
                      <a:pt x="1564" y="930"/>
                    </a:lnTo>
                    <a:lnTo>
                      <a:pt x="1570" y="930"/>
                    </a:lnTo>
                    <a:lnTo>
                      <a:pt x="1572" y="917"/>
                    </a:lnTo>
                    <a:lnTo>
                      <a:pt x="1577" y="904"/>
                    </a:lnTo>
                    <a:lnTo>
                      <a:pt x="1580" y="892"/>
                    </a:lnTo>
                    <a:lnTo>
                      <a:pt x="1586" y="882"/>
                    </a:lnTo>
                    <a:lnTo>
                      <a:pt x="1592" y="874"/>
                    </a:lnTo>
                    <a:lnTo>
                      <a:pt x="1598" y="868"/>
                    </a:lnTo>
                    <a:lnTo>
                      <a:pt x="1605" y="865"/>
                    </a:lnTo>
                    <a:lnTo>
                      <a:pt x="1613" y="864"/>
                    </a:lnTo>
                    <a:lnTo>
                      <a:pt x="1623" y="866"/>
                    </a:lnTo>
                    <a:lnTo>
                      <a:pt x="1632" y="871"/>
                    </a:lnTo>
                    <a:lnTo>
                      <a:pt x="1640" y="880"/>
                    </a:lnTo>
                    <a:lnTo>
                      <a:pt x="1647" y="891"/>
                    </a:lnTo>
                    <a:lnTo>
                      <a:pt x="1653" y="905"/>
                    </a:lnTo>
                    <a:lnTo>
                      <a:pt x="1657" y="920"/>
                    </a:lnTo>
                    <a:lnTo>
                      <a:pt x="1660" y="939"/>
                    </a:lnTo>
                    <a:lnTo>
                      <a:pt x="1661" y="957"/>
                    </a:lnTo>
                    <a:lnTo>
                      <a:pt x="1660" y="975"/>
                    </a:lnTo>
                    <a:lnTo>
                      <a:pt x="1657" y="994"/>
                    </a:lnTo>
                    <a:lnTo>
                      <a:pt x="1653" y="1010"/>
                    </a:lnTo>
                    <a:lnTo>
                      <a:pt x="1647" y="1024"/>
                    </a:lnTo>
                    <a:lnTo>
                      <a:pt x="1640" y="1035"/>
                    </a:lnTo>
                    <a:lnTo>
                      <a:pt x="1632" y="1044"/>
                    </a:lnTo>
                    <a:lnTo>
                      <a:pt x="1623" y="1049"/>
                    </a:lnTo>
                    <a:lnTo>
                      <a:pt x="1613" y="1051"/>
                    </a:lnTo>
                    <a:lnTo>
                      <a:pt x="1607" y="1050"/>
                    </a:lnTo>
                    <a:lnTo>
                      <a:pt x="1600" y="1047"/>
                    </a:lnTo>
                    <a:lnTo>
                      <a:pt x="1593" y="1041"/>
                    </a:lnTo>
                    <a:lnTo>
                      <a:pt x="1587" y="1034"/>
                    </a:lnTo>
                    <a:lnTo>
                      <a:pt x="1581" y="1025"/>
                    </a:lnTo>
                    <a:lnTo>
                      <a:pt x="1578" y="1015"/>
                    </a:lnTo>
                    <a:lnTo>
                      <a:pt x="1573" y="1003"/>
                    </a:lnTo>
                    <a:lnTo>
                      <a:pt x="1571" y="990"/>
                    </a:lnTo>
                    <a:lnTo>
                      <a:pt x="1563" y="990"/>
                    </a:lnTo>
                    <a:lnTo>
                      <a:pt x="1551" y="990"/>
                    </a:lnTo>
                    <a:lnTo>
                      <a:pt x="1536" y="990"/>
                    </a:lnTo>
                    <a:lnTo>
                      <a:pt x="1518" y="989"/>
                    </a:lnTo>
                    <a:lnTo>
                      <a:pt x="1495" y="989"/>
                    </a:lnTo>
                    <a:lnTo>
                      <a:pt x="1469" y="989"/>
                    </a:lnTo>
                    <a:lnTo>
                      <a:pt x="1441" y="989"/>
                    </a:lnTo>
                    <a:lnTo>
                      <a:pt x="1408" y="989"/>
                    </a:lnTo>
                    <a:lnTo>
                      <a:pt x="1374" y="989"/>
                    </a:lnTo>
                    <a:lnTo>
                      <a:pt x="1336" y="989"/>
                    </a:lnTo>
                    <a:lnTo>
                      <a:pt x="1294" y="989"/>
                    </a:lnTo>
                    <a:lnTo>
                      <a:pt x="1252" y="989"/>
                    </a:lnTo>
                    <a:lnTo>
                      <a:pt x="1205" y="989"/>
                    </a:lnTo>
                    <a:lnTo>
                      <a:pt x="1157" y="989"/>
                    </a:lnTo>
                    <a:lnTo>
                      <a:pt x="1106" y="989"/>
                    </a:lnTo>
                    <a:lnTo>
                      <a:pt x="1053" y="989"/>
                    </a:lnTo>
                    <a:lnTo>
                      <a:pt x="1053" y="989"/>
                    </a:lnTo>
                    <a:lnTo>
                      <a:pt x="1013" y="989"/>
                    </a:lnTo>
                    <a:lnTo>
                      <a:pt x="973" y="989"/>
                    </a:lnTo>
                    <a:lnTo>
                      <a:pt x="932" y="989"/>
                    </a:lnTo>
                    <a:lnTo>
                      <a:pt x="894" y="989"/>
                    </a:lnTo>
                    <a:lnTo>
                      <a:pt x="857" y="989"/>
                    </a:lnTo>
                    <a:lnTo>
                      <a:pt x="823" y="989"/>
                    </a:lnTo>
                    <a:lnTo>
                      <a:pt x="789" y="989"/>
                    </a:lnTo>
                    <a:lnTo>
                      <a:pt x="758" y="989"/>
                    </a:lnTo>
                    <a:lnTo>
                      <a:pt x="731" y="990"/>
                    </a:lnTo>
                    <a:lnTo>
                      <a:pt x="705" y="990"/>
                    </a:lnTo>
                    <a:lnTo>
                      <a:pt x="682" y="990"/>
                    </a:lnTo>
                    <a:lnTo>
                      <a:pt x="664" y="990"/>
                    </a:lnTo>
                    <a:lnTo>
                      <a:pt x="649" y="990"/>
                    </a:lnTo>
                    <a:lnTo>
                      <a:pt x="637" y="990"/>
                    </a:lnTo>
                    <a:lnTo>
                      <a:pt x="630" y="990"/>
                    </a:lnTo>
                    <a:lnTo>
                      <a:pt x="628" y="990"/>
                    </a:lnTo>
                    <a:lnTo>
                      <a:pt x="449" y="1218"/>
                    </a:lnTo>
                    <a:lnTo>
                      <a:pt x="51" y="1218"/>
                    </a:lnTo>
                    <a:lnTo>
                      <a:pt x="216" y="990"/>
                    </a:lnTo>
                    <a:lnTo>
                      <a:pt x="0" y="990"/>
                    </a:lnTo>
                    <a:lnTo>
                      <a:pt x="0" y="930"/>
                    </a:lnTo>
                    <a:lnTo>
                      <a:pt x="216" y="930"/>
                    </a:lnTo>
                    <a:lnTo>
                      <a:pt x="17" y="719"/>
                    </a:lnTo>
                    <a:lnTo>
                      <a:pt x="467" y="724"/>
                    </a:lnTo>
                    <a:lnTo>
                      <a:pt x="628" y="930"/>
                    </a:lnTo>
                    <a:lnTo>
                      <a:pt x="630" y="930"/>
                    </a:lnTo>
                    <a:lnTo>
                      <a:pt x="638" y="930"/>
                    </a:lnTo>
                    <a:lnTo>
                      <a:pt x="650" y="930"/>
                    </a:lnTo>
                    <a:lnTo>
                      <a:pt x="667" y="930"/>
                    </a:lnTo>
                    <a:lnTo>
                      <a:pt x="687" y="930"/>
                    </a:lnTo>
                    <a:lnTo>
                      <a:pt x="711" y="930"/>
                    </a:lnTo>
                    <a:lnTo>
                      <a:pt x="739" y="930"/>
                    </a:lnTo>
                    <a:lnTo>
                      <a:pt x="770" y="930"/>
                    </a:lnTo>
                    <a:lnTo>
                      <a:pt x="802" y="930"/>
                    </a:lnTo>
                    <a:lnTo>
                      <a:pt x="838" y="930"/>
                    </a:lnTo>
                    <a:lnTo>
                      <a:pt x="876" y="930"/>
                    </a:lnTo>
                    <a:lnTo>
                      <a:pt x="915" y="930"/>
                    </a:lnTo>
                    <a:lnTo>
                      <a:pt x="957" y="930"/>
                    </a:lnTo>
                    <a:lnTo>
                      <a:pt x="998" y="930"/>
                    </a:lnTo>
                    <a:lnTo>
                      <a:pt x="1041" y="930"/>
                    </a:lnTo>
                    <a:lnTo>
                      <a:pt x="1084" y="930"/>
                    </a:lnTo>
                    <a:lnTo>
                      <a:pt x="1088" y="835"/>
                    </a:lnTo>
                    <a:lnTo>
                      <a:pt x="1097" y="743"/>
                    </a:lnTo>
                    <a:lnTo>
                      <a:pt x="1112" y="654"/>
                    </a:lnTo>
                    <a:lnTo>
                      <a:pt x="1133" y="569"/>
                    </a:lnTo>
                    <a:lnTo>
                      <a:pt x="1157" y="487"/>
                    </a:lnTo>
                    <a:lnTo>
                      <a:pt x="1187" y="410"/>
                    </a:lnTo>
                    <a:lnTo>
                      <a:pt x="1220" y="339"/>
                    </a:lnTo>
                    <a:lnTo>
                      <a:pt x="1258" y="273"/>
                    </a:lnTo>
                    <a:lnTo>
                      <a:pt x="1300" y="213"/>
                    </a:lnTo>
                    <a:lnTo>
                      <a:pt x="1345" y="159"/>
                    </a:lnTo>
                    <a:lnTo>
                      <a:pt x="1393" y="113"/>
                    </a:lnTo>
                    <a:lnTo>
                      <a:pt x="1444" y="74"/>
                    </a:lnTo>
                    <a:lnTo>
                      <a:pt x="1497" y="41"/>
                    </a:lnTo>
                    <a:lnTo>
                      <a:pt x="1552" y="18"/>
                    </a:lnTo>
                    <a:lnTo>
                      <a:pt x="1611" y="5"/>
                    </a:lnTo>
                    <a:lnTo>
                      <a:pt x="1670" y="0"/>
                    </a:lnTo>
                    <a:lnTo>
                      <a:pt x="1693" y="0"/>
                    </a:lnTo>
                    <a:lnTo>
                      <a:pt x="1715" y="2"/>
                    </a:lnTo>
                    <a:lnTo>
                      <a:pt x="1738" y="5"/>
                    </a:lnTo>
                    <a:lnTo>
                      <a:pt x="1761" y="8"/>
                    </a:lnTo>
                    <a:lnTo>
                      <a:pt x="1784" y="14"/>
                    </a:lnTo>
                    <a:lnTo>
                      <a:pt x="1807" y="21"/>
                    </a:lnTo>
                    <a:lnTo>
                      <a:pt x="1831" y="29"/>
                    </a:lnTo>
                    <a:lnTo>
                      <a:pt x="1854" y="38"/>
                    </a:lnTo>
                    <a:lnTo>
                      <a:pt x="1877" y="50"/>
                    </a:lnTo>
                    <a:lnTo>
                      <a:pt x="1900" y="63"/>
                    </a:lnTo>
                    <a:lnTo>
                      <a:pt x="1923" y="78"/>
                    </a:lnTo>
                    <a:lnTo>
                      <a:pt x="1947" y="96"/>
                    </a:lnTo>
                    <a:lnTo>
                      <a:pt x="1970" y="114"/>
                    </a:lnTo>
                    <a:lnTo>
                      <a:pt x="1993" y="136"/>
                    </a:lnTo>
                    <a:lnTo>
                      <a:pt x="2016" y="159"/>
                    </a:lnTo>
                    <a:lnTo>
                      <a:pt x="2038" y="185"/>
                    </a:lnTo>
                    <a:lnTo>
                      <a:pt x="1989" y="136"/>
                    </a:lnTo>
                    <a:lnTo>
                      <a:pt x="2004" y="151"/>
                    </a:lnTo>
                    <a:lnTo>
                      <a:pt x="2023" y="172"/>
                    </a:lnTo>
                    <a:lnTo>
                      <a:pt x="2044" y="197"/>
                    </a:lnTo>
                    <a:lnTo>
                      <a:pt x="2068" y="226"/>
                    </a:lnTo>
                    <a:lnTo>
                      <a:pt x="2092" y="260"/>
                    </a:lnTo>
                    <a:lnTo>
                      <a:pt x="2117" y="298"/>
                    </a:lnTo>
                    <a:lnTo>
                      <a:pt x="2144" y="342"/>
                    </a:lnTo>
                    <a:lnTo>
                      <a:pt x="2169" y="389"/>
                    </a:lnTo>
                    <a:lnTo>
                      <a:pt x="2193" y="441"/>
                    </a:lnTo>
                    <a:lnTo>
                      <a:pt x="2216" y="499"/>
                    </a:lnTo>
                    <a:lnTo>
                      <a:pt x="2236" y="560"/>
                    </a:lnTo>
                    <a:lnTo>
                      <a:pt x="2254" y="625"/>
                    </a:lnTo>
                    <a:lnTo>
                      <a:pt x="2268" y="694"/>
                    </a:lnTo>
                    <a:lnTo>
                      <a:pt x="2278" y="769"/>
                    </a:lnTo>
                    <a:lnTo>
                      <a:pt x="2284" y="848"/>
                    </a:lnTo>
                    <a:lnTo>
                      <a:pt x="2284" y="93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tr-TR"/>
              </a:p>
            </p:txBody>
          </p:sp>
        </p:grpSp>
      </p:grpSp>
      <p:sp>
        <p:nvSpPr>
          <p:cNvPr id="12" name="Metin kutusu 11"/>
          <p:cNvSpPr txBox="1"/>
          <p:nvPr>
            <p:custDataLst>
              <p:tags r:id="rId3"/>
            </p:custDataLst>
          </p:nvPr>
        </p:nvSpPr>
        <p:spPr>
          <a:xfrm>
            <a:off x="381000" y="-2977"/>
            <a:ext cx="7696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b="1" dirty="0">
                <a:solidFill>
                  <a:schemeClr val="bg1"/>
                </a:solidFill>
              </a:rPr>
              <a:t> Resimlerin boyutlarını </a:t>
            </a:r>
            <a:r>
              <a:rPr lang="tr-TR" sz="1400" b="1" dirty="0" smtClean="0">
                <a:solidFill>
                  <a:schemeClr val="bg1"/>
                </a:solidFill>
              </a:rPr>
              <a:t>değiştirir </a:t>
            </a:r>
            <a:r>
              <a:rPr lang="tr-TR" sz="1400" b="1" dirty="0">
                <a:solidFill>
                  <a:schemeClr val="bg1"/>
                </a:solidFill>
              </a:rPr>
              <a:t>ve </a:t>
            </a:r>
            <a:r>
              <a:rPr lang="tr-TR" sz="1400" b="1" dirty="0" smtClean="0">
                <a:solidFill>
                  <a:schemeClr val="bg1"/>
                </a:solidFill>
              </a:rPr>
              <a:t>döndürür</a:t>
            </a:r>
            <a:endParaRPr lang="tr-TR" sz="1400" b="1" dirty="0">
              <a:solidFill>
                <a:schemeClr val="bg1"/>
              </a:solidFill>
            </a:endParaRP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6</a:t>
            </a:fld>
            <a:endParaRPr lang="tr-TR"/>
          </a:p>
        </p:txBody>
      </p:sp>
      <p:sp>
        <p:nvSpPr>
          <p:cNvPr id="7" name="Metin kutusu 6"/>
          <p:cNvSpPr txBox="1"/>
          <p:nvPr>
            <p:custDataLst>
              <p:tags r:id="rId5"/>
            </p:custDataLst>
          </p:nvPr>
        </p:nvSpPr>
        <p:spPr>
          <a:xfrm>
            <a:off x="533400" y="1371600"/>
            <a:ext cx="7772400" cy="3739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tr-TR" sz="1600" dirty="0"/>
              <a:t>Boyutlarını değiştirmek veya döndürmek istediğiniz resmi seçiniz</a:t>
            </a:r>
            <a:r>
              <a:rPr lang="tr-TR" sz="1600" dirty="0" smtClean="0"/>
              <a:t>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endParaRPr lang="tr-TR" sz="1600" dirty="0"/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endParaRPr lang="tr-TR" sz="1600" dirty="0" smtClean="0"/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endParaRPr lang="tr-TR" sz="1600" dirty="0" smtClean="0"/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endParaRPr lang="tr-TR" sz="1600" dirty="0"/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endParaRPr lang="tr-TR" sz="1600" dirty="0" smtClean="0"/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endParaRPr lang="tr-TR" sz="1600" dirty="0"/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endParaRPr lang="tr-TR" sz="1600" dirty="0" smtClean="0"/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tr-TR" sz="1600" dirty="0" smtClean="0"/>
              <a:t>Yeniden </a:t>
            </a:r>
            <a:r>
              <a:rPr lang="tr-TR" sz="1600" dirty="0"/>
              <a:t>boyutlandırmak için </a:t>
            </a:r>
            <a:r>
              <a:rPr lang="tr-TR" sz="1600" b="1" i="1" dirty="0"/>
              <a:t>Köşe</a:t>
            </a:r>
            <a:r>
              <a:rPr lang="tr-TR" sz="1600" dirty="0"/>
              <a:t> veya </a:t>
            </a:r>
            <a:r>
              <a:rPr lang="tr-TR" sz="1600" b="1" i="1" dirty="0"/>
              <a:t>K</a:t>
            </a:r>
            <a:r>
              <a:rPr lang="tr-TR" sz="1600" b="1" i="1" dirty="0" smtClean="0"/>
              <a:t>enar </a:t>
            </a:r>
            <a:r>
              <a:rPr lang="tr-TR" sz="1600" b="1" i="1" dirty="0"/>
              <a:t>tutamacına </a:t>
            </a:r>
            <a:r>
              <a:rPr lang="tr-TR" sz="1600" dirty="0"/>
              <a:t>tıklayın ve  fare işaretçisi  şekline dönüştükten sonra sürükleyin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tr-TR" sz="1600" dirty="0" smtClean="0"/>
              <a:t>Döndürmek </a:t>
            </a:r>
            <a:r>
              <a:rPr lang="tr-TR" sz="1600" dirty="0"/>
              <a:t>için </a:t>
            </a:r>
            <a:r>
              <a:rPr lang="tr-TR" sz="1600" b="1" i="1" dirty="0"/>
              <a:t>Döndürme tutmacına </a:t>
            </a:r>
            <a:r>
              <a:rPr lang="tr-TR" sz="1600" dirty="0"/>
              <a:t>tıklayın ve fareyi sürükleyerek döndürme işlemini gerçekleştirin.</a:t>
            </a:r>
          </a:p>
        </p:txBody>
      </p:sp>
      <p:pic>
        <p:nvPicPr>
          <p:cNvPr id="14" name="Resim 13"/>
          <p:cNvPicPr/>
          <p:nvPr/>
        </p:nvPicPr>
        <p:blipFill>
          <a:blip r:embed="rId11"/>
          <a:stretch>
            <a:fillRect/>
          </a:stretch>
        </p:blipFill>
        <p:spPr>
          <a:xfrm>
            <a:off x="1011132" y="1752600"/>
            <a:ext cx="3408468" cy="2163232"/>
          </a:xfrm>
          <a:prstGeom prst="rect">
            <a:avLst/>
          </a:prstGeom>
        </p:spPr>
      </p:pic>
      <p:pic>
        <p:nvPicPr>
          <p:cNvPr id="15" name="Resim 14"/>
          <p:cNvPicPr/>
          <p:nvPr/>
        </p:nvPicPr>
        <p:blipFill>
          <a:blip r:embed="rId12"/>
          <a:stretch>
            <a:fillRect/>
          </a:stretch>
        </p:blipFill>
        <p:spPr>
          <a:xfrm>
            <a:off x="7811135" y="4001135"/>
            <a:ext cx="189865" cy="18986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02345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457200"/>
            <a:ext cx="8229600" cy="533400"/>
          </a:xfrm>
          <a:solidFill>
            <a:schemeClr val="tx2">
              <a:lumMod val="75000"/>
            </a:schemeClr>
          </a:solidFill>
        </p:spPr>
        <p:txBody>
          <a:bodyPr>
            <a:normAutofit fontScale="90000"/>
          </a:bodyPr>
          <a:lstStyle/>
          <a:p>
            <a:r>
              <a:rPr lang="tr-TR" sz="3200" b="1" spc="50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  <a:t>Metin, tablo ve resimleri silmek</a:t>
            </a:r>
          </a:p>
        </p:txBody>
      </p:sp>
      <p:grpSp>
        <p:nvGrpSpPr>
          <p:cNvPr id="11" name="Grup 10"/>
          <p:cNvGrpSpPr/>
          <p:nvPr/>
        </p:nvGrpSpPr>
        <p:grpSpPr>
          <a:xfrm>
            <a:off x="0" y="0"/>
            <a:ext cx="9144000" cy="276999"/>
            <a:chOff x="0" y="0"/>
            <a:chExt cx="9144000" cy="381000"/>
          </a:xfrm>
        </p:grpSpPr>
        <p:sp>
          <p:nvSpPr>
            <p:cNvPr id="4" name="Dikdörtgen 3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9144000" cy="381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grpSp>
          <p:nvGrpSpPr>
            <p:cNvPr id="8" name="Group 9"/>
            <p:cNvGrpSpPr>
              <a:grpSpLocks noChangeAspect="1"/>
            </p:cNvGrpSpPr>
            <p:nvPr/>
          </p:nvGrpSpPr>
          <p:grpSpPr bwMode="auto">
            <a:xfrm>
              <a:off x="24723" y="14837"/>
              <a:ext cx="934093" cy="322595"/>
              <a:chOff x="1755" y="1344"/>
              <a:chExt cx="2994" cy="1034"/>
            </a:xfrm>
          </p:grpSpPr>
          <p:sp>
            <p:nvSpPr>
              <p:cNvPr id="9" name="AutoShape 8"/>
              <p:cNvSpPr>
                <a:spLocks noChangeAspect="1" noChangeArrowheads="1" noTextEdit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3600" y="1344"/>
                <a:ext cx="1149" cy="9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tr-TR"/>
              </a:p>
            </p:txBody>
          </p:sp>
          <p:sp>
            <p:nvSpPr>
              <p:cNvPr id="10" name="Freeform 10"/>
              <p:cNvSpPr>
                <a:spLocks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755" y="1437"/>
                <a:ext cx="1142" cy="941"/>
              </a:xfrm>
              <a:custGeom>
                <a:avLst/>
                <a:gdLst>
                  <a:gd name="T0" fmla="*/ 2259 w 2284"/>
                  <a:gd name="T1" fmla="*/ 1161 h 1882"/>
                  <a:gd name="T2" fmla="*/ 2061 w 2284"/>
                  <a:gd name="T3" fmla="*/ 1682 h 1882"/>
                  <a:gd name="T4" fmla="*/ 1579 w 2284"/>
                  <a:gd name="T5" fmla="*/ 1872 h 1882"/>
                  <a:gd name="T6" fmla="*/ 1303 w 2284"/>
                  <a:gd name="T7" fmla="*/ 1676 h 1882"/>
                  <a:gd name="T8" fmla="*/ 1126 w 2284"/>
                  <a:gd name="T9" fmla="*/ 1290 h 1882"/>
                  <a:gd name="T10" fmla="*/ 1247 w 2284"/>
                  <a:gd name="T11" fmla="*/ 1190 h 1882"/>
                  <a:gd name="T12" fmla="*/ 1378 w 2284"/>
                  <a:gd name="T13" fmla="*/ 1538 h 1882"/>
                  <a:gd name="T14" fmla="*/ 1594 w 2284"/>
                  <a:gd name="T15" fmla="*/ 1724 h 1882"/>
                  <a:gd name="T16" fmla="*/ 1854 w 2284"/>
                  <a:gd name="T17" fmla="*/ 1676 h 1882"/>
                  <a:gd name="T18" fmla="*/ 2053 w 2284"/>
                  <a:gd name="T19" fmla="*/ 1391 h 1882"/>
                  <a:gd name="T20" fmla="*/ 2130 w 2284"/>
                  <a:gd name="T21" fmla="*/ 951 h 1882"/>
                  <a:gd name="T22" fmla="*/ 2097 w 2284"/>
                  <a:gd name="T23" fmla="*/ 658 h 1882"/>
                  <a:gd name="T24" fmla="*/ 2008 w 2284"/>
                  <a:gd name="T25" fmla="*/ 413 h 1882"/>
                  <a:gd name="T26" fmla="*/ 1896 w 2284"/>
                  <a:gd name="T27" fmla="*/ 263 h 1882"/>
                  <a:gd name="T28" fmla="*/ 1807 w 2284"/>
                  <a:gd name="T29" fmla="*/ 198 h 1882"/>
                  <a:gd name="T30" fmla="*/ 1711 w 2284"/>
                  <a:gd name="T31" fmla="*/ 168 h 1882"/>
                  <a:gd name="T32" fmla="*/ 1513 w 2284"/>
                  <a:gd name="T33" fmla="*/ 221 h 1882"/>
                  <a:gd name="T34" fmla="*/ 1320 w 2284"/>
                  <a:gd name="T35" fmla="*/ 488 h 1882"/>
                  <a:gd name="T36" fmla="*/ 1229 w 2284"/>
                  <a:gd name="T37" fmla="*/ 936 h 1882"/>
                  <a:gd name="T38" fmla="*/ 1414 w 2284"/>
                  <a:gd name="T39" fmla="*/ 689 h 1882"/>
                  <a:gd name="T40" fmla="*/ 1517 w 2284"/>
                  <a:gd name="T41" fmla="*/ 503 h 1882"/>
                  <a:gd name="T42" fmla="*/ 1650 w 2284"/>
                  <a:gd name="T43" fmla="*/ 454 h 1882"/>
                  <a:gd name="T44" fmla="*/ 1762 w 2284"/>
                  <a:gd name="T45" fmla="*/ 519 h 1882"/>
                  <a:gd name="T46" fmla="*/ 1876 w 2284"/>
                  <a:gd name="T47" fmla="*/ 773 h 1882"/>
                  <a:gd name="T48" fmla="*/ 1883 w 2284"/>
                  <a:gd name="T49" fmla="*/ 1107 h 1882"/>
                  <a:gd name="T50" fmla="*/ 1798 w 2284"/>
                  <a:gd name="T51" fmla="*/ 1347 h 1882"/>
                  <a:gd name="T52" fmla="*/ 1657 w 2284"/>
                  <a:gd name="T53" fmla="*/ 1460 h 1882"/>
                  <a:gd name="T54" fmla="*/ 1517 w 2284"/>
                  <a:gd name="T55" fmla="*/ 1414 h 1882"/>
                  <a:gd name="T56" fmla="*/ 1414 w 2284"/>
                  <a:gd name="T57" fmla="*/ 1249 h 1882"/>
                  <a:gd name="T58" fmla="*/ 1490 w 2284"/>
                  <a:gd name="T59" fmla="*/ 1049 h 1882"/>
                  <a:gd name="T60" fmla="*/ 1573 w 2284"/>
                  <a:gd name="T61" fmla="*/ 1218 h 1882"/>
                  <a:gd name="T62" fmla="*/ 1708 w 2284"/>
                  <a:gd name="T63" fmla="*/ 1152 h 1882"/>
                  <a:gd name="T64" fmla="*/ 1736 w 2284"/>
                  <a:gd name="T65" fmla="*/ 851 h 1882"/>
                  <a:gd name="T66" fmla="*/ 1613 w 2284"/>
                  <a:gd name="T67" fmla="*/ 683 h 1882"/>
                  <a:gd name="T68" fmla="*/ 1496 w 2284"/>
                  <a:gd name="T69" fmla="*/ 833 h 1882"/>
                  <a:gd name="T70" fmla="*/ 1537 w 2284"/>
                  <a:gd name="T71" fmla="*/ 930 h 1882"/>
                  <a:gd name="T72" fmla="*/ 1577 w 2284"/>
                  <a:gd name="T73" fmla="*/ 904 h 1882"/>
                  <a:gd name="T74" fmla="*/ 1613 w 2284"/>
                  <a:gd name="T75" fmla="*/ 864 h 1882"/>
                  <a:gd name="T76" fmla="*/ 1657 w 2284"/>
                  <a:gd name="T77" fmla="*/ 920 h 1882"/>
                  <a:gd name="T78" fmla="*/ 1647 w 2284"/>
                  <a:gd name="T79" fmla="*/ 1024 h 1882"/>
                  <a:gd name="T80" fmla="*/ 1600 w 2284"/>
                  <a:gd name="T81" fmla="*/ 1047 h 1882"/>
                  <a:gd name="T82" fmla="*/ 1571 w 2284"/>
                  <a:gd name="T83" fmla="*/ 990 h 1882"/>
                  <a:gd name="T84" fmla="*/ 1469 w 2284"/>
                  <a:gd name="T85" fmla="*/ 989 h 1882"/>
                  <a:gd name="T86" fmla="*/ 1252 w 2284"/>
                  <a:gd name="T87" fmla="*/ 989 h 1882"/>
                  <a:gd name="T88" fmla="*/ 1013 w 2284"/>
                  <a:gd name="T89" fmla="*/ 989 h 1882"/>
                  <a:gd name="T90" fmla="*/ 789 w 2284"/>
                  <a:gd name="T91" fmla="*/ 989 h 1882"/>
                  <a:gd name="T92" fmla="*/ 649 w 2284"/>
                  <a:gd name="T93" fmla="*/ 990 h 1882"/>
                  <a:gd name="T94" fmla="*/ 216 w 2284"/>
                  <a:gd name="T95" fmla="*/ 990 h 1882"/>
                  <a:gd name="T96" fmla="*/ 628 w 2284"/>
                  <a:gd name="T97" fmla="*/ 930 h 1882"/>
                  <a:gd name="T98" fmla="*/ 711 w 2284"/>
                  <a:gd name="T99" fmla="*/ 930 h 1882"/>
                  <a:gd name="T100" fmla="*/ 915 w 2284"/>
                  <a:gd name="T101" fmla="*/ 930 h 1882"/>
                  <a:gd name="T102" fmla="*/ 1097 w 2284"/>
                  <a:gd name="T103" fmla="*/ 743 h 1882"/>
                  <a:gd name="T104" fmla="*/ 1258 w 2284"/>
                  <a:gd name="T105" fmla="*/ 273 h 1882"/>
                  <a:gd name="T106" fmla="*/ 1552 w 2284"/>
                  <a:gd name="T107" fmla="*/ 18 h 1882"/>
                  <a:gd name="T108" fmla="*/ 1761 w 2284"/>
                  <a:gd name="T109" fmla="*/ 8 h 1882"/>
                  <a:gd name="T110" fmla="*/ 1900 w 2284"/>
                  <a:gd name="T111" fmla="*/ 63 h 1882"/>
                  <a:gd name="T112" fmla="*/ 2038 w 2284"/>
                  <a:gd name="T113" fmla="*/ 185 h 1882"/>
                  <a:gd name="T114" fmla="*/ 2092 w 2284"/>
                  <a:gd name="T115" fmla="*/ 260 h 1882"/>
                  <a:gd name="T116" fmla="*/ 2236 w 2284"/>
                  <a:gd name="T117" fmla="*/ 560 h 18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284" h="1882">
                    <a:moveTo>
                      <a:pt x="2284" y="930"/>
                    </a:moveTo>
                    <a:lnTo>
                      <a:pt x="2284" y="942"/>
                    </a:lnTo>
                    <a:lnTo>
                      <a:pt x="2282" y="973"/>
                    </a:lnTo>
                    <a:lnTo>
                      <a:pt x="2277" y="1023"/>
                    </a:lnTo>
                    <a:lnTo>
                      <a:pt x="2270" y="1086"/>
                    </a:lnTo>
                    <a:lnTo>
                      <a:pt x="2259" y="1161"/>
                    </a:lnTo>
                    <a:lnTo>
                      <a:pt x="2243" y="1244"/>
                    </a:lnTo>
                    <a:lnTo>
                      <a:pt x="2221" y="1333"/>
                    </a:lnTo>
                    <a:lnTo>
                      <a:pt x="2193" y="1424"/>
                    </a:lnTo>
                    <a:lnTo>
                      <a:pt x="2157" y="1514"/>
                    </a:lnTo>
                    <a:lnTo>
                      <a:pt x="2114" y="1602"/>
                    </a:lnTo>
                    <a:lnTo>
                      <a:pt x="2061" y="1682"/>
                    </a:lnTo>
                    <a:lnTo>
                      <a:pt x="1998" y="1754"/>
                    </a:lnTo>
                    <a:lnTo>
                      <a:pt x="1925" y="1811"/>
                    </a:lnTo>
                    <a:lnTo>
                      <a:pt x="1840" y="1855"/>
                    </a:lnTo>
                    <a:lnTo>
                      <a:pt x="1743" y="1879"/>
                    </a:lnTo>
                    <a:lnTo>
                      <a:pt x="1632" y="1882"/>
                    </a:lnTo>
                    <a:lnTo>
                      <a:pt x="1579" y="1872"/>
                    </a:lnTo>
                    <a:lnTo>
                      <a:pt x="1528" y="1855"/>
                    </a:lnTo>
                    <a:lnTo>
                      <a:pt x="1479" y="1832"/>
                    </a:lnTo>
                    <a:lnTo>
                      <a:pt x="1431" y="1802"/>
                    </a:lnTo>
                    <a:lnTo>
                      <a:pt x="1386" y="1765"/>
                    </a:lnTo>
                    <a:lnTo>
                      <a:pt x="1344" y="1724"/>
                    </a:lnTo>
                    <a:lnTo>
                      <a:pt x="1303" y="1676"/>
                    </a:lnTo>
                    <a:lnTo>
                      <a:pt x="1265" y="1623"/>
                    </a:lnTo>
                    <a:lnTo>
                      <a:pt x="1231" y="1565"/>
                    </a:lnTo>
                    <a:lnTo>
                      <a:pt x="1200" y="1502"/>
                    </a:lnTo>
                    <a:lnTo>
                      <a:pt x="1171" y="1435"/>
                    </a:lnTo>
                    <a:lnTo>
                      <a:pt x="1147" y="1365"/>
                    </a:lnTo>
                    <a:lnTo>
                      <a:pt x="1126" y="1290"/>
                    </a:lnTo>
                    <a:lnTo>
                      <a:pt x="1109" y="1213"/>
                    </a:lnTo>
                    <a:lnTo>
                      <a:pt x="1096" y="1132"/>
                    </a:lnTo>
                    <a:lnTo>
                      <a:pt x="1088" y="1049"/>
                    </a:lnTo>
                    <a:lnTo>
                      <a:pt x="1230" y="1049"/>
                    </a:lnTo>
                    <a:lnTo>
                      <a:pt x="1237" y="1120"/>
                    </a:lnTo>
                    <a:lnTo>
                      <a:pt x="1247" y="1190"/>
                    </a:lnTo>
                    <a:lnTo>
                      <a:pt x="1262" y="1256"/>
                    </a:lnTo>
                    <a:lnTo>
                      <a:pt x="1279" y="1321"/>
                    </a:lnTo>
                    <a:lnTo>
                      <a:pt x="1300" y="1381"/>
                    </a:lnTo>
                    <a:lnTo>
                      <a:pt x="1323" y="1437"/>
                    </a:lnTo>
                    <a:lnTo>
                      <a:pt x="1350" y="1490"/>
                    </a:lnTo>
                    <a:lnTo>
                      <a:pt x="1378" y="1538"/>
                    </a:lnTo>
                    <a:lnTo>
                      <a:pt x="1408" y="1583"/>
                    </a:lnTo>
                    <a:lnTo>
                      <a:pt x="1442" y="1623"/>
                    </a:lnTo>
                    <a:lnTo>
                      <a:pt x="1477" y="1656"/>
                    </a:lnTo>
                    <a:lnTo>
                      <a:pt x="1514" y="1685"/>
                    </a:lnTo>
                    <a:lnTo>
                      <a:pt x="1554" y="1708"/>
                    </a:lnTo>
                    <a:lnTo>
                      <a:pt x="1594" y="1724"/>
                    </a:lnTo>
                    <a:lnTo>
                      <a:pt x="1635" y="1734"/>
                    </a:lnTo>
                    <a:lnTo>
                      <a:pt x="1678" y="1738"/>
                    </a:lnTo>
                    <a:lnTo>
                      <a:pt x="1724" y="1733"/>
                    </a:lnTo>
                    <a:lnTo>
                      <a:pt x="1769" y="1722"/>
                    </a:lnTo>
                    <a:lnTo>
                      <a:pt x="1813" y="1702"/>
                    </a:lnTo>
                    <a:lnTo>
                      <a:pt x="1854" y="1676"/>
                    </a:lnTo>
                    <a:lnTo>
                      <a:pt x="1893" y="1643"/>
                    </a:lnTo>
                    <a:lnTo>
                      <a:pt x="1930" y="1603"/>
                    </a:lnTo>
                    <a:lnTo>
                      <a:pt x="1966" y="1558"/>
                    </a:lnTo>
                    <a:lnTo>
                      <a:pt x="1997" y="1507"/>
                    </a:lnTo>
                    <a:lnTo>
                      <a:pt x="2027" y="1451"/>
                    </a:lnTo>
                    <a:lnTo>
                      <a:pt x="2053" y="1391"/>
                    </a:lnTo>
                    <a:lnTo>
                      <a:pt x="2076" y="1325"/>
                    </a:lnTo>
                    <a:lnTo>
                      <a:pt x="2094" y="1257"/>
                    </a:lnTo>
                    <a:lnTo>
                      <a:pt x="2109" y="1185"/>
                    </a:lnTo>
                    <a:lnTo>
                      <a:pt x="2121" y="1110"/>
                    </a:lnTo>
                    <a:lnTo>
                      <a:pt x="2127" y="1032"/>
                    </a:lnTo>
                    <a:lnTo>
                      <a:pt x="2130" y="951"/>
                    </a:lnTo>
                    <a:lnTo>
                      <a:pt x="2129" y="899"/>
                    </a:lnTo>
                    <a:lnTo>
                      <a:pt x="2126" y="849"/>
                    </a:lnTo>
                    <a:lnTo>
                      <a:pt x="2122" y="799"/>
                    </a:lnTo>
                    <a:lnTo>
                      <a:pt x="2115" y="751"/>
                    </a:lnTo>
                    <a:lnTo>
                      <a:pt x="2107" y="704"/>
                    </a:lnTo>
                    <a:lnTo>
                      <a:pt x="2097" y="658"/>
                    </a:lnTo>
                    <a:lnTo>
                      <a:pt x="2086" y="613"/>
                    </a:lnTo>
                    <a:lnTo>
                      <a:pt x="2073" y="570"/>
                    </a:lnTo>
                    <a:lnTo>
                      <a:pt x="2058" y="529"/>
                    </a:lnTo>
                    <a:lnTo>
                      <a:pt x="2042" y="488"/>
                    </a:lnTo>
                    <a:lnTo>
                      <a:pt x="2026" y="450"/>
                    </a:lnTo>
                    <a:lnTo>
                      <a:pt x="2008" y="413"/>
                    </a:lnTo>
                    <a:lnTo>
                      <a:pt x="1988" y="380"/>
                    </a:lnTo>
                    <a:lnTo>
                      <a:pt x="1967" y="348"/>
                    </a:lnTo>
                    <a:lnTo>
                      <a:pt x="1945" y="318"/>
                    </a:lnTo>
                    <a:lnTo>
                      <a:pt x="1922" y="290"/>
                    </a:lnTo>
                    <a:lnTo>
                      <a:pt x="1908" y="276"/>
                    </a:lnTo>
                    <a:lnTo>
                      <a:pt x="1896" y="263"/>
                    </a:lnTo>
                    <a:lnTo>
                      <a:pt x="1881" y="250"/>
                    </a:lnTo>
                    <a:lnTo>
                      <a:pt x="1867" y="237"/>
                    </a:lnTo>
                    <a:lnTo>
                      <a:pt x="1853" y="227"/>
                    </a:lnTo>
                    <a:lnTo>
                      <a:pt x="1838" y="216"/>
                    </a:lnTo>
                    <a:lnTo>
                      <a:pt x="1823" y="207"/>
                    </a:lnTo>
                    <a:lnTo>
                      <a:pt x="1807" y="198"/>
                    </a:lnTo>
                    <a:lnTo>
                      <a:pt x="1792" y="191"/>
                    </a:lnTo>
                    <a:lnTo>
                      <a:pt x="1776" y="184"/>
                    </a:lnTo>
                    <a:lnTo>
                      <a:pt x="1760" y="178"/>
                    </a:lnTo>
                    <a:lnTo>
                      <a:pt x="1744" y="174"/>
                    </a:lnTo>
                    <a:lnTo>
                      <a:pt x="1728" y="170"/>
                    </a:lnTo>
                    <a:lnTo>
                      <a:pt x="1711" y="168"/>
                    </a:lnTo>
                    <a:lnTo>
                      <a:pt x="1695" y="166"/>
                    </a:lnTo>
                    <a:lnTo>
                      <a:pt x="1678" y="166"/>
                    </a:lnTo>
                    <a:lnTo>
                      <a:pt x="1635" y="169"/>
                    </a:lnTo>
                    <a:lnTo>
                      <a:pt x="1593" y="180"/>
                    </a:lnTo>
                    <a:lnTo>
                      <a:pt x="1552" y="197"/>
                    </a:lnTo>
                    <a:lnTo>
                      <a:pt x="1513" y="221"/>
                    </a:lnTo>
                    <a:lnTo>
                      <a:pt x="1475" y="251"/>
                    </a:lnTo>
                    <a:lnTo>
                      <a:pt x="1439" y="287"/>
                    </a:lnTo>
                    <a:lnTo>
                      <a:pt x="1406" y="329"/>
                    </a:lnTo>
                    <a:lnTo>
                      <a:pt x="1375" y="377"/>
                    </a:lnTo>
                    <a:lnTo>
                      <a:pt x="1346" y="431"/>
                    </a:lnTo>
                    <a:lnTo>
                      <a:pt x="1320" y="488"/>
                    </a:lnTo>
                    <a:lnTo>
                      <a:pt x="1297" y="552"/>
                    </a:lnTo>
                    <a:lnTo>
                      <a:pt x="1276" y="620"/>
                    </a:lnTo>
                    <a:lnTo>
                      <a:pt x="1258" y="693"/>
                    </a:lnTo>
                    <a:lnTo>
                      <a:pt x="1246" y="770"/>
                    </a:lnTo>
                    <a:lnTo>
                      <a:pt x="1235" y="851"/>
                    </a:lnTo>
                    <a:lnTo>
                      <a:pt x="1229" y="936"/>
                    </a:lnTo>
                    <a:lnTo>
                      <a:pt x="1370" y="936"/>
                    </a:lnTo>
                    <a:lnTo>
                      <a:pt x="1375" y="881"/>
                    </a:lnTo>
                    <a:lnTo>
                      <a:pt x="1383" y="828"/>
                    </a:lnTo>
                    <a:lnTo>
                      <a:pt x="1391" y="778"/>
                    </a:lnTo>
                    <a:lnTo>
                      <a:pt x="1401" y="732"/>
                    </a:lnTo>
                    <a:lnTo>
                      <a:pt x="1414" y="689"/>
                    </a:lnTo>
                    <a:lnTo>
                      <a:pt x="1428" y="649"/>
                    </a:lnTo>
                    <a:lnTo>
                      <a:pt x="1443" y="613"/>
                    </a:lnTo>
                    <a:lnTo>
                      <a:pt x="1460" y="580"/>
                    </a:lnTo>
                    <a:lnTo>
                      <a:pt x="1477" y="550"/>
                    </a:lnTo>
                    <a:lnTo>
                      <a:pt x="1497" y="525"/>
                    </a:lnTo>
                    <a:lnTo>
                      <a:pt x="1517" y="503"/>
                    </a:lnTo>
                    <a:lnTo>
                      <a:pt x="1537" y="485"/>
                    </a:lnTo>
                    <a:lnTo>
                      <a:pt x="1559" y="471"/>
                    </a:lnTo>
                    <a:lnTo>
                      <a:pt x="1582" y="461"/>
                    </a:lnTo>
                    <a:lnTo>
                      <a:pt x="1605" y="455"/>
                    </a:lnTo>
                    <a:lnTo>
                      <a:pt x="1630" y="453"/>
                    </a:lnTo>
                    <a:lnTo>
                      <a:pt x="1650" y="454"/>
                    </a:lnTo>
                    <a:lnTo>
                      <a:pt x="1670" y="458"/>
                    </a:lnTo>
                    <a:lnTo>
                      <a:pt x="1690" y="465"/>
                    </a:lnTo>
                    <a:lnTo>
                      <a:pt x="1709" y="476"/>
                    </a:lnTo>
                    <a:lnTo>
                      <a:pt x="1728" y="488"/>
                    </a:lnTo>
                    <a:lnTo>
                      <a:pt x="1745" y="502"/>
                    </a:lnTo>
                    <a:lnTo>
                      <a:pt x="1762" y="519"/>
                    </a:lnTo>
                    <a:lnTo>
                      <a:pt x="1778" y="539"/>
                    </a:lnTo>
                    <a:lnTo>
                      <a:pt x="1804" y="576"/>
                    </a:lnTo>
                    <a:lnTo>
                      <a:pt x="1827" y="618"/>
                    </a:lnTo>
                    <a:lnTo>
                      <a:pt x="1846" y="666"/>
                    </a:lnTo>
                    <a:lnTo>
                      <a:pt x="1862" y="716"/>
                    </a:lnTo>
                    <a:lnTo>
                      <a:pt x="1876" y="773"/>
                    </a:lnTo>
                    <a:lnTo>
                      <a:pt x="1887" y="831"/>
                    </a:lnTo>
                    <a:lnTo>
                      <a:pt x="1892" y="892"/>
                    </a:lnTo>
                    <a:lnTo>
                      <a:pt x="1895" y="957"/>
                    </a:lnTo>
                    <a:lnTo>
                      <a:pt x="1893" y="1009"/>
                    </a:lnTo>
                    <a:lnTo>
                      <a:pt x="1889" y="1058"/>
                    </a:lnTo>
                    <a:lnTo>
                      <a:pt x="1883" y="1107"/>
                    </a:lnTo>
                    <a:lnTo>
                      <a:pt x="1874" y="1154"/>
                    </a:lnTo>
                    <a:lnTo>
                      <a:pt x="1862" y="1198"/>
                    </a:lnTo>
                    <a:lnTo>
                      <a:pt x="1850" y="1239"/>
                    </a:lnTo>
                    <a:lnTo>
                      <a:pt x="1834" y="1278"/>
                    </a:lnTo>
                    <a:lnTo>
                      <a:pt x="1817" y="1314"/>
                    </a:lnTo>
                    <a:lnTo>
                      <a:pt x="1798" y="1347"/>
                    </a:lnTo>
                    <a:lnTo>
                      <a:pt x="1778" y="1376"/>
                    </a:lnTo>
                    <a:lnTo>
                      <a:pt x="1756" y="1401"/>
                    </a:lnTo>
                    <a:lnTo>
                      <a:pt x="1733" y="1422"/>
                    </a:lnTo>
                    <a:lnTo>
                      <a:pt x="1708" y="1439"/>
                    </a:lnTo>
                    <a:lnTo>
                      <a:pt x="1683" y="1452"/>
                    </a:lnTo>
                    <a:lnTo>
                      <a:pt x="1657" y="1460"/>
                    </a:lnTo>
                    <a:lnTo>
                      <a:pt x="1630" y="1462"/>
                    </a:lnTo>
                    <a:lnTo>
                      <a:pt x="1605" y="1460"/>
                    </a:lnTo>
                    <a:lnTo>
                      <a:pt x="1582" y="1454"/>
                    </a:lnTo>
                    <a:lnTo>
                      <a:pt x="1559" y="1444"/>
                    </a:lnTo>
                    <a:lnTo>
                      <a:pt x="1537" y="1431"/>
                    </a:lnTo>
                    <a:lnTo>
                      <a:pt x="1517" y="1414"/>
                    </a:lnTo>
                    <a:lnTo>
                      <a:pt x="1497" y="1393"/>
                    </a:lnTo>
                    <a:lnTo>
                      <a:pt x="1477" y="1370"/>
                    </a:lnTo>
                    <a:lnTo>
                      <a:pt x="1460" y="1344"/>
                    </a:lnTo>
                    <a:lnTo>
                      <a:pt x="1443" y="1315"/>
                    </a:lnTo>
                    <a:lnTo>
                      <a:pt x="1428" y="1283"/>
                    </a:lnTo>
                    <a:lnTo>
                      <a:pt x="1414" y="1249"/>
                    </a:lnTo>
                    <a:lnTo>
                      <a:pt x="1401" y="1213"/>
                    </a:lnTo>
                    <a:lnTo>
                      <a:pt x="1391" y="1175"/>
                    </a:lnTo>
                    <a:lnTo>
                      <a:pt x="1383" y="1134"/>
                    </a:lnTo>
                    <a:lnTo>
                      <a:pt x="1375" y="1093"/>
                    </a:lnTo>
                    <a:lnTo>
                      <a:pt x="1370" y="1049"/>
                    </a:lnTo>
                    <a:lnTo>
                      <a:pt x="1490" y="1049"/>
                    </a:lnTo>
                    <a:lnTo>
                      <a:pt x="1498" y="1087"/>
                    </a:lnTo>
                    <a:lnTo>
                      <a:pt x="1509" y="1123"/>
                    </a:lnTo>
                    <a:lnTo>
                      <a:pt x="1522" y="1154"/>
                    </a:lnTo>
                    <a:lnTo>
                      <a:pt x="1537" y="1180"/>
                    </a:lnTo>
                    <a:lnTo>
                      <a:pt x="1555" y="1202"/>
                    </a:lnTo>
                    <a:lnTo>
                      <a:pt x="1573" y="1218"/>
                    </a:lnTo>
                    <a:lnTo>
                      <a:pt x="1593" y="1229"/>
                    </a:lnTo>
                    <a:lnTo>
                      <a:pt x="1613" y="1232"/>
                    </a:lnTo>
                    <a:lnTo>
                      <a:pt x="1640" y="1226"/>
                    </a:lnTo>
                    <a:lnTo>
                      <a:pt x="1665" y="1210"/>
                    </a:lnTo>
                    <a:lnTo>
                      <a:pt x="1688" y="1185"/>
                    </a:lnTo>
                    <a:lnTo>
                      <a:pt x="1708" y="1152"/>
                    </a:lnTo>
                    <a:lnTo>
                      <a:pt x="1723" y="1111"/>
                    </a:lnTo>
                    <a:lnTo>
                      <a:pt x="1736" y="1064"/>
                    </a:lnTo>
                    <a:lnTo>
                      <a:pt x="1744" y="1012"/>
                    </a:lnTo>
                    <a:lnTo>
                      <a:pt x="1746" y="957"/>
                    </a:lnTo>
                    <a:lnTo>
                      <a:pt x="1744" y="902"/>
                    </a:lnTo>
                    <a:lnTo>
                      <a:pt x="1736" y="851"/>
                    </a:lnTo>
                    <a:lnTo>
                      <a:pt x="1723" y="804"/>
                    </a:lnTo>
                    <a:lnTo>
                      <a:pt x="1708" y="763"/>
                    </a:lnTo>
                    <a:lnTo>
                      <a:pt x="1688" y="730"/>
                    </a:lnTo>
                    <a:lnTo>
                      <a:pt x="1665" y="705"/>
                    </a:lnTo>
                    <a:lnTo>
                      <a:pt x="1640" y="689"/>
                    </a:lnTo>
                    <a:lnTo>
                      <a:pt x="1613" y="683"/>
                    </a:lnTo>
                    <a:lnTo>
                      <a:pt x="1588" y="687"/>
                    </a:lnTo>
                    <a:lnTo>
                      <a:pt x="1565" y="702"/>
                    </a:lnTo>
                    <a:lnTo>
                      <a:pt x="1544" y="724"/>
                    </a:lnTo>
                    <a:lnTo>
                      <a:pt x="1525" y="754"/>
                    </a:lnTo>
                    <a:lnTo>
                      <a:pt x="1509" y="791"/>
                    </a:lnTo>
                    <a:lnTo>
                      <a:pt x="1496" y="833"/>
                    </a:lnTo>
                    <a:lnTo>
                      <a:pt x="1488" y="880"/>
                    </a:lnTo>
                    <a:lnTo>
                      <a:pt x="1483" y="930"/>
                    </a:lnTo>
                    <a:lnTo>
                      <a:pt x="1498" y="930"/>
                    </a:lnTo>
                    <a:lnTo>
                      <a:pt x="1513" y="930"/>
                    </a:lnTo>
                    <a:lnTo>
                      <a:pt x="1526" y="930"/>
                    </a:lnTo>
                    <a:lnTo>
                      <a:pt x="1537" y="930"/>
                    </a:lnTo>
                    <a:lnTo>
                      <a:pt x="1548" y="930"/>
                    </a:lnTo>
                    <a:lnTo>
                      <a:pt x="1557" y="930"/>
                    </a:lnTo>
                    <a:lnTo>
                      <a:pt x="1564" y="930"/>
                    </a:lnTo>
                    <a:lnTo>
                      <a:pt x="1570" y="930"/>
                    </a:lnTo>
                    <a:lnTo>
                      <a:pt x="1572" y="917"/>
                    </a:lnTo>
                    <a:lnTo>
                      <a:pt x="1577" y="904"/>
                    </a:lnTo>
                    <a:lnTo>
                      <a:pt x="1580" y="892"/>
                    </a:lnTo>
                    <a:lnTo>
                      <a:pt x="1586" y="882"/>
                    </a:lnTo>
                    <a:lnTo>
                      <a:pt x="1592" y="874"/>
                    </a:lnTo>
                    <a:lnTo>
                      <a:pt x="1598" y="868"/>
                    </a:lnTo>
                    <a:lnTo>
                      <a:pt x="1605" y="865"/>
                    </a:lnTo>
                    <a:lnTo>
                      <a:pt x="1613" y="864"/>
                    </a:lnTo>
                    <a:lnTo>
                      <a:pt x="1623" y="866"/>
                    </a:lnTo>
                    <a:lnTo>
                      <a:pt x="1632" y="871"/>
                    </a:lnTo>
                    <a:lnTo>
                      <a:pt x="1640" y="880"/>
                    </a:lnTo>
                    <a:lnTo>
                      <a:pt x="1647" y="891"/>
                    </a:lnTo>
                    <a:lnTo>
                      <a:pt x="1653" y="905"/>
                    </a:lnTo>
                    <a:lnTo>
                      <a:pt x="1657" y="920"/>
                    </a:lnTo>
                    <a:lnTo>
                      <a:pt x="1660" y="939"/>
                    </a:lnTo>
                    <a:lnTo>
                      <a:pt x="1661" y="957"/>
                    </a:lnTo>
                    <a:lnTo>
                      <a:pt x="1660" y="975"/>
                    </a:lnTo>
                    <a:lnTo>
                      <a:pt x="1657" y="994"/>
                    </a:lnTo>
                    <a:lnTo>
                      <a:pt x="1653" y="1010"/>
                    </a:lnTo>
                    <a:lnTo>
                      <a:pt x="1647" y="1024"/>
                    </a:lnTo>
                    <a:lnTo>
                      <a:pt x="1640" y="1035"/>
                    </a:lnTo>
                    <a:lnTo>
                      <a:pt x="1632" y="1044"/>
                    </a:lnTo>
                    <a:lnTo>
                      <a:pt x="1623" y="1049"/>
                    </a:lnTo>
                    <a:lnTo>
                      <a:pt x="1613" y="1051"/>
                    </a:lnTo>
                    <a:lnTo>
                      <a:pt x="1607" y="1050"/>
                    </a:lnTo>
                    <a:lnTo>
                      <a:pt x="1600" y="1047"/>
                    </a:lnTo>
                    <a:lnTo>
                      <a:pt x="1593" y="1041"/>
                    </a:lnTo>
                    <a:lnTo>
                      <a:pt x="1587" y="1034"/>
                    </a:lnTo>
                    <a:lnTo>
                      <a:pt x="1581" y="1025"/>
                    </a:lnTo>
                    <a:lnTo>
                      <a:pt x="1578" y="1015"/>
                    </a:lnTo>
                    <a:lnTo>
                      <a:pt x="1573" y="1003"/>
                    </a:lnTo>
                    <a:lnTo>
                      <a:pt x="1571" y="990"/>
                    </a:lnTo>
                    <a:lnTo>
                      <a:pt x="1563" y="990"/>
                    </a:lnTo>
                    <a:lnTo>
                      <a:pt x="1551" y="990"/>
                    </a:lnTo>
                    <a:lnTo>
                      <a:pt x="1536" y="990"/>
                    </a:lnTo>
                    <a:lnTo>
                      <a:pt x="1518" y="989"/>
                    </a:lnTo>
                    <a:lnTo>
                      <a:pt x="1495" y="989"/>
                    </a:lnTo>
                    <a:lnTo>
                      <a:pt x="1469" y="989"/>
                    </a:lnTo>
                    <a:lnTo>
                      <a:pt x="1441" y="989"/>
                    </a:lnTo>
                    <a:lnTo>
                      <a:pt x="1408" y="989"/>
                    </a:lnTo>
                    <a:lnTo>
                      <a:pt x="1374" y="989"/>
                    </a:lnTo>
                    <a:lnTo>
                      <a:pt x="1336" y="989"/>
                    </a:lnTo>
                    <a:lnTo>
                      <a:pt x="1294" y="989"/>
                    </a:lnTo>
                    <a:lnTo>
                      <a:pt x="1252" y="989"/>
                    </a:lnTo>
                    <a:lnTo>
                      <a:pt x="1205" y="989"/>
                    </a:lnTo>
                    <a:lnTo>
                      <a:pt x="1157" y="989"/>
                    </a:lnTo>
                    <a:lnTo>
                      <a:pt x="1106" y="989"/>
                    </a:lnTo>
                    <a:lnTo>
                      <a:pt x="1053" y="989"/>
                    </a:lnTo>
                    <a:lnTo>
                      <a:pt x="1053" y="989"/>
                    </a:lnTo>
                    <a:lnTo>
                      <a:pt x="1013" y="989"/>
                    </a:lnTo>
                    <a:lnTo>
                      <a:pt x="973" y="989"/>
                    </a:lnTo>
                    <a:lnTo>
                      <a:pt x="932" y="989"/>
                    </a:lnTo>
                    <a:lnTo>
                      <a:pt x="894" y="989"/>
                    </a:lnTo>
                    <a:lnTo>
                      <a:pt x="857" y="989"/>
                    </a:lnTo>
                    <a:lnTo>
                      <a:pt x="823" y="989"/>
                    </a:lnTo>
                    <a:lnTo>
                      <a:pt x="789" y="989"/>
                    </a:lnTo>
                    <a:lnTo>
                      <a:pt x="758" y="989"/>
                    </a:lnTo>
                    <a:lnTo>
                      <a:pt x="731" y="990"/>
                    </a:lnTo>
                    <a:lnTo>
                      <a:pt x="705" y="990"/>
                    </a:lnTo>
                    <a:lnTo>
                      <a:pt x="682" y="990"/>
                    </a:lnTo>
                    <a:lnTo>
                      <a:pt x="664" y="990"/>
                    </a:lnTo>
                    <a:lnTo>
                      <a:pt x="649" y="990"/>
                    </a:lnTo>
                    <a:lnTo>
                      <a:pt x="637" y="990"/>
                    </a:lnTo>
                    <a:lnTo>
                      <a:pt x="630" y="990"/>
                    </a:lnTo>
                    <a:lnTo>
                      <a:pt x="628" y="990"/>
                    </a:lnTo>
                    <a:lnTo>
                      <a:pt x="449" y="1218"/>
                    </a:lnTo>
                    <a:lnTo>
                      <a:pt x="51" y="1218"/>
                    </a:lnTo>
                    <a:lnTo>
                      <a:pt x="216" y="990"/>
                    </a:lnTo>
                    <a:lnTo>
                      <a:pt x="0" y="990"/>
                    </a:lnTo>
                    <a:lnTo>
                      <a:pt x="0" y="930"/>
                    </a:lnTo>
                    <a:lnTo>
                      <a:pt x="216" y="930"/>
                    </a:lnTo>
                    <a:lnTo>
                      <a:pt x="17" y="719"/>
                    </a:lnTo>
                    <a:lnTo>
                      <a:pt x="467" y="724"/>
                    </a:lnTo>
                    <a:lnTo>
                      <a:pt x="628" y="930"/>
                    </a:lnTo>
                    <a:lnTo>
                      <a:pt x="630" y="930"/>
                    </a:lnTo>
                    <a:lnTo>
                      <a:pt x="638" y="930"/>
                    </a:lnTo>
                    <a:lnTo>
                      <a:pt x="650" y="930"/>
                    </a:lnTo>
                    <a:lnTo>
                      <a:pt x="667" y="930"/>
                    </a:lnTo>
                    <a:lnTo>
                      <a:pt x="687" y="930"/>
                    </a:lnTo>
                    <a:lnTo>
                      <a:pt x="711" y="930"/>
                    </a:lnTo>
                    <a:lnTo>
                      <a:pt x="739" y="930"/>
                    </a:lnTo>
                    <a:lnTo>
                      <a:pt x="770" y="930"/>
                    </a:lnTo>
                    <a:lnTo>
                      <a:pt x="802" y="930"/>
                    </a:lnTo>
                    <a:lnTo>
                      <a:pt x="838" y="930"/>
                    </a:lnTo>
                    <a:lnTo>
                      <a:pt x="876" y="930"/>
                    </a:lnTo>
                    <a:lnTo>
                      <a:pt x="915" y="930"/>
                    </a:lnTo>
                    <a:lnTo>
                      <a:pt x="957" y="930"/>
                    </a:lnTo>
                    <a:lnTo>
                      <a:pt x="998" y="930"/>
                    </a:lnTo>
                    <a:lnTo>
                      <a:pt x="1041" y="930"/>
                    </a:lnTo>
                    <a:lnTo>
                      <a:pt x="1084" y="930"/>
                    </a:lnTo>
                    <a:lnTo>
                      <a:pt x="1088" y="835"/>
                    </a:lnTo>
                    <a:lnTo>
                      <a:pt x="1097" y="743"/>
                    </a:lnTo>
                    <a:lnTo>
                      <a:pt x="1112" y="654"/>
                    </a:lnTo>
                    <a:lnTo>
                      <a:pt x="1133" y="569"/>
                    </a:lnTo>
                    <a:lnTo>
                      <a:pt x="1157" y="487"/>
                    </a:lnTo>
                    <a:lnTo>
                      <a:pt x="1187" y="410"/>
                    </a:lnTo>
                    <a:lnTo>
                      <a:pt x="1220" y="339"/>
                    </a:lnTo>
                    <a:lnTo>
                      <a:pt x="1258" y="273"/>
                    </a:lnTo>
                    <a:lnTo>
                      <a:pt x="1300" y="213"/>
                    </a:lnTo>
                    <a:lnTo>
                      <a:pt x="1345" y="159"/>
                    </a:lnTo>
                    <a:lnTo>
                      <a:pt x="1393" y="113"/>
                    </a:lnTo>
                    <a:lnTo>
                      <a:pt x="1444" y="74"/>
                    </a:lnTo>
                    <a:lnTo>
                      <a:pt x="1497" y="41"/>
                    </a:lnTo>
                    <a:lnTo>
                      <a:pt x="1552" y="18"/>
                    </a:lnTo>
                    <a:lnTo>
                      <a:pt x="1611" y="5"/>
                    </a:lnTo>
                    <a:lnTo>
                      <a:pt x="1670" y="0"/>
                    </a:lnTo>
                    <a:lnTo>
                      <a:pt x="1693" y="0"/>
                    </a:lnTo>
                    <a:lnTo>
                      <a:pt x="1715" y="2"/>
                    </a:lnTo>
                    <a:lnTo>
                      <a:pt x="1738" y="5"/>
                    </a:lnTo>
                    <a:lnTo>
                      <a:pt x="1761" y="8"/>
                    </a:lnTo>
                    <a:lnTo>
                      <a:pt x="1784" y="14"/>
                    </a:lnTo>
                    <a:lnTo>
                      <a:pt x="1807" y="21"/>
                    </a:lnTo>
                    <a:lnTo>
                      <a:pt x="1831" y="29"/>
                    </a:lnTo>
                    <a:lnTo>
                      <a:pt x="1854" y="38"/>
                    </a:lnTo>
                    <a:lnTo>
                      <a:pt x="1877" y="50"/>
                    </a:lnTo>
                    <a:lnTo>
                      <a:pt x="1900" y="63"/>
                    </a:lnTo>
                    <a:lnTo>
                      <a:pt x="1923" y="78"/>
                    </a:lnTo>
                    <a:lnTo>
                      <a:pt x="1947" y="96"/>
                    </a:lnTo>
                    <a:lnTo>
                      <a:pt x="1970" y="114"/>
                    </a:lnTo>
                    <a:lnTo>
                      <a:pt x="1993" y="136"/>
                    </a:lnTo>
                    <a:lnTo>
                      <a:pt x="2016" y="159"/>
                    </a:lnTo>
                    <a:lnTo>
                      <a:pt x="2038" y="185"/>
                    </a:lnTo>
                    <a:lnTo>
                      <a:pt x="1989" y="136"/>
                    </a:lnTo>
                    <a:lnTo>
                      <a:pt x="2004" y="151"/>
                    </a:lnTo>
                    <a:lnTo>
                      <a:pt x="2023" y="172"/>
                    </a:lnTo>
                    <a:lnTo>
                      <a:pt x="2044" y="197"/>
                    </a:lnTo>
                    <a:lnTo>
                      <a:pt x="2068" y="226"/>
                    </a:lnTo>
                    <a:lnTo>
                      <a:pt x="2092" y="260"/>
                    </a:lnTo>
                    <a:lnTo>
                      <a:pt x="2117" y="298"/>
                    </a:lnTo>
                    <a:lnTo>
                      <a:pt x="2144" y="342"/>
                    </a:lnTo>
                    <a:lnTo>
                      <a:pt x="2169" y="389"/>
                    </a:lnTo>
                    <a:lnTo>
                      <a:pt x="2193" y="441"/>
                    </a:lnTo>
                    <a:lnTo>
                      <a:pt x="2216" y="499"/>
                    </a:lnTo>
                    <a:lnTo>
                      <a:pt x="2236" y="560"/>
                    </a:lnTo>
                    <a:lnTo>
                      <a:pt x="2254" y="625"/>
                    </a:lnTo>
                    <a:lnTo>
                      <a:pt x="2268" y="694"/>
                    </a:lnTo>
                    <a:lnTo>
                      <a:pt x="2278" y="769"/>
                    </a:lnTo>
                    <a:lnTo>
                      <a:pt x="2284" y="848"/>
                    </a:lnTo>
                    <a:lnTo>
                      <a:pt x="2284" y="93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tr-TR"/>
              </a:p>
            </p:txBody>
          </p:sp>
        </p:grpSp>
      </p:grpSp>
      <p:sp>
        <p:nvSpPr>
          <p:cNvPr id="12" name="Metin kutusu 11"/>
          <p:cNvSpPr txBox="1"/>
          <p:nvPr>
            <p:custDataLst>
              <p:tags r:id="rId3"/>
            </p:custDataLst>
          </p:nvPr>
        </p:nvSpPr>
        <p:spPr>
          <a:xfrm>
            <a:off x="381000" y="-2977"/>
            <a:ext cx="7696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b="1" dirty="0">
                <a:solidFill>
                  <a:schemeClr val="bg1"/>
                </a:solidFill>
              </a:rPr>
              <a:t> Metin, tablo ve </a:t>
            </a:r>
            <a:r>
              <a:rPr lang="tr-TR" sz="1400" b="1">
                <a:solidFill>
                  <a:schemeClr val="bg1"/>
                </a:solidFill>
              </a:rPr>
              <a:t>resimleri </a:t>
            </a:r>
            <a:r>
              <a:rPr lang="tr-TR" sz="1400" b="1" smtClean="0">
                <a:solidFill>
                  <a:schemeClr val="bg1"/>
                </a:solidFill>
              </a:rPr>
              <a:t>siler</a:t>
            </a:r>
            <a:endParaRPr lang="tr-TR" sz="1400" b="1" dirty="0">
              <a:solidFill>
                <a:schemeClr val="bg1"/>
              </a:solidFill>
            </a:endParaRP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7</a:t>
            </a:fld>
            <a:endParaRPr lang="tr-TR"/>
          </a:p>
        </p:txBody>
      </p:sp>
      <p:sp>
        <p:nvSpPr>
          <p:cNvPr id="7" name="Metin kutusu 6"/>
          <p:cNvSpPr txBox="1"/>
          <p:nvPr>
            <p:custDataLst>
              <p:tags r:id="rId5"/>
            </p:custDataLst>
          </p:nvPr>
        </p:nvSpPr>
        <p:spPr>
          <a:xfrm>
            <a:off x="533400" y="1371600"/>
            <a:ext cx="7772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600" dirty="0"/>
              <a:t>Silmek istediğiniz nesneyi seçin ve klavyeden </a:t>
            </a:r>
            <a:r>
              <a:rPr lang="tr-TR" sz="1600" b="1" i="1" dirty="0" err="1"/>
              <a:t>Delete</a:t>
            </a:r>
            <a:r>
              <a:rPr lang="tr-TR" sz="1600" b="1" i="1" dirty="0"/>
              <a:t> </a:t>
            </a:r>
            <a:r>
              <a:rPr lang="tr-TR" sz="1600" dirty="0"/>
              <a:t>tuşuna basın.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52544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_FILES_RECORD" val="&lt;Videos&gt;&lt;Video Name=&quot;Math 142 Venn diagrams logic_271_1_60529.flv&quot; Position=&quot;1&quot; SlideID=&quot;271&quot;/&gt;&lt;/Videos&gt;&#10;"/>
  <p:tag name="ISPRING_RESOURCE_PATHS_HASH" val="94b0f9a2ce84e864a328139283993d548c239c2d"/>
  <p:tag name="MMPROD_NEXTUNIQUEID" val="10105"/>
  <p:tag name="MMPROD_10697PHOTO" val=""/>
  <p:tag name="MMPROD_10697LOGO" val="iVBORw0KGgoAAAANSUhEUgAAAJYAAAAnCAMAAADaSUEAAAAAA3NCSVQICAjb4U/gAAABgFBMVEUKAoV5c7pFQpzLyNghHIW0sM9xa67k4+mhnsJhW6gzL5QMB4SWkr3X1t6+vNWBfLRTUKMZEYbv7/AoJo2ppsc+OJfe3eaKhr3EwdlQSp1qZK17dbYMBYudnb4pIYu2tM729veJhbasrNY1L5sWDIzOzd6koMualr1bV5tKQptybbIQCIW8uNYIAIxpZrbe3uzFwtavrceDfr5iXa4vKI6RjLzW1eYbFoxRSqV8ea0jHYxLSJ5HPZ/v7/Y4M5UmGpK2tdbQz+Ps6vG/vd+ZmcyTk8URDYRXUqUNAIulo82PjLZtaa0+OZqMi72DgbZBO5x2c7UQCIve1uZLRKRlYayurc5cWK3Fxd0xKJkgGo08OJealMOzsNZzcakZEI2mpcN7eLVXUaspI5XT0d9WTKrj4ezKx9yEgb3p6PMbFYTZ2Oy1s9uko9V+fb05MZusqM9cWKZkYaYsJ5PDv98OA4dsabaSjriUkMMkIJIIAJTm5e8UDYzHx+MvJZecnMQwKJRRYdU1AAAAgHRSTlP//////////////////////////////////////////wD//////////////////////////////////////////////////////////////////////////////////////////////////////////////////////////////33b3zAAAAAJcEhZcwAACxIAAAsSAdLdfvwAAAAcdEVYdFNvZnR3YXJlAEFkb2JlIEZpcmV3b3JrcyBDUzQGstOgAAAAFnRFWHRDcmVhdGlvbiBUaW1lADA2LzA4LzEx1qX7YgAABeBJREFUWIXNmP1b2kgQx1MtpxBFQEVErn6pBluSHGdb4xuhGDWCLwinFBVqOSkRbSuItPWJLfzrN0HwsPf4tOfT53LzC7vLZPPJ7OzM7DL4XwrT2bE7Rl3omzcJpVOYm5ZSn7ty2vGYPUdJMA/oWph2o3zmE9Uo7KoDcuShbCKSIUzrN8iKYq2MDLsNONQvyAbMpGphyQ6fT2SzCO0P6thVPbDw/GfzsRwMSQJFW1VHni1DmxVFttdsrGSMJAjZ5ixghd+CtCCSqBlzsQSeIKzAKIGU2THImz6DMxYxF8tGVIuAlY3CoxJelyg2sWJ5M7E+10Sxi1aSfGpJpYa1TRWbPTURKxKLNXSM0NbTL6sKkj5frC3H5mHlfOKChDqfgBJZCBm2u6GKVc0KqwyCYi2LHJ8EdlQN8VQHVSxmVhZi5DOxipKTXH6DtSB6eIsqNnbvieMbnFW6P9b4pHgGjQ8gzh4bAesWVWzz3hOnk1rl/juGeVITr+I4XlSifBkztClvge0rbcXC1LTU7rgL3/O5/twyB2jpYntAuOsJ6R9BW6InmUPj7RVJGOgd6BJCu5O3sSa5lm7ZIWmjM61O/aT8HSw9ckW5vn7e/pCyunqH5qiTgLnOkaeDMphrCv6jfbw3sdHHeby1WgdWKtrSHZ6jh9tZUki9/w4WwimyAndThsiB0B2KGfrCX7Y6Ry5yZK02APs8/Xvv6/neQsbLdhgs3tKdSwWNBVHK/mQJ0dRj+H8FLJ+Cp+iet+fO7fkRl7JehMUfLLawPLSIdXTnyzMVCeMzoUJwCz1+Hb1babjzaY/1lPu07nFl4+jju6ahzczoEPrWM65suQOLFmyurPUm5qekzPPDm8H291JNMZslA1eU1ANE+XfY4BBc0G3bKPCRZEPavIKSgDcSevTnLSyNPxAmd5Dls3BeIjSAfEV+GMfhZdImLH72ZBFWKSgl9dMIN7aovIjbe3F2JHdikYTL9un113Uus8G2fKxtLRTWfL4tjKxqh2uU21cGaPMH8ktnR3BPhunvOPu+X0M2kalOtLAumliS8yMmJvCYX8FK6qKfg2rtP/Hi61cF8osUzf52FhfE/OHQk2+4q1dpWpiJG9+6kZ3P3UPz/jfdnFGuimKqHU+JwvLyCPBn9yvkW4v8Bxqs94X34HbuGgpH1Wny76mps+uYEuYNawWaWLZNwqqjtL8zhBL7qqCFcESuCs+CbwVv93ExuYrdlMAtwT5LpE2s2dg3YpW10ZE3r93uNfL9yaUWllcHRqryXLioGtZ69yy1jKAzFDas9dxQGKE6Dd4FyXbW1H9Vo80yNA5J/Q2Ns6a1MMbT2Cz9r+DlDu3WHmVz0LDWMr+KYwpPcLuKexHM7ZFvnXdk5muJ4gMvlU8yRnW43w4327ucVimjkfJXB11DfEA5udS9bOLplcTxi4ZCaPAL2Z8fGKZSkmSpYcsN+RU6srxSHl3KWUq5WLbRbAE1kuAUZ0RBqaKNBV3bqhK67OrXJ9SN8T+eaL8cY3iQAyN8k25iVM0/4C3YH4bOi9tt1wpxliGKLu6cfBpFIcehO10s5UrFnFy02JsaU4ZWTglZrr+kmN1KU8s9rvUIdpdkMUJTM0gsz3igCwKtOJcmT7ILPZDSJegrZM/MtIVG7AVK1Zu3qSbttHvWEOIrCNVq+TuizbeijWYKP6j6Q8LgwW1rpen4c0AV6oIbG2LN84PTLNl+bmnGQOiMnmwdxQYdfxyzS8jWxL2f+q5/hYXNjvS8BdeB0w0vna/TdPAYMREr8PdepFpwjo4/CapzPE5R3L8rkf0XWBhuG8sLVFgBK+oITgfJhgmzqJpYnmZAF8WKcRURoKNiELotZvo5EQmj+hMX5ebxx7izwSL1nZrJWLD6fL4DnfL8M0pim3Kzz6fNo2pfJFkZWxFp1UtBizJEklaVNfUmqYWFAY0CmANywyk1j9mPLGZSdVxSSiolwC4KD3GG4XdNCw3Xwty0SmUXKryAcbWaNNHZr+UvRc6TFskuISEAAAAASUVORK5CYII="/>
  <p:tag name="MMPROD_UIDATA" val="&lt;database version=&quot;7.0&quot;&gt;&lt;object type=&quot;1&quot; unique_id=&quot;10001&quot;&gt;&lt;property id=&quot;20141&quot; value=&quot;TBTK - MS PowerPoint 2010&quot;/&gt;&lt;property id=&quot;20142&quot; value=&quot;Bilgileri yenileyen, pekiştiren, hatırlatan, önemli noktaları öne çıkaran; bir çalışma sonucunu açıklayan; laboratuvar araştırmalarını sunan, anket sonuçlarını ifade eden; önemli olay ve olguları dile getirmek üzere yapılan konuşmalara sunum adı verilir.&quot;/&gt;&lt;property id=&quot;20144&quot; value=&quot;1&quot;/&gt;&lt;property id=&quot;20146&quot; value=&quot;0&quot;/&gt;&lt;property id=&quot;20147&quot; value=&quot;0&quot;/&gt;&lt;property id=&quot;20148&quot; value=&quot;5&quot;/&gt;&lt;property id=&quot;20180&quot; value=&quot;1&quot;/&gt;&lt;property id=&quot;20181&quot; value=&quot;1&quot;/&gt;&lt;property id=&quot;20182&quot; value=&quot;0&quot;/&gt;&lt;property id=&quot;20183&quot; value=&quot;1&quot;/&gt;&lt;property id=&quot;20184&quot; value=&quot;7&quot;/&gt;&lt;property id=&quot;20193&quot; value=&quot;-1&quot;/&gt;&lt;property id=&quot;20221&quot; value=&quot;C:\Users\zparlak\Desktop\adobe_presenter\&quot;/&gt;&lt;property id=&quot;20224&quot; value=&quot;C:\Users\zparlak\Documents\My Adobe Presentations\tema_presenter&quot;/&gt;&lt;property id=&quot;20225&quot; value=&quot;C:\Users\zparlak\Desktop\adobe_presenter\&quot;/&gt;&lt;property id=&quot;20226&quot; value=&quot;C:\Users\zparlak\Desktop\powerpoint_ders_notu\modüller\modul6.pptx&quot;/&gt;&lt;property id=&quot;20250&quot; value=&quot;7&quot;/&gt;&lt;property id=&quot;20251&quot; value=&quot;0&quot;/&gt;&lt;property id=&quot;20259&quot; value=&quot;0&quot;/&gt;&lt;property id=&quot;20501&quot; value=&quot;C:\Users\Presenter\Documents\My Adobe Presentations\&quot;/&gt;&lt;object type=&quot;2&quot; unique_id=&quot;10559&quot;&gt;&lt;object type=&quot;3&quot; unique_id=&quot;10560&quot;&gt;&lt;property id=&quot;20148&quot; value=&quot;5&quot;/&gt;&lt;property id=&quot;20300&quot; value=&quot;Slide 1 - &amp;quot;PowerPoint&amp;quot;&quot;/&gt;&lt;property id=&quot;20302&quot; value=&quot;1&quot;/&gt;&lt;property id=&quot;20303&quot; value=&quot;Zekeriya PARLAK&quot;/&gt;&lt;property id=&quot;20307&quot; value=&quot;256&quot;/&gt;&lt;property id=&quot;20309&quot; value=&quot;44177&quot;/&gt;&lt;property id=&quot;20312&quot; value=&quot;0&quot;/&gt;&lt;/object&gt;&lt;object type=&quot;3&quot; unique_id=&quot;10726&quot;&gt;&lt;property id=&quot;20148&quot; value=&quot;5&quot;/&gt;&lt;property id=&quot;20300&quot; value=&quot;Slide 3 - &amp;quot;İçindekiler&amp;quot;&quot;/&gt;&lt;property id=&quot;20302&quot; value=&quot;1&quot;/&gt;&lt;property id=&quot;20303&quot; value=&quot;Zekeriya PARLAK&quot;/&gt;&lt;property id=&quot;20307&quot; value=&quot;258&quot;/&gt;&lt;property id=&quot;20309&quot; value=&quot;44177&quot;/&gt;&lt;property id=&quot;20312&quot; value=&quot;0&quot;/&gt;&lt;/object&gt;&lt;object type=&quot;3&quot; unique_id=&quot;10780&quot;&gt;&lt;property id=&quot;20148&quot; value=&quot;5&quot;/&gt;&lt;property id=&quot;20300&quot; value=&quot;Slide 2 - &amp;quot;Öğrenme Hedefleri&amp;quot;&quot;/&gt;&lt;property id=&quot;20302&quot; value=&quot;0&quot;/&gt;&lt;property id=&quot;20303&quot; value=&quot;Zekeriya PARLAK&quot;/&gt;&lt;property id=&quot;20307&quot; value=&quot;260&quot;/&gt;&lt;property id=&quot;20309&quot; value=&quot;44177&quot;/&gt;&lt;property id=&quot;20312&quot; value=&quot;0&quot;/&gt;&lt;/object&gt;&lt;object type=&quot;3&quot; unique_id=&quot;42307&quot;&gt;&lt;property id=&quot;20148&quot; value=&quot;5&quot;/&gt;&lt;property id=&quot;20300&quot; value=&quot;Slide 4 - &amp;quot;Metin, tablo ve resimlerin sunum belgesi içerisinde veya açık diğer sunum belgelerinde bir eşinin oluşturulması&amp;quot;&quot;/&gt;&lt;property id=&quot;20302&quot; value=&quot;0&quot;/&gt;&lt;property id=&quot;20303&quot; value=&quot;Zekeriya PARLAK&quot;/&gt;&lt;property id=&quot;20307&quot; value=&quot;297&quot;/&gt;&lt;property id=&quot;20309&quot; value=&quot;44177&quot;/&gt;&lt;property id=&quot;20312&quot; value=&quot;0&quot;/&gt;&lt;/object&gt;&lt;object type=&quot;3&quot; unique_id=&quot;42308&quot;&gt;&lt;property id=&quot;20148&quot; value=&quot;5&quot;/&gt;&lt;property id=&quot;20300&quot; value=&quot;Slide 6 - &amp;quot;Resimlerin boyutlarını değiştirmek ve döndürmek&amp;quot;&quot;/&gt;&lt;property id=&quot;20302&quot; value=&quot;0&quot;/&gt;&lt;property id=&quot;20303&quot; value=&quot;Zekeriya PARLAK&quot;/&gt;&lt;property id=&quot;20307&quot; value=&quot;298&quot;/&gt;&lt;property id=&quot;20309&quot; value=&quot;44177&quot;/&gt;&lt;property id=&quot;20312&quot; value=&quot;0&quot;/&gt;&lt;/object&gt;&lt;object type=&quot;3&quot; unique_id=&quot;43826&quot;&gt;&lt;property id=&quot;20148&quot; value=&quot;5&quot;/&gt;&lt;property id=&quot;20300&quot; value=&quot;Slide 5 - &amp;quot;Metin, tablo ve resimlerin sunum belgesi içerisinde veya açık diğer sunum belgelerine taşınması&amp;quot;&quot;/&gt;&lt;property id=&quot;20302&quot; value=&quot;0&quot;/&gt;&lt;property id=&quot;20303&quot; value=&quot;Zekeriya PARLAK&quot;/&gt;&lt;property id=&quot;20307&quot; value=&quot;299&quot;/&gt;&lt;property id=&quot;20309&quot; value=&quot;44177&quot;/&gt;&lt;property id=&quot;20312&quot; value=&quot;0&quot;/&gt;&lt;/object&gt;&lt;object type=&quot;3&quot; unique_id=&quot;43918&quot;&gt;&lt;property id=&quot;20148&quot; value=&quot;5&quot;/&gt;&lt;property id=&quot;20300&quot; value=&quot;Slide 7 - &amp;quot;Metin, tablo ve resimleri silmek&amp;quot;&quot;/&gt;&lt;property id=&quot;20302&quot; value=&quot;0&quot;/&gt;&lt;property id=&quot;20303&quot; value=&quot;Zekeriya PARLAK&quot;/&gt;&lt;property id=&quot;20307&quot; value=&quot;300&quot;/&gt;&lt;property id=&quot;20309&quot; value=&quot;44177&quot;/&gt;&lt;property id=&quot;20312&quot; value=&quot;0&quot;/&gt;&lt;/object&gt;&lt;/object&gt;&lt;object type=&quot;8&quot; unique_id=&quot;10563&quot;&gt;&lt;/object&gt;&lt;object type=&quot;4&quot; unique_id=&quot;10695&quot;&gt;&lt;object type=&quot;5&quot; unique_id=&quot;10697&quot;&gt;&lt;property id=&quot;20149&quot; value=&quot;Esrin Palas&quot;/&gt;&lt;property id=&quot;20150&quot; value=&quot;Öğr. Gör.&quot;/&gt;&lt;property id=&quot;20153&quot; value=&quot;epalas@sakarya.edu.tr&quot;/&gt;&lt;property id=&quot;20159&quot; value=&quot;logo_sau.png&quot;/&gt;&lt;/object&gt;&lt;object type=&quot;5&quot; unique_id=&quot;44177&quot;&gt;&lt;property id=&quot;20149&quot; value=&quot;Zekeriya PARLAK&quot;/&gt;&lt;property id=&quot;20150&quot; value=&quot;Öğr.Gör.Dr.&quot;/&gt;&lt;property id=&quot;20151&quot; value=&quot;100_4bdc29d7029a3.jpg&quot;/&gt;&lt;/object&gt;&lt;/object&gt;&lt;object type=&quot;10&quot; unique_id=&quot;33809&quot;&gt;&lt;object type=&quot;11&quot; unique_id=&quot;33810&quot;&gt;&lt;property id=&quot;20180&quot; value=&quot;1&quot;/&gt;&lt;property id=&quot;20181&quot; value=&quot;1&quot;/&gt;&lt;property id=&quot;20182&quot; value=&quot;0&quot;/&gt;&lt;property id=&quot;20183&quot; value=&quot;1&quot;/&gt;&lt;/object&gt;&lt;object type=&quot;12&quot; unique_id=&quot;33812&quot;&gt;&lt;/object&gt;&lt;object type=&quot;13&quot; unique_id=&quot;44223&quot;&gt;&lt;/object&gt;&lt;/object&gt;&lt;/object&gt;&lt;/database&gt;"/>
  <p:tag name="MMPROD_DATA" val="&lt;object type=&quot;10002&quot; unique_id=&quot;901&quot;&gt;&lt;property id=&quot;10007&quot; value=&quot;Next&quot;/&gt;&lt;property id=&quot;10008&quot; value=&quot;Back&quot;/&gt;&lt;property id=&quot;10009&quot; value=&quot;Gönder&quot;/&gt;&lt;property id=&quot;10012&quot; value=&quot;0&quot;/&gt;&lt;property id=&quot;10022&quot; value=&quot;Tekrar deneyin&quot;/&gt;&lt;property id=&quot;10068&quot; value=&quot;Doğru - Devam etmek için tıklayınız&quot;/&gt;&lt;property id=&quot;10069&quot; value=&quot;Yanlış - Devam etmek için tıklayınız&quot;/&gt;&lt;property id=&quot;10124&quot; value=&quot;Click to continue&quot;/&gt;&lt;property id=&quot;10125&quot; value=&quot;Click to submit answer&quot;/&gt;&lt;property id=&quot;10126&quot; value=&quot;Click to go back&quot;/&gt;&lt;property id=&quot;10127&quot; value=&quot;Temizle&quot;/&gt;&lt;property id=&quot;10128&quot; value=&quot;Click to clear&quot;/&gt;&lt;property id=&quot;10133&quot; value=&quot;1&quot;/&gt;&lt;property id=&quot;10134&quot; value=&quot;0&quot;/&gt;&lt;property id=&quot;10135&quot; value=&quot;,&quot;/&gt;&lt;property id=&quot;10136&quot; value=&quot;2&quot;/&gt;&lt;property id=&quot;10156&quot; value=&quot;1&quot;/&gt;&lt;property id=&quot;10157&quot; value=&quot;1&quot;/&gt;&lt;property id=&quot;10158&quot; value=&quot;1&quot;/&gt;&lt;property id=&quot;10177&quot; value=&quot;0&quot;/&gt;&lt;property id=&quot;10183&quot; value=&quot;Devam etmeden önce bu soruyu cevaplamalısınız&quot;/&gt;&lt;property id=&quot;10185&quot; value=&quot;1&quot;/&gt;&lt;property id=&quot;10188&quot; value=&quot;The time to answer this question has expired.&quot;/&gt;&lt;property id=&quot;10189&quot; value=&quot;1&quot;/&gt;&lt;property id=&quot;10194&quot; value=&quot;1&quot;/&gt;&lt;property id=&quot;10195&quot; value=&quot;1&quot;/&gt;&lt;property id=&quot;10196&quot; value=&quot;0&quot;/&gt;&lt;property id=&quot;10198&quot; value=&quot;100&quot;/&gt;&lt;property id=&quot;10200&quot; value=&quot;1&quot;/&gt;&lt;property id=&quot;10212&quot; value=&quot;1&quot;/&gt;&lt;property id=&quot;10213&quot; value=&quot;1&quot;/&gt;&lt;property id=&quot;10214&quot; value=&quot;0&quot;/&gt;&lt;property id=&quot;10215&quot; value=&quot;0&quot;/&gt;&lt;property id=&quot;10216&quot; value=&quot;0&quot;/&gt;&lt;property id=&quot;10217&quot; value=&quot;1&quot;/&gt;&lt;property id=&quot;10218&quot; value=&quot;0&quot;/&gt;&lt;property id=&quot;10219&quot; value=&quot;0&quot;/&gt;&lt;property id=&quot;10220&quot; value=&quot;&amp;lt;Format Name=&amp;quot;Presentation Default&amp;quot;&amp;gt;&amp;lt;Question FontName=&amp;quot;Trebuchet MS&amp;quot; IsBold=&amp;quot;1&amp;quot; IsItalic=&amp;quot;0&amp;quot; IsUnderline=&amp;quot;0&amp;quot; FontSize=&amp;quot;46&amp;quot; UseDefFont=&amp;quot;1&amp;quot;/&amp;gt;&amp;lt;Answer FontName=&amp;quot;Trebuchet MS&amp;quot; IsBold=&amp;quot;0&amp;quot; IsItalic=&amp;quot;0&amp;quot; IsUnderline=&amp;quot;0&amp;quot; FontSize=&amp;quot;18&amp;quot;/&amp;gt;&amp;lt;Button FontName=&amp;quot;Trebuchet MS&amp;quot; IsBold=&amp;quot;0&amp;quot; IsItalic=&amp;quot;0&amp;quot; IsUnderline=&amp;quot;0&amp;quot; FontSize=&amp;quot;14&amp;quot;/&amp;gt;&amp;lt;Message FontName=&amp;quot;Trebuchet MS&amp;quot; IsBold=&amp;quot;0&amp;quot; IsItalic=&amp;quot;0&amp;quot; IsUnderline=&amp;quot;0&amp;quot; FontSize=&amp;quot;18&amp;quot;/&amp;gt;&amp;lt;ButtonPlacement Orientation=&amp;quot;Horizontal&amp;quot; Position=&amp;quot;0&amp;quot;/&amp;gt;&amp;lt;/Format&amp;gt;&quot;/&gt;&lt;property id=&quot;10221&quot; value=&quot;&amp;lt;Format Name=&amp;quot;Presentation Default&amp;quot;&amp;gt;&amp;lt;Question FontName=&amp;quot;Trebuchet MS&amp;quot; IsBold=&amp;quot;1&amp;quot; IsItalic=&amp;quot;0&amp;quot; IsUnderline=&amp;quot;0&amp;quot; FontSize=&amp;quot;46&amp;quot;/&amp;gt;&amp;lt;Answer FontName=&amp;quot;Trebuchet MS&amp;quot; IsBold=&amp;quot;0&amp;quot; IsItalic=&amp;quot;0&amp;quot; IsUnderline=&amp;quot;0&amp;quot; FontSize=&amp;quot;18&amp;quot;/&amp;gt;&amp;lt;Button FontName=&amp;quot;Trebuchet MS&amp;quot; IsBold=&amp;quot;0&amp;quot; IsItalic=&amp;quot;0&amp;quot; IsUnderline=&amp;quot;0&amp;quot; FontSize=&amp;quot;14&amp;quot;/&amp;gt;&amp;lt;Message FontName=&amp;quot;Trebuchet MS&amp;quot; IsBold=&amp;quot;0&amp;quot; IsItalic=&amp;quot;0&amp;quot; IsUnderline=&amp;quot;0&amp;quot; FontSize=&amp;quot;18&amp;quot;/&amp;gt;&amp;lt;ButtonPlacement Orientation=&amp;quot;Horizontal&amp;quot; Position=&amp;quot;0&amp;quot;/&amp;gt;&amp;lt;/Format&amp;gt; &quot;/&gt;&lt;property id=&quot;10227&quot; value=&quot;1&quot;/&gt;&lt;property id=&quot;10229&quot; value=&quot;0&quot;/&gt;&lt;object type=&quot;10054&quot; unique_id=&quot;10002&quot;&gt;&lt;property id=&quot;10139&quot; value=&quot;1.0&quot;/&gt;&lt;property id=&quot;10141&quot; value=&quot;80&quot;/&gt;&lt;property id=&quot;10143&quot; value=&quot;0&quot;/&gt;&lt;property id=&quot;10144&quot; value=&quot;0&quot;/&gt;&lt;property id=&quot;10145&quot; value=&quot;0&quot;/&gt;&lt;property id=&quot;10146&quot; value=&quot;1&quot;/&gt;&lt;property id=&quot;10147&quot; value=&quot;0&quot;/&gt;&lt;property id=&quot;10148&quot; value=&quot;0&quot;/&gt;&lt;property id=&quot;10149&quot; value=&quot;0&quot;/&gt;&lt;property id=&quot;10150&quot; value=&quot;0&quot;/&gt;&lt;/object&gt;&lt;object type=&quot;10042&quot; unique_id=&quot;903&quot;&gt;&lt;object type=&quot;10003&quot; unique_id=&quot;10009&quot;&gt;&lt;property id=&quot;10002&quot; value=&quot;Değerlendirme Sınavı&quot;/&gt;&lt;property id=&quot;10003&quot; value=&quot;0&quot;/&gt;&lt;property id=&quot;10004&quot; value=&quot;0&quot;/&gt;&lt;property id=&quot;10005&quot; value=&quot;0&quot;/&gt;&lt;property id=&quot;10006&quot; value=&quot;0&quot;/&gt;&lt;property id=&quot;10010&quot; value=&quot;1&quot;/&gt;&lt;property id=&quot;10014&quot; value=&quot;1&quot;/&gt;&lt;property id=&quot;10015&quot; value=&quot;1&quot;/&gt;&lt;property id=&quot;10016&quot; value=&quot;1&quot;/&gt;&lt;property id=&quot;10017&quot; value=&quot;1&quot;/&gt;&lt;property id=&quot;10018&quot; value=&quot;1&quot;/&gt;&lt;property id=&quot;10029&quot; value=&quot;2&quot;/&gt;&lt;property id=&quot;10072&quot; value=&quot;Quiz10009&quot;/&gt;&lt;property id=&quot;10123&quot; value=&quot;1&quot;/&gt;&lt;property id=&quot;10129&quot; value=&quot;0&quot;/&gt;&lt;property id=&quot;10130&quot; value=&quot;80&quot;/&gt;&lt;property id=&quot;10160&quot; value=&quot;1&quot;/&gt;&lt;property id=&quot;10161&quot; value=&quot;1&quot;/&gt;&lt;property id=&quot;10162&quot; value=&quot;1&quot;/&gt;&lt;property id=&quot;10163&quot; value=&quot;0&quot;/&gt;&lt;property id=&quot;10164&quot; value=&quot;0&quot;/&gt;&lt;property id=&quot;10165&quot; value=&quot;Başarılı&quot;/&gt;&lt;property id=&quot;10166&quot; value=&quot;Başarısız&quot;/&gt;&lt;property id=&quot;10167&quot; value=&quot;FFFFFFFF&quot;/&gt;&lt;property id=&quot;10169&quot; value=&quot;Question %d of %d&quot;/&gt;&lt;property id=&quot;10170&quot; value=&quot;Send E-mail&quot;/&gt;&lt;property id=&quot;10171&quot; value=&quot;Doğru cevapladınız&quot;/&gt;&lt;property id=&quot;10172&quot; value=&quot;Yanlış cevapladınız&quot;/&gt;&lt;property id=&quot;10173&quot; value=&quot;Cevabınız:&quot;/&gt;&lt;property id=&quot;10174&quot; value=&quot;Doğru cevap:&quot;/&gt;&lt;property id=&quot;10208&quot; value=&quot;0&quot;/&gt;&lt;property id=&quot;10222&quot; value=&quot;0&quot;/&gt;&lt;property id=&quot;10223&quot; value=&quot;1&quot;/&gt;&lt;property id=&quot;10224&quot; value=&quot;1&quot;/&gt;&lt;property id=&quot;10225&quot; value=&quot;Instruction Slide Title&quot;/&gt;&lt;property id=&quot;10226&quot; value=&quot;Write instructions for quiz takers here...&quot;/&gt;&lt;property id=&quot;10228&quot; value=&quot;0&quot;/&gt;&lt;object type=&quot;10062&quot; unique_id=&quot;10010&quot;&gt;&lt;object type=&quot;10050&quot; unique_id=&quot;10011&quot;&gt;&lt;property id=&quot;10020&quot; value=&quot;2&quot;/&gt;&lt;property id=&quot;10102&quot; value=&quot;0&quot;/&gt;&lt;property id=&quot;10191&quot; value=&quot;-1&quot;/&gt;&lt;/object&gt;&lt;object type=&quot;10051&quot; unique_id=&quot;10012&quot;&gt;&lt;property id=&quot;10020&quot; value=&quot;2&quot;/&gt;&lt;property id=&quot;10102&quot; value=&quot;0&quot;/&gt;&lt;property id=&quot;10191&quot; value=&quot;-1&quot;/&gt;&lt;/object&gt;&lt;/object&gt;&lt;object type=&quot;10061&quot; unique_id=&quot;20000&quot;&gt;&lt;object type=&quot;10058&quot; unique_id=&quot;10089&quot;&gt;&lt;property id=&quot;10201&quot; value=&quot;Question Group&quot;/&gt;&lt;property id=&quot;10202&quot; value=&quot;1&quot;/&gt;&lt;property id=&quot;10204&quot; value=&quot;5&quot;/&gt;&lt;property id=&quot;10205&quot; value=&quot;10&quot;/&gt;&lt;object type=&quot;10064&quot; unique_id=&quot;10090&quot;&gt;&lt;object type=&quot;10059&quot; unique_id=&quot;10091&quot;&gt;&lt;object type=&quot;10060&quot; unique_id=&quot;10093&quot;&gt;&lt;property id=&quot;10020&quot; value=&quot;2&quot;/&gt;&lt;property id=&quot;10102&quot; value=&quot;0&quot;/&gt;&lt;property id=&quot;10191&quot; value=&quot;-1&quot;/&gt;&lt;property id=&quot;10210&quot; value=&quot;0&quot;/&gt;&lt;property id=&quot;10211&quot; value=&quot;49&quot;/&gt;&lt;/object&gt;&lt;object type=&quot;10060&quot; unique_id=&quot;10094&quot;&gt;&lt;property id=&quot;10020&quot; value=&quot;2&quot;/&gt;&lt;property id=&quot;10102&quot; value=&quot;0&quot;/&gt;&lt;property id=&quot;10191&quot; value=&quot;-1&quot;/&gt;&lt;property id=&quot;10210&quot; value=&quot;50&quot;/&gt;&lt;property id=&quot;10211&quot; value=&quot;100&quot;/&gt;&lt;/object&gt;&lt;/object&gt;&lt;/object&gt;&lt;/object&gt;&lt;/object&gt;&lt;/object&gt;&lt;/object&gt;&lt;/object&gt;&#10;"/>
  <p:tag name="MMPROD_THEME_BG_IMAGE" val=""/>
  <p:tag name="MMPROD_44177PHOTO" val="/9j/4AAQSkZJRgABAQAAAQABAAD/2wBDAAMCAgMCAgMDAwMEAwMEBQgFBQQEBQoHBwYIDAoMDAsKCwsNDhIQDQ4RDgsLEBYQERMUFRUVDA8XGBYUGBIUFRT/2wBDAQMEBAUEBQkFBQkUDQsNFBQUFBQUFBQUFBQUFBQUFBQUFBQUFBQUFBQUFBQUFBQUFBQUFBQUFBQUFBQUFBQUFBT/wAARCADIAKA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gkj/76p4jqVIanSHmhmdyAQ/LUqw1OsNSrH9aBFYR07ZVoQ0/yaAKojqRY6tJDuqZLUt2oKM/y6PJrXTTZGRSkTuv95RRPpcsYViDGuf4hQBkNHto8kNVqSaCN9jyRq/93evP+760QqlxDvTa2OjKaAKLR9qDHVxrfuPmprRnpwtAFIw7uaY0dXdtMK/WgCg8O2ovL21oPHUTQ/LQKxQdfY0xl/4FV14aheP/AL5oGX0jqVI/+BU9F9qnSMZ6UMkjSGpBHz0qVI+ORUqR/wCztoAiWE+lSpb7m6fNUyR7uKuJHFbwvPOdkUSFiyjdQA2z0mWYZCFlFeRfFP8AaAs/Bs0ukeHBbalq4O2S5zvht2/u8cOf9mvHfi18ZNT+IWsNBYXF1Z6CnyJbNOQs3+06ptFY2ieHbSSFJA5snc8uys0X/wBale+xqonSReNPGHi67zc65e2sE78/ZZvs8Wf4flHFdFL4Z1XT7ZdQuLm7v0hKqZYr196KTt3fe/h+9V3RobCx06LT3SB7mVNouYl3I+fuh1PBH/Af+BV1/gPwLcah5AnkZUzsaJDuwpb+H2X/AOJq2rHVTpObKp1BNJhi+2oLhSGiDRvuYOMc/wDAht+aom+J1vpdmlvbpJ99lWSc7V2jj5vevovSvg+L4pDcadDLBKPvM4RlzhVO4r/s7v8AgVcd8Uv2SYJNOuL3TALeaIF5Nj+ap9mrK7O14B8vMjhNA+KGn6lIsdw8as3yBY3HD/4V2kapdRLIuGUjcGU7s18u6XHrHhfxG2nxT2unTi42BpbdJYQw7OCuRu/vf9816v4Y1DV7ER3InFl5UhS9sWP7kN/eRenzVqtUeVOm4vlPSHt9tVmjK/7X+9WoGjurZJ4yHRxuDLULw1JkZzR011q48P8AwKonhoC5TdaieOrrx+1QsvpmgC6kdTpHT0Wp0j9qCRiR+1SpD7VMkdTpGd3SgCOC35UVx/7QXiaPwX8JtRlJ23F+RZQL/eLj5vwUbjXoNtD8/PrXy/8Ats69JN4h8NaBFIX+yWj3BiUfKryFVUt6nav+d1JlxPE/DFnca1c+RBHtgjG53x8qj+GvbvA3hG91iVLaOB9n3dzDcpqr4H8Ep4d0S0tCd9w43zsw+Yua+hfhNY20azoQN4T5dv8AFXKqjvoe7h8KpL3yfwL+z/ZRzpPekO2OYohsVj/SvoDw94T0jQbZIreyi342lsbmx/vVh+H2SOZHH3cbfmNd5ocIZ2klcLj5Rz/FWyu2e5TpwpqyRpaXZmTZ5duqqg+8o+9/wGtdNPguIXjMSrkFdy/rWnok1vcIwSJmYjlmFaD6ejcfc/2a6bWQOqk+U+C/2o/gedN1x9Q06I27v+981U+Vv7p/76XBH+0tcHZ6LLfQPJcSCeWWNEMUYDI/3cFe4ON3/j1fcXx70e3vPD7i43okce4T/wBxf4q/PvxP4o1LS/El7LGI2RY0ihlT5Udw3yq69t2773+7UpWPnsVbn5j1LwRHG2jzxxSvKkcm3a4+dOPutWtJHzWJ8KNUGvaVe3ETiWBvLfcw+dWI3bW916N71000fz4qWeRLczXWmGOrbw7TULx0ElN4+1V3jrQdf9moXX5u1BJdRd1Wo46dFCN3+zVmOPvQAyKP2qdI/u1KkftVhI9poFcLSPnpXzV+2HoZh8e+FNbkgRYJIPs4ZT8zlHV/m/P/AMdr6dhUqy15d+1v4bj1T4LT6wE/0rRruG4Rv7qO3lv/AOhLUy2NofEcbaWf75CR94Kfzr2zwN4biumt5YpyjsNv935q+f2h8Q+KJrC20R4rOIWkTvc3J2rnYp+b2XdXR6V8QvEfw5W3/te8s721U/vLy1DmJR/vhcf+PVyU4WPpqVXljsfWUOiy6Xp0sfmo8qQtL8vrXX+FZI7qHN5cRWqwp+8klfav1avEfBHjyf4iLLZ6ZIst5dW5WPaf4v8AerpvGPgPVfCWgrqfi24KWSIiyQQMdpYjo3+FdMZI9Hm0909nb4yfDvQ5lgPiWylvMbVgtn3M3/1v0+Wui8N/ETRvGFs0llJLFMshTZOm3ew/uN0NfBWhftCeGvBfi2yi1K3i0RNQMktrJBo0c3ypnd5s0k0WeAeF/i+Va+o/h98TtP8AF2qLZXFnaPeH/UXlrBJbq395HR1V7aZf7j8HqGI5rp5uZXONe82pPVHo3j/wy/iTw/exo+yfyzjb97Ffl98UfCN/DqF+Z0NqtsCskuflZC7bTt9dyqrfnX62QW7rCplId/8Anovevifxn8Mb3xN8T9b8NWMby3t5HLhJI96bSf4vb5s7uMbfvVk0rnJXp86908n/AGaJPt3hLXLwnaz3qoVVvk+5u+X/AL6r06aMZapbP4LaV8DdC+waL4iPiG1mv5YbrzbU2721yiDMaqeqfK20/wA+tN/1lK9zwK0JU58k1ZlKSM1Xkj9q0njqs8fzf/E1JiZ7x881XlXnOK0po9tVXXbVXA1Ej7Vbij9qSGP1q1FH92mA2NanSOnxx1YjjoJsMij+asX4x6Wdc+CHjixS3N082lSeXGv3twwyn/gO3d/wGuiij5WtnTYw26N0Dq6FCrfdKlfu1DV0axdnqfI9zJJN4R0bT7O5FvLcW9v5jsNy7di5+XvWjq/wT0i41CfxJ/wkbW7TWMdu+mWcJmZ2BQ5Du37vds528nc43YZq3/BOk27TWtvLAu3YItkg28D5cV6D4ujs9D0R3EcNrbxo2FjAVfu1hGThqfVUqCqQVzi/2JvDd5oPxRW38+SdbaNnCyqq9So27RwPpX6NeMvDkPjTw/faPdojxXCMpdo1cI+MK+D3FfGv7GXh3ztcl8UO6s15cC0hjl+VkUfMz19uXcdzFbziExvIynYzn5M9s1vRXNDU6eVJJHyx4d/Zw1TwnrUEmoWXhTXrOxkzZfbrBWaDPPydhz/6DX0dpENxqUa/aLayfaBh7aPbj/d+WvPPh18VrDxlqF7p0qvZ6jbSGKazndWK44/EV7Hp7QWdsgVozs6cda2ppNabDqx5HruNnXyYk4wQo7dq8Vl02V/2gPFN3psccut2vhZTaRSHajvJJhS+OoXaufZq9g1PUhcK6qGbj7uK5PR9Asl8bal4hEUr6tdab/ZxlUsw8vduVdvTrzUSSZgtEeS/Gi/k8V/Di01uSF7XULbUYY9TtXBXyZgjRtjPOPnSvIbb5kr6F+PtlZ+Hvh1cRO6y32tXaZUBuZt6SSuA3QKIsAdt1eAwQ7UWpSa0Z4mOcXUvHsNeP+Kq0se7tWjt7VXkj+tI8ozpI6ryR1pPHw1U5I/agDWijPtVpI6Yi1ajWrAfHHU6R7qEj+7VpI/u0ANSPbt4rRsf3coP901WSOrVsu1lqAPGvE+njRfiHq0YJRGn+0J/uyBX/wDZmqj8W4X1Twx5ayuiuUUsvp/FXX/GSx+y+IdL1MDbHd2vlFl/vof/AIllrlvF1v8A2l4cikZHlihjLmJT8znb92uSeh9dgavNSOP+FnjTxZpfimCPS08+1j2YSAMuNnDM33h8y9RX2R8IbC38YahdeLD4z8S3FnqAkSfw9JOBaQsPlwvGUH8Py4r5T+E/ijxnJqUUfgzRNM0i4wXEmvTomU/iyqo/5V7/AOA7D4nrPPZnxv4R8P6eJGd4LGzN5sc9cD5Mfia6KSSPVhRlOHNexofFv4VnwD4q03x54NHkxRps1LTlI3eX/wA9V917rXtHhLxA2tada3YdHjkRc8/LXmPi3RPiXYi31TTfFuia/YW/F3pkmjvbPOP4ir+a4/4Dt/irrPhosk3hiKOON7dst+6b70Y3dN1VdKTsc1VyW56Qn75mjz82edtcT8S/Eep+CfCt7q2kiJr2zmt3Kyj5Hi3jeG/3l4/4FXZWEaafas8kgdccyKO1eW/HDVFuPh7f7Ol9f20I2n+EOzt/6BWi0R5NWq0rnkXjDxprHxK1pNT1XyokhTZb2kH+qhB+9t3dS3rWckO0VPZ24VF+XtUzR7ajmPn5zc5c0ii8e3cKikWrrx1XdaDMoPHVWWP71X5lqrIvtQUascdWoY/+A0yNauRLVskei+1WEjoijq1HHSuAiL7VYiXmhIanEdSTYyfHXhuTxZ4Tnt7aPzdRtH+1Wq/xOw+8n/Al/VVrxvS9WPkfY3IZWPybh0b+61fQtoxjdcH7prhfi78NYrzTL3xTpH7m/tE869tFHyXabvmdfR1+8fX61lOFz08JivY+6cB4X8D2mtarPF57RbflRIn2sSa+gvhh+zHpHh2eK+iuy+pRYfa3zI2f+BV8u6P4yg0HUoNQJ2yo+4xsPu8V7Non7VWnabq6Sfaz9ldFYqvzbDtwwVaKcEtz6NY9ch9YNpI8iISYEsQ2yMo9Ky4ZItHeVE2RIHXK/wANeJf8NZaRdW7R2kczsRwypu/4Du65rKi1zxL8Urzyp5zo2kZ3+RA+2V/+BdhXW6cOh5NTFTnM9S1zx8de1RNC0PNxdO376VfuW4/iZmrN+OWjnTfAfh63HzL/AGsuWY9cQS/NXXfDrwPaeH7WKOKJYtw/u7mZv96vLv8AgoVrh8F/Db4c6xFcGCWw8Y20skcZ+aSD7NcC4T3Gxv8Ax6i19EctVvkbkcdbQlUXjtTnX61pfZ02K8TiWBwrxup+VkK5Vv8Avmqske3dWJ5ZnyR1WlX1rRkX1qrMvOaVyjOlWqki1oSL2qq8fzUgNaHrVyNaghjq7HH7VRJLGo7VcjX7tMhhq7DbmgBqR1OkNWIrMt0H6Veh0mWTpGzf7ooAowwncOK4z9ov4wWXwJ+C+ra9cRR3epX+7TNMspc7Z53B3M2P4ETc5+ir/FXea9q2heB7WC88Ta7pfhq1mO2OXV71LdZf93e3P/Aa/Oz/AIKD/GHSfil8RdG0/wAL6vDrfhXQNPaKO8tVbyZLyR83DIx++MCFN33fkOKLXHF+8e/p4Z0zxFZWVxbkS29zGksMq/3SoatPQPgze6leKPPCxL13JXhn7OfxOkfwRpVjdSndbIIkLH+EcLX2H8MvHEGpKttJBtlU/JJkbWWsIay5T2lBThzI0fBfwLsrNle5jWWUDd8wr1zw94TstFRY4Iz5uOFX+H/gXaptFt5Ps2R93uqn5v8Avqp7HWI7e52ZjKpnKs+1Ex94sxrtSshKml7x2+keXptvLc3ksVvZ28fmyXMp2rGAPmPPb3r82/2uPjUP2gvH9umnFl8H6IHt9MjYbTcMT+9nP+/tXb7KP7zV2/7SH7R1x8SjceG/D9y8XhSJ9lxeRHb/AGk47L/0xU/99/Tr4Na6ejFP4cn9K9nCYZ255niY3FqX7uGx9C/s1+Kh4o+Hn9h3MqHWfDp+ylGK73tf+WLqvcL9zd/sr/er0G6t2Vm4/wCA18bWnia8+GfxL07WdOuFtby3tZVhVgrJNkrvR17ptxx/LbXufhj9qjRtUmS08WaVLocpO3+07MGW23f3nT76f8B31xYnCyU24HNTrJrlZ6FMtVZI+1bz2sF5aQXdnPFdWc6CWC5tnDxSIfusrDg1nXNuV3cV5mp1GRIu1vxqnMtaM6lapyRnvSKNiFa0bW3LdKrWkPzdK5v42/GLS/gH4DbWbqOC/wBeuj5Oj6PLIwa6kG3e7Y58tA24n/dG7c1a7mdzuNV1LR/Cdgl/4g1nTtBsieJ9Tukt1P8Au725/wCA15j4w/bK+EfglGjs9VuvGV72g8Pwbov+BTSbUH/Ac1+fPjnxdq/xU8Uaj4o8RTi81a+kLlefKgG7iGJWZtiL0Va57d5Ixjan3Tt7VoqYuY+nviF/wUK8e6sssPhDStL8G2fKpO6C+uz/AHfnddgP+6leOX/7TXxh1a5W4vfib4kWVOiWl81un/fKbR/47XEzW4ksZePmQ/pWW8fz4/8AQaVrEp3NzxL4p1jxpq0+teI9Wvdf1qYYa61O5aaX/ZGT0HsK1vFXgu4XwFbagke5IQd7e3y5P/j1clFNHb3nmyLvggQuU9SO3/fVegeDPjv5d5baZ4k0+zPhyYmO4e1ibzURhtY8lgR/eGMmtIct7M0d+g/4OXBhsltt+yUjdH/tN6V9g/Bbxc8P2eK5eNOfuzjbyP7rV8x2PgX+w7vS73R7gahock+yK8iO9DluN2PavpLRPA8ljDJe3brZ2tuPOknlfYsKfxMzenvXC4uNQ9PDzfKfaXh7xJBJpS7yJfk5WP7v/fXpXyn8afjVJ8RLq88NeGrgp4Ujdl1HUojt/tI/xQo3/PFe7fx/Tr4b8Rv2vvDt5fv4RsrnUP8AhFw4iu9TsYl/0tf4lVSQfJ9R1b6fLXa2MGnanoNld6Bcw32k3CfuLm2PyHHUexB6huRXvYChGrPmn06HDjcTyrkht3MCaETS7I0widFWtS2t49Nhe7nAZYUZ9uducVej0sQhc/e77q5zxnJcXgtdLtPvXLFpvaIfw/8AAi3/AI7X0D0VzwviPLda+3+IruyN7HLFe3dxJPcXLD9za2xO5I1YcZYba7STSZ9a0aLyylqi/IZ5TtyB91tveul0zSYtJgdPvuwVZN33aydT81rlP7PFu6Z4llc+VD/sqnf/AHq5VC3vMpu+x0vw4+ImufCe0/srTLmHVtLuCX+w6nGWijf+J4mDKU3fxDof7tddF+1hp8d59n1nw3tXO159IuvN8v8AvMyuq/8AfO6vFryzj0/dca5dy3SruwsAOx29Ng5/Bq5y516W6hbyLN9Otx/C0fz/APfPauOrh6U9WtTWEprqfeEH2DXrP7Zo9/a6rZsNwnsZhKuP9rHSsu5tzH2r4e8PR6ja61b6pZ6jdaXdQ/PHLZv5Tj/gQ/k1fR3gj9oa0vLdLDxoGt7oEKms20H7mQf9NkH3D/tKMf7K15FTCTgrx1OuFVN2ke4/arPQdH1DWdRfytO021ku7qTO3ESBnb/0HbX5l/Ev4naz8aviFdeI9dYQzzIIrGxj/wBVZ23zbIU/765buWY19M/t7/EW+0fw7oXw/wBNdoI9ViOp6m6tt82FH2Qw/wC6XVnb/cWvja6Y30FvcR/JPkIG/uSdvwbbWUUaSZd02H/TltyDtUOxWpb+zVWV9nblcU/wv/xNPEKzEbVa0d3X0bcFZfzrVubX7ReeX95U+Y89q6EtDnvqc1Z25/0+25ZVhWUe1ZxhMZZ9n3Qfu10fh+H7Z4s1G25Vpbd1CqPQZqxH4fdfPynSMZqOS6Hz2PP5stp8owS8pXH0rK8t49pKFVb+9XfaP4dS81C6gCfKkO7b9TTNS8K+XJ5cafKtZOm7GyqJFfwb4w13wazvomqz6d5h3mNcPExHdkdWBP8AwGvrzxP8a4Pjb+zNoU928Np4pXWZNM1q2s02+ekMHmQyBN3yiTeD6b4nxXx4mkp9jYSSx286SbPnPbr+NdD4Zurnw3FfmyKSvfwLF57RlWTBzuXPf+GrgveTY/auMWl1ON8T2KW+pToBs2ErtU7v8muy+D/xmvvhHrLjY2oeH7px9u0xnxn/AKaJ/ckH6jg+1i28Dyf2e17cpu3j92v/ALNXPaf8PbzxJrSWdmhV3PLMPlQf3q2iqlOanDcjng48sj7m0HX9G8c+HE1rw/ex3+nv8rOnyvC+37jjqj+x/wB5dy1zuralYaPNPO8sW9Rs8ySRVVMf3mNeX+DfhNrHwn12x1nRvENxpUqFftCph0nT72wochx/sstdLcaDocd29/JZRPcSuZWaVNzZLZbavavoFWnKHvqzPOlGKl7rJ21w6wzPAHuos8SsGWEf7vrVWaSVbqIuSzIQ3lt8u6tFdYGzEFs/mt8qeYNqr71QvJo9PDyynz7p/wBWpNiWhFd6hIs/mY33TZUbj8qf7q/1qnHpMniJGkuL24WBHXfc52qPZf8A4qn6Jpb+ILtnndkshu8xl+9L/srWt4r1a30+H7FbYRYRz5Z+VE/3qi11d7F7bFPUvskY8u2VLfycIbtzv81h/C2NvmGriaGjQ/vDc9P4iE/8dC8Vyvh/XJL6RZNP0+TV7xP9XLnZaWw/3z98/wC0FNdVZWusSHzL29t4nbrFaxs3/jxb/wBlrWm09TNqx5f+0D8Vo/id8bfEequwl0a2k/srTNp+VbaFmVXX/fbe/wDwOvOZbWO1f94PMs5fvsp+Vkb+Jf8Ad/8AZar22uCxKFrbz7Vxy6Qhm/4DmtXTtaj1KCWzlSC9gwx8y1j8q4j/ANoxH7//AACvmopWPSd90X/AEAXWPEs0rgpAicr/ABZ5P/oP610VnZmFEaVds95ucr6KFri/hnqH/FWXelblljvSF3KflJTdt/Su61i6Efjb7OfuRWWwL6MWrqp2cLmU73OI8PXH2H4kWcjj5JZthX1B+WvXtb8Oi1tp5VAXd827H8NeLeKIzpuu293ESrRyCXd9CtfSXirY3hVr0fdlt1fdn1FXQWkkZ1HseXfDTSRqFzrl4R8qFIhu9ly3/oVVb66itUvZXCsqOcNXV/CK3Fv4DuruQf666dize1cG+nvql7FZ7C63OopEVU/eTflv03UONooSerLGpeGtLtfs92dQtWnngMu65k+VXGz92iqv323Eru4wh+atPwx4Vk1bXHs3MNyiTuhntixR0B4K55ww5+b+9Wj46uLPSW/0C3jiUSKyce9dt4cjt/Dvh661i42weYDKPZaqFJcwnJ2MPxtHHbpFYWyDzcbERf4VH8VbfgDR7bQbZrkgPKTu3fxO1cXrM0801vLKNupatIvlxN96OH/Hb1r0FF+x2yJnYqD53b+Bf8a6qdnK5k9FYuX2oPdXPmTkO8fRc/LH/wDXrndW8SfPI4AKRHlm7tTHvDcbY4MorHaiKPu/7VZN4sU2q2umIR5CHzZ2atJVHIlI6i3mNrYfbLly0rjhW7f4Vzt3dG8knnncpBbjdM+f++UX3NWdZ1KS+vIoLZN0spEUCKa5Txnq0djLZ6HZv5rJId8q/wDLWbb87f8AAfu1nKSSNEjoLXxk9jZsUQI7/JDBENzJ6BazYpNImv1PiW+F5d7sx6LZgzMnu4Rc592x+FYUKR26C61fUV0rSySj3Kt++mP8UcOOc/3iOn3R3x02i3VhYxfY9At4rCyxue+uQqKF/vtnk/7zcf7VTCbnuVayOvttaiW3iEEX9nWSj70sapt/2VXdyf8AZq/50l0uY/N8o9GlHzt/hXG6Ve2kd6J7C0v/ABNdZwt8wAhH+7LJtQD/AHFNb1xZ65eQb73V7XRYMf6uzRriX/vuTaP/AByu6L0MmtTwXRtNvbh0knnltbX73X53X/Z9K697wecH+xRMo6StGu7j/apkVmY/nPztn7zCtfTVHRxubH8Qrx6dNJWOmU7nH6hpdrp3xB8K6zYwrBHeXGyeNG4Eg7+24NV3xD8vxHuk9Y1w1WPHFmNNt9HvUHlRQ6tC20j1yGxVLxBn/hOVnH9xWpNct0Wvf5TE8f2u61upCPuxn5q9pbUG1T4E6XeDl3s0X5e7D5a8p8VRi80q+/i3Rtiuz+HOqDVPgVa2mS0trdtE647Z/wAGq6T5ZyXdCqL3F6m74ZtZNP8AhJOI0/eiORwv+1triPA1xHfeItOdzs+xRyXTt/tldi/+hH/vmvW/DsIk8PXVkAG2jdtxt3ArtryLwF5VndeKZ/4fP+zJx93Zyf1atKis4GMXuO8SKdc8Sadp0Y3fabpE216P4ski1DV4NMU7dL00CW42/wAbj7if1ryfRdUePx9YX+zzVtpGcL6t/DXQeNdeksdPnEZ/0ieQ4/vPKf8A4n7tZxlo2Nxd0jU8Hs/izxnf65KN1lZ/6Lbrj5d38Va/iTWPOm+yQPuRT87f3mqvo8cfgvwja2SEeeY9ztj7zn7x/wDHqybDNxcLLJ82SWrojdRt1JkbdpJ9htnuD8r4aual1aPTY7rUJ3f5z93/ANBFWtZvjM62yfdJ5bNc1C39uarEgH+h277U3fdd/WspSs7ISX2jpbLUpdL0SXWrtNmo3QMVlE3/ACyH8TVwfhSxuvGnjPatyllZJi2N5Kduxc/OR7sd3NdB8RLo/wBmTyRv/qYxb2sWepLbWP51iWHh1I9Kgs7n7VsfDPa2nyvO39B/vVEryaXQ2VrXNrxJoenWOuNb2viGza7G2IR6datqF3sHZW+5H/urj8a6Sw8P+FvD8cN/qDeVdugP2nX5/NuSf9xun4LTPD3gvWI7XyNPitfC9keqxJuuHH+1Ka6Gx8F6JoZ+03ksV1P94z3L72rqp09b2M3P7JEnjg6gf+JJZy6sw+X7TPuihT/dU9amh0vW9SmWS9lg2sOUizxVy58caVp4SOCOS4ftGg2rWRd65rOtTfZniXSLOU8RRfvbuYf7q/cH+01dV1Hd3MdbnE6HqDXlsvnptX+8w610ul2YurtAjhcdd3ZaKK86HQ1kcF8edfiXT9P023Jys3nA+wXGfzNU4Nct9ae1u/vTpGqvuNFFc1ST9ozrglyRL82LiOUZHzDbtqx8CrjbLrWjE7VEglCt/wB80UU6fxoT+FnpNhrw0XxutnJjbMGyvrha85tdc09PCN1PCj/aLp55kSIfMXdyf/HVZaKK6KrZzwirFfwZCkl2l6+GSOPzd3uaW0uB4m8bW4cbbKwbzX/i3P8Aw0UVhHZF9WdFreoHUr3YM+Uv92n/AGwWceUJVQPu0UV09TLoc9rN86wtFGdtxcnbu9E9abotxBp8M7oVVIU2hl/vUUVj9spDvD2hz6sU1C7u4olMnlWrXZO3P95V6k/3a7iFYvCrp/xM5Ly4VG/dWcZdyT9elFFa0gqD1vNc1SNUi0jdGesuoTs2f+AitK10PVVMUlxFYoqjjyoFbH57qKK7Y7mJqtmO1Ypc+U2eGSNV+auP8RTap5Tg6jJsdudvBb8qKKur8IU9z//Z"/>
  <p:tag name="MMPROD_44177LOGO" val=""/>
  <p:tag name="MMPROD_TAG_VCONFIG" val="PD94bWwgdmVyc2lvbj0iMS4wIiBlbmNvZGluZz0iVVRGLTgiPz4NCjxjb25maWd1cmF0aW9uPg0KCTxicmFuZGluZz4NCgkJPHVpZm9udCBuYW1lPSJGT05UX05PVEVTX1RFWFQiIHZhbHVlPSJWZXJkYW5hLDksZmFsc2UsZmFsc2UsZmFsc2UiLz4NCgk8L2JyYW5kaW5nPg0KCTxjb2xvcnM+DQoJCTx1aWNvbG9yIG5hbWU9InByaW1hcnkiIHZhbHVlPSIweDZGODQ4OCIvPg0KCQk8dWljb2xvciBuYW1lPSJnbG93IiB2YWx1ZT0iMHgzNUQzMzQiLz4NCgkJPHVpY29sb3IgbmFtZT0idGV4dCIgdmFsdWU9IjB4RkZGRkZGIi8+DQoJCTx1aWNvbG9yIG5hbWU9ImxpZ2h0IiB2YWx1ZT0iMHg0RTVENjAiLz4NCgkJPHVpY29sb3IgbmFtZT0ic2hhZG93IiB2YWx1ZT0iMHgwMDAwMDAiLz4NCgkJPHVpY29sb3IgbmFtZT0iYmFja2dyb3VuZCIgdmFsdWU9IjB4NzI3OTcxIi8+DQoJPC9jb2xvcnM+DQoJPGxheW91dD4NCgkJPHVpc2hvdyBuYW1lPSJwcmVzZW50YXRpb250aXRsZSIgdmFsdWU9InRydWUiLz4NCgkJPHVpc2hvdyBuYW1lPSJwcmVzZW50ZXJwaG90byIgdmFsdWU9InRydWUiLz4NCgkJPHVpc2hvdyBuYW1lPSJwcmVzZW50ZXJuYW1lIiB2YWx1ZT0idHJ1ZSIvPg0KCQk8dWlzaG93IG5hbWU9InByZXNlbnRlcnRpdGxlIiB2YWx1ZT0idHJ1ZSIvPg0KCQk8dWlzaG93IG5hbWU9InByZXNlbnRlcmVtYWlsIiB2YWx1ZT0iZmFsc2UiLz4NCgkJPHVpc2hvdyBuYW1lPSJwcmVzZW50ZXJiaW8iIHZhbHVlPSJmYWxzZSIvPg0KCQk8dWlzaG93IG5hbWU9ImNvbXBhbnlsb2dvIiB2YWx1ZT0iZmFsc2UiLz4NCgkJPHVpc2hvdyBuYW1lPSJzaWRlYmFyIiB2YWx1ZT0idHJ1ZSIvPg0KCQk8dWlzaG93IG5hbWU9Im91dGxpbmUiIHZhbHVlPSJ0cnVlIi8+DQoJCTx1aXNob3cgbmFtZT0idGh1bWJuYWlsIiB2YWx1ZT0idHJ1ZSIvPg0KCQk8dWlzaG93IG5hbWU9Im5vdGVzIiB2YWx1ZT0iZmFsc2UiLz4NCgkJPHVpc2hvdyBuYW1lPSJzZWFyY2giIHZhbHVlPSJ0cnVlIi8+DQoJCTx1aXNob3cgbmFtZT0icXVpeiIgdmFsdWU9InRydWUiLz4NCgkJPHVpc2hvdyBuYW1lPSJhdHRhY2htZW50cyIgdmFsdWU9InRydWUiLz4NCgkJPHVpc2hvdyBuYW1lPSJ1dGlscyIgdmFsdWU9InRydWUiLz4NCgkJPHVpc2hvdyBuYW1lPSJ2b2x1bWUiIHZhbHVlPSJ0cnVlIi8+DQoJCTx1aXNob3cgbmFtZT0icGxheWJhciIgdmFsdWU9InRydWUiLz4NCgkJPHVpc2hvdyBuYW1lPSJ0YWxraW5naGVhZCIgdmFsdWU9InRydWUiLz4NCgkJPHVpc2hvdyBuYW1lPSJzaWRlYmFyb25yaWdodCIgdmFsdWU9InRydWUiLz4NCgkJPHVpc2hvdyBuYW1lPSJ2aWV3Y2hhbmdlIiB2YWx1ZT0idHJ1ZSIvPg0KCQk8dWlzaG93IG5hbWU9ImFsd2F5c1NjcnVuY2giIHZhbHVlPSJmYWxzZSIvPg0KCQk8dWlzaG93IG5hbWU9ImluaXRpYWxkaXNwbGF5bW9kZWlzbm9ybWFsIiB2YWx1ZT0idHJ1ZSIvPg0KCQk8dWlyZXBsYWNlIG5hbWU9ImxvZ28iIHZhbHVlPSIiLz4NCgkJPHVpcmVwbGFjZSBuYW1lPSJiZ2ltYWdlIiB2YWx1ZT0iIi8+DQoJCTx1aXJlcGxhY2UgbmFtZT0iaW5pdGlhbHRhYiIgdmFsdWU9Im91dGxpbmUiLz4NCgk8L2xheW91dD4NCgk8bGFuZ3VhZ2UgaWQ9ImVu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VTk5BTUVEU0xJREVUSVRMRSIgdmFsdWU9IlNsaWRlICVuIi8+DQoJCTwhLS0gc3Vic3RpdHV0aW9uOiAlbiA9PSBzbGlkZSBudW1iZXIgLS0+DQoJCTwhLS0gc3Vic3RpdHV0aW9uOiAldCA9PSB0b3RhbCBzbGlkZSBjb3VudCAtLT4NCgkJPHVpdGV4dCBuYW1lPSJTQ1JVQkJBUlNUQVRVU19TTElERUlORk8iIHZhbHVlPSJTbGlkZSAlbiAvICV0IHwgIi8+DQoJCTx1aXRleHQgbmFtZT0iU0NSVUJCQVJTVEFUVVNfU1RPUFBFRCIgdmFsdWU9IlN0b3BwZWQiLz4NCgkJPHVpdGV4dCBuYW1lPSJTQ1JVQkJBUlNUQVRVU19QTEFZSU5HIiB2YWx1ZT0iUGxheWluZyIvPg0KCQk8dWl0ZXh0IG5hbWU9IlNDUlVCQkFSU1RBVFVTX05PQVVESU8iIHZhbHVlPSJObyBBdWRpbyIvPg0KCQk8dWl0ZXh0IG5hbWU9IlNDUlVCQkFSU1RBVFVTX1ZJRFBMQVlJTkciIHZhbHVlPSJWaWRlbyBQbGF5aW5nIi8+DQoJCTx1aXRleHQgbmFtZT0iU0NSVUJCQVJTVEFUVVNfTE9BRElORyIgdmFsdWU9IkxvYWRpbmciLz4NCgkJPHVpdGV4dCBuYW1lPSJTQ1JVQkJBUlNUQVRVU19CVUZGRVJJTkciIHZhbHVlPSJCdWZmZXJpbmciLz4NCgkJPHVpdGV4dCBuYW1lPSJTQ1JVQkJBUlNUQVRVU19RVUVTVElPTiIgdmFsdWU9IkFuc3dlciBRdWVzdGlvbiIvPg0KCQk8dWl0ZXh0IG5hbWU9IlNDUlVCQkFSU1RBVFVTX1JFVklFV1FVSVoiIHZhbHVlPSJSZXZpZXdpbmcgUXVpeiIvPg0KCQk8IS0tIHN1YnN0aXR1dGlvbjogJW0gPT0gbWludXRlcyByZW1haW5pbmcgLS0+DQoJCTwhLS0gc3Vic3RpdHV0aW9uOiAlcyA9PSBzZWNvbmRzIHJlbWFpbmluZyAtLT4NCgkJPHVpdGV4dCBuYW1lPSJFTEFQU0VEIiB2YWx1ZT0iJW0gTWludXRlcyAlcyBTZWNvbmRzIFJlbWFpbmluZyIvPg0KCQk8dWl0ZXh0IG5hbWU9Ik5PVEZPVU5EIiB2YWx1ZT0iTm90aGluZyBGb3VuZCIvPg0KCQk8dWl0ZXh0IG5hbWU9IkFUVEFDSE1FTlRTIiB2YWx1ZT0iQXR0YWNobWVudH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WN0Ii8+DQoJCTx1aXRleHQgbmFtZT0iVEFCX1FVSVoiIHZhbHVlPSJRdWl6Ii8+DQoJCTx1aXRleHQgbmFtZT0iVEFCX09VVExJTkUiIHZhbHVlPSJPdXRsaW5lIi8+DQoJCTx1aXRleHQgbmFtZT0iVEFCX1RIVU1CIiB2YWx1ZT0iVGh1bWIiLz4NCgkJPHVpdGV4dCBuYW1lPSJUQUJfTk9URVMiIHZhbHVlPSJOb3RlcyIvPg0KCQk8dWl0ZXh0IG5hbWU9IlRBQl9TRUFSQ0giIHZhbHVlPSJTZWFyY2giLz4NCgkJPHVpdGV4dCBuYW1lPSJTTElERV9IRUFESU5HIiB2YWx1ZT0iU2xpZGUgVGl0bGUiLz4NCgkJPHVpdGV4dCBuYW1lPSJEVVJBVElPTl9IRUFESU5HIiB2YWx1ZT0iRHVyYXRpb24iLz4NCgkJPHVpdGV4dCBuYW1lPSJTRUFSQ0hfSEVBRElORyIgdmFsdWU9IlNlYXJjaCBmb3IgdGV4dDoiLz4NCgkJPHVpdGV4dCBuYW1lPSJUSFVNQl9IRUFESU5HIiB2YWx1ZT0iU2xpZGUiLz4NCgkJPHVpdGV4dCBuYW1lPSJUSFVNQl9JTkZPIiB2YWx1ZT0iU2xpZGUgVGl0bGUvRHVyYXRpb24iLz4NCgkJPHVpdGV4dCBuYW1lPSJBVFRBQ0hOQU1FX0hFQURJTkciIHZhbHVlPSJGaWxlIE5hbWUiLz4NCgkJPHVpdGV4dCBuYW1lPSJBVFRBQ0hTSVpFX0hFQURJTkciIHZhbHVlPSJTaXplIi8+DQoJCTx1aXRleHQgbmFtZT0iU0xJREVfTk9URVMiIHZhbHVlPSJTbGlkZSBOb3RlcyIvPg0KCQk8IS0tcXVpeiBwb2QgYW5kIG1lc3NhZ2UgYm94IHRleHRzLS0+DQoJCTx1aXRleHQgbmFtZT0iUVVJWlBPRF9RVUlaX0FUVEVNUFQiIHZhbHVlPSJRdWl6IEF0dGVtcHQ6Ii8+DQoJCTx1aXRleHQgbmFtZT0iUVVJWlBPRF9RVUlaX0FUVEVNUFRfVkFMVUUiIHZhbHVlPSIlbiBvZiAldCIvPg0KCQk8dWl0ZXh0IG5hbWU9IlFVSVpQT0RfUVVJWl9TQ09SRSIgdmFsdWU9IlNjb3JlZDoiLz4NCgkJPHVpdGV4dCBuYW1lPSJRVUlaUE9EX1FVSVpfUEFTU1NDT1JFIiB2YWx1ZT0iUGFzc2luZyBTY29yZToiLz4NCgkJPHVpdGV4dCBuYW1lPSJRVUlaUE9EX1FVSVpfTUFYU0NPUkUiIHZhbHVlPSJNYXggU2NvcmU6Ii8+DQoJCTx1aXRleHQgbmFtZT0iUVVJWlBPRF9RVUVTQVRNUFRfU1RSIiB2YWx1ZT0iQXR0ZW1wdDogJW4gb2YgJXQiLz4NCgkJPHVpdGV4dCBuYW1lPSJRVUlaUE9EX1FVRVNUWVBFX1NUUiIgdmFsdWU9IlR5cGU6ICVzIi8+DQoJCTx1aXRleHQgbmFtZT0iUVVJWlBPRF9RVUVTVFlQRV9HUkQiIHZhbHVlPSJHcmFkZWQiLz4NCgkJPHVpdGV4dCBuYW1lPSJRVUlaUE9EX1FVRVNUWVBFX1NWWSIgdmFsdWU9IlN1cnZleSIvPg0KCQk8dWl0ZXh0IG5hbWU9IlFVSVpQT0RfUVVJWkFUTVBUX0lORiIgdmFsdWU9IkluZmluaXRlIi8+DQoJCTx1aXRleHQgbmFtZT0iUVVJWlBPRF9RVUVTQVRNUFRfSU5GIiB2YWx1ZT0iSW5maW5pdGUiLz4NCgkJPHVpdGV4dCBuYW1lPSJXQVJOSU5HTVNHX1lFU1NUUklORyIgdmFsdWU9IlllcyIvPg0KCQk8dWl0ZXh0IG5hbWU9IldBUk5JTkdNU0dfTk9TVFJJTkciIHZhbHVlPSJObyIvPg0KCQk8dWl0ZXh0IG5hbWU9IldBUk5JTkdNU0dfVElUTEVTVFJJTkciIHZhbHVlPSJRdWl6IE5hdmlnYXRpb24gV2FybmluZyIvPg0KCQk8dWl0ZXh0IG5hbWU9IldBUk5JTkdNU0dfTVNHU1RSSU5HIiB2YWx1ZT0iVGhlcmUgYXJlIHVuLWF0dGVtcHRlZCBxdWVzdGlvbnMgaW4gdGhpcyBRdWl6LiYjeEE7JiN4QTtDbGlja2luZyBZZXMgd2lsbCB0YWtlIHlvdSBvdXQgb2YgdGhlIFF1aXouIENsaWNrIE5vIHRvIGNvbnRpbnVlIHRoZSBRdWl6LiIvPg0KCQk8dWl0ZXh0IG5hbWU9IklORk9STUFUSU9OX0gyNjRfRkxBU0hQTEFZRVIiIHZhbHVlPSJUaGUgY3VycmVudCB2ZXJzaW9uIG9mIEZsYXNoIFBsYXllciBpbnN0YWxsZWQgb24geW91ciBtYWNoaW5lIGRvZXMgbm90IHN1cHBvcnQgdGhpcyB2aWRlby4gQ2xpY2sgb24gdGhlIHZpZGVvIGFyZWEgdG8gZG93bmxvYWQgdGhlIGxhdGVzdC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lNob3cgc2lkZWJhciB0byBwYXJ0aWNpcGFudHMiLz4NCgkJPHVpdGV4dCBuYW1lPSJNVVRFIiB2YWx1ZT0iTXV0ZSIvPg0KCQk8dWl0ZXh0IG5hbWU9IkRPQ1dSQVBfVElUTEUiIHZhbHVlPSJQcmVzZW50ZXIgRmlsZSBBdHRhY2htZW50Ii8+DQoJCTx1aXRleHQgbmFtZT0iRE9DV1JBUF9NU0ciIHZhbHVlPSJTYXZlIHRvIE15IENvbXB1dGVyIi8+DQoJCTx1aXRleHQgbmFtZT0iRE9DV1JBUF9QUk9NUFQiIHZhbHVlPSJDbGljayB0byBEb3dubG9hZCIvPg0KCTwvbGFuZ3VhZ2U+DQoJPGxhbmd1YWdlIGlkPSJkZS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JGb2xpZSAlbiIvPg0KCQk8IS0tIHN1YnN0aXR1dGlvbjogJW4gPT0gc2xpZGUgbnVtYmVyIC0tPg0KCQk8IS0tIHN1YnN0aXR1dGlvbjogJXQgPT0gdG90YWwgc2xpZGUgY291bnQgLS0+DQoJCTx1aXRleHQgbmFtZT0iU0NSVUJCQVJTVEFUVVNfU0xJREVJTkZPIiB2YWx1ZT0iRm9saWUgJW4gLyAldCB8ICIvPg0KCQk8dWl0ZXh0IG5hbWU9IlNDUlVCQkFSU1RBVFVTX1NUT1BQRUQiIHZhbHVlPSJCZWVuZGV0Ii8+DQoJCTx1aXRleHQgbmFtZT0iU0NSVUJCQVJTVEFUVVNfUExBWUlORyIgdmFsdWU9IldpZWRlcmdhYmUiLz4NCgkJPHVpdGV4dCBuYW1lPSJTQ1JVQkJBUlNUQVRVU19OT0FVRElPIiB2YWx1ZT0iS2VpbiBBdWRpbyIvPg0KCQk8dWl0ZXh0IG5hbWU9IlNDUlVCQkFSU1RBVFVTX1ZJRFBMQVlJTkciIHZhbHVlPSJWaWRlbyB3aXJkIGFiZ2VzcGllbHQiLz4NCgkJPHVpdGV4dCBuYW1lPSJTQ1JVQkJBUlNUQVRVU19MT0FESU5HIiB2YWx1ZT0iTGFkZW4iLz4NCgkJPHVpdGV4dCBuYW1lPSJTQ1JVQkJBUlNUQVRVU19CVUZGRVJJTkciIHZhbHVlPSJQdWZmZXJuIi8+DQoJCTx1aXRleHQgbmFtZT0iU0NSVUJCQVJTVEFUVVNfUVVFU1RJT04iIHZhbHVlPSJGcmFnZSBiZWFudHdvcnRlbiIvPg0KCQk8dWl0ZXh0IG5hbWU9IlNDUlVCQkFSU1RBVFVTX1JFVklFV1FVSVoiIHZhbHVlPSJOb2NobWFscyBkdXJjaHNlaGVuIi8+DQoJCTwhLS0gc3Vic3RpdHV0aW9uOiAlbSA9PSBtaW51dGVzIHJlbWFpbmluZyAtLT4NCgkJPCEtLSBzdWJzdGl0dXRpb246ICVzID09IHNlY29uZHMgcmVtYWluaW5nIC0tPg0KCQk8dWl0ZXh0IG5hbWU9IkVMQVBTRUQiIHZhbHVlPSJSZXN0ZGF1ZXI6ICVtIE1pbnV0ZW4gJXMgU2VrdW5kZW4iLz4NCgkJPHVpdGV4dCBuYW1lPSJOT1RGT1VORCIgdmFsdWU9Ik5pY2h0cyBnZWZ1bmRlbiIvPg0KCQk8dWl0ZXh0IG5hbWU9IkFUVEFDSE1FTlRTIiB2YWx1ZT0iQW5sYWdlbiIvPg0KCQk8IS0tIHN1YnN0aXR1dGlvbjogJXAgPT0gY3VycmVudCBzcGVha2VyJ3MgdGl0bGUgLS0+DQoJCTx1aXRleHQgbmFtZT0iQklPV0lOX1RJVExFIiB2YWx1ZT0iU3ByZWNoZXI6ICVwIi8+DQoJCTx1aXRleHQgbmFtZT0iQklPQlROX1RJVExFIiB2YWx1ZT0iU3ByZWNoZXIiLz4NCgkJPHVpdGV4dCBuYW1lPSJESVZJREVSQlROX1RJVExFIiB2YWx1ZT0ifCIvPg0KCQk8dWl0ZXh0IG5hbWU9IkNPTlRBQ1RCVE5fVElUTEUiIHZhbHVlPSJLb250YWt0Ii8+DQoJCTx1aXRleHQgbmFtZT0iVEFCX1FVSVoiIHZhbHVlPSJRdWl6Ii8+DQoJCTx1aXRleHQgbmFtZT0iVEFCX09VVExJTkUiIHZhbHVlPSJTdHJ1a3R1ciIvPg0KCQk8dWl0ZXh0IG5hbWU9IlRBQl9USFVNQiIgdmFsdWU9Ik1pbmlhdHVyIi8+DQoJCTx1aXRleHQgbmFtZT0iVEFCX05PVEVTIiB2YWx1ZT0iTm90aXplbiIvPg0KCQk8dWl0ZXh0IG5hbWU9IlRBQl9TRUFSQ0giIHZhbHVlPSJTdWNoZW4iLz4NCgkJPHVpdGV4dCBuYW1lPSJTTElERV9IRUFESU5HIiB2YWx1ZT0iRm9saWVudGl0ZWwiLz4NCgkJPHVpdGV4dCBuYW1lPSJEVVJBVElPTl9IRUFESU5HIiB2YWx1ZT0iRGF1ZXIiLz4NCgkJPHVpdGV4dCBuYW1lPSJTRUFSQ0hfSEVBRElORyIgdmFsdWU9IlRleHQgc3VjaGVuOiIvPg0KCQk8dWl0ZXh0IG5hbWU9IlRIVU1CX0hFQURJTkciIHZhbHVlPSJGb2xpZSIvPg0KCQk8dWl0ZXh0IG5hbWU9IlRIVU1CX0lORk8iIHZhbHVlPSJGb2xpZW50aXRlbC9EYXVlciIvPg0KCQk8dWl0ZXh0IG5hbWU9IkFUVEFDSE5BTUVfSEVBRElORyIgdmFsdWU9IkRhdGVpbmFtZSIvPg0KCQk8dWl0ZXh0IG5hbWU9IkFUVEFDSFNJWkVfSEVBRElORyIgdmFsdWU9Ikdyw7bDn2UiLz4NCgkJPHVpdGV4dCBuYW1lPSJTTElERV9OT1RFUyIgdmFsdWU9IkZvbGllbm5vdGl6ZW4iLz4NCgkJPCEtLXF1aXogcG9kIGFuZCBtZXNzYWdlIGJveCB0ZXh0cy0tPg0KCQk8dWl0ZXh0IG5hbWU9IlFVSVpQT0RfUVVJWl9BVFRFTVBUIiB2YWx1ZT0iUXVpenZlcnN1Y2g6Ii8+DQoJCTx1aXRleHQgbmFtZT0iUVVJWlBPRF9RVUlaX0FUVEVNUFRfVkFMVUUiIHZhbHVlPSIlbiB2b24gJXQiLz4NCgkJPHVpdGV4dCBuYW1lPSJRVUlaUE9EX1FVSVpfU0NPUkUiIHZhbHVlPSJFcnJlaWNodDoiLz4NCgkJPHVpdGV4dCBuYW1lPSJRVUlaUE9EX1FVSVpfUEFTU1NDT1JFIiB2YWx1ZT0iTWluZGVzdHB1bmt0emFobDoiLz4NCgkJPHVpdGV4dCBuYW1lPSJRVUlaUE9EX1FVSVpfTUFYU0NPUkUiIHZhbHVlPSJNYXhpbWFsZSBQdW5rdHphaGw6Ii8+DQoJCTx1aXRleHQgbmFtZT0iUVVJWlBPRF9RVUVTQVRNUFRfU1RSIiB2YWx1ZT0iVmVyc3VjaDogJW4gdm9uICV0Ii8+DQoJCTx1aXRleHQgbmFtZT0iUVVJWlBPRF9RVUVTVFlQRV9TVFIiIHZhbHVlPSJUeXA6ICVzIi8+DQoJCTx1aXRleHQgbmFtZT0iUVVJWlBPRF9RVUVTVFlQRV9HUkQiIHZhbHVlPSJCZXdlcnRldCIvPg0KCQk8dWl0ZXh0IG5hbWU9IlFVSVpQT0RfUVVFU1RZUEVfU1ZZIiB2YWx1ZT0iVW1mcmFnZSIvPg0KCQk8dWl0ZXh0IG5hbWU9IlFVSVpQT0RfUVVJWkFUTVBUX0lORiIgdmFsdWU9IlVuZW5kbGljaCIvPg0KCQk8dWl0ZXh0IG5hbWU9IlFVSVpQT0RfUVVFU0FUTVBUX0lORiIgdmFsdWU9IlVuZW5kbGljaCIvPg0KCQk8dWl0ZXh0IG5hbWU9IldBUk5JTkdNU0dfWUVTU1RSSU5HIiB2YWx1ZT0iSmEiLz4NCgkJPHVpdGV4dCBuYW1lPSJXQVJOSU5HTVNHX05PU1RSSU5HIiB2YWx1ZT0iTmVpbiIvPg0KCQk8dWl0ZXh0IG5hbWU9IldBUk5JTkdNU0dfVElUTEVTVFJJTkciIHZhbHVlPSJRdWl6bmF2aWdhdGlvbnN3YXJudW5nIi8+DQoJCTx1aXRleHQgbmFtZT0iV0FSTklOR01TR19NU0dTVFJJTkciIHZhbHVlPSJJbiBkaWVzZW0gUXVpeiBnaWJ0IGVzIHVuYmVhbnR3b3J0ZXRlIEZyYWdlbi4mI3hBOyYjeEE7V2VubiBTaWUgYXVmICZxdW90O0phJnF1b3Q7IGtsaWNrZW4sIHdpcmQgZGFzIFF1aXogYmVlbmRldC4gS2xpY2tlbiBTaWUgYXVmICZxdW90O05laW4mcXVvdDssIHVtIG1pdCBkZW0gUXVpeiBmb3J0enVmYWhyZW4uIi8+DQoJCTx1aXRleHQgbmFtZT0iSU5GT1JNQVRJT05fSDI2NF9GTEFTSFBMQVlFUiIgdmFsdWU9IkRhcyBWaWRlbyB3aXJkIHZvbiBkZXIgbW9tZW50YW4gYXVmIGRpZXNlbSBDb21wdXRlciBpbnN0YWxsaWVydGVuIFZlcnNpb24gdm9uIEZsYXNoIFBsYXllciBuaWNodCB1bnRlcnN0w7x0enQuIEtsaWNrZW4gU2llIGF1ZiBkZW4gVmlkZW9iZXJlaWNoLCB1bSBkaWUgYWt0dWVsbGUgVmVyc2lvbiB2b24gRmxhc2ggUGxheWVyIGhlcnVudGVyenVs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RGVuIFRlaWxuZWhtZXJuIGRpZSBTZWl0ZW5sZWlzdGUgYW56ZWlnZW4iLz4NCgkJPHVpdGV4dCBuYW1lPSJNVVRFIiB2YWx1ZT0iVG9uIGF1cyIvPg0KCQk8dWl0ZXh0IG5hbWU9IkRPQ1dSQVBfVElUTEUiIHZhbHVlPSJQcmVzZW50ZXItQW5oYW5nIi8+DQoJCTx1aXRleHQgbmFtZT0iRE9DV1JBUF9NU0ciIHZhbHVlPSJBdWYgbWVpbmVtIEFyYmVpdHNwbGF0eiBzcGVpY2hlcm4iLz4NCgkJPHVpdGV4dCBuYW1lPSJET0NXUkFQX1BST01QVCIgdmFsdWU9Ilp1bSBIZXJ1bnRlcmxhZGVuIGtsaWNrZW4iLz4NCgk8L2xhbmd1YWdlPg0KCTxsYW5ndWFnZSBpZD0iZn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lVOTkFNRURTTElERVRJVExFIiB2YWx1ZT0iRGlhcG9zaXRpdmUgJW4iLz4NCgkJPCEtLSBzdWJzdGl0dXRpb246ICVuID09IHNsaWRlIG51bWJlciAtLT4NCgkJPCEtLSBzdWJzdGl0dXRpb246ICV0ID09IHRvdGFsIHNsaWRlIGNvdW50IC0tPg0KCQk8dWl0ZXh0IG5hbWU9IlNDUlVCQkFSU1RBVFVTX1NMSURFSU5GTyIgdmFsdWU9IkRpYXBvc2l0aXZlICVuIC8gJXQgfCAiLz4NCgkJPHVpdGV4dCBuYW1lPSJTQ1JVQkJBUlNUQVRVU19TVE9QUEVEIiB2YWx1ZT0iQXJyw6p0w6llIi8+DQoJCTx1aXRleHQgbmFtZT0iU0NSVUJCQVJTVEFUVVNfUExBWUlORyIgdmFsdWU9IkxlY3R1cmUiLz4NCgkJPHVpdGV4dCBuYW1lPSJTQ1JVQkJBUlNUQVRVU19OT0FVRElPIiB2YWx1ZT0iUGFzIGRlIHNvbiIvPg0KCQk8dWl0ZXh0IG5hbWU9IlNDUlVCQkFSU1RBVFVTX1ZJRFBMQVlJTkciIHZhbHVlPSJMZWN0dXJlIHZpZMOpbyBlbiBjb3VycyIvPg0KCQk8dWl0ZXh0IG5hbWU9IlNDUlVCQkFSU1RBVFVTX0xPQURJTkciIHZhbHVlPSJDaGFyZ2VtZW50IGVuIGNvdXJzIi8+DQoJCTx1aXRleHQgbmFtZT0iU0NSVUJCQVJTVEFUVVNfQlVGRkVSSU5HIiB2YWx1ZT0iTWlzZSBlbiBtw6ltb2lyZSIvPg0KCQk8dWl0ZXh0IG5hbWU9IlNDUlVCQkFSU1RBVFVTX1FVRVNUSU9OIiB2YWx1ZT0iUsOpcG9uZHJlIMOgIGxhIHF1ZXN0aW9uIi8+DQoJCTx1aXRleHQgbmFtZT0iU0NSVUJCQVJTVEFUVVNfUkVWSUVXUVVJWiIgdmFsdWU9IlLDqXZpc2lvbiBkdSBxdWVzdGlvbm5haXJlIi8+DQoJCTwhLS0gc3Vic3RpdHV0aW9uOiAlbSA9PSBtaW51dGVzIHJlbWFpbmluZyAtLT4NCgkJPCEtLSBzdWJzdGl0dXRpb246ICVzID09IHNlY29uZHMgcmVtYWluaW5nIC0tPg0KCQk8dWl0ZXh0IG5hbWU9IkVMQVBTRUQiIHZhbHVlPSIlbSBtaW51dGVzICVzIHNlY29uZGVzIHJlc3RhbnRlcyIvPg0KCQk8dWl0ZXh0IG5hbWU9Ik5PVEZPVU5EIiB2YWx1ZT0iUmllbiB0cm91dsOpIi8+DQoJCTx1aXRleHQgbmFtZT0iQVRUQUNITUVOVFMiIHZhbHVlPSJQacOoY2VzIGpvaW50ZXMiLz4NCgkJPCEtLSBzdWJzdGl0dXRpb246ICVwID09IGN1cnJlbnQgc3BlYWtlcidzIHRpdGxlIC0tPg0KCQk8dWl0ZXh0IG5hbWU9IkJJT1dJTl9USVRMRSIgdmFsdWU9IkJpbyA6ICVwIi8+DQoJCTx1aXRleHQgbmFtZT0iQklPQlROX1RJVExFIiB2YWx1ZT0iQmlvIDoiLz4NCgkJPHVpdGV4dCBuYW1lPSJESVZJREVSQlROX1RJVExFIiB2YWx1ZT0ifCIvPg0KCQk8dWl0ZXh0IG5hbWU9IkNPTlRBQ1RCVE5fVElUTEUiIHZhbHVlPSJDb250YWN0Ii8+DQoJCTx1aXRleHQgbmFtZT0iVEFCX1FVSVoiIHZhbHVlPSJRdWl6Ii8+DQoJCTx1aXRleHQgbmFtZT0iVEFCX09VVExJTkUiIHZhbHVlPSJQbGFuIi8+DQoJCTx1aXRleHQgbmFtZT0iVEFCX1RIVU1CIiB2YWx1ZT0iRGlhcG9zIi8+DQoJCTx1aXRleHQgbmFtZT0iVEFCX05PVEVTIiB2YWx1ZT0iTm90ZXMiLz4NCgkJPHVpdGV4dCBuYW1lPSJUQUJfU0VBUkNIIiB2YWx1ZT0iUmVjaGVyY2hlIi8+DQoJCTx1aXRleHQgbmFtZT0iU0xJREVfSEVBRElORyIgdmFsdWU9IlRpdHJlIGRlIGxhIGRpYXBvc2l0aXZlIi8+DQoJCTx1aXRleHQgbmFtZT0iRFVSQVRJT05fSEVBRElORyIgdmFsdWU9IkR1csOpZSIvPg0KCQk8dWl0ZXh0IG5hbWU9IlNFQVJDSF9IRUFESU5HIiB2YWx1ZT0iUmVjaGVyY2hlIGRlIHRleHRlIDoiLz4NCgkJPHVpdGV4dCBuYW1lPSJUSFVNQl9IRUFESU5HIiB2YWx1ZT0iRGlhcG9zaXRpdmUiLz4NCgkJPHVpdGV4dCBuYW1lPSJUSFVNQl9JTkZPIiB2YWx1ZT0iVGl0cmUvZHVyw6llIi8+DQoJCTx1aXRleHQgbmFtZT0iQVRUQUNITkFNRV9IRUFESU5HIiB2YWx1ZT0iTm9tIGRlIGZpY2hpZXIiLz4NCgkJPHVpdGV4dCBuYW1lPSJBVFRBQ0hTSVpFX0hFQURJTkciIHZhbHVlPSJUYWlsbGUiLz4NCgkJPHVpdGV4dCBuYW1lPSJTTElERV9OT1RFUyIgdmFsdWU9IkNvbW1lbnRhaXJlcyBkZXMgZGlhcG9zaXRpdmVzIi8+DQoJCTwhLS1xdWl6IHBvZCBhbmQgbWVzc2FnZSBib3ggdGV4dHMtLT4NCgkJPHVpdGV4dCBuYW1lPSJRVUlaUE9EX1FVSVpfQVRURU1QVCIgdmFsdWU9IlRlbnRhdGl2ZSBkZSBxdWVzdGlvbm5haXJlIDoiLz4NCgkJPHVpdGV4dCBuYW1lPSJRVUlaUE9EX1FVSVpfQVRURU1QVF9WQUxVRSIgdmFsdWU9IiVuIHN1ciAldCIvPg0KCQk8dWl0ZXh0IG5hbWU9IlFVSVpQT0RfUVVJWl9TQ09SRSIgdmFsdWU9Ik5vdGUgb2J0ZW51ZSA6Ii8+DQoJCTx1aXRleHQgbmFtZT0iUVVJWlBPRF9RVUlaX1BBU1NTQ09SRSIgdmFsdWU9Ik5vdGUgZCdhZG1pc3NpYmlsaXTDqcKgOiIvPg0KCQk8dWl0ZXh0IG5hbWU9IlFVSVpQT0RfUVVJWl9NQVhTQ09SRSIgdmFsdWU9Ik5vdGUgbWF4aW1hbGUgOiIvPg0KCQk8dWl0ZXh0IG5hbWU9IlFVSVpQT0RfUVVFU0FUTVBUX1NUUiIgdmFsdWU9IlRlbnRhdGl2ZSA6ICVuIHN1ciAldCIvPg0KCQk8dWl0ZXh0IG5hbWU9IlFVSVpQT0RfUVVFU1RZUEVfU1RSIiB2YWx1ZT0iVHlwZTogJXMiLz4NCgkJPHVpdGV4dCBuYW1lPSJRVUlaUE9EX1FVRVNUWVBFX0dSRCIgdmFsdWU9Ik5vdMOpIi8+DQoJCTx1aXRleHQgbmFtZT0iUVVJWlBPRF9RVUVTVFlQRV9TVlkiIHZhbHVlPSJFbnF1w6p0ZSIvPg0KCQk8dWl0ZXh0IG5hbWU9IlFVSVpQT0RfUVVJWkFUTVBUX0lORiIgdmFsdWU9IklsbGltaXTDqSIvPg0KCQk8dWl0ZXh0IG5hbWU9IlFVSVpQT0RfUVVFU0FUTVBUX0lORiIgdmFsdWU9IklsbGltaXTDqSIvPg0KCQk8dWl0ZXh0IG5hbWU9IldBUk5JTkdNU0dfWUVTU1RSSU5HIiB2YWx1ZT0iT3VpIi8+DQoJCTx1aXRleHQgbmFtZT0iV0FSTklOR01TR19OT1NUUklORyIgdmFsdWU9Ik5vbiIvPg0KCQk8dWl0ZXh0IG5hbWU9IldBUk5JTkdNU0dfVElUTEVTVFJJTkciIHZhbHVlPSJBdmVydGlzc2VtZW50IGRlIG5hdmlnYXRpb24gZHUgcXVlc3Rpb25uYWlyZSIvPg0KCQk8dWl0ZXh0IG5hbWU9IldBUk5JTkdNU0dfTVNHU1RSSU5HIiB2YWx1ZT0iVm91cyBuJ2F2ZXogcGFzIHLDqXBvbmR1IMOgIGNlcnRhaW5lcyBxdWVzdGlvbnMgZGUgY2UgcXVlc3Rpb25uYWlyZS4mI3hBOyYjeEE7U2kgdm91cyBjbGlxdWV6IHN1ciBPdWksIHZvdXMgcXVpdHRlcmV6IGxlIHF1ZXN0aW9ubmFpcmUuIENsaXF1ZXogc3VyIE5vbiBwb3VyIGNvbnRpbnVlciBsZSBxdWVzdGlvbm5haXJlLiIvPg0KCQk8dWl0ZXh0IG5hbWU9IklORk9STUFUSU9OX0gyNjRfRkxBU0hQTEFZRVIiIHZhbHVlPSJMYSB2ZXJzaW9uIGRlIEZsYXNoIFBsYXllciBhY3R1ZWxsZW1lbnQgaW5zdGFsbMOpZSBzdXIgdm90cmUgbWFjaGluZSBuZSBwcmVuZCBwYXMgZW4gY2hhcmdlIGNlIHR5cGUgZGUgdmlkw6lvLiBDbGlxdWV6IHN1ciBsYSB6b25lIHZpZMOpbyBwb3VyIHTDqWzDqWNoYXJnZXIgbGEgZGVybmnDqHJlIHZlcnNpb24gZGU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Nb250cmVyIGwnZW5jYWRyw6kgYXV4IHBhcnRpY2lwYW50cyIvPg0KCQk8dWl0ZXh0IG5hbWU9Ik1VVEUiIHZhbHVlPSJNdWV0Ii8+DQoJCTx1aXRleHQgbmFtZT0iRE9DV1JBUF9USVRMRSIgdmFsdWU9IlBpw6hjZSBqb2ludGUgUHJlc2VudGVyIi8+DQoJCTx1aXRleHQgbmFtZT0iRE9DV1JBUF9NU0ciIHZhbHVlPSJFbnJlZ2lzdHJlciBzdXIgbW9uIG9yZGluYXRldXIiLz4NCgkJPHVpdGV4dCBuYW1lPSJET0NXUkFQX1BST01QVCIgdmFsdWU9IkNsaXF1ZXIgcG91ciB0w6lsw6ljaGFyZ2VyIi8+DQoJPC9sYW5ndWFnZT4NCgk8bGFuZ3VhZ2UgaWQ9ImphIj4NCgkJPCEtLSBmb3JtYXQgZm9yIHVpZm9udCB2YWx1ZSBpcyAiZm9udCxzaXplLGlzYm9sZCxpc2l0YWxpYyxpc3NoYWRvd2VkIiAtLT4NCgkJPHVpZm9udCBuYW1lPSJGT05UX1FVSVpaSU5HIiB2YWx1ZT0iVmVyZGFuYSw5LGZhbHNlLGZhbHNlLGZhbHNlIi8+DQoJCTx1aWZvbnQgbmFtZT0iRk9OVF9TQ1JVQlNUQVRVUyIgdmFsdWU9IlZlcmRhbmEsMTEsZmFsc2UsZmFsc2UsdHJ1ZSIvPg0KCQk8dWlmb250IG5hbWU9IkZPTlRfU0NSVUJUSU1FIiB2YWx1ZT0iVmVyZGFuYSw5LGZhbHNlLGZhbHNlLHRydWUiLz4NCgkJPHVpZm9udCBuYW1lPSJGT05UX0VMQVBTRURUSU1FIiB2YWx1ZT0iVmVyZGFuYSwxMSx0cnVlLGZhbHNlLGZhbHNlIi8+DQoJCTx1aWZvbnQgbmFtZT0iRk9OVF9VVElMU01FTlUiIHZhbHVlPSJWZXJkYW5hLDksdHJ1ZSxmYWxzZSxmYWxzZSIvPg0KCQk8dWlmb250IG5hbWU9IkZPTlRfVEFCUyIgdmFsdWU9IlZlcmRhbmEsMTAsZmFsc2UsZmFsc2UsZmFsc2UiLz4NCgkJPHVpZm9udCBuYW1lPSJGT05UX1BSRVNFTlRBVElPTk5BTUUiIHZhbHVlPSJWZXJkYW5hLDE1LGZhbHNlLGZhbHNlLHRydWUiLz4NCgkJPHVpZm9udCBuYW1lPSJGT05UX1BSRVNFTlRFUk5BTUUiIHZhbHVlPSJWZXJkYW5hLDE1LHRydWUsZmFsc2UsdHJ1ZSIvPg0KCQk8dWlmb250IG5hbWU9IkZPTlRfUFJFU0VOVEVSVElUTEUiIHZhbHVlPSJWZXJkYW5hLDEx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xMSxmYWxzZSxmYWxzZSx0cnVlIi8+DQoJCTx1aWZvbnQgbmFtZT0iRk9OVF9CSU9XSU4iIHZhbHVlPSJWZXJkYW5hLDExLGZhbHNlLGZhbHNlLGZhbHNlIi8+DQoJCTx1aWZvbnQgbmFtZT0iRk9OVF9MSVNUSEVBRElORyIgdmFsdWU9IlZlcmRhbmEsMTEsZmFsc2UsZmFsc2UsZmFsc2UiLz4NCgkJPHVpZm9udCBuYW1lPSJGT05UX1dJTlRJVExFIiB2YWx1ZT0iVmVyZGFuYSwxM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Ljgrnjg6njgqTjg4kgOiAlbiIvPg0KCQk8IS0tIHN1YnN0aXR1dGlvbjogJW4gPT0gc2xpZGUgbnVtYmVyIC0tPg0KCQk8IS0tIHN1YnN0aXR1dGlvbjogJXQgPT0gdG90YWwgc2xpZGUgY291bnQgLS0+DQoJCTx1aXRleHQgbmFtZT0iU0NSVUJCQVJTVEFUVVNfU0xJREVJTkZPIiB2YWx1ZT0i44K544Op44Kk44OJIDogJW4gLyAldCB8ICIvPg0KCQk8dWl0ZXh0IG5hbWU9IlNDUlVCQkFSU1RBVFVTX1NUT1BQRUQiIHZhbHVlPSLlgZzmraIiLz4NCgkJPHVpdGV4dCBuYW1lPSJTQ1JVQkJBUlNUQVRVU19QTEFZSU5HIiB2YWx1ZT0i5YaN55Sf5LitIi8+DQoJCTx1aXRleHQgbmFtZT0iU0NSVUJCQVJTVEFUVVNfTk9BVURJTyIgdmFsdWU9Iumfs+WjsOOBquOBlyIvPg0KCQk8dWl0ZXh0IG5hbWU9IlNDUlVCQkFSU1RBVFVTX1ZJRFBMQVlJTkciIHZhbHVlPSLjg5Pjg4fjgqrlho3nlJ/kuK0iLz4NCgkJPHVpdGV4dCBuYW1lPSJTQ1JVQkJBUlNUQVRVU19MT0FESU5HIiB2YWx1ZT0i44Ot44O844OJ5LitIi8+DQoJCTx1aXRleHQgbmFtZT0iU0NSVUJCQVJTVEFUVVNfQlVGRkVSSU5HIiB2YWx1ZT0i44OQ44OD44OV44Kh5LitIi8+DQoJCTx1aXRleHQgbmFtZT0iU0NSVUJCQVJTVEFUVVNfUVVFU1RJT04iIHZhbHVlPSLos6rllY/jgavnrZTjgYjjgabkuIvjgZXjgYQiLz4NCgkJPHVpdGV4dCBuYW1lPSJTQ1JVQkJBUlNUQVRVU19SRVZJRVdRVUlaIiB2YWx1ZT0i44Kv44Kk44K644KS44Os44OT44Ol44O844GX44Gm44GE44G+44GZIi8+DQoJCTwhLS0gc3Vic3RpdHV0aW9uOiAlbSA9PSBtaW51dGVzIHJlbWFpbmluZyAtLT4NCgkJPCEtLSBzdWJzdGl0dXRpb246ICVzID09IHNlY29uZHMgcmVtYWluaW5nIC0tPg0KCQk8dWl0ZXh0IG5hbWU9IkVMQVBTRUQiIHZhbHVlPSLmrovjgoogOiAlbSDliIYgJXMg56eSIi8+DQoJCTx1aXRleHQgbmFtZT0iTk9URk9VTkQiIHZhbHVlPSLkvZXjgoLopovjgaTjgYvjgorjgb7jgZvjgpMiLz4NCgkJPHVpdGV4dCBuYW1lPSJBVFRBQ0hNRU5UUyIgdmFsdWU9Iua3u+S7mCIvPg0KCQk8IS0tIHN1YnN0aXR1dGlvbjogJXAgPT0gY3VycmVudCBzcGVha2VyJ3MgdGl0bGUgLS0+DQoJCTx1aXRleHQgbmFtZT0iQklPV0lOX1RJVExFIiB2YWx1ZT0i57WM5q20IDogJXAiLz4NCgkJPHVpdGV4dCBuYW1lPSJCSU9CVE5fVElUTEUiIHZhbHVlPSLntYzmrbQiLz4NCgkJPHVpdGV4dCBuYW1lPSJESVZJREVSQlROX1RJVExFIiB2YWx1ZT0ifCIvPg0KCQk8dWl0ZXh0IG5hbWU9IkNPTlRBQ1RCVE5fVElUTEUiIHZhbHVlPSLjgYrllY/jgYTlkIjjgo/jgZsiLz4NCgkJPHVpdGV4dCBuYW1lPSJUQUJfUVVJWiIgdmFsdWU9IuOCr+OCpOOCuiIvPg0KCQk8dWl0ZXh0IG5hbWU9IlRBQl9PVVRMSU5FIiB2YWx1ZT0i44Ki44Km44OI44Op44Kk44OzIi8+DQoJCTx1aXRleHQgbmFtZT0iVEFCX1RIVU1CIiB2YWx1ZT0i44K144Og44ON44O844OrIi8+DQoJCTx1aXRleHQgbmFtZT0iVEFCX05PVEVTIiB2YWx1ZT0i44OO44O844OIIi8+DQoJCTx1aXRleHQgbmFtZT0iVEFCX1NFQVJDSCIgdmFsdWU9IuaknOe0oiIvPg0KCQk8dWl0ZXh0IG5hbWU9IlNMSURFX0hFQURJTkciIHZhbHVlPSLjgrnjg6njgqTjg4njgr/jgqTjg4jjg6siLz4NCgkJPHVpdGV4dCBuYW1lPSJEVVJBVElPTl9IRUFESU5HIiB2YWx1ZT0i6ZW344GVIi8+DQoJCTx1aXRleHQgbmFtZT0iU0VBUkNIX0hFQURJTkciIHZhbHVlPSLmpJzntKLjgZnjgovjg4bjgq3jgrnjg4ggOiAiLz4NCgkJPHVpdGV4dCBuYW1lPSJUSFVNQl9IRUFESU5HIiB2YWx1ZT0i44K544Op44Kk44OJIi8+DQoJCTx1aXRleHQgbmFtZT0iVEhVTUJfSU5GTyIgdmFsdWU9IuOCueODqeOCpOODieOCv+OCpOODiOODqyAvIOmVt+OBlSIvPg0KCQk8dWl0ZXh0IG5hbWU9IkFUVEFDSE5BTUVfSEVBRElORyIgdmFsdWU9IuODleOCoeOCpOODq+WQjSIvPg0KCQk8dWl0ZXh0IG5hbWU9IkFUVEFDSFNJWkVfSEVBRElORyIgdmFsdWU9IuOCteOCpOOCuiIvPg0KCQk8dWl0ZXh0IG5hbWU9IlNMSURFX05PVEVTIiB2YWx1ZT0i44K544Op44Kk44OJ44OO44O844OIIi8+DQoJCTwhLS1xdWl6IHBvZCBhbmQgbWVzc2FnZSBib3ggdGV4dHMtLT4NCgkJPHVpdGV4dCBuYW1lPSJRVUlaUE9EX1FVSVpfQVRURU1QVCIgdmFsdWU9IuOCr+OCpOOCuuippuihjOWbnuaVsCA6ICIvPg0KCQk8dWl0ZXh0IG5hbWU9IlFVSVpQT0RfUVVJWl9BVFRFTVBUX1ZBTFVFIiB2YWx1ZT0iJW4gLyAldCIvPg0KCQk8dWl0ZXh0IG5hbWU9IlFVSVpQT0RfUVVJWl9TQ09SRSIgdmFsdWU9IuOCueOCs+OCoiA6ICIvPg0KCQk8dWl0ZXh0IG5hbWU9IlFVSVpQT0RfUVVJWl9QQVNTU0NPUkUiIHZhbHVlPSLlkIjmoLzngrkgOiIvPg0KCQk8dWl0ZXh0IG5hbWU9IlFVSVpQT0RfUVVJWl9NQVhTQ09SRSIgdmFsdWU9IuacgOmrmOW+l+eCuSA6ICIvPg0KCQk8dWl0ZXh0IG5hbWU9IlFVSVpQT0RfUVVFU0FUTVBUX1NUUiIgdmFsdWU9IuippuihjOWbnuaVsCA6ICVuIC8gJXQiLz4NCgkJPHVpdGV4dCBuYW1lPSJRVUlaUE9EX1FVRVNUWVBFX1NUUiIgdmFsdWU9IuOCv+OCpOODlyA6ICVzIi8+DQoJCTx1aXRleHQgbmFtZT0iUVVJWlBPRF9RVUVTVFlQRV9HUkQiIHZhbHVlPSLoqZXkvqEiLz4NCgkJPHVpdGV4dCBuYW1lPSJRVUlaUE9EX1FVRVNUWVBFX1NWWSIgdmFsdWU9IuOCouODs+OCseODvOODiCIvPg0KCQk8dWl0ZXh0IG5hbWU9IlFVSVpQT0RfUVVJWkFUTVBUX0lORiIgdmFsdWU9IueEoeWItumZkCIvPg0KCQk8dWl0ZXh0IG5hbWU9IlFVSVpQT0RfUVVFU0FUTVBUX0lORiIgdmFsdWU9IueEoeWItumZkCIvPg0KCQk8dWl0ZXh0IG5hbWU9IldBUk5JTkdNU0dfWUVTU1RSSU5HIiB2YWx1ZT0i44Gv44GEIi8+DQoJCTx1aXRleHQgbmFtZT0iV0FSTklOR01TR19OT1NUUklORyIgdmFsdWU9IuOBhOOBhOOBiCIvPg0KCQk8dWl0ZXh0IG5hbWU9IldBUk5JTkdNU0dfVElUTEVTVFJJTkciIHZhbHVlPSLjgq/jgqTjgrrjga7jg4rjg5PjgrLjg7zjgrfjg6fjg7PjgavplqLjgZnjgovorablkYoiLz4NCgkJPHVpdGV4dCBuYW1lPSJXQVJOSU5HTVNHX01TR1NUUklORyIgdmFsdWU9IuOBk+OBruOCr+OCpOOCuuOBq+OBr+OAgeOBvuOBoOino+etlOOBl+OBpuOBhOOBquOBhOizquWVj+OBjOOBguOCiuOBvuOBmeOAgiYjeEE7JiN4QTsg44Kv44Kk44K644KS57WC5LqG44GZ44KL44Gr44Gv44CB44CM44Gv44GE44CN44KS44Kv44Oq44OD44Kv44GX44G+44GZ44CC44Kv44Kk44K644KS57aa6KGM44GZ44KL44Gr44Gv44CB44CM44GE44GE44GI44CN44KS44Kv44Oq44OD44Kv44GX44G+44GZ44CCIi8+DQoJCTx1aXRleHQgbmFtZT0iSU5GT1JNQVRJT05fSDI2NF9GTEFTSFBMQVlFUiIgdmFsdWU9IuOBiuS9v+OBhOOBruOCs+ODs+ODlOODpeODvOOCv+OBq+ePvuWcqOOCpOODs+OCueODiOODvOODq+OBleOCjOOBpuOBhOOCiyBGbGFzaCBQbGF5ZXIg44Gu44OQ44O844K444On44Oz44Gv44CB44GT44Gu44OT44OH44Kq44KS44K144Od44O844OI44GX44Gm44GE44G+44Gb44KT44CC5pyA5paw44GuIEZsYXNoIFBsYXllciDjgpLjg4Djgqbjg7Pjg63jg7zjg4njgZnjgovjgavjga/jgIHjg5Pjg4fjgqrpoJjln5/jgpLjgq/jg6rjg4Pjgq/jgZfjgabjgY/jgaDjgZXjgYT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44K144Kk44OJ44OQ44O844KS5Y+C5Yqg6ICF44Gr6KaL44Gb44KLIi8+DQoJCTx1aXRleHQgbmFtZT0iTVVURSIgdmFsdWU9IuODn+ODpeODvOODiCIvPg0KCQk8dWl0ZXh0IG5hbWU9IkRPQ1dSQVBfVElUTEUiIHZhbHVlPSJQcmVzZW50ZXIg5re75LuY44OV44Kh44Kk44OrIi8+DQoJCTx1aXRleHQgbmFtZT0iRE9DV1JBUF9NU0ciIHZhbHVlPSLjg57jgqTjgrPjg7Pjg5Tjg6Xjg7zjgr/jgavkv53lrZgiLz4NCgkJPHVpdGV4dCBuYW1lPSJET0NXUkFQX1BST01QVCIgdmFsdWU9IuOCr+ODquODg+OCr+OBl+OBpuODgOOCpuODs+ODreODvOODiSIvPg0KCTwvbGFuZ3VhZ2U+DQoJPGxhbmd1YWdlIGlkPSJrbyI+DQoJCTwhLS0gZm9ybWF0IGZvciB1aWZvbnQgdmFsdWUgaXMgImZvbnQsc2l6ZSxpc2JvbGQsaXNpdGFsaWMsaXNzaGFkb3dlZCIgLS0+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+DQoJCTx1aWZvbnQgbmFtZT0iRk9OVF9FTEFQU0VEVElNRSIgdmFsdWU9IlZlcmRhbmEsMTEsdHJ1ZSxmYWxzZSxmYWxzZSIvPg0KCQk8dWlmb250IG5hbWU9IkZPTlRfVVRJTFNNRU5VIiB2YWx1ZT0iVmVyZGFuYSw5LHRydWUsZmFsc2UsZmFsc2UiLz4NCgkJPHVpZm9udCBuYW1lPSJGT05UX1RBQlMiIHZhbHVlPSJWZXJkYW5hLDExLGZhbHNlLGZhbHNlLGZhbHNlIi8+DQoJCTx1aWZvbnQgbmFtZT0iRk9OVF9QUkVTRU5UQVRJT05OQU1FIiB2YWx1ZT0iVmVyZGFuYSwxNSxmYWxzZSxmYWxzZSx0cnVlIi8+DQoJCTx1aWZvbnQgbmFtZT0iRk9OVF9QUkVTRU5URVJOQU1FIiB2YWx1ZT0iVmVyZGFuYSwxNSx0cnVlLGZhbHNlLHRydWUiLz4NCgkJPHVpZm9udCBuYW1lPSJGT05UX1BSRVNFTlRFUlRJVExFIiB2YWx1ZT0iVmVyZGFuYSwxMSxmYWxzZSxmYWxzZSx0cnVlIi8+DQoJCTx1aWZvbnQgbmFtZT0iRk9OVF9CSU9CVE4iIHZhbHVlPSJWZXJkYW5hLDEx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MTEsZmFsc2UsZmFsc2UsdHJ1ZSIvPg0KCQk8dWlmb250IG5hbWU9IkZPTlRfQklPV0lOIiB2YWx1ZT0iVmVyZGFuYSwxMSxmYWxzZSxmYWxzZSxmYWxzZSIvPg0KCQk8dWlmb250IG5hbWU9IkZPTlRfTElTVEhFQURJTkciIHZhbHVlPSJWZXJkYW5hLDExLGZhbHNlLGZhbHNlLGZhbHNlIi8+DQoJCTx1aWZvbnQgbmFtZT0iRk9OVF9XSU5USVRMRSIgdmFsdWU9IlZlcmRhbmEsMTE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lVOTkFNRURTTElERVRJVExFIiB2YWx1ZT0i7Iqs65287J2065OcICVuIi8+DQoJCTwhLS0gc3Vic3RpdHV0aW9uOiAlbiA9PSBzbGlkZSBudW1iZXIgLS0+DQoJCTwhLS0gc3Vic3RpdHV0aW9uOiAldCA9PSB0b3RhbCBzbGlkZSBjb3VudCAtLT4NCgkJPHVpdGV4dCBuYW1lPSJTQ1JVQkJBUlNUQVRVU19TTElERUlORk8iIHZhbHVlPSLsiqzrnbzsnbTrk5wgJW4gLyAldCB8ICIvPg0KCQk8dWl0ZXh0IG5hbWU9IlNDUlVCQkFSU1RBVFVTX1NUT1BQRUQiIHZhbHVlPSLspJHsp4DrkKgiLz4NCgkJPHVpdGV4dCBuYW1lPSJTQ1JVQkJBUlNUQVRVU19QTEFZSU5HIiB2YWx1ZT0i7J6s7IOdIi8+DQoJCTx1aXRleHQgbmFtZT0iU0NSVUJCQVJTVEFUVVNfTk9BVURJTyIgdmFsdWU9IuyYpOuUlOyYpCDsl4bsnYwiLz4NCgkJPHVpdGV4dCBuYW1lPSJTQ1JVQkJBUlNUQVRVU19WSURQTEFZSU5HIiB2YWx1ZT0i67mE65SU7JikIOyerOyDnSDspJEiLz4NCgkJPHVpdGV4dCBuYW1lPSJTQ1JVQkJBUlNUQVRVU19MT0FESU5HIiB2YWx1ZT0i66Gc65SpIi8+DQoJCTx1aXRleHQgbmFtZT0iU0NSVUJCQVJTVEFUVVNfQlVGRkVSSU5HIiB2YWx1ZT0i67KE7Y2866eBIi8+DQoJCTx1aXRleHQgbmFtZT0iU0NSVUJCQVJTVEFUVVNfUVVFU1RJT04iIHZhbHVlPSLsp4jrrLjsl5Ag64u17ZWY6riwIi8+DQoJCTx1aXRleHQgbmFtZT0iU0NSVUJCQVJTVEFUVVNfUkVWSUVXUVVJWiIgdmFsdWU9IuyniOusuCDri6Tsi5zrs7TquLAiLz4NCgkJPCEtLSBzdWJzdGl0dXRpb246ICVtID09IG1pbnV0ZXMgcmVtYWluaW5nIC0tPg0KCQk8IS0tIHN1YnN0aXR1dGlvbjogJXMgPT0gc2Vjb25kcyByZW1haW5pbmcgLS0+DQoJCTx1aXRleHQgbmFtZT0iRUxBUFNFRCIgdmFsdWU9IiVt67aEICVz7LSIIOuCqOydjCIvPg0KCQk8dWl0ZXh0IG5hbWU9Ik5PVEZPVU5EIiB2YWx1ZT0i7JeG7J2MIi8+DQoJCTx1aXRleHQgbmFtZT0iQVRUQUNITUVOVFMiIHZhbHVlPSLssqjrtoAg7YyM7J28Ii8+DQoJCTwhLS0gc3Vic3RpdHV0aW9uOiAlcCA9PSBjdXJyZW50IHNwZWFrZXIncyB0aXRsZSAtLT4NCgkJPHVpdGV4dCBuYW1lPSJCSU9XSU5fVElUTEUiIHZhbHVlPSLqsr3roKUg7IaM6rCcOiAlcCIvPg0KCQk8dWl0ZXh0IG5hbWU9IkJJT0JUTl9USVRMRSIgdmFsdWU9IuqyveugpSDshozqsJwiLz4NCgkJPHVpdGV4dCBuYW1lPSJESVZJREVSQlROX1RJVExFIiB2YWx1ZT0ifCIvPg0KCQk8dWl0ZXh0IG5hbWU9IkNPTlRBQ1RCVE5fVElUTEUiIHZhbHVlPSLsl7Drnb3sspgiLz4NCgkJPHVpdGV4dCBuYW1lPSJUQUJfUVVJWiIgdmFsdWU9Iu2AtOymiCIvPg0KCQk8dWl0ZXh0IG5hbWU9IlRBQl9PVVRMSU5FIiB2YWx1ZT0i6rCc7JqUIi8+DQoJCTx1aXRleHQgbmFtZT0iVEFCX1RIVU1CIiB2YWx1ZT0i7LaV7IaM7YyQIi8+DQoJCTx1aXRleHQgbmFtZT0iVEFCX05PVEVTIiB2YWx1ZT0i64W47Yq4Ii8+DQoJCTx1aXRleHQgbmFtZT0iVEFCX1NFQVJDSCIgdmFsdWU9IuqygOyDiSIvPg0KCQk8dWl0ZXh0IG5hbWU9IlNMSURFX0hFQURJTkciIHZhbHVlPSLsiqzrnbzsnbTrk5wg7KCc66qpIi8+DQoJCTx1aXRleHQgbmFtZT0iRFVSQVRJT05fSEVBRElORyIgdmFsdWU9IuyerOyDneyLnOqwhCIvPg0KCQk8dWl0ZXh0IG5hbWU9IlNFQVJDSF9IRUFESU5HIiB2YWx1ZT0i7YWN7Iqk7Yq4IOqygOyDiToiLz4NCgkJPHVpdGV4dCBuYW1lPSJUSFVNQl9IRUFESU5HIiB2YWx1ZT0i7Iqs65287J2065OcIi8+DQoJCTx1aXRleHQgbmFtZT0iVEhVTUJfSU5GTyIgdmFsdWU9IuygnOuqqS/snqzsg53si5zqsIQiLz4NCgkJPHVpdGV4dCBuYW1lPSJBVFRBQ0hOQU1FX0hFQURJTkciIHZhbHVlPSLtjIzsnbwg7J2066aEIi8+DQoJCTx1aXRleHQgbmFtZT0iQVRUQUNIU0laRV9IRUFESU5HIiB2YWx1ZT0i7YGs6riwIi8+DQoJCTx1aXRleHQgbmFtZT0iU0xJREVfTk9URVMiIHZhbHVlPSLsiqzrnbzsnbTrk5wg64W47Yq4Ii8+DQoJCTwhLS1xdWl6IHBvZCBhbmQgbWVzc2FnZSBib3ggdGV4dHMtLT4NCgkJPHVpdGV4dCBuYW1lPSJRVUlaUE9EX1FVSVpfQVRURU1QVCIgdmFsdWU9Iu2AtOymiCDsi5zrj4Qg7Zqf7IiYOiIvPg0KCQk8dWl0ZXh0IG5hbWU9IlFVSVpQT0RfUVVJWl9BVFRFTVBUX1ZBTFVFIiB2YWx1ZT0iJW4vJXQiLz4NCgkJPHVpdGV4dCBuYW1lPSJRVUlaUE9EX1FVSVpfU0NPUkUiIHZhbHVlPSLrk53soJA6Ii8+DQoJCTx1aXRleHQgbmFtZT0iUVVJWlBPRF9RVUlaX1BBU1NTQ09SRSIgdmFsdWU9Iu2GteqzvCDsoJDsiJg6Ii8+DQoJCTx1aXRleHQgbmFtZT0iUVVJWlBPRF9RVUlaX01BWFNDT1JFIiB2YWx1ZT0i7LWc6rOgIOygkOyImDoiLz4NCgkJPHVpdGV4dCBuYW1lPSJRVUlaUE9EX1FVRVNBVE1QVF9TVFIiIHZhbHVlPSLsi5zrj4Qg7Zqf7IiYOiAlbi8ldCIvPg0KCQk8dWl0ZXh0IG5hbWU9IlFVSVpQT0RfUVVFU1RZUEVfU1RSIiB2YWx1ZT0i7Jyg7ZiVOiAlcyIvPg0KCQk8dWl0ZXh0IG5hbWU9IlFVSVpQT0RfUVVFU1RZUEVfR1JEIiB2YWx1ZT0i7KCQ7IiYIOunpOq4sOq4sCDsmYTro4wiLz4NCgkJPHVpdGV4dCBuYW1lPSJRVUlaUE9EX1FVRVNUWVBFX1NWWSIgdmFsdWU9IuyEpOusuCDsobDsgqwiLz4NCgkJPHVpdGV4dCBuYW1lPSJRVUlaUE9EX1FVSVpBVE1QVF9JTkYiIHZhbHVlPSLrrLTtlZwiLz4NCgkJPHVpdGV4dCBuYW1lPSJRVUlaUE9EX1FVRVNBVE1QVF9JTkYiIHZhbHVlPSLrrLTtlZwiLz4NCgkJPHVpdGV4dCBuYW1lPSJXQVJOSU5HTVNHX1lFU1NUUklORyIgdmFsdWU9IuyYiCIvPg0KCQk8dWl0ZXh0IG5hbWU9IldBUk5JTkdNU0dfTk9TVFJJTkciIHZhbHVlPSLslYTri4jsmKQiLz4NCgkJPHVpdGV4dCBuYW1lPSJXQVJOSU5HTVNHX1RJVExFU1RSSU5HIiB2YWx1ZT0i7YC07KaIIOuCtOu5hOqyjOydtOyFmCDqsr3qs6AiLz4NCgkJPHVpdGV4dCBuYW1lPSJXQVJOSU5HTVNHX01TR1NUUklORyIgdmFsdWU9IuydtCDtgLTspojsl5DshJwg7Iuc64+E7ZWY7KeAIOyViuydgCDsp4jrrLjsnbQg7J6I7Iq164uI64ukLiYjeEE7JiN4QTvtgLTspojrpbwg7KKF66OM7ZWY66Ck66m0IFvsmIhd66W8IO2BtOumre2VmOqzoCwg7YC07KaI66W8IOqzhOyGje2VmOugpOuptCBb7JWE64uI7JikXeulvCDtgbTrpq3tlZjsi63si5zsmKQuIi8+DQoJCTx1aXRleHQgbmFtZT0iSU5GT1JNQVRJT05fSDI2NF9GTEFTSFBMQVlFUiIgdmFsdWU9IuyLnOyKpO2FnOyXkCDshKTsuZjrkJjslrQg7J6I64qUIO2YhOyerCDrsoTsoITsnZggRmxhc2ggUGxheWVy64qUIOydtCDruYTrlJTsmKTrpbwg7KeA7JuQ7ZWY7KeAIOyViuyKteuLiOuLpC4g7LWc7IugIEZsYXNoIFBsYXllcuulvCDri6TsmrTroZzrk5ztlZjroKTrqbQg67mE65SU7JikIOyYgeyXreydhCDtgbTrpq3tlZjsi63si5zsmKQ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uywuOyXrOyekOyXkOqyjCDshLjroZwg66eJ64yAIOuztOydtOq4sCIvPg0KCQk8dWl0ZXh0IG5hbWU9Ik1VVEUiIHZhbHVlPSLsnYzshozqsbAiLz4NCgkJPHVpdGV4dCBuYW1lPSJET0NXUkFQX1RJVExFIiB2YWx1ZT0iUHJlc2VudGVyIO2MjOydvCDssqjrtoAiLz4NCgkJPHVpdGV4dCBuYW1lPSJET0NXUkFQX01TRyIgdmFsdWU9IuuCtCDsu7Ttk6jthLDsl5Ag7KCA7J6lIi8+DQoJCTx1aXRleHQgbmFtZT0iRE9DV1JBUF9QUk9NUFQiIHZhbHVlPSLtgbTrpq3tlZjsl6wg64uk7Jq066Gc65OcIi8+DQoJPC9sYW5ndWFnZT4NCgk8bGFuZ3VhZ2UgaWQ9ImVz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VTk5BTUVEU0xJREVUSVRMRSIgdmFsdWU9IkRpYXBvc2l0aXZhICVuIi8+DQoJCTwhLS0gc3Vic3RpdHV0aW9uOiAlbiA9PSBzbGlkZSBudW1iZXIgLS0+DQoJCTwhLS0gc3Vic3RpdHV0aW9uOiAldCA9PSB0b3RhbCBzbGlkZSBjb3VudCAtLT4NCgkJPHVpdGV4dCBuYW1lPSJTQ1JVQkJBUlNUQVRVU19TTElERUlORk8iIHZhbHVlPSJEaWFwb3NpdGl2YSAlbiAvICV0IHwgIi8+DQoJCTx1aXRleHQgbmFtZT0iU0NSVUJCQVJTVEFUVVNfU1RPUFBFRCIgdmFsdWU9IkRldGVuaWRhIi8+DQoJCTx1aXRleHQgbmFtZT0iU0NSVUJCQVJTVEFUVVNfUExBWUlORyIgdmFsdWU9IlJlcHJvZHVjaWVuZG8iLz4NCgkJPHVpdGV4dCBuYW1lPSJTQ1JVQkJBUlNUQVRVU19OT0FVRElPIiB2YWx1ZT0iU2luIHNvbmlkbyIvPg0KCQk8dWl0ZXh0IG5hbWU9IlNDUlVCQkFSU1RBVFVTX1ZJRFBMQVlJTkciIHZhbHVlPSJWw61kZW8gZW4gcmVwcm9kLiIvPg0KCQk8dWl0ZXh0IG5hbWU9IlNDUlVCQkFSU1RBVFVTX0xPQURJTkciIHZhbHVlPSJDYXJnYW5kbyIvPg0KCQk8dWl0ZXh0IG5hbWU9IlNDUlVCQkFSU1RBVFVTX0JVRkZFUklORyIgdmFsdWU9IkFsbWFjZW5hbmRvIGVuIGLDumZlciIvPg0KCQk8dWl0ZXh0IG5hbWU9IlNDUlVCQkFSU1RBVFVTX1FVRVNUSU9OIiB2YWx1ZT0iQ29udGVzdGFyIHByZWd1bnRhIi8+DQoJCTx1aXRleHQgbmFtZT0iU0NSVUJCQVJTVEFUVVNfUkVWSUVXUVVJWiIgdmFsdWU9IlJldmlzYW5kbyBwcnVlYmEiLz4NCgkJPCEtLSBzdWJzdGl0dXRpb246ICVtID09IG1pbnV0ZXMgcmVtYWluaW5nIC0tPg0KCQk8IS0tIHN1YnN0aXR1dGlvbjogJXMgPT0gc2Vjb25kcyByZW1haW5pbmcgLS0+DQoJCTx1aXRleHQgbmFtZT0iRUxBUFNFRCIgdmFsdWU9IiVtIG1pbnV0b3MgJXMgc2VndW5kb3MgcmVzdGFudGVzIi8+DQoJCTx1aXRleHQgbmFtZT0iTk9URk9VTkQiIHZhbHVlPSJObyBzZSBoYSBlbmNvbnRyYWRvIG5hZGEiLz4NCgkJPHVpdGV4dCBuYW1lPSJBVFRBQ0hNRU5UUyIgdmFsdWU9IkFyY2hpdm9zIGFkanVudG9zIi8+DQoJCTwhLS0gc3Vic3RpdHV0aW9uOiAlcCA9PSBjdXJyZW50IHNwZWFrZXIncyB0aXRsZSAtLT4NCgkJPHVpdGV4dCBuYW1lPSJCSU9XSU5fVElUTEUiIHZhbHVlPSJCaW9ncmFmw61hOiAlcCIvPg0KCQk8dWl0ZXh0IG5hbWU9IkJJT0JUTl9USVRMRSIgdmFsdWU9IkJpb2dyYWbDrWEiLz4NCgkJPHVpdGV4dCBuYW1lPSJESVZJREVSQlROX1RJVExFIiB2YWx1ZT0ifCIvPg0KCQk8dWl0ZXh0IG5hbWU9IkNPTlRBQ1RCVE5fVElUTEUiIHZhbHVlPSJDb250YWN0byIvPg0KCQk8dWl0ZXh0IG5hbWU9IlRBQl9RVUlaIiB2YWx1ZT0iUHJ1ZWJhIi8+DQoJCTx1aXRleHQgbmFtZT0iVEFCX09VVExJTkUiIHZhbHVlPSJDb250b3JubyIvPg0KCQk8dWl0ZXh0IG5hbWU9IlRBQl9USFVNQiIgdmFsdWU9Ik1pbmlhdC4iLz4NCgkJPHVpdGV4dCBuYW1lPSJUQUJfTk9URVMiIHZhbHVlPSJOb3RhcyIvPg0KCQk8dWl0ZXh0IG5hbWU9IlRBQl9TRUFSQ0giIHZhbHVlPSJCdXNjYXIiLz4NCgkJPHVpdGV4dCBuYW1lPSJTTElERV9IRUFESU5HIiB2YWx1ZT0iVMOtdHVsbyBkZSBkaWFwb3NpdGl2YSIvPg0KCQk8dWl0ZXh0IG5hbWU9IkRVUkFUSU9OX0hFQURJTkciIHZhbHVlPSJEdXJhYy4iLz4NCgkJPHVpdGV4dCBuYW1lPSJTRUFSQ0hfSEVBRElORyIgdmFsdWU9IkJ1c2NhciB0ZXh0bzoiLz4NCgkJPHVpdGV4dCBuYW1lPSJUSFVNQl9IRUFESU5HIiB2YWx1ZT0iRGlhcG9zaXRpdmEiLz4NCgkJPHVpdGV4dCBuYW1lPSJUSFVNQl9JTkZPIiB2YWx1ZT0iRHVyLi9Uw610LiBkaWFwLiIvPg0KCQk8dWl0ZXh0IG5hbWU9IkFUVEFDSE5BTUVfSEVBRElORyIgdmFsdWU9Ik5vbWJyZSBkZSBhcmNoaXZvIi8+DQoJCTx1aXRleHQgbmFtZT0iQVRUQUNIU0laRV9IRUFESU5HIiB2YWx1ZT0iVGFtYcOxbyIvPg0KCQk8dWl0ZXh0IG5hbWU9IlNMSURFX05PVEVTIiB2YWx1ZT0iTm90YXMgZGUgZGlhcG9zaXRpdmEiLz4NCgkJPCEtLXF1aXogcG9kIGFuZCBtZXNzYWdlIGJveCB0ZXh0cy0tPg0KCQk8dWl0ZXh0IG5hbWU9IlFVSVpQT0RfUVVJWl9BVFRFTVBUIiB2YWx1ZT0iSW50ZW50byBkZSBwcnVlYmE6Ii8+DQoJCTx1aXRleHQgbmFtZT0iUVVJWlBPRF9RVUlaX0FUVEVNUFRfVkFMVUUiIHZhbHVlPSIlbiBkZSAldCIvPg0KCQk8dWl0ZXh0IG5hbWU9IlFVSVpQT0RfUVVJWl9TQ09SRSIgdmFsdWU9IlB1bnR1YWNpw7NuOiIvPg0KCQk8dWl0ZXh0IG5hbWU9IlFVSVpQT0RfUVVJWl9QQVNTU0NPUkUiIHZhbHVlPSJQdW50dWFjacOzbiBwYXJhIGFwcm9iYXI6Ii8+DQoJCTx1aXRleHQgbmFtZT0iUVVJWlBPRF9RVUlaX01BWFNDT1JFIiB2YWx1ZT0iUHVudHVhY2nDs24gbcOheGltYToiLz4NCgkJPHVpdGV4dCBuYW1lPSJRVUlaUE9EX1FVRVNBVE1QVF9TVFIiIHZhbHVlPSJJbnRlbnRvczogJW4gZGUgJXQiLz4NCgkJPHVpdGV4dCBuYW1lPSJRVUlaUE9EX1FVRVNUWVBFX1NUUiIgdmFsdWU9IlRpcG86ICVzIi8+DQoJCTx1aXRleHQgbmFtZT0iUVVJWlBPRF9RVUVTVFlQRV9HUkQiIHZhbHVlPSJDb24gcHVudHVhY2nDs24iLz4NCgkJPHVpdGV4dCBuYW1lPSJRVUlaUE9EX1FVRVNUWVBFX1NWWSIgdmFsdWU9IkVuY3Vlc3RhIi8+DQoJCTx1aXRleHQgbmFtZT0iUVVJWlBPRF9RVUlaQVRNUFRfSU5GIiB2YWx1ZT0iSW5maW5pdG8iLz4NCgkJPHVpdGV4dCBuYW1lPSJRVUlaUE9EX1FVRVNBVE1QVF9JTkYiIHZhbHVlPSJJbmZpbml0byIvPg0KCQk8dWl0ZXh0IG5hbWU9IldBUk5JTkdNU0dfWUVTU1RSSU5HIiB2YWx1ZT0iU8OtIi8+DQoJCTx1aXRleHQgbmFtZT0iV0FSTklOR01TR19OT1NUUklORyIgdmFsdWU9Ik5vIi8+DQoJCTx1aXRleHQgbmFtZT0iV0FSTklOR01TR19USVRMRVNUUklORyIgdmFsdWU9IkF2aXNvIGRlIG5hdmVnYWNpw7NuIGRlIHBydWViYSIvPg0KCQk8dWl0ZXh0IG5hbWU9IldBUk5JTkdNU0dfTVNHU1RSSU5HIiB2YWx1ZT0iSGF5IHByZWd1bnRhcyBzaW4gaW50ZW50b3MgZW4gZXN0YSBwcnVlYmEuJiN4QTsmI3hBO1BhcmEgc2FsaXIgZGUgbGEgcHJ1ZWJhLCBoYWdhIGNsaWMgZW4gU8OtLiBQYXJhIGNvbnRpbnVhciwgaGFnYSBjbGljIGVuIE5vLiIvPg0KCQk8dWl0ZXh0IG5hbWU9IklORk9STUFUSU9OX0gyNjRfRkxBU0hQTEFZRVIiIHZhbHVlPSJMYSB2ZXJzacOzbiBhY3R1YWwgZGUgRmxhc2ggUGxheWVyIGluc3RhbGFkYSBlbiBlbCBvcmRlbmFkb3Igbm8gZXMgY29tcGF0aWJsZSBjb24gZXN0ZSB2w61kZW8uIEhhZ2EgY2xpYyBlbiBlbCDDoXJlYSBkZSB2w61kZW8gcGFyYSBkZXNjYXJnYXIgbGEgw7psdGltYSB2ZXJzacOzbiBkZSBGbGFzaCBQbGF5ZXIuIi8+DQoJCTwhLS0gc3Vic3RpdHV0aW9uOiAlcCA9PSBwcmVzZW50YXRpb24gdGl0bGUgLS0+DQoJCTwhLS0gc3Vic3RpdHV0aW9uOiAlcyA9PSBzbGlkZSB0aXRsZSAtLT4NCgkJPCEtLSBzdWJzdGl0dXRpb246ICVuID09IHNsaWRlIG51bWJlciAtLT4NCgkJPHVpdGV4dCBuYW1lPSJCT09LTUFSSyIgdmFsdWU9IkFkb2JlIFByZXNlbnRlcjogJXAiLz4NCgkJPCEtLSBzdWJzdGl0dXRpb246ICVwID09IHByZXNlbnRhdGlvbiB0aXRsZSAtLT4NCgkJPCEtLSBzdWJzdGl0dXRpb246ICVzID09IHNsaWRlIHRpdGxlIC0tPg0KCQk8IS0tIHN1YnN0aXR1dGlvbjogJW4gPT0gc2xpZGUgbnVtYmVyIC0tPg0KCQk8dWl0ZXh0IG5hbWU9IkJPT0tNQVJLU0xJREUiIHZhbHVlPSJBZG9iZSBQcmVzZW50ZXI6ICVwICVzIi8+DQoJCTx1aXRleHQgbmFtZT0iU0hPV1NJREVCQVIiIHZhbHVlPSJNb3N0cmFyIGJhcnJhIGxhdGVyYWwgYSBsb3MgcGFydGljaXBhbnRlcyIvPg0KCQk8dWl0ZXh0IG5hbWU9Ik1VVEUiIHZhbHVlPSJTaWxlbmNpYXIiLz4NCgkJPHVpdGV4dCBuYW1lPSJET0NXUkFQX1RJVExFIiB2YWx1ZT0iQXJjaGl2byBhZGp1bnRvIGRlIFByZXNlbnRlciIvPg0KCQk8dWl0ZXh0IG5hbWU9IkRPQ1dSQVBfTVNHIiB2YWx1ZT0iR3VhcmRhciBlbiBNaSBQQyIvPg0KCQk8dWl0ZXh0IG5hbWU9IkRPQ1dSQVBfUFJPTVBUIiB2YWx1ZT0iSGFnYSBjbGljIGVuIERlc2NhcmdhciIvPg0KCTwvbGFuZ3VhZ2U+DQoJPGxhbmd1YWdlIGlkPSJwdC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JTbGlkZSAlbiIvPg0KCQk8IS0tIHN1YnN0aXR1dGlvbjogJW4gPT0gc2xpZGUgbnVtYmVyIC0tPg0KCQk8IS0tIHN1YnN0aXR1dGlvbjogJXQgPT0gdG90YWwgc2xpZGUgY291bnQgLS0+DQoJCTx1aXRleHQgbmFtZT0iU0NSVUJCQVJTVEFUVVNfU0xJREVJTkZPIiB2YWx1ZT0iU2xpZGUgJW4gLyAldCB8ICIvPg0KCQk8dWl0ZXh0IG5hbWU9IlNDUlVCQkFSU1RBVFVTX1NUT1BQRUQiIHZhbHVlPSJQYXJhZG8iLz4NCgkJPHVpdGV4dCBuYW1lPSJTQ1JVQkJBUlNUQVRVU19QTEFZSU5HIiB2YWx1ZT0iUmVwcm9kdXppbmRvIi8+DQoJCTx1aXRleHQgbmFtZT0iU0NSVUJCQVJTVEFUVVNfTk9BVURJTyIgdmFsdWU9IlNlbSDDoXVkaW8iLz4NCgkJPHVpdGV4dCBuYW1lPSJTQ1JVQkJBUlNUQVRVU19WSURQTEFZSU5HIiB2YWx1ZT0iVsOtZGVvIGVtIHJlcHJvZHXDp8OjbyIvPg0KCQk8dWl0ZXh0IG5hbWU9IlNDUlVCQkFSU1RBVFVTX0xPQURJTkciIHZhbHVlPSJDYXJyZWdhbmRvIi8+DQoJCTx1aXRleHQgbmFtZT0iU0NSVUJCQVJTVEFUVVNfQlVGRkVSSU5HIiB2YWx1ZT0iQXJtYXplbmFuZG8gZW0gYnVmZmVyIi8+DQoJCTx1aXRleHQgbmFtZT0iU0NSVUJCQVJTVEFUVVNfUVVFU1RJT04iIHZhbHVlPSJSZXNwb25kZXIgcGVyZ3VudGEiLz4NCgkJPHVpdGV4dCBuYW1lPSJTQ1JVQkJBUlNUQVRVU19SRVZJRVdRVUlaIiB2YWx1ZT0iUmV2aXNhbmRvIHF1ZXN0aW9uw6FyaW8iLz4NCgkJPCEtLSBzdWJzdGl0dXRpb246ICVtID09IG1pbnV0ZXMgcmVtYWluaW5nIC0tPg0KCQk8IS0tIHN1YnN0aXR1dGlvbjogJXMgPT0gc2Vjb25kcyByZW1haW5pbmcgLS0+DQoJCTx1aXRleHQgbmFtZT0iRUxBUFNFRCIgdmFsdWU9IiVtIG1pbnV0b3MgJXMgc2VndW5kb3MgcmVzdGFudGVzIi8+DQoJCTx1aXRleHQgbmFtZT0iTk9URk9VTkQiIHZhbHVlPSJOYWRhIGVuY29udHJhZG8iLz4NCgkJPHVpdGV4dCBuYW1lPSJBVFRBQ0hNRU5UUyIgdmFsdWU9IkFuZXhvcy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kNvbnRhdG8iLz4NCgkJPHVpdGV4dCBuYW1lPSJUQUJfUVVJWiIgdmFsdWU9IlF1ZXN0LiIvPg0KCQk8dWl0ZXh0IG5hbWU9IlRBQl9PVVRMSU5FIiB2YWx1ZT0iRXNxdWVtYSIvPg0KCQk8dWl0ZXh0IG5hbWU9IlRBQl9USFVNQiIgdmFsdWU9Ik1pbmkiLz4NCgkJPHVpdGV4dCBuYW1lPSJUQUJfTk9URVMiIHZhbHVlPSJOb3RhcyIvPg0KCQk8dWl0ZXh0IG5hbWU9IlRBQl9TRUFSQ0giIHZhbHVlPSJCdXNjYSIvPg0KCQk8dWl0ZXh0IG5hbWU9IlNMSURFX0hFQURJTkciIHZhbHVlPSJUw610dWxvIGRvIHNsaWRlIi8+DQoJCTx1aXRleHQgbmFtZT0iRFVSQVRJT05fSEVBRElORyIgdmFsdWU9IkR1cmHDp8OjbyIvPg0KCQk8dWl0ZXh0IG5hbWU9IlNFQVJDSF9IRUFESU5HIiB2YWx1ZT0iUHJvY3VyYXIgdGV4dG86Ii8+DQoJCTx1aXRleHQgbmFtZT0iVEhVTUJfSEVBRElORyIgdmFsdWU9IlNsaWRlIi8+DQoJCTx1aXRleHQgbmFtZT0iVEhVTUJfSU5GTyIgdmFsdWU9IlTDrXR1bG8vRHVyYcOnw6NvIGRvIHNsaWRlIi8+DQoJCTx1aXRleHQgbmFtZT0iQVRUQUNITkFNRV9IRUFESU5HIiB2YWx1ZT0iTm9tZSBkbyBhcnF1aXZvIi8+DQoJCTx1aXRleHQgbmFtZT0iQVRUQUNIU0laRV9IRUFESU5HIiB2YWx1ZT0iVGFtYW5obyIvPg0KCQk8dWl0ZXh0IG5hbWU9IlNMSURFX05PVEVTIiB2YWx1ZT0iQW5vdGHDp8O1ZXMgZG8gc2xpZGUiLz4NCgkJPCEtLXF1aXogcG9kIGFuZCBtZXNzYWdlIGJveCB0ZXh0cy0tPg0KCQk8dWl0ZXh0IG5hbWU9IlFVSVpQT0RfUVVJWl9BVFRFTVBUIiB2YWx1ZT0iVGVudGF0aXZhIG5vIHF1ZXN0aW9uw6FyaW86Ii8+DQoJCTx1aXRleHQgbmFtZT0iUVVJWlBPRF9RVUlaX0FUVEVNUFRfVkFMVUUiIHZhbHVlPSIlbiBkZSAldCIvPg0KCQk8dWl0ZXh0IG5hbWU9IlFVSVpQT0RfUVVJWl9TQ09SRSIgdmFsdWU9IlBvbnR1YcOnw6NvOiIvPg0KCQk8dWl0ZXh0IG5hbWU9IlFVSVpQT0RfUVVJWl9QQVNTU0NPUkUiIHZhbHVlPSJQb250dWHDp8OjbyBkZSBhcHJvdmHDp8OjbzoiLz4NCgkJPHVpdGV4dCBuYW1lPSJRVUlaUE9EX1FVSVpfTUFYU0NPUkUiIHZhbHVlPSJQb250dWHDp8OjbyBtw6F4aW1hOiIvPg0KCQk8dWl0ZXh0IG5hbWU9IlFVSVpQT0RfUVVFU0FUTVBUX1NUUiIgdmFsdWU9IlRlbnRhdGl2YTogJW4gZGUgJXQiLz4NCgkJPHVpdGV4dCBuYW1lPSJRVUlaUE9EX1FVRVNUWVBFX1NUUiIgdmFsdWU9IlRpcG86ICVzIi8+DQoJCTx1aXRleHQgbmFtZT0iUVVJWlBPRF9RVUVTVFlQRV9HUkQiIHZhbHVlPSJDbGFzc2lmaWNhdMOzcmlhIi8+DQoJCTx1aXRleHQgbmFtZT0iUVVJWlBPRF9RVUVTVFlQRV9TVlkiIHZhbHVlPSJQZXNxdWlzYSIvPg0KCQk8dWl0ZXh0IG5hbWU9IlFVSVpQT0RfUVVJWkFUTVBUX0lORiIgdmFsdWU9IkluZmluaXRvIi8+DQoJCTx1aXRleHQgbmFtZT0iUVVJWlBPRF9RVUVTQVRNUFRfSU5GIiB2YWx1ZT0iSW5maW5pdG8iLz4NCgkJPHVpdGV4dCBuYW1lPSJXQVJOSU5HTVNHX1lFU1NUUklORyIgdmFsdWU9IlNpbSIvPg0KCQk8dWl0ZXh0IG5hbWU9IldBUk5JTkdNU0dfTk9TVFJJTkciIHZhbHVlPSJOw6NvIi8+DQoJCTx1aXRleHQgbmFtZT0iV0FSTklOR01TR19USVRMRVNUUklORyIgdmFsdWU9IkFsZXJ0YSBkZSBuYXZlZ2HDp8OjbyBkbyBxdWVzdGlvbsOhcmlvIi8+DQoJCTx1aXRleHQgbmFtZT0iV0FSTklOR01TR19NU0dTVFJJTkciIHZhbHVlPSJFeGlzdGVtIHBlcmd1bnRhcyBxdWUgbsOjbyBmb3JhbSByZXNwb25kaWRhcyBuZXN0ZSBxdWVzdGlvbsOhcmlvLiYjeEE7JiN4QTtDbGlxdWUgZW0gU2ltIHBhcmEgc2FpciBkbyBxdWVzdGlvbsOhcmlvIG91IGVtIE7Do28gc2UgcXVpc2VyIGNvbnRpbnVhci4iLz4NCgkJPHVpdGV4dCBuYW1lPSJJTkZPUk1BVElPTl9IMjY0X0ZMQVNIUExBWUVSIiB2YWx1ZT0iQSB2ZXJzw6NvIGF0dWFsIGRvIEZsYXNoIFBsYXllciBpbnN0YWxhZGEgbm8gY29tcHV0YWRvciBuw6NvIG9mZXJlY2Ugc3Vwb3J0ZSBhIGVzc2UgdsOtZGVvLiBDbGlxdWUgbmEgw6FyZWEgZG8gdsOtZGVvIHBhcmEgYmFpeGFyIGEgdmVyc8OjbyBtYWlzIHJlY2VudGUgZG8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Nb3N0cmFyIGJhcnJhIGxhdGVyYWwgYW8gcGFydGljaXBhbnRlcyIvPg0KCQk8dWl0ZXh0IG5hbWU9Ik1VVEUiIHZhbHVlPSJNdWRvIi8+DQoJCTx1aXRleHQgbmFtZT0iRE9DV1JBUF9USVRMRSIgdmFsdWU9IkFuZXhvIGRlIGFycXVpdm8gZG8gUHJlc2VudGVyIi8+DQoJCTx1aXRleHQgbmFtZT0iRE9DV1JBUF9NU0ciIHZhbHVlPSJTYWx2YXIgZW0gTWV1IGNvbXB1dGFkb3IiLz4NCgkJPHVpdGV4dCBuYW1lPSJET0NXUkFQX1BST01QVCIgdmFsdWU9IkNsaXF1ZSBwYXJhIGJhaXhhciIvPg0KCTwvbGFuZ3VhZ2U+DQoJPGxhbmd1YWdlIGlkPSJpdC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JEaWFwb3NpdGl2YSAlbiIvPg0KCQk8IS0tIHN1YnN0aXR1dGlvbjogJW4gPT0gc2xpZGUgbnVtYmVyIC0tPg0KCQk8IS0tIHN1YnN0aXR1dGlvbjogJXQgPT0gdG90YWwgc2xpZGUgY291bnQgLS0+DQoJCTx1aXRleHQgbmFtZT0iU0NSVUJCQVJTVEFUVVNfU0xJREVJTkZPIiB2YWx1ZT0iRGlhcG9zaXRpdmEgJW4gLyAldCB8ICIvPg0KCQk8dWl0ZXh0IG5hbWU9IlNDUlVCQkFSU1RBVFVTX1NUT1BQRUQiIHZhbHVlPSJJbnRlcnJvdHRvIi8+DQoJCTx1aXRleHQgbmFtZT0iU0NSVUJCQVJTVEFUVVNfUExBWUlORyIgdmFsdWU9IlJpcHJvZHV6aW9uZSIvPg0KCQk8dWl0ZXh0IG5hbWU9IlNDUlVCQkFSU1RBVFVTX05PQVVESU8iIHZhbHVlPSJBdWRpbyBpbmF0dC4iLz4NCgkJPHVpdGV4dCBuYW1lPSJTQ1JVQkJBUlNUQVRVU19WSURQTEFZSU5HIiB2YWx1ZT0iVmlkZW8gaW4gcmlwcm9kdXppb25lIi8+DQoJCTx1aXRleHQgbmFtZT0iU0NSVUJCQVJTVEFUVVNfTE9BRElORyIgdmFsdWU9IkNhcmljYW1lbnRvIi8+DQoJCTx1aXRleHQgbmFtZT0iU0NSVUJCQVJTVEFUVVNfQlVGRkVSSU5HIiB2YWx1ZT0iQnVmZmVyaW5nIi8+DQoJCTx1aXRleHQgbmFtZT0iU0NSVUJCQVJTVEFUVVNfUVVFU1RJT04iIHZhbHVlPSJSaXNwb25kaSBhIGRvbWFuZGEiLz4NCgkJPHVpdGV4dCBuYW1lPSJTQ1JVQkJBUlNUQVRVU19SRVZJRVdRVUlaIiB2YWx1ZT0iUmV2aXNpb25lIGRlbCBxdWl6Ii8+DQoJCTwhLS0gc3Vic3RpdHV0aW9uOiAlbSA9PSBtaW51dGVzIHJlbWFpbmluZyAtLT4NCgkJPCEtLSBzdWJzdGl0dXRpb246ICVzID09IHNlY29uZHMgcmVtYWluaW5nIC0tPg0KCQk8dWl0ZXh0IG5hbWU9IkVMQVBTRUQiIHZhbHVlPSIlbSBNaW51dGkgJXMgU2Vjb25kaSByaW1hbmVudGkiLz4NCgkJPHVpdGV4dCBuYW1lPSJOT1RGT1VORCIgdmFsdWU9Ik5lc3N1biBlbGVtZW50byB0cm92YXRvIi8+DQoJCTx1aXRleHQgbmFtZT0iQVRUQUNITUVOVFMiIHZhbHVlPSJBbGxlZ2F0aS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kNvbnQuIi8+DQoJCTx1aXRleHQgbmFtZT0iVEFCX1FVSVoiIHZhbHVlPSJRdWl6Ii8+DQoJCTx1aXRleHQgbmFtZT0iVEFCX09VVExJTkUiIHZhbHVlPSJTdHJ1dHR1cmEiLz4NCgkJPHVpdGV4dCBuYW1lPSJUQUJfVEhVTUIiIHZhbHVlPSJNaW5pYXR1cmUiLz4NCgkJPHVpdGV4dCBuYW1lPSJUQUJfTk9URVMiIHZhbHVlPSJOb3RlIi8+DQoJCTx1aXRleHQgbmFtZT0iVEFCX1NFQVJDSCIgdmFsdWU9IkNlcmNhIi8+DQoJCTx1aXRleHQgbmFtZT0iU0xJREVfSEVBRElORyIgdmFsdWU9IlRpdG9sbyBkaWFwb3NpdGl2YSIvPg0KCQk8dWl0ZXh0IG5hbWU9IkRVUkFUSU9OX0hFQURJTkciIHZhbHVlPSJEdXJhdGEiLz4NCgkJPHVpdGV4dCBuYW1lPSJTRUFSQ0hfSEVBRElORyIgdmFsdWU9IkNlcmNhIHRlc3RvOiIvPg0KCQk8dWl0ZXh0IG5hbWU9IlRIVU1CX0hFQURJTkciIHZhbHVlPSJEaWFwb3NpdGl2YSIvPg0KCQk8dWl0ZXh0IG5hbWU9IlRIVU1CX0lORk8iIHZhbHVlPSJUaXRvbG8vVGVtcG8iLz4NCgkJPHVpdGV4dCBuYW1lPSJBVFRBQ0hOQU1FX0hFQURJTkciIHZhbHVlPSJOb21lIGZpbGUiLz4NCgkJPHVpdGV4dCBuYW1lPSJBVFRBQ0hTSVpFX0hFQURJTkciIHZhbHVlPSJEaW1lbnNpb25lIi8+DQoJCTx1aXRleHQgbmFtZT0iU0xJREVfTk9URVMiIHZhbHVlPSJOb3RlIGRpYXBvc2l0aXZhIi8+DQoJCTwhLS1xdWl6IHBvZCBhbmQgbWVzc2FnZSBib3ggdGV4dHMtLT4NCgkJPHVpdGV4dCBuYW1lPSJRVUlaUE9EX1FVSVpfQVRURU1QVCIgdmFsdWU9IlRlbnRhdGl2byBxdWl6OiIvPg0KCQk8dWl0ZXh0IG5hbWU9IlFVSVpQT0RfUVVJWl9BVFRFTVBUX1ZBTFVFIiB2YWx1ZT0iJW4gZGkgJXQiLz4NCgkJPHVpdGV4dCBuYW1lPSJRVUlaUE9EX1FVSVpfU0NPUkUiIHZhbHVlPSJQdW50ZWdnaW86Ii8+DQoJCTx1aXRleHQgbmFtZT0iUVVJWlBPRF9RVUlaX1BBU1NTQ09SRSIgdmFsdWU9IlB1bnRlZ2dpbyBtaW5pbW86Ii8+DQoJCTx1aXRleHQgbmFtZT0iUVVJWlBPRF9RVUlaX01BWFNDT1JFIiB2YWx1ZT0iUHVudGVnZ2lvIG1hc3NpbW86Ii8+DQoJCTx1aXRleHQgbmFtZT0iUVVJWlBPRF9RVUVTQVRNUFRfU1RSIiB2YWx1ZT0iVGVudGF0aXZvOiAlbiBkaSAldCIvPg0KCQk8dWl0ZXh0IG5hbWU9IlFVSVpQT0RfUVVFU1RZUEVfU1RSIiB2YWx1ZT0iVGlwbzogJXMiLz4NCgkJPHVpdGV4dCBuYW1lPSJRVUlaUE9EX1FVRVNUWVBFX0dSRCIgdmFsdWU9IkNvbiB2YWx1dGF6aW9uZSIvPg0KCQk8dWl0ZXh0IG5hbWU9IlFVSVpQT0RfUVVFU1RZUEVfU1ZZIiB2YWx1ZT0iSW5kYWdpbmUiLz4NCgkJPHVpdGV4dCBuYW1lPSJRVUlaUE9EX1FVSVpBVE1QVF9JTkYiIHZhbHVlPSJJbmZpbml0aSIvPg0KCQk8dWl0ZXh0IG5hbWU9IlFVSVpQT0RfUVVFU0FUTVBUX0lORiIgdmFsdWU9IkluZmluaXRpIi8+DQoJCTx1aXRleHQgbmFtZT0iV0FSTklOR01TR19ZRVNTVFJJTkciIHZhbHVlPSJTw6wiLz4NCgkJPHVpdGV4dCBuYW1lPSJXQVJOSU5HTVNHX05PU1RSSU5HIiB2YWx1ZT0iTm8iLz4NCgkJPHVpdGV4dCBuYW1lPSJXQVJOSU5HTVNHX1RJVExFU1RSSU5HIiB2YWx1ZT0iQXZ2ZXJ0ZW56YSBuYXZpZ2F6aW9uZSBxdWl6Ii8+DQoJCTx1aXRleHQgbmFtZT0iV0FSTklOR01TR19NU0dTVFJJTkciIHZhbHVlPSJPY2NvcnJlIGFuY29yYSByaXNwb25kZXJlIGFkIGFsY3VuZSBkb21hbmRlIGRlbCBxdWl6LiYjeEE7JiN4QTtTZSBmYXRlIGNsaWMgc3UgU8OsLCB1c2NpcmV0ZSBkYWwgcXVpei4gRmF0ZSBjbGljIHN1IE5vIHBlciBjb250aW51YXJlIGlsIHF1aXouIi8+DQoJCTx1aXRleHQgbmFtZT0iSU5GT1JNQVRJT05fSDI2NF9GTEFTSFBMQVlFUiIgdmFsdWU9IkxhIHZlcnNpb25lIGRpIEZsYXNoIFBsYXllciBhdHR1YWxtZW50ZSBpbnN0YWxsYXRhIG5vbiBzdXBwb3J0YSBxdWVzdG8gdmlkZW8uIEZhdGUgY2xpYyBzdWxsJ2FyZWEgZGVsIHZpZGVvIHBlciBzY2FyaWNhcmUgbCd1bHRpbWEgdmVyc2lvbmUgZGk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Nb3N0cmEgYmFycmEgbGF0ZXJhbGUgYWkgcGFydGVjaXBhbnRpIi8+DQoJCTx1aXRleHQgbmFtZT0iTVVURSIgdmFsdWU9IkRpc2F0dGl2YSBhdWRpbyIvPg0KCQk8dWl0ZXh0IG5hbWU9IkRPQ1dSQVBfVElUTEUiIHZhbHVlPSJBbGxlZ2F0byBmaWxlIFByZXNlbnRlciIvPg0KCQk8dWl0ZXh0IG5hbWU9IkRPQ1dSQVBfTVNHIiB2YWx1ZT0iU2FsdmEgaW4gUmlzb3JzZSBkZWwgY29tcHV0ZXIiLz4NCgkJPHVpdGV4dCBuYW1lPSJET0NXUkFQX1BST01QVCIgdmFsdWU9IkNsaWMgcGVyIHNjYXJpY2FyZSIvPg0KCTwvbGFuZ3VhZ2U+DQoJPGxhbmd1YWdlIGlkPSJubC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JEaWEgJW4iLz4NCgkJPCEtLSBzdWJzdGl0dXRpb246ICVuID09IHNsaWRlIG51bWJlciAtLT4NCgkJPCEtLSBzdWJzdGl0dXRpb246ICV0ID09IHRvdGFsIHNsaWRlIGNvdW50IC0tPg0KCQk8dWl0ZXh0IG5hbWU9IlNDUlVCQkFSU1RBVFVTX1NMSURFSU5GTyIgdmFsdWU9IkRpYSAlbiAvICV0IHwgIi8+DQoJCTx1aXRleHQgbmFtZT0iU0NSVUJCQVJTVEFUVVNfU1RPUFBFRCIgdmFsdWU9Ikdlc3RvcHQiLz4NCgkJPHVpdGV4dCBuYW1lPSJTQ1JVQkJBUlNUQVRVU19QTEFZSU5HIiB2YWx1ZT0iQWZzcGVsZW4iLz4NCgkJPHVpdGV4dCBuYW1lPSJTQ1JVQkJBUlNUQVRVU19OT0FVRElPIiB2YWx1ZT0iR2VlbiBhdWRpbyIvPg0KCQk8dWl0ZXh0IG5hbWU9IlNDUlVCQkFSU1RBVFVTX1ZJRFBMQVlJTkciIHZhbHVlPSJWaWRlbyBhZnNwZWxlbiIvPg0KCQk8dWl0ZXh0IG5hbWU9IlNDUlVCQkFSU1RBVFVTX0xPQURJTkciIHZhbHVlPSJMYWRlbiIvPg0KCQk8dWl0ZXh0IG5hbWU9IlNDUlVCQkFSU1RBVFVTX0JVRkZFUklORyIgdmFsdWU9IkJ1ZmZlcmVuIi8+DQoJCTx1aXRleHQgbmFtZT0iU0NSVUJCQVJTVEFUVVNfUVVFU1RJT04iIHZhbHVlPSJWcmFhZyBtZXQgYW50d29vcmQiLz4NCgkJPHVpdGV4dCBuYW1lPSJTQ1JVQkJBUlNUQVRVU19SRVZJRVdRVUlaIiB2YWx1ZT0iUXVpeiBjb250cm9sZXJlbiIvPg0KCQk8IS0tIHN1YnN0aXR1dGlvbjogJW0gPT0gbWludXRlcyByZW1haW5pbmcgLS0+DQoJCTwhLS0gc3Vic3RpdHV0aW9uOiAlcyA9PSBzZWNvbmRzIHJlbWFpbmluZyAtLT4NCgkJPHVpdGV4dCBuYW1lPSJFTEFQU0VEIiB2YWx1ZT0iRXIgcmVzdGVyZW4gJW0gbWludXRlbiAlcyBzZWNvbmRlbiIvPg0KCQk8dWl0ZXh0IG5hbWU9Ik5PVEZPVU5EIiB2YWx1ZT0iTmlldHMgZ2V2b25kZW4iLz4NCgkJPHVpdGV4dCBuYW1lPSJBVFRBQ0hNRU5UUyIgdmFsdWU9IkJpamxhZ2VuIi8+DQoJCTwhLS0gc3Vic3RpdHV0aW9uOiAlcCA9PSBjdXJyZW50IHNwZWFrZXIncyB0aXRsZSAtLT4NCgkJPHVpdGV4dCBuYW1lPSJCSU9XSU5fVElUTEUiIHZhbHVlPSJCaW9ncmFmaWU6ICVwIi8+DQoJCTx1aXRleHQgbmFtZT0iQklPQlROX1RJVExFIiB2YWx1ZT0iQmlvZ3JhZmllIi8+DQoJCTx1aXRleHQgbmFtZT0iRElWSURFUkJUTl9USVRMRSIgdmFsdWU9InwiLz4NCgkJPHVpdGV4dCBuYW1lPSJDT05UQUNUQlROX1RJVExFIiB2YWx1ZT0iQ29udGFjdCIvPg0KCQk8dWl0ZXh0IG5hbWU9IlRBQl9RVUlaIiB2YWx1ZT0iUXVpeiIvPg0KCQk8dWl0ZXh0IG5hbWU9IlRBQl9PVVRMSU5FIiB2YWx1ZT0iT3ZlcnppY2h0Ii8+DQoJCTx1aXRleHQgbmFtZT0iVEFCX1RIVU1CIiB2YWx1ZT0iTWluaWF0dXVyIi8+DQoJCTx1aXRleHQgbmFtZT0iVEFCX05PVEVTIiB2YWx1ZT0iTm90aXRpZXMiLz4NCgkJPHVpdGV4dCBuYW1lPSJUQUJfU0VBUkNIIiB2YWx1ZT0iWm9la2VuIi8+DQoJCTx1aXRleHQgbmFtZT0iU0xJREVfSEVBRElORyIgdmFsdWU9IlRpdGVsIHZhbiBkaWEiLz4NCgkJPHVpdGV4dCBuYW1lPSJEVVJBVElPTl9IRUFESU5HIiB2YWx1ZT0iRHV1ciIvPg0KCQk8dWl0ZXh0IG5hbWU9IlNFQVJDSF9IRUFESU5HIiB2YWx1ZT0iWm9la2VuIG5hYXIgdGVrc3Q6Ii8+DQoJCTx1aXRleHQgbmFtZT0iVEhVTUJfSEVBRElORyIgdmFsdWU9IkRpYSIvPg0KCQk8dWl0ZXh0IG5hbWU9IlRIVU1CX0lORk8iIHZhbHVlPSJUaXRlbC9kdXVyIHZhbiBkaWEiLz4NCgkJPHVpdGV4dCBuYW1lPSJBVFRBQ0hOQU1FX0hFQURJTkciIHZhbHVlPSJCZXN0YW5kc25hYW0iLz4NCgkJPHVpdGV4dCBuYW1lPSJBVFRBQ0hTSVpFX0hFQURJTkciIHZhbHVlPSJHcm9vdHRlIi8+DQoJCTx1aXRleHQgbmFtZT0iU0xJREVfTk9URVMiIHZhbHVlPSJEaWFub3RpdGllcyIvPg0KCQk8IS0tcXVpeiBwb2QgYW5kIG1lc3NhZ2UgYm94IHRleHRzLS0+DQoJCTx1aXRleHQgbmFtZT0iUVVJWlBPRF9RVUlaX0FUVEVNUFQiIHZhbHVlPSJRdWl6cG9naW5nOiIvPg0KCQk8dWl0ZXh0IG5hbWU9IlFVSVpQT0RfUVVJWl9BVFRFTVBUX1ZBTFVFIiB2YWx1ZT0iJW4gdmFuICV0Ii8+DQoJCTx1aXRleHQgbmFtZT0iUVVJWlBPRF9RVUlaX1NDT1JFIiB2YWx1ZT0iQmVoYWFsZGUgc2NvcmU6Ii8+DQoJCTx1aXRleHQgbmFtZT0iUVVJWlBPRF9RVUlaX1BBU1NTQ09SRSIgdmFsdWU9IlZvbGRvZW5kZSBzY29yZToiLz4NCgkJPHVpdGV4dCBuYW1lPSJRVUlaUE9EX1FVSVpfTUFYU0NPUkUiIHZhbHVlPSJNYXhpbWFhbCBoYWFsYmFyZSBzY29yZToiLz4NCgkJPHVpdGV4dCBuYW1lPSJRVUlaUE9EX1FVRVNBVE1QVF9TVFIiIHZhbHVlPSJQb2dpbmc6ICVuIHZhbiAldCIvPg0KCQk8dWl0ZXh0IG5hbWU9IlFVSVpQT0RfUVVFU1RZUEVfU1RSIiB2YWx1ZT0iVHlwZTogJXMiLz4NCgkJPHVpdGV4dCBuYW1lPSJRVUlaUE9EX1FVRVNUWVBFX0dSRCIgdmFsdWU9IlRlbHQgdm9vciBzY29yZSIvPg0KCQk8dWl0ZXh0IG5hbWU9IlFVSVpQT0RfUVVFU1RZUEVfU1ZZIiB2YWx1ZT0iRW5xdcOqdGUiLz4NCgkJPHVpdGV4dCBuYW1lPSJRVUlaUE9EX1FVSVpBVE1QVF9JTkYiIHZhbHVlPSJPbmJlcGVya3QiLz4NCgkJPHVpdGV4dCBuYW1lPSJRVUlaUE9EX1FVRVNBVE1QVF9JTkYiIHZhbHVlPSJPbmJlcGVya3QiLz4NCgkJPHVpdGV4dCBuYW1lPSJXQVJOSU5HTVNHX1lFU1NUUklORyIgdmFsdWU9IkphIi8+DQoJCTx1aXRleHQgbmFtZT0iV0FSTklOR01TR19OT1NUUklORyIgdmFsdWU9Ik5lZSIvPg0KCQk8dWl0ZXh0IG5hbWU9IldBUk5JTkdNU0dfVElUTEVTVFJJTkciIHZhbHVlPSJXYWFyc2NodXdpbmcgbWV0IGJldHJla2tpbmcgdG90IHF1aXpuYXZpZ2F0aWUiLz4NCgkJPHVpdGV4dCBuYW1lPSJXQVJOSU5HTVNHX01TR1NUUklORyIgdmFsdWU9IlUgaGVidCBuaWV0IGFsbGUgdnJhZ2VuIGluIGRlemUgcXVpeiBiZWFudHdvb3JkLiYjeEE7JiN4QTtLbGlrIG9wIEphIG9tIGRlIHF1aXogYWYgdGUgc2x1aXRlbi4gS2xpayBvcCBOZWUgb20gZGUgcXVpeiB2b29ydCB0ZSB6ZXR0ZW4uIi8+DQoJCTx1aXRleHQgbmFtZT0iSU5GT1JNQVRJT05fSDI2NF9GTEFTSFBMQVlFUiIgdmFsdWU9IkRlemUgdmlkZW8gd29yZHQgbmlldCBvbmRlcnN0ZXVuZCBkb29yIGRlIHZlcnNpZSB2YW4gRmxhc2ggUGxheWVyIGRpZSBtb21lbnRlZWwgb3AgdXcgY29tcHV0ZXIgaXMgZ2XDr25zdGFsbGVlcmQuIEtsaWsgaW4gZGUgdmlkZW8gb20gZGUgbmlldXdzdGUgRmxhc2ggUGxheWVyIHRlIGRvd25sb2FkZW4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lppanBhbmVlbCBhYW4gZGVlbG5lbWVycyB3ZWVyZ2V2ZW4iLz4NCgkJPHVpdGV4dCBuYW1lPSJNVVRFIiB2YWx1ZT0iRGVtcGVuIi8+DQoJCTx1aXRleHQgbmFtZT0iRE9DV1JBUF9USVRMRSIgdmFsdWU9IlByZXNlbnRlci1iZXN0YW5kc2JpamxhZ2UiLz4NCgkJPHVpdGV4dCBuYW1lPSJET0NXUkFQX01TRyIgdmFsdWU9Ik9wc2xhYW4gaW4gRGV6ZSBjb21wdXRlciIvPg0KCQk8dWl0ZXh0IG5hbWU9IkRPQ1dSQVBfUFJPTVBUIiB2YWx1ZT0iS2xpayBvbSB0ZSBkb3dubG9hZGVuIi8+DQoJPC9sYW5ndWFnZT4NCgk8bGFuZ3VhZ2UgaWQ9ImNuIj4NCgkJPCEtLSBmb3JtYXQgZm9yIHVpZm9udCB2YWx1ZSBpcyAiZm9udCxzaXplLGlzYm9sZCxpc2l0YWxpYyxpc3NoYWRvd2VkIiAtLT4NCgkJPHVpZm9udCBuYW1lPSJGT05UX1FVSVpaSU5HIiB2YWx1ZT0i5a6L5L2TLTE4MDMwLDEwLGZhbHNlLGZhbHNlLGZhbHNlIi8+DQoJCTx1aWZvbnQgbmFtZT0iRk9OVF9TQ1JVQlNUQVRVUyIgdmFsdWU9IuWui+S9ky0xODAzMCwxMCx0cnVlLGZhbHNlLHRydWUiLz4NCgkJPHVpZm9udCBuYW1lPSJGT05UX1NDUlVCVElNRSIgdmFsdWU9IuWui+S9ky0xODAzMCwxMCxmYWxzZSxmYWxzZSx0cnVlIi8+DQoJCTx1aWZvbnQgbmFtZT0iRk9OVF9FTEFQU0VEVElNRSIgdmFsdWU9IuWui+S9ky0xODAzMCwxMCx0cnVlLGZhbHNlLHRydWUiLz4NCgkJPHVpZm9udCBuYW1lPSJGT05UX1VUSUxTTUVOVSIgdmFsdWU9IuWui+S9ky0xODAzMCwxMCx0cnVlLGZhbHNlLGZhbHNlIi8+DQoJCTx1aWZvbnQgbmFtZT0iRk9OVF9UQUJTIiB2YWx1ZT0i5a6L5L2TLTE4MDMwLDE0LHRydWUsZmFsc2UsdHJ1ZSIvPg0KCQk8dWlmb250IG5hbWU9IkZPTlRfUFJFU0VOVEFUSU9OTkFNRSIgdmFsdWU9IuWui+S9ky0xODAzMCwxNCxmYWxzZSxmYWxzZSx0cnVlIi8+DQoJCTx1aWZvbnQgbmFtZT0iRk9OVF9QUkVTRU5URVJOQU1FIiB2YWx1ZT0i5a6L5L2TLTE4MDMwLDE0LHRydWUsZmFsc2UsdHJ1ZSIvPg0KCQk8dWlmb250IG5hbWU9IkZPTlRfUFJFU0VOVEVSVElUTEUiIHZhbHVlPSLlrovkvZMtMTgwMzAsMTMsZmFsc2UsZmFsc2UsdHJ1ZSIvPg0KCQk8dWlmb250IG5hbWU9IkZPTlRfQklPQlROIiB2YWx1ZT0i5a6L5L2TLTE4MDMwLDEwLGZhbHNlLGZhbHNlLHRydWUiLz4NCgkJPHVpZm9udCBuYW1lPSJGT05UX05PVEVTIiB2YWx1ZT0i5a6L5L2TLTE4MDMwLDEyLGZhbHNlLGZhbHNlLGZhbHNlIi8+DQoJCTx1aWZvbnQgbmFtZT0iRk9OVF9PVVRMSU5FIiB2YWx1ZT0i5a6L5L2TLTE4MDMwLDEyLGZhbHNlLGZhbHNlLHRydWUiLz4NCgkJPHVpZm9udCBuYW1lPSJGT05UX1NFQVJDSCIgdmFsdWU9IuWui+S9ky0xODAzMCwxMixmYWxzZSxmYWxzZSx0cnVlIi8+DQoJCTx1aWZvbnQgbmFtZT0iRk9OVF9USFVNQiIgdmFsdWU9IuWui+S9ky0xODAzMCwxMCxmYWxzZSxmYWxzZSx0cnVlIi8+DQoJCTx1aWZvbnQgbmFtZT0iRk9OVF9CSU9XSU4iIHZhbHVlPSLlrovkvZMtMTgwMzAsMTIsZmFsc2UsZmFsc2UsZmFsc2UiLz4NCgkJPHVpZm9udCBuYW1lPSJGT05UX0xJU1RIRUFESU5HIiB2YWx1ZT0i5a6L5L2TLTE4MDMwLDEwLGZhbHNlLGZhbHNlLGZhbHNlIi8+DQoJCTx1aWZvbnQgbmFtZT0iRk9OVF9XSU5USVRMRSIgdmFsdWU9IuWui+S9ky0xODAzMCwxMCxmYWxzZSxmYWxzZSx0cnVlIi8+DQoJCTx1aWZvbnQgbmFtZT0iRk9OVF9BVFRBQ0hNRU5UUyIgdmFsdWU9IuWui+S9ky0xODAzMCwxMixmYWxzZSxmYWxzZSx0cnVlIi8+DQoJCTwhLS1xdWl6IHBvZCBhbmQgbWVzc2FnZSBib3ggdGV4dCBmb250cy0tPg0KCQk8dWlmb250IG5hbWU9IkZPTlRfTVNHQk9YX1dJTlRJVExFIiB2YWx1ZT0i5a6L5L2TLTE4MDMwLDEyLHRydWUsZmFsc2UsdHJ1ZSIvPg0KCQk8dWlmb250IG5hbWU9IkZPTlRfTVNHQk9YX01TRyIgdmFsdWU9IuWui+S9ky0xODAzMCwxMixmYWxzZSxmYWxzZSx0cnVlIi8+DQoJCTx1aWZvbnQgbmFtZT0iRk9OVF9NU0dCT1hfT1BUSU9OUyIgdmFsdWU9IuWui+S9ky0xODAzMCwxMCx0cnVlLGZhbHNlLHRydWUiLz4NCgkJPHVpZm9udCBuYW1lPSJGT05UX1FVSVpQT0RfUVVJWl9USVRMRSIgdmFsdWU9IuWui+S9ky0xODAzMCwxMix0cnVlLGZhbHNlLHRydWUiLz4NCgkJPHVpZm9udCBuYW1lPSJGT05UX1FVSVpQT0RfUVVJWl9BVFRFTVBUIiB2YWx1ZT0i5a6L5L2TLTE4MDMwLDEwLGZhbHNlLGZhbHNlLHRydWUiLz4NCgkJPHVpZm9udCBuYW1lPSJGT05UX1FVSVpQT0RfUVVJWl9BVFRFTVBUX1ZBTFVFIiB2YWx1ZT0i5a6L5L2TLTE4MDMwLDEwLHRydWUsZmFsc2UsdHJ1ZSIvPg0KCQk8dWlmb250IG5hbWU9IkZPTlRfUVVJWlBPRF9RVUVTVElPTl9TQ09SRSIgdmFsdWU9IuWui+S9ky0xODAzMCwxMCxmYWxzZSxmYWxzZSx0cnVlIi8+DQoJCTx1aWZvbnQgbmFtZT0iRk9OVF9RVUlaUE9EX1FVRVNUSU9OX1NDT1JFX1ZBTFVFIiB2YWx1ZT0i5a6L5L2TLTE4MDMwLDEwLHRydWUsZmFsc2UsdHJ1ZSIvPg0KCQk8dWlmb250IG5hbWU9IkZPTlRfUVVJWlBPRF9RVUVTVElPTl9BVFRFTVBUIiB2YWx1ZT0i5a6L5L2TLTE4MDMwLDEwLGZhbHNlLGZhbHNlLHRydWUiLz4NCgkJPHVpZm9udCBuYW1lPSJGT05UX1FVSVpQT0RfUVVFU1RJT05fQVRURU1QVF9WQUxVRSIgdmFsdWU9IuWui+S9ky0xODAzMCwxMCx0cnVlLGZhbHNlLHRydWUiLz4NCgkJPHVpZm9udCBuYW1lPSJGT05UX1FVSVpQT0RfUVVFU1RJT05fVEFHIiB2YWx1ZT0i5a6L5L2TLTE4MDMwLDEyLHRydWUsZmFsc2UsdHJ1ZSIvPg0KCQk8dWlmb250IG5hbWU9IkZPTlRfUVVJWlBPRF9RVUlaX1FVRVNUSU9OX0NPVU5UIiB2YWx1ZT0i5a6L5L2TLTE4MDMwLDEwLGZhbHNlLGZhbHNlLHRydWUiLz4NCgkJPHVpZm9udCBuYW1lPSJGT05UX1FVSVpQT0RfUVVJWl9RVUVTVElPTl9DT1VOVF9WQUxVRSIgdmFsdWU9IuWui+S9ky0xODAzMCwxMCx0cnVlLGZhbHNlLHRydWUiLz4NCgkJPHVpZm9udCBuYW1lPSJGT05UX1FVSVpQT0RfUVVJWl9RVUVTVElPTl9BVFRFTVBURUQiIHZhbHVlPSLlrovkvZMtMTgwMzAsMTAsZmFsc2UsZmFsc2UsdHJ1ZSIvPg0KCQk8dWlmb250IG5hbWU9IkZPTlRfUVVJWlBPRF9RVUlaX1FVRVNUSU9OX0FUVEVNUFRFRF9WQUxVRSIgdmFsdWU9IuWui+S9ky0xODAzMCwxMCx0cnVlLGZhbHNlLHRydWUiLz4NCgkJPHVpZm9udCBuYW1lPSJGT05UX1FVSVpQT0RfUVVJWl9TQ09SRV9UQUciIHZhbHVlPSLlrovkvZMtMTgwMzAsMTIsdHJ1ZSxmYWxzZSx0cnVlIi8+DQoJCTx1aWZvbnQgbmFtZT0iRk9OVF9RVUlaUE9EX1FVSVpfU0NPUkUiIHZhbHVlPSLlrovkvZMtMTgwMzAsMTAsZmFsc2UsZmFsc2UsdHJ1ZSIvPg0KCQk8dWlmb250IG5hbWU9IkZPTlRfUVVJWlBPRF9RVUlaX1NDT1JFX1ZBTFVFIiB2YWx1ZT0i5a6L5L2TLTE4MDMwLDEwLHRydWUsZmFsc2UsdHJ1ZSIvPg0KCQk8dWlmb250IG5hbWU9IkZPTlRfUVVJWlBPRF9RVUlaX01BWFNDT1JFIiB2YWx1ZT0i5a6L5L2TLTE4MDMwLDEwLGZhbHNlLGZhbHNlLHRydWUiLz4NCgkJPHVpZm9udCBuYW1lPSJGT05UX1FVSVpQT0RfUVVJWl9NQVhTQ09SRV9WQUxVRSIgdmFsdWU9IuWui+S9ky0xODAzMCwxMCx0cnVlLGZhbHNlLHRydWUiLz4NCgkJPHVpZm9udCBuYW1lPSJGT05UX1FVSVpQT0RfUVVJWl9QQVNTU0NPUkUiIHZhbHVlPSLlrovkvZMtMTgwMzAsMTAsZmFsc2UsZmFsc2UsdHJ1ZSIvPg0KCQk8dWlmb250IG5hbWU9IkZPTlRfUVVJWlBPRF9RVUlaX1BBU1NTQ09SRV9WQUxVRSIgdmFsdWU9IuWui+S9ky0xODAzMCwxMCx0cnVlLGZhbHNlLHRydWUiLz4NCgkJPCEtLSB1aXRleHQgLS0+DQoJCTwhLS0gc3Vic3RpdHV0aW9uOiAlbiA9PSBzbGlkZSBudW1iZXIgLS0+DQoJCTx1aXRleHQgbmFtZT0iVU5OQU1FRFNMSURFVElUTEUiIHZhbHVlPSLlubvnga/niYcgJW4iLz4NCgkJPCEtLSBzdWJzdGl0dXRpb246ICVuID09IHNsaWRlIG51bWJlciAtLT4NCgkJPCEtLSBzdWJzdGl0dXRpb246ICV0ID09IHRvdGFsIHNsaWRlIGNvdW50IC0tPg0KCQk8dWl0ZXh0IG5hbWU9IlNDUlVCQkFSU1RBVFVTX1NMSURFSU5GTyIgdmFsdWU9IuW5u+eBr+eJhyAlbiAvICV0IHwgIi8+DQoJCTx1aXRleHQgbmFtZT0iU0NSVUJCQVJTVEFUVVNfU1RPUFBFRCIgdmFsdWU9IuW3suWBnOatoiIvPg0KCQk8dWl0ZXh0IG5hbWU9IlNDUlVCQkFSU1RBVFVTX1BMQVlJTkciIHZhbHVlPSLmraPlnKjmkq3mlL4iLz4NCgkJPHVpdGV4dCBuYW1lPSJTQ1JVQkJBUlNUQVRVU19OT0FVRElPIiB2YWx1ZT0i5peg6Z+z6aKRIi8+DQoJCTx1aXRleHQgbmFtZT0iU0NSVUJCQVJTVEFUVVNfVklEUExBWUlORyIgdmFsdWU9IuinhumikeaSreaUviIvPg0KCQk8dWl0ZXh0IG5hbWU9IlNDUlVCQkFSU1RBVFVTX0xPQURJTkciIHZhbHVlPSLmraPlnKjovb3lhaUiLz4NCgkJPHVpdGV4dCBuYW1lPSJTQ1JVQkJBUlNUQVRVU19CVUZGRVJJTkciIHZhbHVlPSLmraPlnKjov5vooYznvJPlhrLlpITnkIYiLz4NCgkJPHVpdGV4dCBuYW1lPSJTQ1JVQkJBUlNUQVRVU19RVUVTVElPTiIgdmFsdWU9IuWbnuetlOmXrumimCIvPg0KCQk8dWl0ZXh0IG5hbWU9IlNDUlVCQkFSU1RBVFVTX1JFVklFV1FVSVoiIHZhbHVlPSLmraPlnKjlrqHpmIXmtYvpqowiLz4NCgkJPCEtLSBzdWJzdGl0dXRpb246ICVtID09IG1pbnV0ZXMgcmVtYWluaW5nIC0tPg0KCQk8IS0tIHN1YnN0aXR1dGlvbjogJXMgPT0gc2Vjb25kcyByZW1haW5pbmcgLS0+DQoJCTx1aXRleHQgbmFtZT0iRUxBUFNFRCIgdmFsdWU9IuWJqeS9mSAlbSDliIbpkp8gJXMg56eSIi8+DQoJCTx1aXRleHQgbmFtZT0iTk9URk9VTkQiIHZhbHVlPSLmnKrmib7liLDku7vkvZXlhoXlrrkiLz4NCgkJPHVpdGV4dCBuYW1lPSJBVFRBQ0hNRU5UUyIgdmFsdWU9IumZhOS7tiIvPg0KCQk8IS0tIHN1YnN0aXR1dGlvbjogJXAgPT0gY3VycmVudCBzcGVha2VyJ3MgdGl0bGUgLS0+DQoJCTx1aXRleHQgbmFtZT0iQklPV0lOX1RJVExFIiB2YWx1ZT0i5Liq5Lq6566A5LuLOiAlcCIvPg0KCQk8dWl0ZXh0IG5hbWU9IkJJT0JUTl9USVRMRSIgdmFsdWU9IuS4quS6uueugOS7iyIvPg0KCQk8dWl0ZXh0IG5hbWU9IkRJVklERVJCVE5fVElUTEUiIHZhbHVlPSJ8Ii8+DQoJCTx1aXRleHQgbmFtZT0iQ09OVEFDVEJUTl9USVRMRSIgdmFsdWU9IuiBlOezu+aWueW8jyIvPg0KCQk8dWl0ZXh0IG5hbWU9IlRBQl9RVUlaIiB2YWx1ZT0i5rWL6aqMIi8+DQoJCTx1aXRleHQgbmFtZT0iVEFCX09VVExJTkUiIHZhbHVlPSLlpKfnurIiLz4NCgkJPHVpdGV4dCBuYW1lPSJUQUJfVEhVTUIiIHZhbHVlPSLnvKnnlaXlm74iLz4NCgkJPHVpdGV4dCBuYW1lPSJUQUJfTk9URVMiIHZhbHVlPSLlpIfms6giLz4NCgkJPHVpdGV4dCBuYW1lPSJUQUJfU0VBUkNIIiB2YWx1ZT0i5pCc57SiIi8+DQoJCTx1aXRleHQgbmFtZT0iU0xJREVfSEVBRElORyIgdmFsdWU9IuW5u+eBr+eJh+agh+mimCIvPg0KCQk8dWl0ZXh0IG5hbWU9IkRVUkFUSU9OX0hFQURJTkciIHZhbHVlPSLmjIHnu63ml7bpl7QiLz4NCgkJPHVpdGV4dCBuYW1lPSJTRUFSQ0hfSEVBRElORyIgdmFsdWU9IuaQnOe0ouaWh+acrDoiLz4NCgkJPHVpdGV4dCBuYW1lPSJUSFVNQl9IRUFESU5HIiB2YWx1ZT0i5bm754Gv54mHIi8+DQoJCTx1aXRleHQgbmFtZT0iVEhVTUJfSU5GTyIgdmFsdWU9IuW5u+eBr+eJh+agh+mimC/mjIHnu63ml7bpl7QiLz4NCgkJPHVpdGV4dCBuYW1lPSJBVFRBQ0hOQU1FX0hFQURJTkciIHZhbHVlPSLmlofku7blkI0iLz4NCgkJPHVpdGV4dCBuYW1lPSJBVFRBQ0hTSVpFX0hFQURJTkciIHZhbHVlPSLlpKflsI8iLz4NCgkJPHVpdGV4dCBuYW1lPSJTTElERV9OT1RFUyIgdmFsdWU9IuW5u+eBr+eJh+Wkh+azqCIvPg0KCQk8IS0tcXVpeiBwb2QgYW5kIG1lc3NhZ2UgYm94IHRleHRzLS0+DQoJCTx1aXRleHQgbmFtZT0iUVVJWlBPRF9RVUlaX0FUVEVNUFQiIHZhbHVlPSLmtYvpqozlsJ3or5XmrKHmlbA6Ii8+DQoJCTx1aXRleHQgbmFtZT0iUVVJWlBPRF9RVUlaX0FUVEVNUFRfVkFMVUUiIHZhbHVlPSLnrKwgJW4g5qyh77yM5YWxICV0IOasoSIvPg0KCQk8dWl0ZXh0IG5hbWU9IlFVSVpQT0RfUVVJWl9TQ09SRSIgdmFsdWU9IuW+l+WIhjoiLz4NCgkJPHVpdGV4dCBuYW1lPSJRVUlaUE9EX1FVSVpfUEFTU1NDT1JFIiB2YWx1ZT0i5Y+K5qC85YiG5pWwOiIvPg0KCQk8dWl0ZXh0IG5hbWU9IlFVSVpQT0RfUVVJWl9NQVhTQ09SRSIgdmFsdWU9IuacgOmrmOWIhuaVsDoiLz4NCgkJPHVpdGV4dCBuYW1lPSJRVUlaUE9EX1FVRVNBVE1QVF9TVFIiIHZhbHVlPSLlsJ3or5XmrKHmlbA6IOesrCAlbiDmrKHvvIzlhbEgJXQg5qyhIi8+DQoJCTx1aXRleHQgbmFtZT0iUVVJWlBPRF9RVUVTVFlQRV9TVFIiIHZhbHVlPSLnsbvlnos6ICVzIi8+DQoJCTx1aXRleHQgbmFtZT0iUVVJWlBPRF9RVUVTVFlQRV9HUkQiIHZhbHVlPSLor4TnuqciLz4NCgkJPHVpdGV4dCBuYW1lPSJRVUlaUE9EX1FVRVNUWVBFX1NWWSIgdmFsdWU9Iuiwg+afpSIvPg0KCQk8dWl0ZXh0IG5hbWU9IlFVSVpQT0RfUVVJWkFUTVBUX0lORiIgdmFsdWU9IuaXoOmZkCIvPg0KCQk8dWl0ZXh0IG5hbWU9IlFVSVpQT0RfUVVFU0FUTVBUX0lORiIgdmFsdWU9IuaXoOmZkCIvPg0KCQk8dWl0ZXh0IG5hbWU9IldBUk5JTkdNU0dfWUVTU1RSSU5HIiB2YWx1ZT0i5pivIi8+DQoJCTx1aXRleHQgbmFtZT0iV0FSTklOR01TR19OT1NUUklORyIgdmFsdWU9IuWQpiIvPg0KCQk8dWl0ZXh0IG5hbWU9IldBUk5JTkdNU0dfVElUTEVTVFJJTkciIHZhbHVlPSLmtYvpqozlr7zoiKrorablkYoiLz4NCgkJPHVpdGV4dCBuYW1lPSJXQVJOSU5HTVNHX01TR1NUUklORyIgdmFsdWU9IuatpOa1i+mqjOS4reacieacquWwneivleS9nOetlOeahOmXrumimOOAgiYjeEE7JiN4QTvljZXlh7vigJzmmK/igJ3pgIDlh7rmraTmtYvpqozjgILljZXlh7vigJzlkKbigJ3nu6fnu63mtYvpqozjgIIiLz4NCgkJPHVpdGV4dCBuYW1lPSJJTkZPUk1BVElPTl9IMjY0X0ZMQVNIUExBWUVSIiB2YWx1ZT0i5b2T5YmN5a6J6KOF5Zyo5oKo55qE6K6h566X5py65LiK55qEIEZsYXNoIFBsYXllciDniYjmnKzkuI3mlK/mjIHor6Xop4bpopHjgILljZXlh7vop4bpopHljLrln5/kuIvovb3mnIDmlrDniYjmnKznmoQgRmxhc2ggUGxheWVy44CC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uWQkeWPguWKoOiAheaYvuekuuaPkOimgeagjyIvPg0KCQk8dWl0ZXh0IG5hbWU9Ik1VVEUiIHZhbHVlPSLpnZnpn7MiLz4NCgkJPHVpdGV4dCBuYW1lPSJET0NXUkFQX1RJVExFIiB2YWx1ZT0iUHJlc2VudGVyIOaWh+S7tumZhOS7tiIvPg0KCQk8dWl0ZXh0IG5hbWU9IkRPQ1dSQVBfTVNHIiB2YWx1ZT0i5L+d5a2Y5Yiw5oiR55qE6K6h566X5py6Ii8+DQoJCTx1aXRleHQgbmFtZT0iRE9DV1JBUF9QUk9NUFQiIHZhbHVlPSLljZXlh7vku6XkuIvovb0iLz4NCgk8L2xhbmd1YWdlPg0KCTxsYW5ndWFnZSBpZD0idH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lVOTkFNRURTTElERVRJVExFIiB2YWx1ZT0iU2xheXQgJW4iLz4NCgkJPCEtLSBzdWJzdGl0dXRpb246ICVuID09IHNsaWRlIG51bWJlciAtLT4NCgkJPCEtLSBzdWJzdGl0dXRpb246ICV0ID09IHRvdGFsIHNsaWRlIGNvdW50IC0tPg0KCQk8dWl0ZXh0IG5hbWU9IlNDUlVCQkFSU1RBVFVTX1NMSURFSU5GTyIgdmFsdWU9IlNsYXl0ICVuIC8gJXQgfCAiLz4NCgkJPHVpdGV4dCBuYW1lPSJTQ1JVQkJBUlNUQVRVU19TVE9QUEVEIiB2YWx1ZT0iRHVyZHVydWxkdSIvPg0KCQk8dWl0ZXh0IG5hbWU9IlNDUlVCQkFSU1RBVFVTX1BMQVlJTkciIHZhbHVlPSJPeW5hdMSxbMSxeW9yIi8+DQoJCTx1aXRleHQgbmFtZT0iU0NSVUJCQVJTVEFUVVNfTk9BVURJTyIgdmFsdWU9IlNlcyBZb2siLz4NCgkJPHVpdGV4dCBuYW1lPSJTQ1JVQkJBUlNUQVRVU19WSURQTEFZSU5HIiB2YWx1ZT0iVmlkZW8gT3luYXTEsWzEsXlvciIvPg0KCQk8dWl0ZXh0IG5hbWU9IlNDUlVCQkFSU1RBVFVTX0xPQURJTkciIHZhbHVlPSJZw7xrbGVuaXlvciIvPg0KCQk8dWl0ZXh0IG5hbWU9IlNDUlVCQkFSU1RBVFVTX0JVRkZFUklORyIgdmFsdWU9IkFyYWJlbGxlxJ9lIEFsxLFuxLF5b3IiLz4NCgkJPHVpdGV4dCBuYW1lPSJTQ1JVQkJBUlNUQVRVU19RVUVTVElPTiIgdmFsdWU9IlNvcnV5dSBZYW7EsXRsYSIvPg0KCQk8dWl0ZXh0IG5hbWU9IlNDUlVCQkFSU1RBVFVTX1JFVklFV1FVSVoiIHZhbHVlPSJTxLFuYXYgxLBuY2VsZW5peW9yIi8+DQoJCTwhLS0gc3Vic3RpdHV0aW9uOiAlbSA9PSBtaW51dGVzIHJlbWFpbmluZyAtLT4NCgkJPCEtLSBzdWJzdGl0dXRpb246ICVzID09IHNlY29uZHMgcmVtYWluaW5nIC0tPg0KCQk8dWl0ZXh0IG5hbWU9IkVMQVBTRUQiIHZhbHVlPSIlbSBEYWtpa2EgJXMgU2FuaXllIEthbGTEsSIvPg0KCQk8dWl0ZXh0IG5hbWU9Ik5PVEZPVU5EIiB2YWx1ZT0iSGVyaGFuZ2kgQmlyIMWeZXkgQnVsdW5tYWTEsSIvPg0KCQk8dWl0ZXh0IG5hbWU9IkFUVEFDSE1FTlRTIiB2YWx1ZT0iRWtsZXI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LEsHJ0aWJhdCIvPg0KCQk8dWl0ZXh0IG5hbWU9IlRBQl9RVUlaIiB2YWx1ZT0iU8SxbmF2Ii8+DQoJCTx1aXRleHQgbmFtZT0iVEFCX09VVExJTkUiIHZhbHVlPSJBbmEgSGF0Ii8+DQoJCTx1aXRleHQgbmFtZT0iVEFCX1RIVU1CIiB2YWx1ZT0iUmVzaW0iLz4NCgkJPHVpdGV4dCBuYW1lPSJUQUJfTk9URVMiIHZhbHVlPSJOb3RsYXIiLz4NCgkJPHVpdGV4dCBuYW1lPSJUQUJfU0VBUkNIIiB2YWx1ZT0iQXJhIi8+DQoJCTx1aXRleHQgbmFtZT0iU0xJREVfSEVBRElORyIgdmFsdWU9IlNsYXl0IEJhxZ9sxLHEn8SxIi8+DQoJCTx1aXRleHQgbmFtZT0iRFVSQVRJT05fSEVBRElORyIgdmFsdWU9IlPDvHJlIi8+DQoJCTx1aXRleHQgbmFtZT0iU0VBUkNIX0hFQURJTkciIHZhbHVlPSJNZXRuaSBhcmE6Ii8+DQoJCTx1aXRleHQgbmFtZT0iVEhVTUJfSEVBRElORyIgdmFsdWU9IlNsYXl0Ii8+DQoJCTx1aXRleHQgbmFtZT0iVEhVTUJfSU5GTyIgdmFsdWU9IlNsYXl0IEJhxZ9sxLHEn8SxL1PDvHJlc2kiLz4NCgkJPHVpdGV4dCBuYW1lPSJBVFRBQ0hOQU1FX0hFQURJTkciIHZhbHVlPSJEb3N5YSBBZMSxIi8+DQoJCTx1aXRleHQgbmFtZT0iQVRUQUNIU0laRV9IRUFESU5HIiB2YWx1ZT0iQm95dXQiLz4NCgkJPHVpdGV4dCBuYW1lPSJTTElERV9OT1RFUyIgdmFsdWU9IlNsYXl0IE5vdGxhcsSxIi8+DQoJCTwhLS1xdWl6IHBvZCBhbmQgbWVzc2FnZSBib3ggdGV4dHMtLT4NCgkJPHVpdGV4dCBuYW1lPSJRVUlaUE9EX1FVSVpfQVRURU1QVCIgdmFsdWU9IlPEsW5hdiBEZW5lbWVzaToiLz4NCgkJPHVpdGV4dCBuYW1lPSJRVUlaUE9EX1FVSVpfQVRURU1QVF9WQUxVRSIgdmFsdWU9IiVuLyV0Ii8+DQoJCTx1aXRleHQgbmFtZT0iUVVJWlBPRF9RVUlaX1NDT1JFIiB2YWx1ZT0iUHVhbjoiLz4NCgkJPHVpdGV4dCBuYW1lPSJRVUlaUE9EX1FVSVpfUEFTU1NDT1JFIiB2YWx1ZT0iR2XDp21lIFB1YW7EsToiLz4NCgkJPHVpdGV4dCBuYW1lPSJRVUlaUE9EX1FVSVpfTUFYU0NPUkUiIHZhbHVlPSJNYWtzaW11bSBQdWFuOiIvPg0KCQk8dWl0ZXh0IG5hbWU9IlFVSVpQT0RfUVVFU0FUTVBUX1NUUiIgdmFsdWU9IkRlbmVtZTogJW4vJXQiLz4NCgkJPHVpdGV4dCBuYW1lPSJRVUlaUE9EX1FVRVNUWVBFX1NUUiIgdmFsdWU9IlTDvHI6ICVzIi8+DQoJCTx1aXRleHQgbmFtZT0iUVVJWlBPRF9RVUVTVFlQRV9HUkQiIHZhbHVlPSJCYXNhbWFrbMSxIi8+DQoJCTx1aXRleHQgbmFtZT0iUVVJWlBPRF9RVUVTVFlQRV9TVlkiIHZhbHVlPSJBbmtldCIvPg0KCQk8dWl0ZXh0IG5hbWU9IlFVSVpQT0RfUVVJWkFUTVBUX0lORiIgdmFsdWU9IlPEsW7EsXJzxLF6Ii8+DQoJCTx1aXRleHQgbmFtZT0iUVVJWlBPRF9RVUVTQVRNUFRfSU5GIiB2YWx1ZT0iU8SxbsSxcnPEsXoiLz4NCgkJPHVpdGV4dCBuYW1lPSJXQVJOSU5HTVNHX1lFU1NUUklORyIgdmFsdWU9IkV2ZXQiLz4NCgkJPHVpdGV4dCBuYW1lPSJXQVJOSU5HTVNHX05PU1RSSU5HIiB2YWx1ZT0iSGF5xLFyIi8+DQoJCTx1aXRleHQgbmFtZT0iV0FSTklOR01TR19USVRMRVNUUklORyIgdmFsdWU9IlPEsW5hdiBHZXppbm1lIFV5YXLEsXPEsSIvPg0KCQk8dWl0ZXh0IG5hbWU9IldBUk5JTkdNU0dfTVNHU1RSSU5HIiB2YWx1ZT0iQnUgU8SxbmF2ZGEgZGVuZW5tZW1pxZ8gc29ydWxhciB2YXIuJiN4QTsmI3hBO0V2ZXQgc2XDp2VuZcSfaW5pIHTEsWtsYXTEsXJzYW7EsXogU8SxbmF2ZGFuIMOnxLFrYWNha3PEsW7EsXouIFPEsW5hdmEgZGV2YW0gZXRtZWsgacOnaW4gSGF5xLFyIHNlw6dlbmXEn2luaSB0xLFrbGF0xLFuLiIvPg0KCQk8dWl0ZXh0IG5hbWU9IklORk9STUFUSU9OX0gyNjRfRkxBU0hQTEFZRVIiIHZhbHVlPSJCaWxnaXNheWFyxLFuxLF6YSB5w7xrbMO8IG9sYW4gZ2XDp2VybGkgRmxhc2ggUGxheWVyIHPDvHLDvG3DvCBidSB2aWRlb3l1IGRlc3Rla2xlbWl5b3IuIEVuIHNvbiBGbGFzaCBQbGF5ZXIgc8O8csO8bcO8bsO8IGluZGlybWVrIGnDp2luIHZpZGVvIGFsYW7EsW7EsSB0xLFrbGF0xLFu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LYXTEsWzEsW1jxLFsYXJhIGtlbmFyIMOndWJ1xJ91bnUgZ8O2c3RlciIvPg0KCQk8dWl0ZXh0IG5hbWU9Ik1VVEUiIHZhbHVlPSJTZXNzaXoiLz4NCgkJPHVpdGV4dCBuYW1lPSJET0NXUkFQX1RJVExFIiB2YWx1ZT0iUHJlc2VudGVyIERvc3lhIEVraSIvPg0KCQk8dWl0ZXh0IG5hbWU9IkRPQ1dSQVBfTVNHIiB2YWx1ZT0iQmlsZ2lzYXlhcsSxbWEgS2F5ZGV0Ii8+DQoJCTx1aXRleHQgbmFtZT0iRE9DV1JBUF9QUk9NUFQiIHZhbHVlPSLEsG5kaXJtZWsgacOnaW4gVMSxa2xhdMSxbiIvPg0KCTwvbGFuZ3VhZ2U+DQoJPGxhbmd1YWdlIGlkPSJydS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LQodC70LDQudC0ICVuIi8+DQoJCTwhLS0gc3Vic3RpdHV0aW9uOiAlbiA9PSBzbGlkZSBudW1iZXIgLS0+DQoJCTwhLS0gc3Vic3RpdHV0aW9uOiAldCA9PSB0b3RhbCBzbGlkZSBjb3VudCAtLT4NCgkJPHVpdGV4dCBuYW1lPSJTQ1JVQkJBUlNUQVRVU19TTElERUlORk8iIHZhbHVlPSLQodC70LDQudC0ICVuIC8gJXQgfCAiLz4NCgkJPHVpdGV4dCBuYW1lPSJTQ1JVQkJBUlNUQVRVU19TVE9QUEVEIiB2YWx1ZT0i0J7RgdGC0LDQvdC+0LLQu9C10L3QviIvPg0KCQk8dWl0ZXh0IG5hbWU9IlNDUlVCQkFSU1RBVFVTX1BMQVlJTkciIHZhbHVlPSLQktC+0YHQv9GA0L7QuNC30LLQtdC00LXQvdC40LUiLz4NCgkJPHVpdGV4dCBuYW1lPSJTQ1JVQkJBUlNUQVRVU19OT0FVRElPIiB2YWx1ZT0i0J3QtdGCINCw0YPQtNC40L4iLz4NCgkJPHVpdGV4dCBuYW1lPSJTQ1JVQkJBUlNUQVRVU19WSURQTEFZSU5HIiB2YWx1ZT0i0JLQvtGB0L/RgNC+0LjQt9Cy0LXQtNC10L3QuNC1INCy0LjQtNC10L4iLz4NCgkJPHVpdGV4dCBuYW1lPSJTQ1JVQkJBUlNUQVRVU19MT0FESU5HIiB2YWx1ZT0i0JfQsNCz0YDRg9C30LrQsCIvPg0KCQk8dWl0ZXh0IG5hbWU9IlNDUlVCQkFSU1RBVFVTX0JVRkZFUklORyIgdmFsdWU9ItCR0YPRhNC10YDQuNC30LDRhtC40Y8iLz4NCgkJPHVpdGV4dCBuYW1lPSJTQ1JVQkJBUlNUQVRVU19RVUVTVElPTiIgdmFsdWU9ItCe0YLQstC10YIg0L3QsCDQstC+0L/RgNC+0YEiLz4NCgkJPHVpdGV4dCBuYW1lPSJTQ1JVQkJBUlNUQVRVU19SRVZJRVdRVUlaIiB2YWx1ZT0i0J7QsdC30L7RgCDQvtC/0YDQvtGB0LAiLz4NCgkJPCEtLSBzdWJzdGl0dXRpb246ICVtID09IG1pbnV0ZXMgcmVtYWluaW5nIC0tPg0KCQk8IS0tIHN1YnN0aXR1dGlvbjogJXMgPT0gc2Vjb25kcyByZW1haW5pbmcgLS0+DQoJCTx1aXRleHQgbmFtZT0iRUxBUFNFRCIgdmFsdWU9ItCe0YHRgtCw0LvQvtGB0YwgJW0g0LzQuNC9LiAlcyDRgSIvPg0KCQk8dWl0ZXh0IG5hbWU9Ik5PVEZPVU5EIiB2YWx1ZT0i0J3QuNGH0LXQs9C+INC90LUg0L3QsNC50LTQtdC90L4iLz4NCgkJPHVpdGV4dCBuYW1lPSJBVFRBQ0hNRU5UUyIgdmFsdWU9ItCS0LvQvtC20LXQvdC40Y8iLz4NCgkJPCEtLSBzdWJzdGl0dXRpb246ICVwID09IGN1cnJlbnQgc3BlYWtlcidzIHRpdGxlIC0tPg0KCQk8dWl0ZXh0IG5hbWU9IkJJT1dJTl9USVRMRSIgdmFsdWU9ItCR0LjQvtCz0YDQsNGE0LjRjzogJXAiLz4NCgkJPHVpdGV4dCBuYW1lPSJCSU9CVE5fVElUTEUiIHZhbHVlPSLQkdC40L7Qs9GA0LDRhNC40Y8iLz4NCgkJPHVpdGV4dCBuYW1lPSJESVZJREVSQlROX1RJVExFIiB2YWx1ZT0ifCIvPg0KCQk8dWl0ZXh0IG5hbWU9IkNPTlRBQ1RCVE5fVElUTEUiIHZhbHVlPSLQmtC+0L3RgtCw0LrRgiIvPg0KCQk8dWl0ZXh0IG5hbWU9IlRBQl9RVUlaIiB2YWx1ZT0i0J7Qv9GA0L7RgSIvPg0KCQk8dWl0ZXh0IG5hbWU9IlRBQl9PVVRMSU5FIiB2YWx1ZT0i0KHRhdC10LzQsCIvPg0KCQk8dWl0ZXh0IG5hbWU9IlRBQl9USFVNQiIgdmFsdWU9ItCR0LXQs9GD0L3QvtC6Ii8+DQoJCTx1aXRleHQgbmFtZT0iVEFCX05PVEVTIiB2YWx1ZT0i0JfQsNC80LXRgtC60LgiLz4NCgkJPHVpdGV4dCBuYW1lPSJUQUJfU0VBUkNIIiB2YWx1ZT0i0J/QvtC40YHQuiIvPg0KCQk8dWl0ZXh0IG5hbWU9IlNMSURFX0hFQURJTkciIHZhbHVlPSLQl9Cw0LPQvtC70L7QstC+0Log0YHQu9Cw0LnQtNCwIi8+DQoJCTx1aXRleHQgbmFtZT0iRFVSQVRJT05fSEVBRElORyIgdmFsdWU9ItCU0LvQuNGCLdGB0YLRjCIvPg0KCQk8dWl0ZXh0IG5hbWU9IlNFQVJDSF9IRUFESU5HIiB2YWx1ZT0i0J/QvtC40YHQuiDRgtC10LrRgdGC0LA6Ii8+DQoJCTx1aXRleHQgbmFtZT0iVEhVTUJfSEVBRElORyIgdmFsdWU9ItCh0LvQsNC50LQiLz4NCgkJPHVpdGV4dCBuYW1lPSJUSFVNQl9JTkZPIiB2YWx1ZT0i0J3QsNC30LLQsNC90LjQtS/QtNC70LjRgi3QvdC+0YHRgtGMIi8+DQoJCTx1aXRleHQgbmFtZT0iQVRUQUNITkFNRV9IRUFESU5HIiB2YWx1ZT0i0JjQvNGPINGE0LDQudC70LAiLz4NCgkJPHVpdGV4dCBuYW1lPSJBVFRBQ0hTSVpFX0hFQURJTkciIHZhbHVlPSLQoNCw0LfQvNC10YAiLz4NCgkJPHVpdGV4dCBuYW1lPSJTTElERV9OT1RFUyIgdmFsdWU9ItCX0LDQvNC10YLQutC4INC6INGB0LvQsNC50LTRgyIvPg0KCQk8IS0tcXVpeiBwb2QgYW5kIG1lc3NhZ2UgYm94IHRleHRzLS0+DQoJCTx1aXRleHQgbmFtZT0iUVVJWlBPRF9RVUlaX0FUVEVNUFQiIHZhbHVlPSLQn9C+0L/Ri9GC0LrQsCDQv9GA0L7QudGC0Lgg0L7Qv9GA0L7RgToiLz4NCgkJPHVpdGV4dCBuYW1lPSJRVUlaUE9EX1FVSVpfQVRURU1QVF9WQUxVRSIgdmFsdWU9IiVuINC40LcgJXQiLz4NCgkJPHVpdGV4dCBuYW1lPSJRVUlaUE9EX1FVSVpfU0NPUkUiIHZhbHVlPSLQndCw0LHRgNCw0L3QviDQsdCw0LvQu9C+0LI6Ii8+DQoJCTx1aXRleHQgbmFtZT0iUVVJWlBPRF9RVUlaX1BBU1NTQ09SRSIgdmFsdWU9ItCf0YDQvtGF0L7QtNC90L7QuSDRgNC10LfRg9C70YzRgtCw0YI6Ii8+DQoJCTx1aXRleHQgbmFtZT0iUVVJWlBPRF9RVUlaX01BWFNDT1JFIiB2YWx1ZT0i0JzQsNC60YHQuNC80LDQu9GM0L3Ri9C5INGA0LXQt9GD0LvRjNGC0LDRgjoiLz4NCgkJPHVpdGV4dCBuYW1lPSJRVUlaUE9EX1FVRVNBVE1QVF9TVFIiIHZhbHVlPSLQn9C+0L/Ri9GC0LrQsDogJW4g0LjQtyAldCIvPg0KCQk8dWl0ZXh0IG5hbWU9IlFVSVpQT0RfUVVFU1RZUEVfU1RSIiB2YWx1ZT0i0KLQuNC/OiAlcyIvPg0KCQk8dWl0ZXh0IG5hbWU9IlFVSVpQT0RfUVVFU1RZUEVfR1JEIiB2YWx1ZT0i0KEg0L7RhtC10L3QutC+0LkiLz4NCgkJPHVpdGV4dCBuYW1lPSJRVUlaUE9EX1FVRVNUWVBFX1NWWSIgdmFsdWU9ItCe0LHQt9C+0YAiLz4NCgkJPHVpdGV4dCBuYW1lPSJRVUlaUE9EX1FVSVpBVE1QVF9JTkYiIHZhbHVlPSLQkdC+0LvRjNGI0L7QtSDRh9C40YHQu9C+Ii8+DQoJCTx1aXRleHQgbmFtZT0iUVVJWlBPRF9RVUVTQVRNUFRfSU5GIiB2YWx1ZT0i0JHQvtC70YzRiNC+0LUg0YfQuNGB0LvQviIvPg0KCQk8dWl0ZXh0IG5hbWU9IldBUk5JTkdNU0dfWUVTU1RSSU5HIiB2YWx1ZT0i0JTQsCIvPg0KCQk8dWl0ZXh0IG5hbWU9IldBUk5JTkdNU0dfTk9TVFJJTkciIHZhbHVlPSLQndC10YIiLz4NCgkJPHVpdGV4dCBuYW1lPSJXQVJOSU5HTVNHX1RJVExFU1RSSU5HIiB2YWx1ZT0i0J/RgNC10LTRg9C/0YDQtdC20LTQtdC90LjQtSDQviDQvdCw0LLQuNCz0LDRhtC40Lgg0LIg0L7Qv9GA0L7RgdC1Ii8+DQoJCTx1aXRleHQgbmFtZT0iV0FSTklOR01TR19NU0dTVFJJTkciIHZhbHVlPSLQkiDQvtC/0YDQvtGB0LUg0L7RgdGC0LDQu9C40YHRjCDQvdC10L7RgtCy0LXRh9C10L3QvdGL0LUg0LLQvtC/0YDQvtGB0Ysu0J3QsNC20LDRgtC40LUg0LrQvdC+0L/QutC4ICZxdW90O9CU0LAmcXVvdDsg0L/RgNC40LLQtdC00LXRgiDQuiDQt9Cw0LrRgNGL0YLQuNGOINC+0L/RgNC+0YHQsC4g0J3QsNC20LDRgtC40LUg0LrQvdC+0L/QutC4ICZxdW90O9Cd0LXRgiZxdW90OyDQv9GA0L7QtNC+0LvQttC40YIg0L7Qv9GA0L7RgS4iLz4NCgkJPHVpdGV4dCBuYW1lPSJJTkZPUk1BVElPTl9IMjY0X0ZMQVNIUExBWUVSIiB2YWx1ZT0i0KLQtdC60YPRidCw0Y8g0LLQtdGA0YHQuNGPINC/0YDQvtC40LPRgNGL0LLQsNGC0LXQu9GPIEZsYXNoIFBsYXllciwg0YPRgdGC0LDQvdC+0LLQu9C10L3QvdCw0Y8g0L3QsCDRjdGC0L7QvCDQutC+0LzQv9GM0Y7RgtC10YDQtSwg0L3QtSDQv9C+0LTQtNC10YDQttC40LLQsNC10YIg0Y3RgtC+INCy0LjQtNC10L4uINCp0LXQu9C60L3QuNGC0LUg0LIg0L7QsdC70LDRgdGC0Lgg0LLQuNC00LXQviwg0YfRgtC+0LHRiyDQt9Cw0LPRgNGD0LfQuNGC0Ywg0L/QvtGB0LvQtdC00L3RjtGOINCy0LXRgNGB0LjRjiDQv9GA0L7QuNCz0YDRi9Cy0LDRgtC10LvRjy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tCf0L7QutCw0LfRi9Cy0LDRgtGMINCy0YDQtdC30LrRgyDRg9GH0LDRgdGC0L3QuNC60LDQvCIvPg0KCQk8dWl0ZXh0IG5hbWU9Ik1VVEUiIHZhbHVlPSLQntGC0LrQu9GO0YfQuNGC0Ywg0LfQstGD0LoiLz4NCgkJPHVpdGV4dCBuYW1lPSJET0NXUkFQX1RJVExFIiB2YWx1ZT0i0JLQu9C+0LbQtdC90LjQtSDQsiDRhNCw0LnQuyBBZG9iZSBQcmVzZW50ZXIiLz4NCgkJPHVpdGV4dCBuYW1lPSJET0NXUkFQX01TRyIgdmFsdWU9ItCh0L7RhdGA0LDQvdC40YLRjCDQsiDQv9Cw0L/QutGDICZxdW90O9Cc0L7QuSDQutC+0LzQv9GM0Y7RgtC10YAmcXVvdDsiLz4NCgkJPHVpdGV4dCBuYW1lPSJET0NXUkFQX1BST01QVCIgdmFsdWU9ItCp0LXQu9C60L3Rg9GC0Ywg0LTQu9GPINC30LDQs9GA0YPQt9C60LgiLz4NCgk8L2xhbmd1YWdlPg0KPC9jb25maWd1cmF0aW9uPg0K"/>
  <p:tag name="ARTICULATE_PROJECT_OPEN" val="0"/>
  <p:tag name="SECTOMILLISECCONVERTED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2&quot;/&gt;&lt;lineCharCount val=&quot;23&quot;/&gt;&lt;lineCharCount val=&quot;8&quot;/&gt;&lt;/TableIndex&gt;&lt;/ShapeTextInfo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47&quot;/&gt;&lt;lineCharCount val=&quot;13&quot;/&gt;&lt;lineCharCount val=&quot;13&quot;/&gt;&lt;lineCharCount val=&quot;15&quot;/&gt;&lt;lineCharCount val=&quot;13&quot;/&gt;&lt;/TableIndex&gt;&lt;/ShapeTextInfo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2&quot;/&gt;&lt;lineCharCount val=&quot;40&quot;/&gt;&lt;lineCharCount val=&quot;8&quot;/&gt;&lt;/TableIndex&gt;&lt;/ShapeTextInfo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2&quot;/&gt;&lt;lineCharCount val=&quot;23&quot;/&gt;&lt;lineCharCount val=&quot;8&quot;/&gt;&lt;/TableIndex&gt;&lt;/ShapeTextInfo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2&quot;/&gt;&lt;lineCharCount val=&quot;23&quot;/&gt;&lt;lineCharCount val=&quot;8&quot;/&gt;&lt;/TableIndex&gt;&lt;/ShapeTextInfo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47&quot;/&gt;&lt;lineCharCount val=&quot;13&quot;/&gt;&lt;lineCharCount val=&quot;13&quot;/&gt;&lt;lineCharCount val=&quot;15&quot;/&gt;&lt;lineCharCount val=&quot;13&quot;/&gt;&lt;/TableIndex&gt;&lt;/ShapeTextInfo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1&quot;/&gt;&lt;/TableIndex&gt;&lt;/ShapeTextInfo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47&quot;/&gt;&lt;lineCharCount val=&quot;13&quot;/&gt;&lt;lineCharCount val=&quot;13&quot;/&gt;&lt;lineCharCount val=&quot;15&quot;/&gt;&lt;lineCharCount val=&quot;13&quot;/&gt;&lt;/TableIndex&gt;&lt;/ShapeTextInfo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1&quot;/&gt;&lt;/TableIndex&gt;&lt;/ShapeTextInfo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47&quot;/&gt;&lt;lineCharCount val=&quot;13&quot;/&gt;&lt;lineCharCount val=&quot;13&quot;/&gt;&lt;lineCharCount val=&quot;15&quot;/&gt;&lt;lineCharCount val=&quot;13&quot;/&gt;&lt;/TableIndex&gt;&lt;/ShapeTextInfo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3&quot;/&gt;&lt;/TableIndex&gt;&lt;/ShapeTextInfo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0&quot;/&gt;&lt;/TableIndex&gt;&lt;/ShapeTextInfo&gt;"/>
  <p:tag name="PRESENTER_SHAPEINFO" val="&lt;ThreeDShapeInfo&gt;&lt;uuid val=&quot;{15CD8658-1186-4CC7-B58B-FD24E3396A01}&quot;/&gt;&lt;isInvalidForFieldText val=&quot;0&quot;/&gt;&lt;Image&gt;&lt;filename val=&quot;C:\Users\PRESEN~1\AppData\Local\Temp\PR\data\asimages\{15CD8658-1186-4CC7-B58B-FD24E3396A01}_1.png&quot;/&gt;&lt;left val=&quot;-27&quot;/&gt;&lt;top val=&quot;207&quot;/&gt;&lt;width val=&quot;379&quot;/&gt;&lt;height val=&quot;120&quot;/&gt;&lt;hasText val=&quot;1&quot;/&gt;&lt;/Image&gt;&lt;/ThreeDShapeInfo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7&quot;/&gt;&lt;/TableIndex&gt;&lt;/ShapeTextInfo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0&quot;/&gt;&lt;/TableIndex&gt;&lt;/ShapeTextInfo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NARRATION" val="1,666120121,C:\Users\Presenter\Desktop\powerpoint_icerikler\moduller\modul6_pptx\Media.ppcx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  <p:tag name="PRESENTER_SHAPEINFO" val="&lt;ThreeDShapeInfo&gt;&lt;uuid val=&quot;{CF0AD73B-065E-437E-98A5-60A21C8D1475}&quot;/&gt;&lt;isInvalidForFieldText val=&quot;0&quot;/&gt;&lt;Image&gt;&lt;filename val=&quot;C:\Users\PRESEN~1\AppData\Local\Temp\PR\data\asimages\{CF0AD73B-065E-437E-98A5-60A21C8D1475}_2.png&quot;/&gt;&lt;left val=&quot;25&quot;/&gt;&lt;top val=&quot;30&quot;/&gt;&lt;width val=&quot;659&quot;/&gt;&lt;height val=&quot;62&quot;/&gt;&lt;hasText val=&quot;1&quot;/&gt;&lt;/Image&gt;&lt;/ThreeDShapeInfo&gt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4&quot;/&gt;&lt;lineCharCount val=&quot;44&quot;/&gt;&lt;lineCharCount val=&quot;34&quot;/&gt;&lt;lineCharCount val=&quot;47&quot;/&gt;&lt;lineCharCount val=&quot;33&quot;/&gt;&lt;/TableIndex&gt;&lt;/ShapeTextInfo&gt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1&quot;/&gt;&lt;/TableIndex&gt;&lt;/ShapeTextInfo&gt;"/>
  <p:tag name="PRESENTER_SHAPEINFO" val="&lt;ThreeDShapeInfo&gt;&lt;uuid val=&quot;{1B7AF4B3-4861-4163-B209-181E737C86F3}&quot;/&gt;&lt;isInvalidForFieldText val=&quot;0&quot;/&gt;&lt;Image&gt;&lt;filename val=&quot;C:\Users\PRESEN~1\AppData\Local\Temp\PR\data\asimages\{1B7AF4B3-4861-4163-B209-181E737C86F3}_3.png&quot;/&gt;&lt;left val=&quot;25&quot;/&gt;&lt;top val=&quot;30&quot;/&gt;&lt;width val=&quot;659&quot;/&gt;&lt;height val=&quot;62&quot;/&gt;&lt;hasText val=&quot;1&quot;/&gt;&lt;/Image&gt;&lt;/ThreeDShapeInfo&gt;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9&quot;/&gt;&lt;lineCharCount val=&quot;1&quot;/&gt;&lt;lineCharCount val=&quot;66&quot;/&gt;&lt;lineCharCount val=&quot;25&quot;/&gt;&lt;lineCharCount val=&quot;81&quot;/&gt;&lt;lineCharCount val=&quot;38&quot;/&gt;&lt;lineCharCount val=&quot;81&quot;/&gt;&lt;lineCharCount val=&quot;22&quot;/&gt;&lt;lineCharCount val=&quot;55&quot;/&gt;&lt;lineCharCount val=&quot;39&quot;/&gt;&lt;/TableIndex&gt;&lt;/ShapeTextInfo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NARRATION" val="2,666120121,C:\Users\Presenter\Desktop\powerpoint_icerikler\moduller\modul6_pptx\Media.ppcx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2&quot;/&gt;&lt;lineCharCount val=&quot;68&quot;/&gt;&lt;lineCharCount val=&quot;43&quot;/&gt;&lt;/TableIndex&gt;&lt;/ShapeTextInfo&gt;"/>
  <p:tag name="PRESENTER_SHAPEINFO" val="&lt;ThreeDShapeInfo&gt;&lt;uuid val=&quot;{D53D2A2D-92E5-4DF2-8ADE-38AAAA1FCF9F}&quot;/&gt;&lt;isInvalidForFieldText val=&quot;0&quot;/&gt;&lt;Image&gt;&lt;filename val=&quot;C:\Users\PRESEN~1\AppData\Local\Temp\PR\data\asimages\{D53D2A2D-92E5-4DF2-8ADE-38AAAA1FCF9F}_4.png&quot;/&gt;&lt;left val=&quot;36&quot;/&gt;&lt;top val=&quot;27&quot;/&gt;&lt;width val=&quot;649&quot;/&gt;&lt;height val=&quot;67&quot;/&gt;&lt;hasText val=&quot;1&quot;/&gt;&lt;/Image&gt;&lt;/ThreeDShapeInfo&gt;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2&quot;/&gt;&lt;/TableIndex&gt;&lt;/ShapeTextInfo&gt;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7&quot;/&gt;&lt;lineCharCount val=&quot;72&quot;/&gt;&lt;lineCharCount val=&quot;46&quot;/&gt;&lt;lineCharCount val=&quot;49&quot;/&gt;&lt;lineCharCount val=&quot;77&quot;/&gt;&lt;lineCharCount val=&quot;32&quot;/&gt;&lt;lineCharCount val=&quot;79&quot;/&gt;&lt;lineCharCount val=&quot;50&quot;/&gt;&lt;lineCharCount val=&quot;69&quot;/&gt;&lt;lineCharCount val=&quot;29&quot;/&gt;&lt;lineCharCount val=&quot;1&quot;/&gt;&lt;lineCharCount val=&quot;1&quot;/&gt;&lt;lineCharCount val=&quot;1&quot;/&gt;&lt;lineCharCount val=&quot;1&quot;/&gt;&lt;lineCharCount val=&quot;1&quot;/&gt;&lt;lineCharCount val=&quot;1&quot;/&gt;&lt;lineCharCount val=&quot;1&quot;/&gt;&lt;lineCharCount val=&quot;31&quot;/&gt;&lt;/TableIndex&gt;&lt;/ShapeTextInfo&gt;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1&quot;/&gt;&lt;lineCharCount val=&quot;30&quot;/&gt;&lt;lineCharCount val=&quot;34&quot;/&gt;&lt;lineCharCount val=&quot;34&quot;/&gt;&lt;lineCharCount val=&quot;29&quot;/&gt;&lt;lineCharCount val=&quot;30&quot;/&gt;&lt;lineCharCount val=&quot;27&quot;/&gt;&lt;lineCharCount val=&quot;12&quot;/&gt;&lt;lineCharCount val=&quot;33&quot;/&gt;&lt;lineCharCount val=&quot;26&quot;/&gt;&lt;lineCharCount val=&quot;37&quot;/&gt;&lt;lineCharCount val=&quot;11&quot;/&gt;&lt;/TableIndex&gt;&lt;/ShapeTextInfo&gt;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NARRATION" val="3,666120121,C:\Users\Presenter\Desktop\powerpoint_icerikler\moduller\modul6_pptx\Media.ppcx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2&quot;/&gt;&lt;lineCharCount val=&quot;68&quot;/&gt;&lt;lineCharCount val=&quot;27&quot;/&gt;&lt;/TableIndex&gt;&lt;/ShapeTextInfo&gt;"/>
  <p:tag name="PRESENTER_SHAPEINFO" val="&lt;ThreeDShapeInfo&gt;&lt;uuid val=&quot;{787AF92D-31DC-433C-B319-EE99401242E2}&quot;/&gt;&lt;isInvalidForFieldText val=&quot;0&quot;/&gt;&lt;Image&gt;&lt;filename val=&quot;C:\Users\PRESEN~1\AppData\Local\Temp\PR\data\asimages\{787AF92D-31DC-433C-B319-EE99401242E2}_5.png&quot;/&gt;&lt;left val=&quot;36&quot;/&gt;&lt;top val=&quot;27&quot;/&gt;&lt;width val=&quot;649&quot;/&gt;&lt;height val=&quot;67&quot;/&gt;&lt;hasText val=&quot;1&quot;/&gt;&lt;/Image&gt;&lt;/ThreeDShapeInfo&gt;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0&quot;/&gt;&lt;lineCharCount val=&quot;69&quot;/&gt;&lt;lineCharCount val=&quot;42&quot;/&gt;&lt;lineCharCount val=&quot;44&quot;/&gt;&lt;lineCharCount val=&quot;72&quot;/&gt;&lt;lineCharCount val=&quot;32&quot;/&gt;&lt;lineCharCount val=&quot;66&quot;/&gt;&lt;lineCharCount val=&quot;50&quot;/&gt;&lt;lineCharCount val=&quot;69&quot;/&gt;&lt;lineCharCount val=&quot;29&quot;/&gt;&lt;lineCharCount val=&quot;31&quot;/&gt;&lt;/TableIndex&gt;&lt;/ShapeTextInfo&gt;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NARRATION" val="4,666120121,C:\Users\Presenter\Desktop\powerpoint_icerikler\moduller\modul6_pptx\Media.ppcx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7&quot;/&gt;&lt;/TableIndex&gt;&lt;/ShapeTextInfo&gt;"/>
  <p:tag name="PRESENTER_SHAPEINFO" val="&lt;ThreeDShapeInfo&gt;&lt;uuid val=&quot;{E71D155B-38FC-483B-B2C9-C802E938A81A}&quot;/&gt;&lt;isInvalidForFieldText val=&quot;0&quot;/&gt;&lt;Image&gt;&lt;filename val=&quot;C:\Users\PRESEN~1\AppData\Local\Temp\PR\data\asimages\{E71D155B-38FC-483B-B2C9-C802E938A81A}_6.png&quot;/&gt;&lt;left val=&quot;31&quot;/&gt;&lt;top val=&quot;30&quot;/&gt;&lt;width val=&quot;658&quot;/&gt;&lt;height val=&quot;62&quot;/&gt;&lt;hasText val=&quot;1&quot;/&gt;&lt;/Image&gt;&lt;/ThreeDShapeInfo&gt;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6&quot;/&gt;&lt;/TableIndex&gt;&lt;/ShapeTextInfo&gt;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2&quot;/&gt;&lt;lineCharCount val=&quot;66&quot;/&gt;&lt;lineCharCount val=&quot;1&quot;/&gt;&lt;lineCharCount val=&quot;1&quot;/&gt;&lt;lineCharCount val=&quot;1&quot;/&gt;&lt;lineCharCount val=&quot;1&quot;/&gt;&lt;lineCharCount val=&quot;1&quot;/&gt;&lt;lineCharCount val=&quot;1&quot;/&gt;&lt;lineCharCount val=&quot;1&quot;/&gt;&lt;lineCharCount val=&quot;85&quot;/&gt;&lt;lineCharCount val=&quot;37&quot;/&gt;&lt;lineCharCount val=&quot;84&quot;/&gt;&lt;lineCharCount val=&quot;15&quot;/&gt;&lt;/TableIndex&gt;&lt;/ShapeTextInfo&gt;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NARRATION" val="5,666120121,C:\Users\Presenter\Desktop\powerpoint_icerikler\moduller\modul6_pptx\Media.ppcx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  <p:tag name="PRESENTER_SHAPEINFO" val="&lt;ThreeDShapeInfo&gt;&lt;uuid val=&quot;{27FCDC37-96A0-4122-A6DE-6FC40AB6F125}&quot;/&gt;&lt;isInvalidForFieldText val=&quot;0&quot;/&gt;&lt;Image&gt;&lt;filename val=&quot;C:\Users\PRESEN~1\AppData\Local\Temp\PR\data\asimages\{27FCDC37-96A0-4122-A6DE-6FC40AB6F125}_7.png&quot;/&gt;&lt;left val=&quot;36&quot;/&gt;&lt;top val=&quot;30&quot;/&gt;&lt;width val=&quot;649&quot;/&gt;&lt;height val=&quot;62&quot;/&gt;&lt;hasText val=&quot;1&quot;/&gt;&lt;/Image&gt;&lt;/ThreeDShapeInfo&gt;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66&quot;/&gt;&lt;/TableIndex&gt;&lt;/ShapeTextInfo&gt;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heme/theme1.xml><?xml version="1.0" encoding="utf-8"?>
<a:theme xmlns:a="http://schemas.openxmlformats.org/drawingml/2006/main" name="Hava Akımı">
  <a:themeElements>
    <a:clrScheme name="Hava Akımı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Hava Akımı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ava Akımı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1548</TotalTime>
  <Words>392</Words>
  <Application>Microsoft Office PowerPoint</Application>
  <PresentationFormat>Ekran Gösterisi (4:3)</PresentationFormat>
  <Paragraphs>76</Paragraphs>
  <Slides>7</Slides>
  <Notes>4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Slayt Başlıkları</vt:lpstr>
      </vt:variant>
      <vt:variant>
        <vt:i4>7</vt:i4>
      </vt:variant>
    </vt:vector>
  </HeadingPairs>
  <TitlesOfParts>
    <vt:vector size="9" baseType="lpstr">
      <vt:lpstr>Hava Akımı</vt:lpstr>
      <vt:lpstr>Ofis Teması</vt:lpstr>
      <vt:lpstr>PowerPoint</vt:lpstr>
      <vt:lpstr>Öğrenme Hedefleri</vt:lpstr>
      <vt:lpstr>İçindekiler</vt:lpstr>
      <vt:lpstr>Metin, tablo ve resimlerin sunum belgesi içerisinde veya açık diğer sunum belgelerinde bir eşinin oluşturulması</vt:lpstr>
      <vt:lpstr>Metin, tablo ve resimlerin sunum belgesi içerisinde veya açık diğer sunum belgelerine taşınması</vt:lpstr>
      <vt:lpstr>Resimlerin boyutlarını değiştirmek ve döndürmek</vt:lpstr>
      <vt:lpstr>Metin, tablo ve resimleri silmek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zparlak</dc:creator>
  <cp:lastModifiedBy>Presenter</cp:lastModifiedBy>
  <cp:revision>423</cp:revision>
  <dcterms:created xsi:type="dcterms:W3CDTF">2011-06-08T08:18:11Z</dcterms:created>
  <dcterms:modified xsi:type="dcterms:W3CDTF">2011-09-16T15:19:07Z</dcterms:modified>
</cp:coreProperties>
</file>