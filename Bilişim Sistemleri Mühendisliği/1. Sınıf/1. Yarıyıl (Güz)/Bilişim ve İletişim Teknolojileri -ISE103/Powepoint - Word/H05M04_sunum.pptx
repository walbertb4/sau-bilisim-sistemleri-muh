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3.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4.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6.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7.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8.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9.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10.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11.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2.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13.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20"/>
  </p:notesMasterIdLst>
  <p:sldIdLst>
    <p:sldId id="256" r:id="rId3"/>
    <p:sldId id="260" r:id="rId4"/>
    <p:sldId id="258" r:id="rId5"/>
    <p:sldId id="257" r:id="rId6"/>
    <p:sldId id="287" r:id="rId7"/>
    <p:sldId id="282" r:id="rId8"/>
    <p:sldId id="283" r:id="rId9"/>
    <p:sldId id="288" r:id="rId10"/>
    <p:sldId id="289" r:id="rId11"/>
    <p:sldId id="290" r:id="rId12"/>
    <p:sldId id="291" r:id="rId13"/>
    <p:sldId id="292" r:id="rId14"/>
    <p:sldId id="284" r:id="rId15"/>
    <p:sldId id="293" r:id="rId16"/>
    <p:sldId id="285" r:id="rId17"/>
    <p:sldId id="294" r:id="rId18"/>
    <p:sldId id="295" r:id="rId19"/>
  </p:sldIdLst>
  <p:sldSz cx="9144000" cy="6858000" type="screen4x3"/>
  <p:notesSz cx="6858000" cy="9144000"/>
  <p:custDataLst>
    <p:tags r:id="rId21"/>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345" autoAdjust="0"/>
  </p:normalViewPr>
  <p:slideViewPr>
    <p:cSldViewPr>
      <p:cViewPr>
        <p:scale>
          <a:sx n="70" d="100"/>
          <a:sy n="70" d="100"/>
        </p:scale>
        <p:origin x="-1368" y="-5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F07403-48BF-4B87-9E20-50CC050AC631}" type="datetimeFigureOut">
              <a:rPr lang="tr-TR" smtClean="0"/>
              <a:t>16.09.2011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dirty="0" smtClean="0"/>
              <a:t>&gt; 2. </a:t>
            </a:r>
            <a:r>
              <a:rPr lang="tr-TR" sz="1200" dirty="0" smtClean="0"/>
              <a:t>Slaytlarda yer tutucuları dışında herhangi bir yerine metin koymak için metin kutularını kullanılır.  Örnek olarak </a:t>
            </a:r>
            <a:r>
              <a:rPr lang="tr-TR" sz="1200" dirty="0" err="1" smtClean="0"/>
              <a:t>slaytın</a:t>
            </a:r>
            <a:r>
              <a:rPr lang="tr-TR" sz="1200" dirty="0" smtClean="0"/>
              <a:t> herhangi bir yerine bir metin eklemek istiyorsunuz ama bunun için bir yer tutucusu yoksa bu durumda oraya bir metin kutusu ekleyerek metin girişi yapılabilir. Metin kutusu eklemek ve bu metin kutusuna metin eklemek için:</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dirty="0" smtClean="0"/>
              <a:t>&gt; 4. </a:t>
            </a:r>
            <a:r>
              <a:rPr lang="tr-TR" sz="1200" dirty="0" smtClean="0"/>
              <a:t>İki sekmesi olan bu iletişim  kutusunda, Standart sekmesinden istediğiniz rengi tıklatın veya Özel sekmesinde kendi renginizi karıştırın. </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11</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12</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13</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17</a:t>
            </a:fld>
            <a:endParaRPr lang="tr-TR"/>
          </a:p>
        </p:txBody>
      </p:sp>
    </p:spTree>
    <p:extLst>
      <p:ext uri="{BB962C8B-B14F-4D97-AF65-F5344CB8AC3E}">
        <p14:creationId xmlns:p14="http://schemas.microsoft.com/office/powerpoint/2010/main" val="41879426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16.09.2011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16.09.2011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16.09.2011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16.09.2011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16.09.2011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16.09.2011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16.09.2011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16.09.2011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16.09.2011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16.09.2011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16.09.2011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16.09.2011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16.09.2011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16.09.2011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16.09.2011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16.09.2011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16.09.2011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16.09.2011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16.09.2011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16.09.2011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16.09.2011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16.09.2011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16.09.2011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16.09.2011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10" Type="http://schemas.openxmlformats.org/officeDocument/2006/relationships/image" Target="../media/image2.jpg"/><Relationship Id="rId4" Type="http://schemas.openxmlformats.org/officeDocument/2006/relationships/tags" Target="../tags/tag38.xml"/><Relationship Id="rId9"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3.gi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tags" Target="../tags/tag45.xml"/></Relationships>
</file>

<file path=ppt/slides/_rels/slide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notesSlide" Target="../notesSlides/notesSlide1.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slideLayout" Target="../slideLayouts/slideLayout13.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image" Target="../media/image5.gif"/><Relationship Id="rId10" Type="http://schemas.openxmlformats.org/officeDocument/2006/relationships/tags" Target="../tags/tag62.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notesSlide" Target="../notesSlides/notesSlide2.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slideLayout" Target="../slideLayouts/slideLayout13.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image" Target="../media/image6.png"/><Relationship Id="rId10" Type="http://schemas.openxmlformats.org/officeDocument/2006/relationships/tags" Target="../tags/tag73.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image" Target="../media/image5.gif"/></Relationships>
</file>

<file path=ppt/slides/_rels/slide6.xml.rels><?xml version="1.0" encoding="UTF-8" standalone="yes"?>
<Relationships xmlns="http://schemas.openxmlformats.org/package/2006/relationships"><Relationship Id="rId8" Type="http://schemas.openxmlformats.org/officeDocument/2006/relationships/tags" Target="../tags/tag82.xml"/><Relationship Id="rId3" Type="http://schemas.openxmlformats.org/officeDocument/2006/relationships/tags" Target="../tags/tag77.xml"/><Relationship Id="rId7" Type="http://schemas.openxmlformats.org/officeDocument/2006/relationships/tags" Target="../tags/tag81.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5" Type="http://schemas.openxmlformats.org/officeDocument/2006/relationships/tags" Target="../tags/tag79.xml"/><Relationship Id="rId10" Type="http://schemas.openxmlformats.org/officeDocument/2006/relationships/notesSlide" Target="../notesSlides/notesSlide3.xml"/><Relationship Id="rId4" Type="http://schemas.openxmlformats.org/officeDocument/2006/relationships/tags" Target="../tags/tag78.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90.xml"/><Relationship Id="rId3" Type="http://schemas.openxmlformats.org/officeDocument/2006/relationships/tags" Target="../tags/tag85.xml"/><Relationship Id="rId7" Type="http://schemas.openxmlformats.org/officeDocument/2006/relationships/tags" Target="../tags/tag89.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image" Target="../media/image7.png"/><Relationship Id="rId5" Type="http://schemas.openxmlformats.org/officeDocument/2006/relationships/tags" Target="../tags/tag87.xml"/><Relationship Id="rId10" Type="http://schemas.openxmlformats.org/officeDocument/2006/relationships/notesSlide" Target="../notesSlides/notesSlide4.xml"/><Relationship Id="rId4" Type="http://schemas.openxmlformats.org/officeDocument/2006/relationships/tags" Target="../tags/tag86.xml"/><Relationship Id="rId9"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image" Target="../media/image10.png"/><Relationship Id="rId3" Type="http://schemas.openxmlformats.org/officeDocument/2006/relationships/tags" Target="../tags/tag93.xml"/><Relationship Id="rId7" Type="http://schemas.openxmlformats.org/officeDocument/2006/relationships/tags" Target="../tags/tag97.xml"/><Relationship Id="rId12" Type="http://schemas.openxmlformats.org/officeDocument/2006/relationships/image" Target="../media/image9.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image" Target="../media/image8.png"/><Relationship Id="rId5" Type="http://schemas.openxmlformats.org/officeDocument/2006/relationships/tags" Target="../tags/tag95.xml"/><Relationship Id="rId10" Type="http://schemas.openxmlformats.org/officeDocument/2006/relationships/notesSlide" Target="../notesSlides/notesSlide5.xml"/><Relationship Id="rId4" Type="http://schemas.openxmlformats.org/officeDocument/2006/relationships/tags" Target="../tags/tag94.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6.xml"/><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image" Target="../media/image12.png"/><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image" Target="../media/image11.png"/><Relationship Id="rId5" Type="http://schemas.openxmlformats.org/officeDocument/2006/relationships/tags" Target="../tags/tag103.xml"/><Relationship Id="rId10" Type="http://schemas.openxmlformats.org/officeDocument/2006/relationships/notesSlide" Target="../notesSlides/notesSlide6.xml"/><Relationship Id="rId4" Type="http://schemas.openxmlformats.org/officeDocument/2006/relationships/tags" Target="../tags/tag102.xml"/><Relationship Id="rId9"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14.xml"/><Relationship Id="rId13" Type="http://schemas.openxmlformats.org/officeDocument/2006/relationships/image" Target="../media/image14.png"/><Relationship Id="rId3" Type="http://schemas.openxmlformats.org/officeDocument/2006/relationships/tags" Target="../tags/tag109.xml"/><Relationship Id="rId7" Type="http://schemas.openxmlformats.org/officeDocument/2006/relationships/tags" Target="../tags/tag113.xml"/><Relationship Id="rId12" Type="http://schemas.openxmlformats.org/officeDocument/2006/relationships/image" Target="../media/image13.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11" Type="http://schemas.openxmlformats.org/officeDocument/2006/relationships/notesSlide" Target="../notesSlides/notesSlide7.xml"/><Relationship Id="rId5" Type="http://schemas.openxmlformats.org/officeDocument/2006/relationships/tags" Target="../tags/tag111.xml"/><Relationship Id="rId15" Type="http://schemas.openxmlformats.org/officeDocument/2006/relationships/image" Target="../media/image16.png"/><Relationship Id="rId10" Type="http://schemas.openxmlformats.org/officeDocument/2006/relationships/slideLayout" Target="../slideLayouts/slideLayout13.xml"/><Relationship Id="rId4" Type="http://schemas.openxmlformats.org/officeDocument/2006/relationships/tags" Target="../tags/tag110.xml"/><Relationship Id="rId9" Type="http://schemas.openxmlformats.org/officeDocument/2006/relationships/tags" Target="../tags/tag115.xml"/><Relationship Id="rId1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tags" Target="../tags/tag123.xml"/><Relationship Id="rId3" Type="http://schemas.openxmlformats.org/officeDocument/2006/relationships/tags" Target="../tags/tag118.xml"/><Relationship Id="rId7" Type="http://schemas.openxmlformats.org/officeDocument/2006/relationships/tags" Target="../tags/tag12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image" Target="../media/image17.png"/><Relationship Id="rId5" Type="http://schemas.openxmlformats.org/officeDocument/2006/relationships/tags" Target="../tags/tag120.xml"/><Relationship Id="rId10" Type="http://schemas.openxmlformats.org/officeDocument/2006/relationships/notesSlide" Target="../notesSlides/notesSlide8.xml"/><Relationship Id="rId4" Type="http://schemas.openxmlformats.org/officeDocument/2006/relationships/tags" Target="../tags/tag119.xml"/><Relationship Id="rId9"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tags" Target="../tags/tag131.xml"/><Relationship Id="rId3" Type="http://schemas.openxmlformats.org/officeDocument/2006/relationships/tags" Target="../tags/tag126.xml"/><Relationship Id="rId7" Type="http://schemas.openxmlformats.org/officeDocument/2006/relationships/tags" Target="../tags/tag130.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image" Target="../media/image18.png"/><Relationship Id="rId5" Type="http://schemas.openxmlformats.org/officeDocument/2006/relationships/tags" Target="../tags/tag128.xml"/><Relationship Id="rId10" Type="http://schemas.openxmlformats.org/officeDocument/2006/relationships/notesSlide" Target="../notesSlides/notesSlide9.xml"/><Relationship Id="rId4" Type="http://schemas.openxmlformats.org/officeDocument/2006/relationships/tags" Target="../tags/tag127.xml"/><Relationship Id="rId9"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tags" Target="../tags/tag139.xml"/><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image" Target="../media/image20.png"/><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image" Target="../media/image19.png"/><Relationship Id="rId5" Type="http://schemas.openxmlformats.org/officeDocument/2006/relationships/tags" Target="../tags/tag136.xml"/><Relationship Id="rId10" Type="http://schemas.openxmlformats.org/officeDocument/2006/relationships/notesSlide" Target="../notesSlides/notesSlide10.xml"/><Relationship Id="rId4" Type="http://schemas.openxmlformats.org/officeDocument/2006/relationships/tags" Target="../tags/tag135.xml"/><Relationship Id="rId9"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image" Target="../media/image21.png"/><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notesSlide" Target="../notesSlides/notesSlide11.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slideLayout" Target="../slideLayouts/slideLayout13.xml"/><Relationship Id="rId5" Type="http://schemas.openxmlformats.org/officeDocument/2006/relationships/tags" Target="../tags/tag144.xml"/><Relationship Id="rId15" Type="http://schemas.openxmlformats.org/officeDocument/2006/relationships/image" Target="../media/image5.gif"/><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image" Target="../media/image24.png"/><Relationship Id="rId3" Type="http://schemas.openxmlformats.org/officeDocument/2006/relationships/tags" Target="../tags/tag152.xml"/><Relationship Id="rId7" Type="http://schemas.openxmlformats.org/officeDocument/2006/relationships/tags" Target="../tags/tag156.xml"/><Relationship Id="rId12" Type="http://schemas.openxmlformats.org/officeDocument/2006/relationships/image" Target="../media/image23.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notesSlide" Target="../notesSlides/notesSlide12.xml"/><Relationship Id="rId5" Type="http://schemas.openxmlformats.org/officeDocument/2006/relationships/tags" Target="../tags/tag154.xml"/><Relationship Id="rId10" Type="http://schemas.openxmlformats.org/officeDocument/2006/relationships/slideLayout" Target="../slideLayouts/slideLayout13.xml"/><Relationship Id="rId4" Type="http://schemas.openxmlformats.org/officeDocument/2006/relationships/tags" Target="../tags/tag153.xml"/><Relationship Id="rId9" Type="http://schemas.openxmlformats.org/officeDocument/2006/relationships/tags" Target="../tags/tag158.xml"/><Relationship Id="rId1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notesSlide" Target="../notesSlides/notesSlide13.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slideLayout" Target="../slideLayouts/slideLayout13.xml"/><Relationship Id="rId2" Type="http://schemas.openxmlformats.org/officeDocument/2006/relationships/tags" Target="../tags/tag160.xml"/><Relationship Id="rId16" Type="http://schemas.openxmlformats.org/officeDocument/2006/relationships/image" Target="../media/image27.png"/><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image" Target="../media/image5.gif"/><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image" Target="../media/image26.png"/></Relationships>
</file>

<file path=ppt/slides/_rels/slide17.xml.rels><?xml version="1.0" encoding="UTF-8" standalone="yes"?>
<Relationships xmlns="http://schemas.openxmlformats.org/package/2006/relationships"><Relationship Id="rId8" Type="http://schemas.openxmlformats.org/officeDocument/2006/relationships/tags" Target="../tags/tag177.xml"/><Relationship Id="rId13" Type="http://schemas.openxmlformats.org/officeDocument/2006/relationships/image" Target="../media/image28.png"/><Relationship Id="rId3" Type="http://schemas.openxmlformats.org/officeDocument/2006/relationships/tags" Target="../tags/tag172.xml"/><Relationship Id="rId7" Type="http://schemas.openxmlformats.org/officeDocument/2006/relationships/tags" Target="../tags/tag176.xml"/><Relationship Id="rId12" Type="http://schemas.openxmlformats.org/officeDocument/2006/relationships/notesSlide" Target="../notesSlides/notesSlide14.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slideLayout" Target="../slideLayouts/slideLayout13.xml"/><Relationship Id="rId5" Type="http://schemas.openxmlformats.org/officeDocument/2006/relationships/tags" Target="../tags/tag174.xml"/><Relationship Id="rId15" Type="http://schemas.openxmlformats.org/officeDocument/2006/relationships/image" Target="../media/image30.png"/><Relationship Id="rId10" Type="http://schemas.openxmlformats.org/officeDocument/2006/relationships/tags" Target="../tags/tag179.xml"/><Relationship Id="rId4" Type="http://schemas.openxmlformats.org/officeDocument/2006/relationships/tags" Target="../tags/tag173.xml"/><Relationship Id="rId9" Type="http://schemas.openxmlformats.org/officeDocument/2006/relationships/tags" Target="../tags/tag178.xml"/><Relationship Id="rId1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9"/>
          <a:stretch>
            <a:fillRect/>
          </a:stretch>
        </p:blipFill>
        <p:spPr>
          <a:xfrm>
            <a:off x="189107" y="4572000"/>
            <a:ext cx="8765785" cy="2188205"/>
          </a:xfrm>
          <a:prstGeom prst="rect">
            <a:avLst/>
          </a:prstGeom>
          <a:noFill/>
          <a:ln>
            <a:noFill/>
          </a:ln>
        </p:spPr>
      </p:pic>
      <p:sp>
        <p:nvSpPr>
          <p:cNvPr id="7" name="Dikdörtgen 6"/>
          <p:cNvSpPr/>
          <p:nvPr>
            <p:custDataLst>
              <p:tags r:id="rId1"/>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2"/>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3"/>
            </p:custDataLst>
          </p:nvPr>
        </p:nvSpPr>
        <p:spPr>
          <a:xfrm>
            <a:off x="0" y="2827491"/>
            <a:ext cx="4455328"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PowerPoint</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4"/>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5"/>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Öğr.Gör.Dr</a:t>
            </a:r>
            <a:r>
              <a:rPr lang="tr-TR" sz="1600" i="1" dirty="0" smtClean="0">
                <a:solidFill>
                  <a:schemeClr val="bg1"/>
                </a:solidFill>
              </a:rPr>
              <a:t>. Zekeriya PARLAK</a:t>
            </a:r>
            <a:endParaRPr lang="tr-TR" sz="1600" i="1" dirty="0">
              <a:solidFill>
                <a:schemeClr val="bg1"/>
              </a:solidFill>
            </a:endParaRPr>
          </a:p>
        </p:txBody>
      </p:sp>
      <p:sp>
        <p:nvSpPr>
          <p:cNvPr id="9" name="Dikdörtgen 8"/>
          <p:cNvSpPr/>
          <p:nvPr>
            <p:custDataLst>
              <p:tags r:id="rId6"/>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4" name="Resim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96200" y="2895600"/>
            <a:ext cx="1447800" cy="1600200"/>
          </a:xfrm>
          <a:prstGeom prst="rect">
            <a:avLst/>
          </a:prstGeom>
        </p:spPr>
      </p:pic>
      <p:sp>
        <p:nvSpPr>
          <p:cNvPr id="11" name="Metin kutusu 10"/>
          <p:cNvSpPr txBox="1"/>
          <p:nvPr>
            <p:custDataLst>
              <p:tags r:id="rId7"/>
            </p:custDataLst>
          </p:nvPr>
        </p:nvSpPr>
        <p:spPr>
          <a:xfrm>
            <a:off x="7813186" y="6629400"/>
            <a:ext cx="1330814" cy="261610"/>
          </a:xfrm>
          <a:prstGeom prst="rect">
            <a:avLst/>
          </a:prstGeom>
          <a:noFill/>
        </p:spPr>
        <p:txBody>
          <a:bodyPr wrap="none" rtlCol="0">
            <a:spAutoFit/>
          </a:bodyPr>
          <a:lstStyle/>
          <a:p>
            <a:r>
              <a:rPr lang="tr-TR" sz="1100" i="1" dirty="0" smtClean="0">
                <a:latin typeface="Calibri" pitchFamily="34" charset="0"/>
                <a:cs typeface="Calibri" pitchFamily="34" charset="0"/>
              </a:rPr>
              <a:t>Sakarya Üniversitesi</a:t>
            </a:r>
            <a:endParaRPr lang="tr-TR" sz="1100" i="1" dirty="0">
              <a:latin typeface="Calibri" pitchFamily="34" charset="0"/>
              <a:cs typeface="Calibri" pitchFamily="34" charset="0"/>
            </a:endParaRPr>
          </a:p>
        </p:txBody>
      </p:sp>
    </p:spTree>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2286000"/>
            <a:ext cx="5943600" cy="28956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2361658"/>
            <a:ext cx="6705600" cy="1938992"/>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Slaytlara ve not sayfalarına metin ekler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Metin biçimlendirmelerini yapar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Satır ve paragraf aralıklarını değiştirir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Madde imleri ve </a:t>
            </a:r>
            <a:r>
              <a:rPr lang="tr-TR" sz="1600" dirty="0" smtClean="0">
                <a:solidFill>
                  <a:schemeClr val="tx1">
                    <a:lumMod val="75000"/>
                    <a:lumOff val="25000"/>
                  </a:schemeClr>
                </a:solidFill>
                <a:latin typeface="Calibri" pitchFamily="34" charset="0"/>
                <a:cs typeface="Calibri" pitchFamily="34" charset="0"/>
              </a:rPr>
              <a:t>numaralandırma </a:t>
            </a:r>
            <a:r>
              <a:rPr lang="tr-TR" sz="1600" dirty="0" smtClean="0">
                <a:solidFill>
                  <a:schemeClr val="tx1">
                    <a:lumMod val="75000"/>
                    <a:lumOff val="25000"/>
                  </a:schemeClr>
                </a:solidFill>
                <a:latin typeface="Calibri" pitchFamily="34" charset="0"/>
                <a:cs typeface="Calibri" pitchFamily="34" charset="0"/>
              </a:rPr>
              <a:t>yapar</a:t>
            </a:r>
          </a:p>
          <a:p>
            <a:pPr marL="217170" indent="-171450">
              <a:lnSpc>
                <a:spcPct val="150000"/>
              </a:lnSpc>
              <a:buClr>
                <a:schemeClr val="accent6">
                  <a:lumMod val="75000"/>
                </a:schemeClr>
              </a:buClr>
              <a:buSzPct val="130000"/>
              <a:buBlip>
                <a:blip r:embed="rId7"/>
              </a:buBlip>
              <a:tabLst>
                <a:tab pos="182563" algn="l"/>
              </a:tabLst>
            </a:pP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80772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2"/>
            </p:custDataLst>
          </p:nvPr>
        </p:nvSpPr>
        <p:spPr>
          <a:xfrm>
            <a:off x="457200" y="1826156"/>
            <a:ext cx="80772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4"/>
            </p:custDataLst>
          </p:nvPr>
        </p:nvSpPr>
        <p:spPr>
          <a:xfrm>
            <a:off x="457200" y="2362199"/>
            <a:ext cx="7467600" cy="3048001"/>
          </a:xfrm>
          <a:prstGeom prst="rect">
            <a:avLst/>
          </a:prstGeom>
        </p:spPr>
        <p:txBody>
          <a:bodyPr>
            <a:noAutofit/>
          </a:bodyPr>
          <a:lstStyle/>
          <a:p>
            <a:pPr marL="0" lvl="1" indent="0">
              <a:spcBef>
                <a:spcPts val="0"/>
              </a:spcBef>
              <a:spcAft>
                <a:spcPts val="0"/>
              </a:spcAft>
              <a:buFont typeface="Arial" pitchFamily="34" charset="0"/>
              <a:buNone/>
            </a:pPr>
            <a:endParaRPr lang="tr-TR" sz="1800" b="1" dirty="0">
              <a:latin typeface="Calibri" pitchFamily="34" charset="0"/>
              <a:cs typeface="Calibri" pitchFamily="34" charset="0"/>
            </a:endParaRPr>
          </a:p>
          <a:p>
            <a:pPr marL="0" lvl="1" indent="0">
              <a:spcBef>
                <a:spcPts val="0"/>
              </a:spcBef>
              <a:spcAft>
                <a:spcPts val="0"/>
              </a:spcAft>
              <a:buFont typeface="Arial" pitchFamily="34" charset="0"/>
              <a:buNone/>
            </a:pPr>
            <a:r>
              <a:rPr lang="tr-TR" b="1" dirty="0">
                <a:latin typeface="Calibri" pitchFamily="34" charset="0"/>
                <a:cs typeface="Calibri" pitchFamily="34" charset="0"/>
              </a:rPr>
              <a:t>4.       Metin, Görüntüler ve Tablo</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4.1.    Metin Giriş Biçimlendirmeleri</a:t>
            </a: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4.1.1.  </a:t>
            </a:r>
            <a:r>
              <a:rPr lang="tr-TR" sz="1400" b="1" dirty="0" err="1">
                <a:latin typeface="Calibri" pitchFamily="34" charset="0"/>
                <a:cs typeface="Calibri" pitchFamily="34" charset="0"/>
              </a:rPr>
              <a:t>Slayta</a:t>
            </a:r>
            <a:r>
              <a:rPr lang="tr-TR" sz="1400" b="1" dirty="0">
                <a:latin typeface="Calibri" pitchFamily="34" charset="0"/>
                <a:cs typeface="Calibri" pitchFamily="34" charset="0"/>
              </a:rPr>
              <a:t> metin ekleme</a:t>
            </a: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4.1.2. Not sayfaları ve slayt içeriklerine yeni metin ekleyerek değiştirmek</a:t>
            </a: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4.1.3. Metin görünümünü değiştirmek: yazı tipi, yazı tipi </a:t>
            </a:r>
            <a:r>
              <a:rPr lang="tr-TR" sz="1400" b="1" dirty="0" smtClean="0">
                <a:latin typeface="Calibri" pitchFamily="34" charset="0"/>
                <a:cs typeface="Calibri" pitchFamily="34" charset="0"/>
              </a:rPr>
              <a:t>boyutu</a:t>
            </a:r>
            <a:endParaRPr lang="tr-TR" sz="1400" b="1" dirty="0">
              <a:latin typeface="Calibri" pitchFamily="34" charset="0"/>
              <a:cs typeface="Calibri" pitchFamily="34" charset="0"/>
            </a:endParaRP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4.1.4. Metin biçimlendirme özelliklerini kullanmak: kalın, italik, altı çizili</a:t>
            </a: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4.1.5. Büyük/Küçük harf özelliğinin metne uygulanması</a:t>
            </a: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4.1.6. Farklı renkleri metne uygulamak</a:t>
            </a: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4.1.7. Metinde gölgelendirme özelliğini kullanmak</a:t>
            </a: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4.1.8. Metni hizalamak: slayt içinde sola, ortaya, ve sağa</a:t>
            </a: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4.1.9. Satır ve Paragraf aralıklarını </a:t>
            </a:r>
            <a:r>
              <a:rPr lang="tr-TR" sz="1400" b="1" dirty="0" err="1">
                <a:latin typeface="Calibri" pitchFamily="34" charset="0"/>
                <a:cs typeface="Calibri" pitchFamily="34" charset="0"/>
              </a:rPr>
              <a:t>değiştimek</a:t>
            </a:r>
            <a:endParaRPr lang="tr-TR" sz="1400" b="1" dirty="0">
              <a:latin typeface="Calibri" pitchFamily="34" charset="0"/>
              <a:cs typeface="Calibri" pitchFamily="34" charset="0"/>
            </a:endParaRPr>
          </a:p>
          <a:p>
            <a:pPr marL="548640" lvl="3" indent="0">
              <a:spcBef>
                <a:spcPts val="0"/>
              </a:spcBef>
              <a:spcAft>
                <a:spcPts val="0"/>
              </a:spcAft>
              <a:buFont typeface="Arial" pitchFamily="34" charset="0"/>
              <a:buNone/>
            </a:pPr>
            <a:r>
              <a:rPr lang="tr-TR" sz="1400" b="1" dirty="0">
                <a:latin typeface="Calibri" pitchFamily="34" charset="0"/>
                <a:cs typeface="Calibri" pitchFamily="34" charset="0"/>
              </a:rPr>
              <a:t>4.1.10.   Madde imleri ve numaralarının değiştirilmesi </a:t>
            </a:r>
          </a:p>
          <a:p>
            <a:pPr marL="45720" indent="0">
              <a:lnSpc>
                <a:spcPct val="80000"/>
              </a:lnSpc>
              <a:spcBef>
                <a:spcPts val="0"/>
              </a:spcBef>
              <a:spcAft>
                <a:spcPts val="0"/>
              </a:spcAft>
              <a:buNone/>
              <a:tabLst>
                <a:tab pos="182563" algn="l"/>
              </a:tabLst>
            </a:pPr>
            <a:endParaRPr lang="tr-TR" sz="1800" dirty="0" smtClean="0">
              <a:latin typeface="Calibri" pitchFamily="34" charset="0"/>
              <a:cs typeface="Calibri" pitchFamily="34" charset="0"/>
            </a:endParaRPr>
          </a:p>
        </p:txBody>
      </p:sp>
      <p:sp>
        <p:nvSpPr>
          <p:cNvPr id="7" name="Metin kutusu 6"/>
          <p:cNvSpPr txBox="1"/>
          <p:nvPr>
            <p:custDataLst>
              <p:tags r:id="rId5"/>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6"/>
            </p:custDataLst>
          </p:nvPr>
        </p:nvSpPr>
        <p:spPr/>
        <p:txBody>
          <a:bodyPr/>
          <a:lstStyle/>
          <a:p>
            <a:fld id="{C1FA2219-9131-49AD-A1B5-1FFD48A79E7F}" type="slidenum">
              <a:rPr lang="tr-TR" smtClean="0"/>
              <a:t>3</a:t>
            </a:fld>
            <a:endParaRPr lang="tr-TR"/>
          </a:p>
        </p:txBody>
      </p:sp>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err="1"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Slayta</a:t>
            </a: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metin ekleme</a:t>
            </a:r>
          </a:p>
        </p:txBody>
      </p:sp>
      <p:grpSp>
        <p:nvGrpSpPr>
          <p:cNvPr id="11" name="Grup 10"/>
          <p:cNvGrpSpPr/>
          <p:nvPr/>
        </p:nvGrpSpPr>
        <p:grpSpPr>
          <a:xfrm>
            <a:off x="0" y="0"/>
            <a:ext cx="9144000" cy="276999"/>
            <a:chOff x="0" y="0"/>
            <a:chExt cx="9144000" cy="381000"/>
          </a:xfrm>
        </p:grpSpPr>
        <p:sp>
          <p:nvSpPr>
            <p:cNvPr id="4" name="Dikdörtgen 3"/>
            <p:cNvSpPr/>
            <p:nvPr>
              <p:custDataLst>
                <p:tags r:id="rId9"/>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10"/>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1"/>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ve not sayfalarına metin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a:t>Slayt içinde yer tutucularına, metin kutularına ve şekillere metin ekleyebilirsiniz. Ayrıca not sayfalarına metin ekleyebilirsiniz.</a:t>
            </a:r>
          </a:p>
        </p:txBody>
      </p:sp>
      <p:sp>
        <p:nvSpPr>
          <p:cNvPr id="13" name="Metin kutusu 12"/>
          <p:cNvSpPr txBox="1"/>
          <p:nvPr>
            <p:custDataLst>
              <p:tags r:id="rId6"/>
            </p:custDataLst>
          </p:nvPr>
        </p:nvSpPr>
        <p:spPr>
          <a:xfrm>
            <a:off x="533400" y="2133600"/>
            <a:ext cx="7772400" cy="830997"/>
          </a:xfrm>
          <a:prstGeom prst="rect">
            <a:avLst/>
          </a:prstGeom>
          <a:noFill/>
        </p:spPr>
        <p:txBody>
          <a:bodyPr wrap="square" rtlCol="0">
            <a:spAutoFit/>
          </a:bodyPr>
          <a:lstStyle/>
          <a:p>
            <a:r>
              <a:rPr lang="tr-TR" sz="1600" b="1" u="sng" dirty="0"/>
              <a:t>Yer tutucuya metin ekleme:</a:t>
            </a:r>
            <a:endParaRPr lang="tr-TR" sz="1600" dirty="0"/>
          </a:p>
          <a:p>
            <a:r>
              <a:rPr lang="tr-TR" sz="1600" dirty="0" err="1"/>
              <a:t>Slaytın</a:t>
            </a:r>
            <a:r>
              <a:rPr lang="tr-TR" sz="1600" dirty="0"/>
              <a:t> başlık metninin yer tutucusu aşağıda noktalı kenarlık ve köşelerinde tutamaçlarla gösterilmiştir.</a:t>
            </a:r>
          </a:p>
        </p:txBody>
      </p:sp>
      <p:pic>
        <p:nvPicPr>
          <p:cNvPr id="14" name="Resim 13"/>
          <p:cNvPicPr/>
          <p:nvPr/>
        </p:nvPicPr>
        <p:blipFill>
          <a:blip r:embed="rId14"/>
          <a:stretch>
            <a:fillRect/>
          </a:stretch>
        </p:blipFill>
        <p:spPr>
          <a:xfrm>
            <a:off x="1066800" y="2964597"/>
            <a:ext cx="1635125" cy="1226185"/>
          </a:xfrm>
          <a:prstGeom prst="rect">
            <a:avLst/>
          </a:prstGeom>
        </p:spPr>
      </p:pic>
      <p:pic>
        <p:nvPicPr>
          <p:cNvPr id="15" name="Picture 2" descr="G:\Muhittin Akgül\imajlar\postit.g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38800" y="2774860"/>
            <a:ext cx="1981200" cy="1839884"/>
          </a:xfrm>
          <a:prstGeom prst="rect">
            <a:avLst/>
          </a:prstGeom>
          <a:noFill/>
          <a:extLst>
            <a:ext uri="{909E8E84-426E-40DD-AFC4-6F175D3DCCD1}">
              <a14:hiddenFill xmlns:a14="http://schemas.microsoft.com/office/drawing/2010/main">
                <a:solidFill>
                  <a:srgbClr val="FFFFFF"/>
                </a:solidFill>
              </a14:hiddenFill>
            </a:ext>
          </a:extLst>
        </p:spPr>
      </p:pic>
      <p:sp>
        <p:nvSpPr>
          <p:cNvPr id="16" name="Metin kutusu 15"/>
          <p:cNvSpPr txBox="1"/>
          <p:nvPr>
            <p:custDataLst>
              <p:tags r:id="rId7"/>
            </p:custDataLst>
          </p:nvPr>
        </p:nvSpPr>
        <p:spPr>
          <a:xfrm>
            <a:off x="5692368" y="3052950"/>
            <a:ext cx="1599216" cy="1446550"/>
          </a:xfrm>
          <a:prstGeom prst="rect">
            <a:avLst/>
          </a:prstGeom>
          <a:noFill/>
        </p:spPr>
        <p:txBody>
          <a:bodyPr wrap="square" rtlCol="0">
            <a:spAutoFit/>
          </a:bodyPr>
          <a:lstStyle/>
          <a:p>
            <a:r>
              <a:rPr lang="tr-TR" sz="1100" dirty="0"/>
              <a:t>Metniniz yer tutucu boyutunu aşarsa, Microsoft PowerPoint 2010 metni sığdırmak için siz yazarken yazı tipi boyutunu ve satır aralıklarını kademeli olarak azaltır</a:t>
            </a:r>
            <a:r>
              <a:rPr lang="tr-TR" sz="1100" dirty="0" smtClean="0"/>
              <a:t>.</a:t>
            </a:r>
            <a:endParaRPr lang="tr-TR" sz="1100" dirty="0"/>
          </a:p>
        </p:txBody>
      </p:sp>
      <p:sp>
        <p:nvSpPr>
          <p:cNvPr id="18" name="Metin kutusu 17"/>
          <p:cNvSpPr txBox="1"/>
          <p:nvPr>
            <p:custDataLst>
              <p:tags r:id="rId8"/>
            </p:custDataLst>
          </p:nvPr>
        </p:nvSpPr>
        <p:spPr>
          <a:xfrm>
            <a:off x="533400" y="4619293"/>
            <a:ext cx="7772400" cy="1569660"/>
          </a:xfrm>
          <a:prstGeom prst="rect">
            <a:avLst/>
          </a:prstGeom>
          <a:noFill/>
        </p:spPr>
        <p:txBody>
          <a:bodyPr wrap="square" rtlCol="0">
            <a:spAutoFit/>
          </a:bodyPr>
          <a:lstStyle/>
          <a:p>
            <a:r>
              <a:rPr lang="tr-TR" sz="1600" b="1" u="sng" dirty="0"/>
              <a:t>Metin kutusuna metin ekleme</a:t>
            </a:r>
            <a:endParaRPr lang="tr-TR" sz="1600" dirty="0"/>
          </a:p>
          <a:p>
            <a:pPr marL="342900" lvl="0" indent="-342900">
              <a:buFont typeface="+mj-lt"/>
              <a:buAutoNum type="arabicPeriod"/>
            </a:pPr>
            <a:r>
              <a:rPr lang="tr-TR" sz="1600" dirty="0" smtClean="0"/>
              <a:t>Metin </a:t>
            </a:r>
            <a:r>
              <a:rPr lang="tr-TR" sz="1600" dirty="0"/>
              <a:t>kutusu eklemek istediğiniz </a:t>
            </a:r>
            <a:r>
              <a:rPr lang="tr-TR" sz="1600" dirty="0" err="1"/>
              <a:t>slaytı</a:t>
            </a:r>
            <a:r>
              <a:rPr lang="tr-TR" sz="1600" dirty="0"/>
              <a:t> seçin</a:t>
            </a:r>
          </a:p>
          <a:p>
            <a:pPr marL="342900" lvl="0" indent="-342900">
              <a:buFont typeface="+mj-lt"/>
              <a:buAutoNum type="arabicPeriod"/>
            </a:pPr>
            <a:r>
              <a:rPr lang="tr-TR" sz="1600" b="1" i="1" dirty="0"/>
              <a:t>Ekle sekmesi &gt; Metin komut grubu &gt; Metin </a:t>
            </a:r>
            <a:r>
              <a:rPr lang="tr-TR" sz="1600" b="1" i="1" dirty="0" err="1"/>
              <a:t>Kutusu</a:t>
            </a:r>
            <a:r>
              <a:rPr lang="tr-TR" sz="1600" dirty="0" err="1"/>
              <a:t>'nu</a:t>
            </a:r>
            <a:r>
              <a:rPr lang="tr-TR" sz="1600" dirty="0"/>
              <a:t> seçin.</a:t>
            </a:r>
          </a:p>
          <a:p>
            <a:pPr marL="342900" lvl="0" indent="-342900">
              <a:buFont typeface="+mj-lt"/>
              <a:buAutoNum type="arabicPeriod"/>
            </a:pPr>
            <a:r>
              <a:rPr lang="tr-TR" sz="1600" dirty="0"/>
              <a:t>Metin kutusunu çizmek için işaretçiyi slayt üzerinde metin eklemek istediğiniz yerde sürükleyin.</a:t>
            </a:r>
          </a:p>
          <a:p>
            <a:pPr marL="342900" lvl="0" indent="-342900">
              <a:buFont typeface="+mj-lt"/>
              <a:buAutoNum type="arabicPeriod"/>
            </a:pPr>
            <a:r>
              <a:rPr lang="tr-TR" sz="1600" dirty="0"/>
              <a:t>Metin kutusunun içini tıklatın ve metni yazın veya yapıştırın.</a:t>
            </a:r>
          </a:p>
        </p:txBody>
      </p:sp>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xEl>
                                              <p:pRg st="0" end="0"/>
                                            </p:txEl>
                                          </p:spTgt>
                                        </p:tgtEl>
                                        <p:attrNameLst>
                                          <p:attrName>style.visibility</p:attrName>
                                        </p:attrNameLst>
                                      </p:cBhvr>
                                      <p:to>
                                        <p:strVal val="visible"/>
                                      </p:to>
                                    </p:set>
                                    <p:animEffect transition="in" filter="fade">
                                      <p:cBhvr>
                                        <p:cTn id="21" dur="500"/>
                                        <p:tgtEl>
                                          <p:spTgt spid="18">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8">
                                            <p:txEl>
                                              <p:pRg st="1" end="1"/>
                                            </p:txEl>
                                          </p:spTgt>
                                        </p:tgtEl>
                                        <p:attrNameLst>
                                          <p:attrName>style.visibility</p:attrName>
                                        </p:attrNameLst>
                                      </p:cBhvr>
                                      <p:to>
                                        <p:strVal val="visible"/>
                                      </p:to>
                                    </p:set>
                                    <p:animEffect transition="in" filter="fade">
                                      <p:cBhvr>
                                        <p:cTn id="26" dur="500"/>
                                        <p:tgtEl>
                                          <p:spTgt spid="18">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xEl>
                                              <p:pRg st="2" end="2"/>
                                            </p:txEl>
                                          </p:spTgt>
                                        </p:tgtEl>
                                        <p:attrNameLst>
                                          <p:attrName>style.visibility</p:attrName>
                                        </p:attrNameLst>
                                      </p:cBhvr>
                                      <p:to>
                                        <p:strVal val="visible"/>
                                      </p:to>
                                    </p:set>
                                    <p:animEffect transition="in" filter="fade">
                                      <p:cBhvr>
                                        <p:cTn id="31" dur="500"/>
                                        <p:tgtEl>
                                          <p:spTgt spid="18">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8">
                                            <p:txEl>
                                              <p:pRg st="3" end="3"/>
                                            </p:txEl>
                                          </p:spTgt>
                                        </p:tgtEl>
                                        <p:attrNameLst>
                                          <p:attrName>style.visibility</p:attrName>
                                        </p:attrNameLst>
                                      </p:cBhvr>
                                      <p:to>
                                        <p:strVal val="visible"/>
                                      </p:to>
                                    </p:set>
                                    <p:animEffect transition="in" filter="fade">
                                      <p:cBhvr>
                                        <p:cTn id="36" dur="500"/>
                                        <p:tgtEl>
                                          <p:spTgt spid="18">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8">
                                            <p:txEl>
                                              <p:pRg st="4" end="4"/>
                                            </p:txEl>
                                          </p:spTgt>
                                        </p:tgtEl>
                                        <p:attrNameLst>
                                          <p:attrName>style.visibility</p:attrName>
                                        </p:attrNameLst>
                                      </p:cBhvr>
                                      <p:to>
                                        <p:strVal val="visible"/>
                                      </p:to>
                                    </p:set>
                                    <p:animEffect transition="in" filter="fade">
                                      <p:cBhvr>
                                        <p:cTn id="41"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err="1"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Slayta</a:t>
            </a: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metin ekleme</a:t>
            </a:r>
          </a:p>
        </p:txBody>
      </p:sp>
      <p:grpSp>
        <p:nvGrpSpPr>
          <p:cNvPr id="11" name="Grup 10"/>
          <p:cNvGrpSpPr/>
          <p:nvPr/>
        </p:nvGrpSpPr>
        <p:grpSpPr>
          <a:xfrm>
            <a:off x="0" y="0"/>
            <a:ext cx="9144000" cy="276999"/>
            <a:chOff x="0" y="0"/>
            <a:chExt cx="9144000" cy="381000"/>
          </a:xfrm>
        </p:grpSpPr>
        <p:sp>
          <p:nvSpPr>
            <p:cNvPr id="4" name="Dikdörtgen 3"/>
            <p:cNvSpPr/>
            <p:nvPr>
              <p:custDataLst>
                <p:tags r:id="rId9"/>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10"/>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1"/>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ve not sayfalarına metin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33400" y="1371600"/>
            <a:ext cx="6324600" cy="1077218"/>
          </a:xfrm>
          <a:prstGeom prst="rect">
            <a:avLst/>
          </a:prstGeom>
          <a:noFill/>
        </p:spPr>
        <p:txBody>
          <a:bodyPr wrap="square" rtlCol="0">
            <a:spAutoFit/>
          </a:bodyPr>
          <a:lstStyle/>
          <a:p>
            <a:r>
              <a:rPr lang="tr-TR" sz="1600" b="1" u="sng" dirty="0"/>
              <a:t>Şekillere  metni ekleme</a:t>
            </a:r>
            <a:endParaRPr lang="tr-TR" sz="1600" dirty="0"/>
          </a:p>
          <a:p>
            <a:r>
              <a:rPr lang="tr-TR" sz="1600" dirty="0"/>
              <a:t>Kare, çember, çağrı balonu ve blok oku gibi şekiller metin içerebilir. </a:t>
            </a:r>
          </a:p>
          <a:p>
            <a:r>
              <a:rPr lang="tr-TR" sz="1600" dirty="0"/>
              <a:t>Bir şekle metin eklemek için, şekli seçin ve ardından metni yazın veya yapıştırın. Bu eklediğiniz metin şeklin bir parçası olacaktır.</a:t>
            </a:r>
          </a:p>
        </p:txBody>
      </p:sp>
      <p:pic>
        <p:nvPicPr>
          <p:cNvPr id="17" name="Picture 2" descr="G:\Muhittin Akgül\imajlar\postit.gif"/>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58000" y="1484956"/>
            <a:ext cx="1981200" cy="1839884"/>
          </a:xfrm>
          <a:prstGeom prst="rect">
            <a:avLst/>
          </a:prstGeom>
          <a:noFill/>
          <a:extLst>
            <a:ext uri="{909E8E84-426E-40DD-AFC4-6F175D3DCCD1}">
              <a14:hiddenFill xmlns:a14="http://schemas.microsoft.com/office/drawing/2010/main">
                <a:solidFill>
                  <a:srgbClr val="FFFFFF"/>
                </a:solidFill>
              </a14:hiddenFill>
            </a:ext>
          </a:extLst>
        </p:spPr>
      </p:pic>
      <p:sp>
        <p:nvSpPr>
          <p:cNvPr id="19" name="Metin kutusu 18"/>
          <p:cNvSpPr txBox="1"/>
          <p:nvPr>
            <p:custDataLst>
              <p:tags r:id="rId6"/>
            </p:custDataLst>
          </p:nvPr>
        </p:nvSpPr>
        <p:spPr>
          <a:xfrm>
            <a:off x="6911568" y="1878290"/>
            <a:ext cx="1599216" cy="769441"/>
          </a:xfrm>
          <a:prstGeom prst="rect">
            <a:avLst/>
          </a:prstGeom>
          <a:noFill/>
        </p:spPr>
        <p:txBody>
          <a:bodyPr wrap="square" rtlCol="0">
            <a:spAutoFit/>
          </a:bodyPr>
          <a:lstStyle/>
          <a:p>
            <a:r>
              <a:rPr lang="tr-TR" sz="1100" dirty="0"/>
              <a:t>Bir şekil içine metin yazdığınızda, metin şekle eklenir ve şekille birlikte taşınır ve döndürülür.</a:t>
            </a:r>
          </a:p>
        </p:txBody>
      </p:sp>
      <p:sp>
        <p:nvSpPr>
          <p:cNvPr id="20" name="Metin kutusu 19"/>
          <p:cNvSpPr txBox="1"/>
          <p:nvPr>
            <p:custDataLst>
              <p:tags r:id="rId7"/>
            </p:custDataLst>
          </p:nvPr>
        </p:nvSpPr>
        <p:spPr>
          <a:xfrm>
            <a:off x="533400" y="3331664"/>
            <a:ext cx="6324600" cy="1077218"/>
          </a:xfrm>
          <a:prstGeom prst="rect">
            <a:avLst/>
          </a:prstGeom>
          <a:noFill/>
        </p:spPr>
        <p:txBody>
          <a:bodyPr wrap="square" rtlCol="0">
            <a:spAutoFit/>
          </a:bodyPr>
          <a:lstStyle/>
          <a:p>
            <a:r>
              <a:rPr lang="tr-TR" sz="1600" b="1" u="sng" dirty="0"/>
              <a:t>Not sayfalarına metin </a:t>
            </a:r>
            <a:r>
              <a:rPr lang="tr-TR" sz="1600" b="1" u="sng" dirty="0" smtClean="0"/>
              <a:t>ekleme</a:t>
            </a:r>
            <a:endParaRPr lang="tr-TR" sz="1600" dirty="0"/>
          </a:p>
          <a:p>
            <a:r>
              <a:rPr lang="tr-TR" sz="1600" dirty="0"/>
              <a:t>Sununuzu oluştururken not sayfaları oluşturabilirsiniz. Slaytlarınıza  not yazmak için Normal görünümünde notlar bölmesini kullanın.  Almak istediğiniz notu buraya yazın veya yapıştırın.</a:t>
            </a:r>
          </a:p>
        </p:txBody>
      </p:sp>
      <p:pic>
        <p:nvPicPr>
          <p:cNvPr id="21" name="Resim 20"/>
          <p:cNvPicPr/>
          <p:nvPr/>
        </p:nvPicPr>
        <p:blipFill>
          <a:blip r:embed="rId15"/>
          <a:stretch>
            <a:fillRect/>
          </a:stretch>
        </p:blipFill>
        <p:spPr>
          <a:xfrm>
            <a:off x="626499" y="4572000"/>
            <a:ext cx="3069201" cy="1905000"/>
          </a:xfrm>
          <a:prstGeom prst="rect">
            <a:avLst/>
          </a:prstGeom>
        </p:spPr>
      </p:pic>
      <p:pic>
        <p:nvPicPr>
          <p:cNvPr id="22" name="Picture 2" descr="G:\Muhittin Akgül\imajlar\postit.gif"/>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1600" y="4392960"/>
            <a:ext cx="3657600" cy="2406002"/>
          </a:xfrm>
          <a:prstGeom prst="rect">
            <a:avLst/>
          </a:prstGeom>
          <a:noFill/>
          <a:extLst>
            <a:ext uri="{909E8E84-426E-40DD-AFC4-6F175D3DCCD1}">
              <a14:hiddenFill xmlns:a14="http://schemas.microsoft.com/office/drawing/2010/main">
                <a:solidFill>
                  <a:srgbClr val="FFFFFF"/>
                </a:solidFill>
              </a14:hiddenFill>
            </a:ext>
          </a:extLst>
        </p:spPr>
      </p:pic>
      <p:sp>
        <p:nvSpPr>
          <p:cNvPr id="23" name="Metin kutusu 22"/>
          <p:cNvSpPr txBox="1"/>
          <p:nvPr>
            <p:custDataLst>
              <p:tags r:id="rId8"/>
            </p:custDataLst>
          </p:nvPr>
        </p:nvSpPr>
        <p:spPr>
          <a:xfrm>
            <a:off x="5410200" y="4786294"/>
            <a:ext cx="3100584" cy="1615827"/>
          </a:xfrm>
          <a:prstGeom prst="rect">
            <a:avLst/>
          </a:prstGeom>
          <a:noFill/>
        </p:spPr>
        <p:txBody>
          <a:bodyPr wrap="square" rtlCol="0">
            <a:spAutoFit/>
          </a:bodyPr>
          <a:lstStyle/>
          <a:p>
            <a:pPr marL="228600" indent="-228600">
              <a:buFont typeface="+mj-lt"/>
              <a:buAutoNum type="arabicPeriod"/>
            </a:pPr>
            <a:r>
              <a:rPr lang="tr-TR" sz="1100" dirty="0" smtClean="0"/>
              <a:t>Normal </a:t>
            </a:r>
            <a:r>
              <a:rPr lang="tr-TR" sz="1100" dirty="0"/>
              <a:t>görünümünde çalışırken notlarınızı yazabilir ve biçimlendirebilirsiniz. Not sayfalarınızı Not Sayfası görünümüne geçerek daha iyi görebilirsiniz ve bu görünümde notlarınızın üstbilgi ve altbilgilerini de denetleyebilir ve değiştirebilirsiniz.</a:t>
            </a:r>
          </a:p>
          <a:p>
            <a:pPr marL="228600" indent="-228600">
              <a:buFont typeface="+mj-lt"/>
              <a:buAutoNum type="arabicPeriod"/>
            </a:pPr>
            <a:r>
              <a:rPr lang="tr-TR" sz="1100" dirty="0" smtClean="0"/>
              <a:t> Not </a:t>
            </a:r>
            <a:r>
              <a:rPr lang="tr-TR" sz="1100" dirty="0"/>
              <a:t>Sayfası görünümünde notlarınızı grafik, resim, tablo veya başka çizimlerle süsleyebilirsiniz.</a:t>
            </a:r>
          </a:p>
        </p:txBody>
      </p:sp>
    </p:spTree>
    <p:custDataLst>
      <p:tags r:id="rId1"/>
    </p:custDataLst>
    <p:extLst>
      <p:ext uri="{BB962C8B-B14F-4D97-AF65-F5344CB8AC3E}">
        <p14:creationId xmlns:p14="http://schemas.microsoft.com/office/powerpoint/2010/main" val="371570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Not </a:t>
            </a:r>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sayfaları ve slayt içeriklerine yeni metin ekleyerek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ve not sayfalarına metin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a:t>Slaytlara veya not sayfalarına girilen metini değiştirmek için, değiştirilmek istenilen metin seçilir ve yerine yeni metin yazılır ve yapıştırılır.</a:t>
            </a:r>
          </a:p>
        </p:txBody>
      </p:sp>
    </p:spTree>
    <p:custDataLst>
      <p:tags r:id="rId1"/>
    </p:custDataLst>
    <p:extLst>
      <p:ext uri="{BB962C8B-B14F-4D97-AF65-F5344CB8AC3E}">
        <p14:creationId xmlns:p14="http://schemas.microsoft.com/office/powerpoint/2010/main" val="26574781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Metin </a:t>
            </a:r>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görünümünü değiştirmek: yazı tipi, yazı tipi </a:t>
            </a:r>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boyutu</a:t>
            </a:r>
            <a:endPar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Metin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33400" y="1371600"/>
            <a:ext cx="7772400" cy="1631216"/>
          </a:xfrm>
          <a:prstGeom prst="rect">
            <a:avLst/>
          </a:prstGeom>
          <a:noFill/>
        </p:spPr>
        <p:txBody>
          <a:bodyPr wrap="square" rtlCol="0">
            <a:spAutoFit/>
          </a:bodyPr>
          <a:lstStyle/>
          <a:p>
            <a:pPr marL="342900" lvl="0" indent="-342900">
              <a:spcAft>
                <a:spcPts val="1200"/>
              </a:spcAft>
              <a:buFont typeface="+mj-lt"/>
              <a:buAutoNum type="arabicPeriod"/>
            </a:pPr>
            <a:r>
              <a:rPr lang="tr-TR" sz="1600" dirty="0"/>
              <a:t>Görünümü değiştirilmek istenen metin seçilir</a:t>
            </a:r>
          </a:p>
          <a:p>
            <a:pPr marL="342900" lvl="0" indent="-342900">
              <a:spcAft>
                <a:spcPts val="1200"/>
              </a:spcAft>
              <a:buFont typeface="+mj-lt"/>
              <a:buAutoNum type="arabicPeriod"/>
            </a:pPr>
            <a:r>
              <a:rPr lang="tr-TR" sz="1600" b="1" i="1" dirty="0"/>
              <a:t>Giriş sekmesi &gt; Yazı Tipi komut grubu &gt; Yazı Tipi</a:t>
            </a:r>
            <a:r>
              <a:rPr lang="tr-TR" sz="1600" dirty="0"/>
              <a:t> </a:t>
            </a:r>
            <a:r>
              <a:rPr lang="tr-TR" sz="1600" dirty="0" smtClean="0"/>
              <a:t> </a:t>
            </a:r>
            <a:r>
              <a:rPr lang="tr-TR" sz="1600" dirty="0"/>
              <a:t>listesi açılır ve istenilen yazı tipi seçilir</a:t>
            </a:r>
          </a:p>
          <a:p>
            <a:pPr marL="342900" lvl="0" indent="-342900">
              <a:spcAft>
                <a:spcPts val="1200"/>
              </a:spcAft>
              <a:buFont typeface="+mj-lt"/>
              <a:buAutoNum type="arabicPeriod"/>
            </a:pPr>
            <a:r>
              <a:rPr lang="tr-TR" sz="1600" b="1" i="1" dirty="0"/>
              <a:t>Giriş sekmesi &gt; Yazı Tipi komut grubu &gt; Yazı Tipi</a:t>
            </a:r>
            <a:r>
              <a:rPr lang="tr-TR" sz="1600" b="1" dirty="0"/>
              <a:t> Boyutu </a:t>
            </a:r>
            <a:r>
              <a:rPr lang="tr-TR" sz="1600" dirty="0"/>
              <a:t>açılır ve istenilen yazı tipi boyutu seçilir. Alternatif olarak aynı grup içinde </a:t>
            </a:r>
            <a:r>
              <a:rPr lang="tr-TR" sz="1600" i="1" dirty="0"/>
              <a:t>Yazı Tipi Boyutunu Artır/Azalt</a:t>
            </a:r>
            <a:r>
              <a:rPr lang="tr-TR" sz="1600" dirty="0"/>
              <a:t> </a:t>
            </a:r>
            <a:r>
              <a:rPr lang="tr-TR" sz="1600" dirty="0" smtClean="0"/>
              <a:t>(          ) </a:t>
            </a:r>
            <a:r>
              <a:rPr lang="tr-TR" sz="1600" dirty="0"/>
              <a:t>düğmeleri kullanılarak değişiklik yapılabilir.</a:t>
            </a:r>
          </a:p>
        </p:txBody>
      </p:sp>
      <p:pic>
        <p:nvPicPr>
          <p:cNvPr id="13" name="Resim 12"/>
          <p:cNvPicPr/>
          <p:nvPr/>
        </p:nvPicPr>
        <p:blipFill>
          <a:blip r:embed="rId11"/>
          <a:stretch>
            <a:fillRect/>
          </a:stretch>
        </p:blipFill>
        <p:spPr>
          <a:xfrm>
            <a:off x="7468234" y="2438400"/>
            <a:ext cx="380365" cy="237490"/>
          </a:xfrm>
          <a:prstGeom prst="rect">
            <a:avLst/>
          </a:prstGeom>
        </p:spPr>
      </p:pic>
    </p:spTree>
    <p:custDataLst>
      <p:tags r:id="rId1"/>
    </p:custDataLst>
    <p:extLst>
      <p:ext uri="{BB962C8B-B14F-4D97-AF65-F5344CB8AC3E}">
        <p14:creationId xmlns:p14="http://schemas.microsoft.com/office/powerpoint/2010/main" val="265747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Metin </a:t>
            </a:r>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biçimlendirme özelliklerini kullanmak: kalın, italik, altı çizili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Metin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371600"/>
            <a:ext cx="7772400" cy="2277547"/>
          </a:xfrm>
          <a:prstGeom prst="rect">
            <a:avLst/>
          </a:prstGeom>
          <a:noFill/>
        </p:spPr>
        <p:txBody>
          <a:bodyPr wrap="square" rtlCol="0">
            <a:spAutoFit/>
          </a:bodyPr>
          <a:lstStyle/>
          <a:p>
            <a:pPr marL="342900" lvl="0" indent="-342900">
              <a:spcAft>
                <a:spcPts val="1200"/>
              </a:spcAft>
              <a:buFont typeface="+mj-lt"/>
              <a:buAutoNum type="arabicPeriod"/>
            </a:pPr>
            <a:r>
              <a:rPr lang="tr-TR" sz="1600" dirty="0"/>
              <a:t>Görünümü değiştirilmek istenen metin seçilir</a:t>
            </a:r>
          </a:p>
          <a:p>
            <a:pPr marL="342900" lvl="0" indent="-342900">
              <a:spcAft>
                <a:spcPts val="1200"/>
              </a:spcAft>
              <a:buFont typeface="+mj-lt"/>
              <a:buAutoNum type="arabicPeriod"/>
            </a:pPr>
            <a:r>
              <a:rPr lang="tr-TR" sz="1600" b="1" i="1" dirty="0"/>
              <a:t>Giriş sekmesi &gt; Yazı Tipi komut grubu &gt; Kalın </a:t>
            </a:r>
            <a:r>
              <a:rPr lang="tr-TR" sz="1600" b="1" dirty="0"/>
              <a:t> </a:t>
            </a:r>
            <a:r>
              <a:rPr lang="tr-TR" sz="1600" dirty="0" smtClean="0"/>
              <a:t>(     ) </a:t>
            </a:r>
            <a:r>
              <a:rPr lang="tr-TR" sz="1600" dirty="0"/>
              <a:t>düğmesine tıklanarak metin kalın yapılır</a:t>
            </a:r>
          </a:p>
          <a:p>
            <a:pPr marL="342900" lvl="0" indent="-342900">
              <a:spcAft>
                <a:spcPts val="1200"/>
              </a:spcAft>
              <a:buFont typeface="+mj-lt"/>
              <a:buAutoNum type="arabicPeriod"/>
            </a:pPr>
            <a:r>
              <a:rPr lang="tr-TR" sz="1600" b="1" i="1" dirty="0"/>
              <a:t>Giriş sekmesi &gt; Yazı Tipi komut grubu &gt; İtalik  </a:t>
            </a:r>
            <a:r>
              <a:rPr lang="tr-TR" sz="1600" dirty="0" smtClean="0"/>
              <a:t>(     ) </a:t>
            </a:r>
            <a:r>
              <a:rPr lang="tr-TR" sz="1600" dirty="0"/>
              <a:t>düğmesine tıklanarak metin italik yapılır</a:t>
            </a:r>
          </a:p>
          <a:p>
            <a:pPr marL="342900" lvl="0" indent="-342900">
              <a:spcAft>
                <a:spcPts val="1200"/>
              </a:spcAft>
              <a:buFont typeface="+mj-lt"/>
              <a:buAutoNum type="arabicPeriod"/>
            </a:pPr>
            <a:r>
              <a:rPr lang="tr-TR" sz="1600" b="1" i="1" dirty="0"/>
              <a:t>Giriş sekmesi &gt; Yazı Tipi komut grubu &gt; Altı çizili </a:t>
            </a:r>
            <a:r>
              <a:rPr lang="tr-TR" sz="1600" dirty="0" smtClean="0"/>
              <a:t>(    ) </a:t>
            </a:r>
            <a:r>
              <a:rPr lang="tr-TR" sz="1600" dirty="0"/>
              <a:t>düğmesine tıklanarak metin altı çizili yapılır</a:t>
            </a:r>
          </a:p>
        </p:txBody>
      </p:sp>
      <p:pic>
        <p:nvPicPr>
          <p:cNvPr id="14" name="Resim 13"/>
          <p:cNvPicPr/>
          <p:nvPr/>
        </p:nvPicPr>
        <p:blipFill>
          <a:blip r:embed="rId11"/>
          <a:stretch>
            <a:fillRect/>
          </a:stretch>
        </p:blipFill>
        <p:spPr>
          <a:xfrm>
            <a:off x="4876800" y="1819592"/>
            <a:ext cx="218440" cy="170815"/>
          </a:xfrm>
          <a:prstGeom prst="rect">
            <a:avLst/>
          </a:prstGeom>
        </p:spPr>
      </p:pic>
      <p:pic>
        <p:nvPicPr>
          <p:cNvPr id="15" name="Resim 14"/>
          <p:cNvPicPr/>
          <p:nvPr/>
        </p:nvPicPr>
        <p:blipFill>
          <a:blip r:embed="rId12"/>
          <a:stretch>
            <a:fillRect/>
          </a:stretch>
        </p:blipFill>
        <p:spPr>
          <a:xfrm>
            <a:off x="4876800" y="2472842"/>
            <a:ext cx="189865" cy="180340"/>
          </a:xfrm>
          <a:prstGeom prst="rect">
            <a:avLst/>
          </a:prstGeom>
        </p:spPr>
      </p:pic>
      <p:pic>
        <p:nvPicPr>
          <p:cNvPr id="16" name="Resim 15"/>
          <p:cNvPicPr/>
          <p:nvPr/>
        </p:nvPicPr>
        <p:blipFill>
          <a:blip r:embed="rId13"/>
          <a:stretch>
            <a:fillRect/>
          </a:stretch>
        </p:blipFill>
        <p:spPr>
          <a:xfrm>
            <a:off x="5088170" y="3144202"/>
            <a:ext cx="161290" cy="189865"/>
          </a:xfrm>
          <a:prstGeom prst="rect">
            <a:avLst/>
          </a:prstGeom>
        </p:spPr>
      </p:pic>
    </p:spTree>
    <p:custDataLst>
      <p:tags r:id="rId1"/>
    </p:custDataLst>
    <p:extLst>
      <p:ext uri="{BB962C8B-B14F-4D97-AF65-F5344CB8AC3E}">
        <p14:creationId xmlns:p14="http://schemas.microsoft.com/office/powerpoint/2010/main" val="611294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500"/>
                                        <p:tgtEl>
                                          <p:spTgt spid="7">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Büyük/Küçük </a:t>
            </a:r>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harf özelliğinin metne uygulanması</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Metin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371600"/>
            <a:ext cx="7772400" cy="1384995"/>
          </a:xfrm>
          <a:prstGeom prst="rect">
            <a:avLst/>
          </a:prstGeom>
          <a:noFill/>
        </p:spPr>
        <p:txBody>
          <a:bodyPr wrap="square" rtlCol="0">
            <a:spAutoFit/>
          </a:bodyPr>
          <a:lstStyle/>
          <a:p>
            <a:pPr marL="342900" lvl="0" indent="-342900">
              <a:spcAft>
                <a:spcPts val="1200"/>
              </a:spcAft>
              <a:buFont typeface="+mj-lt"/>
              <a:buAutoNum type="arabicPeriod"/>
            </a:pPr>
            <a:r>
              <a:rPr lang="tr-TR" sz="1600" dirty="0"/>
              <a:t>Büyük/Küçük Harf değişimi yapılmak istenen metin seçilir</a:t>
            </a:r>
          </a:p>
          <a:p>
            <a:pPr marL="342900" lvl="0" indent="-342900">
              <a:spcAft>
                <a:spcPts val="1200"/>
              </a:spcAft>
              <a:buFont typeface="+mj-lt"/>
              <a:buAutoNum type="arabicPeriod"/>
            </a:pPr>
            <a:r>
              <a:rPr lang="tr-TR" sz="1600" b="1" i="1" dirty="0"/>
              <a:t>Giriş sekmesi &gt; Yazı Tipi komut grubu &gt; Büyük/Küçük Harf Değiştir </a:t>
            </a:r>
            <a:r>
              <a:rPr lang="tr-TR" sz="1600" dirty="0" smtClean="0"/>
              <a:t>(        ) </a:t>
            </a:r>
            <a:r>
              <a:rPr lang="tr-TR" sz="1600" dirty="0"/>
              <a:t>düğmesine tıklanır</a:t>
            </a:r>
          </a:p>
          <a:p>
            <a:pPr marL="342900" lvl="0" indent="-342900">
              <a:spcAft>
                <a:spcPts val="1200"/>
              </a:spcAft>
              <a:buFont typeface="+mj-lt"/>
              <a:buAutoNum type="arabicPeriod"/>
            </a:pPr>
            <a:r>
              <a:rPr lang="tr-TR" sz="1600" dirty="0"/>
              <a:t>Aşağıda gösterilen beş farklı seçenekten biri seçilir.</a:t>
            </a:r>
          </a:p>
        </p:txBody>
      </p:sp>
      <p:pic>
        <p:nvPicPr>
          <p:cNvPr id="17" name="Resim 16"/>
          <p:cNvPicPr/>
          <p:nvPr/>
        </p:nvPicPr>
        <p:blipFill>
          <a:blip r:embed="rId11"/>
          <a:stretch>
            <a:fillRect/>
          </a:stretch>
        </p:blipFill>
        <p:spPr>
          <a:xfrm>
            <a:off x="6629400" y="1831297"/>
            <a:ext cx="304165" cy="208915"/>
          </a:xfrm>
          <a:prstGeom prst="rect">
            <a:avLst/>
          </a:prstGeom>
        </p:spPr>
      </p:pic>
      <p:pic>
        <p:nvPicPr>
          <p:cNvPr id="18" name="Resim 17"/>
          <p:cNvPicPr/>
          <p:nvPr/>
        </p:nvPicPr>
        <p:blipFill>
          <a:blip r:embed="rId12"/>
          <a:stretch>
            <a:fillRect/>
          </a:stretch>
        </p:blipFill>
        <p:spPr>
          <a:xfrm>
            <a:off x="1447799" y="2971800"/>
            <a:ext cx="2620231" cy="1600200"/>
          </a:xfrm>
          <a:prstGeom prst="rect">
            <a:avLst/>
          </a:prstGeom>
        </p:spPr>
      </p:pic>
    </p:spTree>
    <p:custDataLst>
      <p:tags r:id="rId1"/>
    </p:custDataLst>
    <p:extLst>
      <p:ext uri="{BB962C8B-B14F-4D97-AF65-F5344CB8AC3E}">
        <p14:creationId xmlns:p14="http://schemas.microsoft.com/office/powerpoint/2010/main" val="33972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Farklı </a:t>
            </a:r>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renkleri metne uygulamak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Metin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533400" y="1371600"/>
            <a:ext cx="7772400" cy="1323439"/>
          </a:xfrm>
          <a:prstGeom prst="rect">
            <a:avLst/>
          </a:prstGeom>
          <a:noFill/>
        </p:spPr>
        <p:txBody>
          <a:bodyPr wrap="square" rtlCol="0">
            <a:spAutoFit/>
          </a:bodyPr>
          <a:lstStyle/>
          <a:p>
            <a:pPr marL="342900" lvl="0" indent="-342900">
              <a:buFont typeface="+mj-lt"/>
              <a:buAutoNum type="arabicPeriod"/>
            </a:pPr>
            <a:r>
              <a:rPr lang="tr-TR" sz="1600" dirty="0"/>
              <a:t>Renk değişimi yapılmak istenilen metin seçilir.</a:t>
            </a:r>
          </a:p>
          <a:p>
            <a:pPr marL="342900" lvl="0" indent="-342900">
              <a:buFont typeface="+mj-lt"/>
              <a:buAutoNum type="arabicPeriod"/>
            </a:pPr>
            <a:r>
              <a:rPr lang="tr-TR" sz="1600" b="1" i="1" dirty="0"/>
              <a:t>Giriş sekmesi &gt; Yazı Tipi komut grubu &gt; Yazı Tip Rengi </a:t>
            </a:r>
            <a:r>
              <a:rPr lang="tr-TR" sz="1600" b="1" dirty="0"/>
              <a:t> </a:t>
            </a:r>
            <a:r>
              <a:rPr lang="tr-TR" sz="1600" dirty="0" smtClean="0"/>
              <a:t>(       </a:t>
            </a:r>
            <a:r>
              <a:rPr lang="tr-TR" sz="1600" dirty="0"/>
              <a:t>) düğmesinden simgenin üzerine tıklanarak renk değişimi en son uygulanan renk olarak yapılır.</a:t>
            </a:r>
          </a:p>
          <a:p>
            <a:pPr marL="342900" lvl="0" indent="-342900">
              <a:buFont typeface="+mj-lt"/>
              <a:buAutoNum type="arabicPeriod"/>
            </a:pPr>
            <a:r>
              <a:rPr lang="tr-TR" sz="1600" dirty="0"/>
              <a:t>Farklı bir renk verilecekse </a:t>
            </a:r>
            <a:r>
              <a:rPr lang="tr-TR" sz="1600" dirty="0" smtClean="0"/>
              <a:t>bu simgenin </a:t>
            </a:r>
            <a:r>
              <a:rPr lang="tr-TR" sz="1600" dirty="0"/>
              <a:t>hemen yanındaki ok tıklanarak temanıza ait renk kartelası açılır ve buradan istenilen renk seçimi yapılır. </a:t>
            </a:r>
          </a:p>
        </p:txBody>
      </p:sp>
      <p:pic>
        <p:nvPicPr>
          <p:cNvPr id="13" name="Resim 12"/>
          <p:cNvPicPr/>
          <p:nvPr/>
        </p:nvPicPr>
        <p:blipFill>
          <a:blip r:embed="rId12"/>
          <a:stretch>
            <a:fillRect/>
          </a:stretch>
        </p:blipFill>
        <p:spPr>
          <a:xfrm>
            <a:off x="5562600" y="1676400"/>
            <a:ext cx="323215" cy="227965"/>
          </a:xfrm>
          <a:prstGeom prst="rect">
            <a:avLst/>
          </a:prstGeom>
        </p:spPr>
      </p:pic>
      <p:pic>
        <p:nvPicPr>
          <p:cNvPr id="14" name="Resim 13"/>
          <p:cNvPicPr/>
          <p:nvPr/>
        </p:nvPicPr>
        <p:blipFill>
          <a:blip r:embed="rId13"/>
          <a:stretch>
            <a:fillRect/>
          </a:stretch>
        </p:blipFill>
        <p:spPr>
          <a:xfrm>
            <a:off x="5562600" y="2438400"/>
            <a:ext cx="1675765" cy="1628140"/>
          </a:xfrm>
          <a:prstGeom prst="rect">
            <a:avLst/>
          </a:prstGeom>
        </p:spPr>
      </p:pic>
      <p:sp>
        <p:nvSpPr>
          <p:cNvPr id="15" name="Metin kutusu 14"/>
          <p:cNvSpPr txBox="1"/>
          <p:nvPr>
            <p:custDataLst>
              <p:tags r:id="rId6"/>
            </p:custDataLst>
          </p:nvPr>
        </p:nvSpPr>
        <p:spPr>
          <a:xfrm>
            <a:off x="533400" y="4072970"/>
            <a:ext cx="7772400" cy="584775"/>
          </a:xfrm>
          <a:prstGeom prst="rect">
            <a:avLst/>
          </a:prstGeom>
          <a:noFill/>
        </p:spPr>
        <p:txBody>
          <a:bodyPr wrap="square" rtlCol="0">
            <a:spAutoFit/>
          </a:bodyPr>
          <a:lstStyle/>
          <a:p>
            <a:pPr marL="342900" lvl="0" indent="-342900">
              <a:buFont typeface="+mj-lt"/>
              <a:buAutoNum type="arabicPeriod" startAt="4"/>
            </a:pPr>
            <a:r>
              <a:rPr lang="tr-TR" sz="1600" dirty="0"/>
              <a:t>Uygulamak istediğiniz renk bu kartelanın içinde değilse </a:t>
            </a:r>
            <a:r>
              <a:rPr lang="tr-TR" sz="1600" b="1" i="1" dirty="0"/>
              <a:t>Tüm Renkler</a:t>
            </a:r>
            <a:r>
              <a:rPr lang="tr-TR" sz="1600" i="1" dirty="0"/>
              <a:t> </a:t>
            </a:r>
            <a:r>
              <a:rPr lang="tr-TR" sz="1600" dirty="0"/>
              <a:t>‘e tıklanarak, </a:t>
            </a:r>
            <a:r>
              <a:rPr lang="tr-TR" sz="1600" b="1" i="1" dirty="0"/>
              <a:t>Renkler</a:t>
            </a:r>
            <a:r>
              <a:rPr lang="tr-TR" sz="1600" dirty="0"/>
              <a:t> iletişim kutusu açılır. </a:t>
            </a:r>
          </a:p>
        </p:txBody>
      </p:sp>
      <p:pic>
        <p:nvPicPr>
          <p:cNvPr id="16" name="Resim 15"/>
          <p:cNvPicPr/>
          <p:nvPr/>
        </p:nvPicPr>
        <p:blipFill>
          <a:blip r:embed="rId14"/>
          <a:stretch>
            <a:fillRect/>
          </a:stretch>
        </p:blipFill>
        <p:spPr>
          <a:xfrm>
            <a:off x="1524000" y="4657745"/>
            <a:ext cx="1672590" cy="1799590"/>
          </a:xfrm>
          <a:prstGeom prst="rect">
            <a:avLst/>
          </a:prstGeom>
        </p:spPr>
      </p:pic>
      <p:pic>
        <p:nvPicPr>
          <p:cNvPr id="19" name="Resim 18"/>
          <p:cNvPicPr/>
          <p:nvPr/>
        </p:nvPicPr>
        <p:blipFill>
          <a:blip r:embed="rId15"/>
          <a:stretch>
            <a:fillRect/>
          </a:stretch>
        </p:blipFill>
        <p:spPr>
          <a:xfrm>
            <a:off x="5257800" y="4657745"/>
            <a:ext cx="1672590" cy="1799590"/>
          </a:xfrm>
          <a:prstGeom prst="rect">
            <a:avLst/>
          </a:prstGeom>
        </p:spPr>
      </p:pic>
    </p:spTree>
    <p:custDataLst>
      <p:tags r:id="rId1"/>
    </p:custDataLst>
    <p:extLst>
      <p:ext uri="{BB962C8B-B14F-4D97-AF65-F5344CB8AC3E}">
        <p14:creationId xmlns:p14="http://schemas.microsoft.com/office/powerpoint/2010/main" val="2608661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animEffect transition="in" filter="fade">
                                      <p:cBhvr>
                                        <p:cTn id="28" dur="500"/>
                                        <p:tgtEl>
                                          <p:spTgt spid="15">
                                            <p:txEl>
                                              <p:pRg st="0" end="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Metinde </a:t>
            </a:r>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gölgelendirme özelliğini kullanmak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Metin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11</a:t>
            </a:fld>
            <a:endParaRPr lang="tr-TR"/>
          </a:p>
        </p:txBody>
      </p:sp>
      <p:sp>
        <p:nvSpPr>
          <p:cNvPr id="7" name="Metin kutusu 6"/>
          <p:cNvSpPr txBox="1"/>
          <p:nvPr>
            <p:custDataLst>
              <p:tags r:id="rId5"/>
            </p:custDataLst>
          </p:nvPr>
        </p:nvSpPr>
        <p:spPr>
          <a:xfrm>
            <a:off x="533400" y="1371600"/>
            <a:ext cx="7772400" cy="984885"/>
          </a:xfrm>
          <a:prstGeom prst="rect">
            <a:avLst/>
          </a:prstGeom>
          <a:noFill/>
        </p:spPr>
        <p:txBody>
          <a:bodyPr wrap="square" rtlCol="0">
            <a:spAutoFit/>
          </a:bodyPr>
          <a:lstStyle/>
          <a:p>
            <a:pPr marL="342900" lvl="0" indent="-342900">
              <a:spcAft>
                <a:spcPts val="1200"/>
              </a:spcAft>
              <a:buFont typeface="+mj-lt"/>
              <a:buAutoNum type="arabicPeriod"/>
            </a:pPr>
            <a:r>
              <a:rPr lang="tr-TR" sz="1600" dirty="0"/>
              <a:t>Gölge verilmek istenen metin seçilir</a:t>
            </a:r>
          </a:p>
          <a:p>
            <a:pPr marL="342900" lvl="0" indent="-342900">
              <a:spcAft>
                <a:spcPts val="1200"/>
              </a:spcAft>
              <a:buFont typeface="+mj-lt"/>
              <a:buAutoNum type="arabicPeriod"/>
            </a:pPr>
            <a:r>
              <a:rPr lang="tr-TR" sz="1600" b="1" i="1" dirty="0"/>
              <a:t>Giriş sekmesi &gt; Yazı Tipi komut grubu &gt; Metin Gölgesi</a:t>
            </a:r>
            <a:r>
              <a:rPr lang="tr-TR" sz="1600" i="1" dirty="0"/>
              <a:t> </a:t>
            </a:r>
            <a:r>
              <a:rPr lang="tr-TR" sz="1600" dirty="0"/>
              <a:t> </a:t>
            </a:r>
            <a:r>
              <a:rPr lang="tr-TR" sz="1600" dirty="0" smtClean="0"/>
              <a:t>(     ) </a:t>
            </a:r>
            <a:r>
              <a:rPr lang="tr-TR" sz="1600" dirty="0"/>
              <a:t>düğmesine tıklanarak metne gölge verilir.</a:t>
            </a:r>
          </a:p>
        </p:txBody>
      </p:sp>
      <p:pic>
        <p:nvPicPr>
          <p:cNvPr id="14" name="Resim 13"/>
          <p:cNvPicPr/>
          <p:nvPr/>
        </p:nvPicPr>
        <p:blipFill>
          <a:blip r:embed="rId11"/>
          <a:stretch>
            <a:fillRect/>
          </a:stretch>
        </p:blipFill>
        <p:spPr>
          <a:xfrm>
            <a:off x="5600131" y="1853616"/>
            <a:ext cx="199390" cy="208915"/>
          </a:xfrm>
          <a:prstGeom prst="rect">
            <a:avLst/>
          </a:prstGeom>
        </p:spPr>
      </p:pic>
    </p:spTree>
    <p:custDataLst>
      <p:tags r:id="rId1"/>
    </p:custDataLst>
    <p:extLst>
      <p:ext uri="{BB962C8B-B14F-4D97-AF65-F5344CB8AC3E}">
        <p14:creationId xmlns:p14="http://schemas.microsoft.com/office/powerpoint/2010/main" val="77678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Metni </a:t>
            </a:r>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hizalamak: slayt içinde sola, ortaya ve sağa</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Metin biçimlendirmelerini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12</a:t>
            </a:fld>
            <a:endParaRPr lang="tr-TR"/>
          </a:p>
        </p:txBody>
      </p:sp>
      <p:sp>
        <p:nvSpPr>
          <p:cNvPr id="7" name="Metin kutusu 6"/>
          <p:cNvSpPr txBox="1"/>
          <p:nvPr>
            <p:custDataLst>
              <p:tags r:id="rId5"/>
            </p:custDataLst>
          </p:nvPr>
        </p:nvSpPr>
        <p:spPr>
          <a:xfrm>
            <a:off x="533400" y="1371600"/>
            <a:ext cx="7772400" cy="1138773"/>
          </a:xfrm>
          <a:prstGeom prst="rect">
            <a:avLst/>
          </a:prstGeom>
          <a:noFill/>
        </p:spPr>
        <p:txBody>
          <a:bodyPr wrap="square" rtlCol="0">
            <a:spAutoFit/>
          </a:bodyPr>
          <a:lstStyle/>
          <a:p>
            <a:pPr marL="342900" lvl="0" indent="-342900">
              <a:spcAft>
                <a:spcPts val="1200"/>
              </a:spcAft>
              <a:buFont typeface="+mj-lt"/>
              <a:buAutoNum type="arabicPeriod"/>
            </a:pPr>
            <a:r>
              <a:rPr lang="tr-TR" sz="1600" dirty="0"/>
              <a:t>Hizalamak istediğiniz metin seçilir</a:t>
            </a:r>
          </a:p>
          <a:p>
            <a:pPr marL="342900" lvl="0" indent="-342900">
              <a:spcAft>
                <a:spcPts val="1200"/>
              </a:spcAft>
              <a:buFont typeface="+mj-lt"/>
              <a:buAutoNum type="arabicPeriod"/>
            </a:pPr>
            <a:r>
              <a:rPr lang="tr-TR" sz="1600" b="1" i="1" dirty="0"/>
              <a:t>Giriş sekmesi &gt; Paragraf komut grubu &gt; Hizalama</a:t>
            </a:r>
            <a:r>
              <a:rPr lang="tr-TR" sz="1600" i="1" dirty="0"/>
              <a:t> </a:t>
            </a:r>
            <a:r>
              <a:rPr lang="tr-TR" sz="1600" dirty="0"/>
              <a:t>düğmelerinden biri seçilir  </a:t>
            </a:r>
          </a:p>
          <a:p>
            <a:pPr marL="342900" lvl="0" indent="-342900">
              <a:spcAft>
                <a:spcPts val="1200"/>
              </a:spcAft>
              <a:buFont typeface="+mj-lt"/>
              <a:buAutoNum type="arabicPeriod"/>
            </a:pPr>
            <a:r>
              <a:rPr lang="tr-TR" sz="1600" dirty="0"/>
              <a:t> Hizalama düğmeleri </a:t>
            </a:r>
            <a:r>
              <a:rPr lang="tr-TR" sz="1600" dirty="0" smtClean="0"/>
              <a:t> (                       )  sırasıyla </a:t>
            </a:r>
            <a:r>
              <a:rPr lang="tr-TR" sz="1600" b="1" dirty="0"/>
              <a:t>Sola, Ortala, Sağa ve Yasla </a:t>
            </a:r>
            <a:r>
              <a:rPr lang="tr-TR" sz="1600" dirty="0"/>
              <a:t>(İki yana) </a:t>
            </a:r>
            <a:r>
              <a:rPr lang="tr-TR" sz="1600" dirty="0" err="1"/>
              <a:t>dır</a:t>
            </a:r>
            <a:r>
              <a:rPr lang="tr-TR" sz="1600" dirty="0"/>
              <a:t>.</a:t>
            </a:r>
          </a:p>
        </p:txBody>
      </p:sp>
      <p:pic>
        <p:nvPicPr>
          <p:cNvPr id="15" name="Resim 14"/>
          <p:cNvPicPr/>
          <p:nvPr/>
        </p:nvPicPr>
        <p:blipFill>
          <a:blip r:embed="rId11"/>
          <a:stretch>
            <a:fillRect/>
          </a:stretch>
        </p:blipFill>
        <p:spPr>
          <a:xfrm>
            <a:off x="2895600" y="2219920"/>
            <a:ext cx="970915" cy="285115"/>
          </a:xfrm>
          <a:prstGeom prst="rect">
            <a:avLst/>
          </a:prstGeom>
        </p:spPr>
      </p:pic>
    </p:spTree>
    <p:custDataLst>
      <p:tags r:id="rId1"/>
    </p:custDataLst>
    <p:extLst>
      <p:ext uri="{BB962C8B-B14F-4D97-AF65-F5344CB8AC3E}">
        <p14:creationId xmlns:p14="http://schemas.microsoft.com/office/powerpoint/2010/main" val="79686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Satır </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ve Paragraf aralıklarını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Satır ve paragraf aralıklarını </a:t>
            </a:r>
            <a:r>
              <a:rPr lang="tr-TR" sz="1400" b="1" dirty="0" smtClean="0">
                <a:solidFill>
                  <a:schemeClr val="bg1"/>
                </a:solidFill>
              </a:rPr>
              <a:t>değiştirir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13</a:t>
            </a:fld>
            <a:endParaRPr lang="tr-TR"/>
          </a:p>
        </p:txBody>
      </p:sp>
      <p:sp>
        <p:nvSpPr>
          <p:cNvPr id="7" name="Metin kutusu 6"/>
          <p:cNvSpPr txBox="1"/>
          <p:nvPr>
            <p:custDataLst>
              <p:tags r:id="rId5"/>
            </p:custDataLst>
          </p:nvPr>
        </p:nvSpPr>
        <p:spPr>
          <a:xfrm>
            <a:off x="533400" y="1371600"/>
            <a:ext cx="7772400" cy="1477328"/>
          </a:xfrm>
          <a:prstGeom prst="rect">
            <a:avLst/>
          </a:prstGeom>
          <a:noFill/>
        </p:spPr>
        <p:txBody>
          <a:bodyPr wrap="square" rtlCol="0">
            <a:spAutoFit/>
          </a:bodyPr>
          <a:lstStyle/>
          <a:p>
            <a:r>
              <a:rPr lang="tr-TR" sz="1600" b="1" u="sng" dirty="0"/>
              <a:t>Satır aralığını değiştirmek </a:t>
            </a:r>
            <a:r>
              <a:rPr lang="tr-TR" sz="1600" b="1" u="sng" dirty="0" smtClean="0"/>
              <a:t>için</a:t>
            </a:r>
            <a:r>
              <a:rPr lang="tr-TR" sz="1600" b="1" dirty="0"/>
              <a:t> </a:t>
            </a:r>
            <a:endParaRPr lang="tr-TR" sz="1600" dirty="0"/>
          </a:p>
          <a:p>
            <a:pPr marL="342900" lvl="0" indent="-342900">
              <a:spcAft>
                <a:spcPts val="1200"/>
              </a:spcAft>
              <a:buFont typeface="+mj-lt"/>
              <a:buAutoNum type="arabicPeriod"/>
            </a:pPr>
            <a:r>
              <a:rPr lang="tr-TR" sz="1600" dirty="0"/>
              <a:t>Satır aralıklarını değiştireceğiniz satır veya satırları seçilir. Bu satırlar numaralandırılmış ya da madde imli liste şeklinde de olabilir.</a:t>
            </a:r>
          </a:p>
          <a:p>
            <a:pPr marL="342900" lvl="0" indent="-342900">
              <a:spcAft>
                <a:spcPts val="1200"/>
              </a:spcAft>
              <a:buFont typeface="+mj-lt"/>
              <a:buAutoNum type="arabicPeriod"/>
            </a:pPr>
            <a:r>
              <a:rPr lang="tr-TR" sz="1600" b="1" i="1" dirty="0"/>
              <a:t>Giriş sekmesi &gt; Paragraf komut grubu &gt; Satır aralığı </a:t>
            </a:r>
            <a:r>
              <a:rPr lang="tr-TR" sz="1600" dirty="0" smtClean="0"/>
              <a:t>(       ) </a:t>
            </a:r>
            <a:r>
              <a:rPr lang="tr-TR" sz="1600" dirty="0"/>
              <a:t>düğmesine tıklanır ve istenilen satır aralığı değeri seçilir.</a:t>
            </a:r>
          </a:p>
        </p:txBody>
      </p:sp>
      <p:pic>
        <p:nvPicPr>
          <p:cNvPr id="13" name="Resim 12"/>
          <p:cNvPicPr/>
          <p:nvPr/>
        </p:nvPicPr>
        <p:blipFill>
          <a:blip r:embed="rId11"/>
          <a:stretch>
            <a:fillRect/>
          </a:stretch>
        </p:blipFill>
        <p:spPr>
          <a:xfrm>
            <a:off x="5418483" y="2267736"/>
            <a:ext cx="332740" cy="266065"/>
          </a:xfrm>
          <a:prstGeom prst="rect">
            <a:avLst/>
          </a:prstGeom>
        </p:spPr>
      </p:pic>
      <p:pic>
        <p:nvPicPr>
          <p:cNvPr id="14" name="Resim 13"/>
          <p:cNvPicPr/>
          <p:nvPr/>
        </p:nvPicPr>
        <p:blipFill>
          <a:blip r:embed="rId12"/>
          <a:stretch>
            <a:fillRect/>
          </a:stretch>
        </p:blipFill>
        <p:spPr>
          <a:xfrm>
            <a:off x="3200400" y="3200400"/>
            <a:ext cx="2133600" cy="1849833"/>
          </a:xfrm>
          <a:prstGeom prst="rect">
            <a:avLst/>
          </a:prstGeom>
        </p:spPr>
      </p:pic>
    </p:spTree>
    <p:custDataLst>
      <p:tags r:id="rId1"/>
    </p:custDataLst>
    <p:extLst>
      <p:ext uri="{BB962C8B-B14F-4D97-AF65-F5344CB8AC3E}">
        <p14:creationId xmlns:p14="http://schemas.microsoft.com/office/powerpoint/2010/main" val="265747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Satır </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ve Paragraf aralıklarını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Satır ve paragraf aralıklarını </a:t>
            </a:r>
            <a:r>
              <a:rPr lang="tr-TR" sz="1400" b="1" dirty="0" smtClean="0">
                <a:solidFill>
                  <a:schemeClr val="bg1"/>
                </a:solidFill>
              </a:rPr>
              <a:t>değiştirir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14</a:t>
            </a:fld>
            <a:endParaRPr lang="tr-TR"/>
          </a:p>
        </p:txBody>
      </p:sp>
      <p:sp>
        <p:nvSpPr>
          <p:cNvPr id="7" name="Metin kutusu 6"/>
          <p:cNvSpPr txBox="1"/>
          <p:nvPr>
            <p:custDataLst>
              <p:tags r:id="rId5"/>
            </p:custDataLst>
          </p:nvPr>
        </p:nvSpPr>
        <p:spPr>
          <a:xfrm>
            <a:off x="533400" y="1371600"/>
            <a:ext cx="7772400" cy="1231106"/>
          </a:xfrm>
          <a:prstGeom prst="rect">
            <a:avLst/>
          </a:prstGeom>
          <a:noFill/>
        </p:spPr>
        <p:txBody>
          <a:bodyPr wrap="square" rtlCol="0">
            <a:spAutoFit/>
          </a:bodyPr>
          <a:lstStyle/>
          <a:p>
            <a:r>
              <a:rPr lang="tr-TR" sz="1600" b="1" u="sng" dirty="0"/>
              <a:t>Paragraf aralığını değiştirmek </a:t>
            </a:r>
            <a:r>
              <a:rPr lang="tr-TR" sz="1600" b="1" u="sng" dirty="0" smtClean="0"/>
              <a:t>için</a:t>
            </a:r>
            <a:endParaRPr lang="tr-TR" sz="1600" b="1" u="sng" dirty="0"/>
          </a:p>
          <a:p>
            <a:pPr marL="342900" lvl="0" indent="-342900">
              <a:spcAft>
                <a:spcPts val="1200"/>
              </a:spcAft>
              <a:buFont typeface="+mj-lt"/>
              <a:buAutoNum type="arabicPeriod"/>
            </a:pPr>
            <a:r>
              <a:rPr lang="tr-TR" sz="1600" dirty="0"/>
              <a:t>Paragraf aralığını değiştirmek istediğiniz metnin bir veya birkaç paragrafını seçilir. Bu paragraflar numaralandırılmış ya da madde imli liste şeklinde de olabilir.</a:t>
            </a:r>
          </a:p>
          <a:p>
            <a:pPr marL="342900" lvl="0" indent="-342900">
              <a:spcAft>
                <a:spcPts val="1200"/>
              </a:spcAft>
              <a:buFont typeface="+mj-lt"/>
              <a:buAutoNum type="arabicPeriod"/>
            </a:pPr>
            <a:r>
              <a:rPr lang="tr-TR" sz="1600" b="1" i="1" dirty="0"/>
              <a:t>Giriş sekmesi &gt; Paragraf komut grubu </a:t>
            </a:r>
            <a:r>
              <a:rPr lang="tr-TR" sz="1600" b="1" dirty="0"/>
              <a:t> İletişim Kutusu </a:t>
            </a:r>
            <a:r>
              <a:rPr lang="tr-TR" sz="1600" b="1" dirty="0" err="1"/>
              <a:t>Başlatıcısı</a:t>
            </a:r>
            <a:r>
              <a:rPr lang="tr-TR" sz="1600" dirty="0" err="1"/>
              <a:t>'nı</a:t>
            </a:r>
            <a:r>
              <a:rPr lang="tr-TR" sz="1600" dirty="0"/>
              <a:t> </a:t>
            </a:r>
            <a:r>
              <a:rPr lang="tr-TR" sz="1600" dirty="0" smtClean="0"/>
              <a:t>tıklatın</a:t>
            </a:r>
            <a:r>
              <a:rPr lang="tr-TR" sz="1600" dirty="0"/>
              <a:t>.</a:t>
            </a:r>
          </a:p>
        </p:txBody>
      </p:sp>
      <p:pic>
        <p:nvPicPr>
          <p:cNvPr id="15" name="Resim 14"/>
          <p:cNvPicPr/>
          <p:nvPr/>
        </p:nvPicPr>
        <p:blipFill>
          <a:blip r:embed="rId13"/>
          <a:stretch>
            <a:fillRect/>
          </a:stretch>
        </p:blipFill>
        <p:spPr>
          <a:xfrm>
            <a:off x="2590800" y="2633412"/>
            <a:ext cx="3028315" cy="875665"/>
          </a:xfrm>
          <a:prstGeom prst="rect">
            <a:avLst/>
          </a:prstGeom>
        </p:spPr>
      </p:pic>
      <p:sp>
        <p:nvSpPr>
          <p:cNvPr id="16" name="Metin kutusu 15"/>
          <p:cNvSpPr txBox="1"/>
          <p:nvPr>
            <p:custDataLst>
              <p:tags r:id="rId6"/>
            </p:custDataLst>
          </p:nvPr>
        </p:nvSpPr>
        <p:spPr>
          <a:xfrm>
            <a:off x="533400" y="3509077"/>
            <a:ext cx="7772400" cy="830997"/>
          </a:xfrm>
          <a:prstGeom prst="rect">
            <a:avLst/>
          </a:prstGeom>
          <a:noFill/>
        </p:spPr>
        <p:txBody>
          <a:bodyPr wrap="square" rtlCol="0">
            <a:spAutoFit/>
          </a:bodyPr>
          <a:lstStyle/>
          <a:p>
            <a:pPr marL="342900" lvl="0" indent="-342900">
              <a:buFont typeface="+mj-lt"/>
              <a:buAutoNum type="arabicPeriod" startAt="3"/>
            </a:pPr>
            <a:r>
              <a:rPr lang="tr-TR" sz="1600" dirty="0"/>
              <a:t>Paragraf iletişim kutusunun </a:t>
            </a:r>
            <a:r>
              <a:rPr lang="tr-TR" sz="1600" b="1" i="1" dirty="0"/>
              <a:t>Girintiler ve Aralıklar</a:t>
            </a:r>
            <a:r>
              <a:rPr lang="tr-TR" sz="1600" b="1" dirty="0"/>
              <a:t> </a:t>
            </a:r>
            <a:r>
              <a:rPr lang="tr-TR" sz="1600" dirty="0"/>
              <a:t>sekmesinde paragraf aralığı üzerinde yapmak istediğiniz değişiklikleri  </a:t>
            </a:r>
            <a:r>
              <a:rPr lang="tr-TR" sz="1600" b="1" i="1" dirty="0"/>
              <a:t>Aralık</a:t>
            </a:r>
            <a:r>
              <a:rPr lang="tr-TR" sz="1600" i="1" dirty="0"/>
              <a:t> </a:t>
            </a:r>
            <a:r>
              <a:rPr lang="tr-TR" sz="1600" dirty="0"/>
              <a:t>başlığı altında paragraftan önce ve sonrası boşluk değerlerini girerek yapın ve </a:t>
            </a:r>
            <a:r>
              <a:rPr lang="tr-TR" sz="1600" b="1" i="1" dirty="0"/>
              <a:t>Tamam</a:t>
            </a:r>
            <a:r>
              <a:rPr lang="tr-TR" sz="1600" dirty="0"/>
              <a:t>'ı tıklatın.</a:t>
            </a:r>
          </a:p>
        </p:txBody>
      </p:sp>
      <p:pic>
        <p:nvPicPr>
          <p:cNvPr id="17" name="Resim 16"/>
          <p:cNvPicPr/>
          <p:nvPr/>
        </p:nvPicPr>
        <p:blipFill>
          <a:blip r:embed="rId14"/>
          <a:stretch>
            <a:fillRect/>
          </a:stretch>
        </p:blipFill>
        <p:spPr>
          <a:xfrm>
            <a:off x="1243964" y="4455871"/>
            <a:ext cx="3328035" cy="2033270"/>
          </a:xfrm>
          <a:prstGeom prst="rect">
            <a:avLst/>
          </a:prstGeom>
        </p:spPr>
      </p:pic>
      <p:pic>
        <p:nvPicPr>
          <p:cNvPr id="18" name="Picture 2" descr="G:\Muhittin Akgül\imajlar\postit.g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48400" y="4669677"/>
            <a:ext cx="2084697" cy="1935998"/>
          </a:xfrm>
          <a:prstGeom prst="rect">
            <a:avLst/>
          </a:prstGeom>
          <a:noFill/>
          <a:extLst>
            <a:ext uri="{909E8E84-426E-40DD-AFC4-6F175D3DCCD1}">
              <a14:hiddenFill xmlns:a14="http://schemas.microsoft.com/office/drawing/2010/main">
                <a:solidFill>
                  <a:srgbClr val="FFFFFF"/>
                </a:solidFill>
              </a14:hiddenFill>
            </a:ext>
          </a:extLst>
        </p:spPr>
      </p:pic>
      <p:sp>
        <p:nvSpPr>
          <p:cNvPr id="19" name="Metin kutusu 18"/>
          <p:cNvSpPr txBox="1"/>
          <p:nvPr>
            <p:custDataLst>
              <p:tags r:id="rId7"/>
            </p:custDataLst>
          </p:nvPr>
        </p:nvSpPr>
        <p:spPr>
          <a:xfrm>
            <a:off x="6477000" y="5030450"/>
            <a:ext cx="1599216" cy="1446550"/>
          </a:xfrm>
          <a:prstGeom prst="rect">
            <a:avLst/>
          </a:prstGeom>
          <a:noFill/>
        </p:spPr>
        <p:txBody>
          <a:bodyPr wrap="square" rtlCol="0">
            <a:spAutoFit/>
          </a:bodyPr>
          <a:lstStyle/>
          <a:p>
            <a:r>
              <a:rPr lang="tr-TR" sz="1100" dirty="0"/>
              <a:t>Paragraf iletişim kutusundan ayrıca seçili olan paragrafların hizalaması, ilk </a:t>
            </a:r>
            <a:r>
              <a:rPr lang="tr-TR" sz="1100" dirty="0" smtClean="0"/>
              <a:t>satır </a:t>
            </a:r>
            <a:r>
              <a:rPr lang="tr-TR" sz="1100" dirty="0"/>
              <a:t>yada asılı </a:t>
            </a:r>
            <a:r>
              <a:rPr lang="tr-TR" sz="1100" dirty="0" err="1"/>
              <a:t>girintileme</a:t>
            </a:r>
            <a:r>
              <a:rPr lang="tr-TR" sz="1100" dirty="0"/>
              <a:t> özellikleri ve satır aralıkları  değişikleri de yapılabilmektedir.</a:t>
            </a:r>
          </a:p>
        </p:txBody>
      </p:sp>
    </p:spTree>
    <p:custDataLst>
      <p:tags r:id="rId1"/>
    </p:custDataLst>
    <p:extLst>
      <p:ext uri="{BB962C8B-B14F-4D97-AF65-F5344CB8AC3E}">
        <p14:creationId xmlns:p14="http://schemas.microsoft.com/office/powerpoint/2010/main" val="39983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Madde </a:t>
            </a: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işaretleri </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ve numaralarının değiştirilmesi </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Madde imleri ve numaralara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15</a:t>
            </a:fld>
            <a:endParaRPr lang="tr-TR"/>
          </a:p>
        </p:txBody>
      </p:sp>
      <p:sp>
        <p:nvSpPr>
          <p:cNvPr id="7" name="Metin kutusu 6"/>
          <p:cNvSpPr txBox="1"/>
          <p:nvPr>
            <p:custDataLst>
              <p:tags r:id="rId5"/>
            </p:custDataLst>
          </p:nvPr>
        </p:nvSpPr>
        <p:spPr>
          <a:xfrm>
            <a:off x="533400" y="1371600"/>
            <a:ext cx="7772400" cy="1631216"/>
          </a:xfrm>
          <a:prstGeom prst="rect">
            <a:avLst/>
          </a:prstGeom>
          <a:noFill/>
        </p:spPr>
        <p:txBody>
          <a:bodyPr wrap="square" rtlCol="0">
            <a:spAutoFit/>
          </a:bodyPr>
          <a:lstStyle/>
          <a:p>
            <a:r>
              <a:rPr lang="tr-TR" sz="1600" b="1" u="sng" dirty="0"/>
              <a:t>Madde işaretli listenin değiştirilmesi</a:t>
            </a:r>
            <a:endParaRPr lang="tr-TR" sz="1600" b="1" dirty="0"/>
          </a:p>
          <a:p>
            <a:pPr marL="342900" indent="-342900">
              <a:spcAft>
                <a:spcPts val="1200"/>
              </a:spcAft>
              <a:buFont typeface="+mj-lt"/>
              <a:buAutoNum type="arabicPeriod"/>
            </a:pPr>
            <a:r>
              <a:rPr lang="tr-TR" sz="1600" dirty="0" smtClean="0"/>
              <a:t>Madde </a:t>
            </a:r>
            <a:r>
              <a:rPr lang="tr-TR" sz="1600" dirty="0"/>
              <a:t>işaretli </a:t>
            </a:r>
            <a:r>
              <a:rPr lang="tr-TR" sz="1600" dirty="0" smtClean="0"/>
              <a:t>liste </a:t>
            </a:r>
            <a:r>
              <a:rPr lang="tr-TR" sz="1600" dirty="0"/>
              <a:t>seçilir</a:t>
            </a:r>
          </a:p>
          <a:p>
            <a:pPr marL="342900" indent="-342900">
              <a:spcAft>
                <a:spcPts val="1200"/>
              </a:spcAft>
              <a:buFont typeface="+mj-lt"/>
              <a:buAutoNum type="arabicPeriod"/>
            </a:pPr>
            <a:r>
              <a:rPr lang="tr-TR" sz="1600" dirty="0" smtClean="0"/>
              <a:t>Madde işaretli listede </a:t>
            </a:r>
            <a:r>
              <a:rPr lang="tr-TR" sz="1600" dirty="0"/>
              <a:t>değişiklik yapmak için </a:t>
            </a:r>
            <a:r>
              <a:rPr lang="tr-TR" sz="1600" b="1" i="1" dirty="0"/>
              <a:t>Giriş sekmesi &gt; Paragraf komut grubu &gt; Madde İşaretleri</a:t>
            </a:r>
            <a:r>
              <a:rPr lang="tr-TR" sz="1600" i="1" dirty="0"/>
              <a:t> </a:t>
            </a:r>
            <a:r>
              <a:rPr lang="tr-TR" sz="1600" dirty="0" smtClean="0"/>
              <a:t>(        ) </a:t>
            </a:r>
            <a:r>
              <a:rPr lang="tr-TR" sz="1600" dirty="0"/>
              <a:t>düğmesindeki ok tıklanır.</a:t>
            </a:r>
          </a:p>
          <a:p>
            <a:pPr marL="342900" indent="-342900">
              <a:spcAft>
                <a:spcPts val="1200"/>
              </a:spcAft>
              <a:buFont typeface="+mj-lt"/>
              <a:buAutoNum type="arabicPeriod"/>
            </a:pPr>
            <a:r>
              <a:rPr lang="tr-TR" sz="1600" dirty="0" smtClean="0"/>
              <a:t>Açılan </a:t>
            </a:r>
            <a:r>
              <a:rPr lang="tr-TR" sz="1600" dirty="0"/>
              <a:t>listeden istenilen madde işareti seçilir.</a:t>
            </a:r>
          </a:p>
        </p:txBody>
      </p:sp>
      <p:pic>
        <p:nvPicPr>
          <p:cNvPr id="13" name="Resim 12"/>
          <p:cNvPicPr/>
          <p:nvPr/>
        </p:nvPicPr>
        <p:blipFill>
          <a:blip r:embed="rId12"/>
          <a:stretch>
            <a:fillRect/>
          </a:stretch>
        </p:blipFill>
        <p:spPr>
          <a:xfrm>
            <a:off x="2514600" y="2362200"/>
            <a:ext cx="313690" cy="208915"/>
          </a:xfrm>
          <a:prstGeom prst="rect">
            <a:avLst/>
          </a:prstGeom>
        </p:spPr>
      </p:pic>
      <p:pic>
        <p:nvPicPr>
          <p:cNvPr id="14" name="Resim 13"/>
          <p:cNvPicPr/>
          <p:nvPr/>
        </p:nvPicPr>
        <p:blipFill>
          <a:blip r:embed="rId13"/>
          <a:stretch>
            <a:fillRect/>
          </a:stretch>
        </p:blipFill>
        <p:spPr>
          <a:xfrm>
            <a:off x="1091508" y="3014345"/>
            <a:ext cx="1748155" cy="1862455"/>
          </a:xfrm>
          <a:prstGeom prst="rect">
            <a:avLst/>
          </a:prstGeom>
        </p:spPr>
      </p:pic>
      <p:sp>
        <p:nvSpPr>
          <p:cNvPr id="15" name="Metin kutusu 14"/>
          <p:cNvSpPr txBox="1"/>
          <p:nvPr>
            <p:custDataLst>
              <p:tags r:id="rId6"/>
            </p:custDataLst>
          </p:nvPr>
        </p:nvSpPr>
        <p:spPr>
          <a:xfrm>
            <a:off x="533400" y="4859611"/>
            <a:ext cx="3638550" cy="830997"/>
          </a:xfrm>
          <a:prstGeom prst="rect">
            <a:avLst/>
          </a:prstGeom>
          <a:noFill/>
        </p:spPr>
        <p:txBody>
          <a:bodyPr wrap="square" rtlCol="0">
            <a:spAutoFit/>
          </a:bodyPr>
          <a:lstStyle/>
          <a:p>
            <a:r>
              <a:rPr lang="tr-TR" sz="1600" dirty="0"/>
              <a:t>4. Liste dışından başka işareti seçmek için bu listedeki </a:t>
            </a:r>
            <a:r>
              <a:rPr lang="tr-TR" sz="1600" b="1" i="1" dirty="0"/>
              <a:t>Madde İşaretleri ve Numaralandırma </a:t>
            </a:r>
            <a:r>
              <a:rPr lang="tr-TR" sz="1600" dirty="0"/>
              <a:t>tıklanır.</a:t>
            </a:r>
          </a:p>
        </p:txBody>
      </p:sp>
      <p:pic>
        <p:nvPicPr>
          <p:cNvPr id="2052" name="Picture 4" descr="C:\Users\zparlak\AppData\Local\Temp\SNAGHTML890a4f.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9600" y="4192564"/>
            <a:ext cx="3034999" cy="26574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65747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2052"/>
                                        </p:tgtEl>
                                        <p:attrNameLst>
                                          <p:attrName>style.visibility</p:attrName>
                                        </p:attrNameLst>
                                      </p:cBhvr>
                                      <p:to>
                                        <p:strVal val="visible"/>
                                      </p:to>
                                    </p:set>
                                    <p:animEffect transition="in" filter="fade">
                                      <p:cBhvr>
                                        <p:cTn id="31"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Madde işaretli ve numaralarının değiştirilmesi </a:t>
            </a:r>
          </a:p>
        </p:txBody>
      </p:sp>
      <p:grpSp>
        <p:nvGrpSpPr>
          <p:cNvPr id="11" name="Grup 10"/>
          <p:cNvGrpSpPr/>
          <p:nvPr/>
        </p:nvGrpSpPr>
        <p:grpSpPr>
          <a:xfrm>
            <a:off x="0" y="0"/>
            <a:ext cx="9144000" cy="276999"/>
            <a:chOff x="0" y="0"/>
            <a:chExt cx="9144000" cy="381000"/>
          </a:xfrm>
        </p:grpSpPr>
        <p:sp>
          <p:nvSpPr>
            <p:cNvPr id="4" name="Dikdörtgen 3"/>
            <p:cNvSpPr/>
            <p:nvPr>
              <p:custDataLst>
                <p:tags r:id="rId9"/>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10"/>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1"/>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Madde imleri ve numaralara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16</a:t>
            </a:fld>
            <a:endParaRPr lang="tr-TR"/>
          </a:p>
        </p:txBody>
      </p:sp>
      <p:sp>
        <p:nvSpPr>
          <p:cNvPr id="7" name="Metin kutusu 6"/>
          <p:cNvSpPr txBox="1"/>
          <p:nvPr>
            <p:custDataLst>
              <p:tags r:id="rId5"/>
            </p:custDataLst>
          </p:nvPr>
        </p:nvSpPr>
        <p:spPr>
          <a:xfrm>
            <a:off x="533400" y="1371600"/>
            <a:ext cx="7772400" cy="1077218"/>
          </a:xfrm>
          <a:prstGeom prst="rect">
            <a:avLst/>
          </a:prstGeom>
          <a:noFill/>
        </p:spPr>
        <p:txBody>
          <a:bodyPr wrap="square" rtlCol="0">
            <a:spAutoFit/>
          </a:bodyPr>
          <a:lstStyle/>
          <a:p>
            <a:pPr marL="342900" indent="-342900">
              <a:buFont typeface="+mj-lt"/>
              <a:buAutoNum type="arabicPeriod" startAt="5"/>
            </a:pPr>
            <a:r>
              <a:rPr lang="tr-TR" sz="1600" dirty="0" smtClean="0"/>
              <a:t>Açılan</a:t>
            </a:r>
            <a:r>
              <a:rPr lang="tr-TR" sz="1600" b="1" dirty="0" smtClean="0"/>
              <a:t> </a:t>
            </a:r>
            <a:r>
              <a:rPr lang="tr-TR" sz="1600" b="1" i="1" dirty="0"/>
              <a:t>Madde İşaretleri ve Numaralandırma</a:t>
            </a:r>
            <a:r>
              <a:rPr lang="tr-TR" sz="1600" b="1" dirty="0"/>
              <a:t> </a:t>
            </a:r>
            <a:r>
              <a:rPr lang="tr-TR" sz="1600" dirty="0"/>
              <a:t>iletişim kutusunda madde </a:t>
            </a:r>
            <a:r>
              <a:rPr lang="tr-TR" sz="1600" dirty="0" smtClean="0"/>
              <a:t>işaretleri </a:t>
            </a:r>
            <a:r>
              <a:rPr lang="tr-TR" sz="1600" i="1" dirty="0" smtClean="0"/>
              <a:t> </a:t>
            </a:r>
            <a:r>
              <a:rPr lang="tr-TR" sz="1600" b="1" i="1" dirty="0"/>
              <a:t>Resim veya Özelleştir</a:t>
            </a:r>
            <a:r>
              <a:rPr lang="tr-TR" sz="1600" dirty="0"/>
              <a:t> </a:t>
            </a:r>
            <a:r>
              <a:rPr lang="tr-TR" sz="1600" dirty="0" smtClean="0"/>
              <a:t>düğmelerinden </a:t>
            </a:r>
            <a:r>
              <a:rPr lang="tr-TR" sz="1600" dirty="0"/>
              <a:t>biri seçilerek verilir.</a:t>
            </a:r>
          </a:p>
          <a:p>
            <a:pPr marL="800100" lvl="1" indent="-342900">
              <a:buFont typeface="+mj-lt"/>
              <a:buAutoNum type="arabicPeriod"/>
            </a:pPr>
            <a:r>
              <a:rPr lang="tr-TR" sz="1600" b="1" i="1" dirty="0" smtClean="0"/>
              <a:t>Resim</a:t>
            </a:r>
            <a:r>
              <a:rPr lang="tr-TR" sz="1600" dirty="0" smtClean="0"/>
              <a:t> </a:t>
            </a:r>
            <a:r>
              <a:rPr lang="tr-TR" sz="1600" dirty="0"/>
              <a:t>düğmesi tıklandığında madde işareti olarak bir </a:t>
            </a:r>
            <a:r>
              <a:rPr lang="tr-TR" sz="1600" b="1" i="1" dirty="0"/>
              <a:t>Küçük Resim</a:t>
            </a:r>
            <a:r>
              <a:rPr lang="tr-TR" sz="1600" b="1" dirty="0"/>
              <a:t> </a:t>
            </a:r>
            <a:r>
              <a:rPr lang="tr-TR" sz="1600" dirty="0"/>
              <a:t>seçilir ve </a:t>
            </a:r>
            <a:r>
              <a:rPr lang="tr-TR" sz="1600" b="1" i="1" dirty="0"/>
              <a:t>Tamam</a:t>
            </a:r>
            <a:r>
              <a:rPr lang="tr-TR" sz="1600" dirty="0"/>
              <a:t>’a tıklanır.</a:t>
            </a:r>
          </a:p>
        </p:txBody>
      </p:sp>
      <p:pic>
        <p:nvPicPr>
          <p:cNvPr id="16" name="Resim 15"/>
          <p:cNvPicPr/>
          <p:nvPr/>
        </p:nvPicPr>
        <p:blipFill>
          <a:blip r:embed="rId14"/>
          <a:stretch>
            <a:fillRect/>
          </a:stretch>
        </p:blipFill>
        <p:spPr>
          <a:xfrm>
            <a:off x="1052076" y="2443480"/>
            <a:ext cx="1605280" cy="2128520"/>
          </a:xfrm>
          <a:prstGeom prst="rect">
            <a:avLst/>
          </a:prstGeom>
        </p:spPr>
      </p:pic>
      <p:pic>
        <p:nvPicPr>
          <p:cNvPr id="17" name="Picture 2" descr="G:\Muhittin Akgül\imajlar\postit.g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28797" y="2548491"/>
            <a:ext cx="2084697" cy="1935998"/>
          </a:xfrm>
          <a:prstGeom prst="rect">
            <a:avLst/>
          </a:prstGeom>
          <a:noFill/>
          <a:extLst>
            <a:ext uri="{909E8E84-426E-40DD-AFC4-6F175D3DCCD1}">
              <a14:hiddenFill xmlns:a14="http://schemas.microsoft.com/office/drawing/2010/main">
                <a:solidFill>
                  <a:srgbClr val="FFFFFF"/>
                </a:solidFill>
              </a14:hiddenFill>
            </a:ext>
          </a:extLst>
        </p:spPr>
      </p:pic>
      <p:sp>
        <p:nvSpPr>
          <p:cNvPr id="18" name="Metin kutusu 17"/>
          <p:cNvSpPr txBox="1"/>
          <p:nvPr>
            <p:custDataLst>
              <p:tags r:id="rId6"/>
            </p:custDataLst>
          </p:nvPr>
        </p:nvSpPr>
        <p:spPr>
          <a:xfrm>
            <a:off x="5457397" y="2909264"/>
            <a:ext cx="1599216" cy="1446550"/>
          </a:xfrm>
          <a:prstGeom prst="rect">
            <a:avLst/>
          </a:prstGeom>
          <a:noFill/>
        </p:spPr>
        <p:txBody>
          <a:bodyPr wrap="square" rtlCol="0">
            <a:spAutoFit/>
          </a:bodyPr>
          <a:lstStyle/>
          <a:p>
            <a:r>
              <a:rPr lang="tr-TR" sz="1100" dirty="0"/>
              <a:t>Burada Arama metnini kutucuğa yazarak bu metin ile ilişkili küçük resimleri bilgisayarınızda kurulu olan ofis programı içinde ve Office.com üzerinden de arayarak listeler.</a:t>
            </a:r>
          </a:p>
        </p:txBody>
      </p:sp>
      <p:sp>
        <p:nvSpPr>
          <p:cNvPr id="19" name="Metin kutusu 18"/>
          <p:cNvSpPr txBox="1"/>
          <p:nvPr>
            <p:custDataLst>
              <p:tags r:id="rId7"/>
            </p:custDataLst>
          </p:nvPr>
        </p:nvSpPr>
        <p:spPr>
          <a:xfrm>
            <a:off x="533400" y="4520625"/>
            <a:ext cx="7772400" cy="584775"/>
          </a:xfrm>
          <a:prstGeom prst="rect">
            <a:avLst/>
          </a:prstGeom>
          <a:noFill/>
        </p:spPr>
        <p:txBody>
          <a:bodyPr wrap="square" rtlCol="0">
            <a:spAutoFit/>
          </a:bodyPr>
          <a:lstStyle/>
          <a:p>
            <a:pPr marL="800100" lvl="1" indent="-342900">
              <a:buFont typeface="+mj-lt"/>
              <a:buAutoNum type="arabicPeriod" startAt="2"/>
            </a:pPr>
            <a:r>
              <a:rPr lang="tr-TR" sz="1600" b="1" i="1" dirty="0" smtClean="0"/>
              <a:t>Özelleştir</a:t>
            </a:r>
            <a:r>
              <a:rPr lang="tr-TR" sz="1600" dirty="0" smtClean="0"/>
              <a:t> </a:t>
            </a:r>
            <a:r>
              <a:rPr lang="tr-TR" sz="1600" dirty="0"/>
              <a:t>düğmesi tıklandığında madde işareti olarak yazı tipleri içindeki bir </a:t>
            </a:r>
            <a:r>
              <a:rPr lang="tr-TR" sz="1600" b="1" i="1" dirty="0"/>
              <a:t>Simge</a:t>
            </a:r>
            <a:r>
              <a:rPr lang="tr-TR" sz="1600" i="1" dirty="0"/>
              <a:t> </a:t>
            </a:r>
            <a:r>
              <a:rPr lang="tr-TR" sz="1600" dirty="0"/>
              <a:t>seçilir ve </a:t>
            </a:r>
            <a:r>
              <a:rPr lang="tr-TR" sz="1600" b="1" i="1" dirty="0"/>
              <a:t>Tamam</a:t>
            </a:r>
            <a:r>
              <a:rPr lang="tr-TR" sz="1600" dirty="0"/>
              <a:t>’a tıklanır.</a:t>
            </a:r>
          </a:p>
        </p:txBody>
      </p:sp>
      <p:pic>
        <p:nvPicPr>
          <p:cNvPr id="20" name="Resim 19"/>
          <p:cNvPicPr/>
          <p:nvPr/>
        </p:nvPicPr>
        <p:blipFill>
          <a:blip r:embed="rId16"/>
          <a:stretch>
            <a:fillRect/>
          </a:stretch>
        </p:blipFill>
        <p:spPr>
          <a:xfrm>
            <a:off x="1524000" y="5058167"/>
            <a:ext cx="2482215" cy="1755140"/>
          </a:xfrm>
          <a:prstGeom prst="rect">
            <a:avLst/>
          </a:prstGeom>
        </p:spPr>
      </p:pic>
      <p:pic>
        <p:nvPicPr>
          <p:cNvPr id="21" name="Picture 2" descr="G:\Muhittin Akgül\imajlar\postit.g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28797" y="4777755"/>
            <a:ext cx="2084697" cy="1935998"/>
          </a:xfrm>
          <a:prstGeom prst="rect">
            <a:avLst/>
          </a:prstGeom>
          <a:noFill/>
          <a:extLst>
            <a:ext uri="{909E8E84-426E-40DD-AFC4-6F175D3DCCD1}">
              <a14:hiddenFill xmlns:a14="http://schemas.microsoft.com/office/drawing/2010/main">
                <a:solidFill>
                  <a:srgbClr val="FFFFFF"/>
                </a:solidFill>
              </a14:hiddenFill>
            </a:ext>
          </a:extLst>
        </p:spPr>
      </p:pic>
      <p:sp>
        <p:nvSpPr>
          <p:cNvPr id="22" name="Metin kutusu 21"/>
          <p:cNvSpPr txBox="1"/>
          <p:nvPr>
            <p:custDataLst>
              <p:tags r:id="rId8"/>
            </p:custDataLst>
          </p:nvPr>
        </p:nvSpPr>
        <p:spPr>
          <a:xfrm>
            <a:off x="5457397" y="5138528"/>
            <a:ext cx="1599216" cy="769441"/>
          </a:xfrm>
          <a:prstGeom prst="rect">
            <a:avLst/>
          </a:prstGeom>
          <a:noFill/>
        </p:spPr>
        <p:txBody>
          <a:bodyPr wrap="square" rtlCol="0">
            <a:spAutoFit/>
          </a:bodyPr>
          <a:lstStyle/>
          <a:p>
            <a:r>
              <a:rPr lang="tr-TR" sz="1100" dirty="0"/>
              <a:t>Burada Yazı Tipi değiştirilerek simge listesi de değiştirilmiş olur.</a:t>
            </a:r>
          </a:p>
        </p:txBody>
      </p:sp>
    </p:spTree>
    <p:custDataLst>
      <p:tags r:id="rId1"/>
    </p:custDataLst>
    <p:extLst>
      <p:ext uri="{BB962C8B-B14F-4D97-AF65-F5344CB8AC3E}">
        <p14:creationId xmlns:p14="http://schemas.microsoft.com/office/powerpoint/2010/main" val="370430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Madde işaretli ve numaralarının değiştirilmesi </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Madde imleri ve numaralara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17</a:t>
            </a:fld>
            <a:endParaRPr lang="tr-TR"/>
          </a:p>
        </p:txBody>
      </p:sp>
      <p:sp>
        <p:nvSpPr>
          <p:cNvPr id="7" name="Metin kutusu 6"/>
          <p:cNvSpPr txBox="1"/>
          <p:nvPr>
            <p:custDataLst>
              <p:tags r:id="rId5"/>
            </p:custDataLst>
          </p:nvPr>
        </p:nvSpPr>
        <p:spPr>
          <a:xfrm>
            <a:off x="533400" y="1371600"/>
            <a:ext cx="7772400" cy="1631216"/>
          </a:xfrm>
          <a:prstGeom prst="rect">
            <a:avLst/>
          </a:prstGeom>
          <a:noFill/>
        </p:spPr>
        <p:txBody>
          <a:bodyPr wrap="square" rtlCol="0">
            <a:spAutoFit/>
          </a:bodyPr>
          <a:lstStyle/>
          <a:p>
            <a:r>
              <a:rPr lang="tr-TR" sz="1600" b="1" u="sng" dirty="0"/>
              <a:t>Madde Numaralı listenin değiştirilmesi</a:t>
            </a:r>
            <a:endParaRPr lang="tr-TR" sz="1600" b="1" dirty="0"/>
          </a:p>
          <a:p>
            <a:pPr marL="342900" indent="-342900">
              <a:spcAft>
                <a:spcPts val="1200"/>
              </a:spcAft>
              <a:buFont typeface="+mj-lt"/>
              <a:buAutoNum type="arabicPeriod"/>
            </a:pPr>
            <a:r>
              <a:rPr lang="tr-TR" sz="1600" dirty="0" smtClean="0"/>
              <a:t>Madde </a:t>
            </a:r>
            <a:r>
              <a:rPr lang="tr-TR" sz="1600" dirty="0"/>
              <a:t>numaralı liste seçilir</a:t>
            </a:r>
          </a:p>
          <a:p>
            <a:pPr marL="342900" indent="-342900">
              <a:spcAft>
                <a:spcPts val="1200"/>
              </a:spcAft>
              <a:buFont typeface="+mj-lt"/>
              <a:buAutoNum type="arabicPeriod"/>
            </a:pPr>
            <a:r>
              <a:rPr lang="tr-TR" sz="1600" dirty="0" smtClean="0"/>
              <a:t>Numaralandırmada </a:t>
            </a:r>
            <a:r>
              <a:rPr lang="tr-TR" sz="1600" dirty="0"/>
              <a:t>değişiklik yapmak için </a:t>
            </a:r>
            <a:r>
              <a:rPr lang="tr-TR" sz="1600" b="1" i="1" dirty="0"/>
              <a:t>Giriş sekmesi &gt; Paragraf komut grubu &gt; Numaralandırma </a:t>
            </a:r>
            <a:r>
              <a:rPr lang="tr-TR" sz="1600" dirty="0"/>
              <a:t>( </a:t>
            </a:r>
            <a:r>
              <a:rPr lang="tr-TR" sz="1600" dirty="0" smtClean="0"/>
              <a:t>    ) </a:t>
            </a:r>
            <a:r>
              <a:rPr lang="tr-TR" sz="1600" dirty="0"/>
              <a:t>düğmesindeki ok tıklanır.</a:t>
            </a:r>
          </a:p>
          <a:p>
            <a:pPr marL="342900" indent="-342900">
              <a:spcAft>
                <a:spcPts val="1200"/>
              </a:spcAft>
              <a:buFont typeface="+mj-lt"/>
              <a:buAutoNum type="arabicPeriod"/>
            </a:pPr>
            <a:r>
              <a:rPr lang="tr-TR" sz="1600" dirty="0" smtClean="0"/>
              <a:t>Açılan </a:t>
            </a:r>
            <a:r>
              <a:rPr lang="tr-TR" sz="1600" dirty="0"/>
              <a:t>listeden istenilen numaralandırma biçimi seçilir.</a:t>
            </a:r>
          </a:p>
        </p:txBody>
      </p:sp>
      <p:pic>
        <p:nvPicPr>
          <p:cNvPr id="16" name="Resim 15"/>
          <p:cNvPicPr/>
          <p:nvPr/>
        </p:nvPicPr>
        <p:blipFill>
          <a:blip r:embed="rId13"/>
          <a:stretch>
            <a:fillRect/>
          </a:stretch>
        </p:blipFill>
        <p:spPr>
          <a:xfrm>
            <a:off x="2514600" y="2315210"/>
            <a:ext cx="275590" cy="199390"/>
          </a:xfrm>
          <a:prstGeom prst="rect">
            <a:avLst/>
          </a:prstGeom>
        </p:spPr>
      </p:pic>
      <p:pic>
        <p:nvPicPr>
          <p:cNvPr id="17" name="Resim 16"/>
          <p:cNvPicPr/>
          <p:nvPr/>
        </p:nvPicPr>
        <p:blipFill>
          <a:blip r:embed="rId14"/>
          <a:stretch>
            <a:fillRect/>
          </a:stretch>
        </p:blipFill>
        <p:spPr>
          <a:xfrm>
            <a:off x="5525069" y="2315210"/>
            <a:ext cx="1660525" cy="1764665"/>
          </a:xfrm>
          <a:prstGeom prst="rect">
            <a:avLst/>
          </a:prstGeom>
        </p:spPr>
      </p:pic>
      <p:sp>
        <p:nvSpPr>
          <p:cNvPr id="18" name="Metin kutusu 17"/>
          <p:cNvSpPr txBox="1"/>
          <p:nvPr>
            <p:custDataLst>
              <p:tags r:id="rId6"/>
            </p:custDataLst>
          </p:nvPr>
        </p:nvSpPr>
        <p:spPr>
          <a:xfrm>
            <a:off x="533400" y="3029306"/>
            <a:ext cx="4991669" cy="830997"/>
          </a:xfrm>
          <a:prstGeom prst="rect">
            <a:avLst/>
          </a:prstGeom>
          <a:noFill/>
        </p:spPr>
        <p:txBody>
          <a:bodyPr wrap="square" rtlCol="0">
            <a:spAutoFit/>
          </a:bodyPr>
          <a:lstStyle/>
          <a:p>
            <a:pPr marL="342900" indent="-342900">
              <a:buFont typeface="+mj-lt"/>
              <a:buAutoNum type="arabicPeriod" startAt="4"/>
            </a:pPr>
            <a:r>
              <a:rPr lang="tr-TR" sz="1600" dirty="0" smtClean="0"/>
              <a:t>Bu </a:t>
            </a:r>
            <a:r>
              <a:rPr lang="tr-TR" sz="1600" dirty="0"/>
              <a:t>açılan liste dışından başka bir </a:t>
            </a:r>
            <a:r>
              <a:rPr lang="tr-TR" sz="1600" dirty="0" smtClean="0"/>
              <a:t>numaralandırma </a:t>
            </a:r>
            <a:r>
              <a:rPr lang="tr-TR" sz="1600" dirty="0"/>
              <a:t>yapmak için bu listedeki </a:t>
            </a:r>
            <a:r>
              <a:rPr lang="tr-TR" sz="1600" i="1" dirty="0"/>
              <a:t>Madde İşaretleri ve Numaralandırma</a:t>
            </a:r>
            <a:r>
              <a:rPr lang="tr-TR" sz="1600" dirty="0"/>
              <a:t> tıklanır.</a:t>
            </a:r>
          </a:p>
        </p:txBody>
      </p:sp>
      <p:pic>
        <p:nvPicPr>
          <p:cNvPr id="19" name="Resim 18"/>
          <p:cNvPicPr/>
          <p:nvPr/>
        </p:nvPicPr>
        <p:blipFill>
          <a:blip r:embed="rId15"/>
          <a:stretch>
            <a:fillRect/>
          </a:stretch>
        </p:blipFill>
        <p:spPr>
          <a:xfrm>
            <a:off x="958816" y="3860303"/>
            <a:ext cx="2326005" cy="2033270"/>
          </a:xfrm>
          <a:prstGeom prst="rect">
            <a:avLst/>
          </a:prstGeom>
        </p:spPr>
      </p:pic>
      <p:sp>
        <p:nvSpPr>
          <p:cNvPr id="20" name="Metin kutusu 19"/>
          <p:cNvSpPr txBox="1"/>
          <p:nvPr>
            <p:custDataLst>
              <p:tags r:id="rId7"/>
            </p:custDataLst>
          </p:nvPr>
        </p:nvSpPr>
        <p:spPr>
          <a:xfrm>
            <a:off x="3505200" y="4267200"/>
            <a:ext cx="4991669" cy="1323439"/>
          </a:xfrm>
          <a:prstGeom prst="rect">
            <a:avLst/>
          </a:prstGeom>
          <a:noFill/>
        </p:spPr>
        <p:txBody>
          <a:bodyPr wrap="square" rtlCol="0">
            <a:spAutoFit/>
          </a:bodyPr>
          <a:lstStyle/>
          <a:p>
            <a:pPr marL="342900" indent="-342900">
              <a:buFont typeface="+mj-lt"/>
              <a:buAutoNum type="arabicPeriod" startAt="5"/>
            </a:pPr>
            <a:r>
              <a:rPr lang="tr-TR" sz="1600" dirty="0" smtClean="0"/>
              <a:t>Açılan </a:t>
            </a:r>
            <a:r>
              <a:rPr lang="tr-TR" sz="1600" dirty="0"/>
              <a:t>Madde İşaretleri ve Numaralandırma iletişim kutusunda istenilen </a:t>
            </a:r>
            <a:r>
              <a:rPr lang="tr-TR" sz="1600" dirty="0" err="1"/>
              <a:t>numaralnadırma</a:t>
            </a:r>
            <a:r>
              <a:rPr lang="tr-TR" sz="1600" dirty="0"/>
              <a:t> seçilir. Numaralandırılmaya başlanacak olan sayıyı değiştirmek için Başlangıç sayısının yanındaki sayaç kutusundaki sayıyı değiştiriniz.</a:t>
            </a:r>
          </a:p>
        </p:txBody>
      </p:sp>
    </p:spTree>
    <p:custDataLst>
      <p:tags r:id="rId1"/>
    </p:custDataLst>
    <p:extLst>
      <p:ext uri="{BB962C8B-B14F-4D97-AF65-F5344CB8AC3E}">
        <p14:creationId xmlns:p14="http://schemas.microsoft.com/office/powerpoint/2010/main" val="417533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tags/tag1.xml><?xml version="1.0" encoding="utf-8"?>
<p:tagLst xmlns:a="http://schemas.openxmlformats.org/drawingml/2006/main" xmlns:r="http://schemas.openxmlformats.org/officeDocument/2006/relationships" xmlns:p="http://schemas.openxmlformats.org/presentationml/2006/main">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ARTICULATE_PROJECT_OPEN" val="0"/>
  <p:tag name="MMPROD_1PHOTO" val=""/>
  <p:tag name="MMPROD_1LOGO" val=""/>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42436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gkj/76p4jqVIanSHmhmdyAQ/LUqw1OsNSrH9aBFYR07ZVoQ0/yaAKojqRY6tJDuqZLUt2oKM/y6PJrXTTZGRSkTuv95RRPpcsYViDGuf4hQBkNHto8kNVqSaCN9jyRq/93evP+760QqlxDvTa2OjKaAKLR9qDHVxrfuPmprRnpwtAFIw7uaY0dXdtMK/WgCg8O2ovL21oPHUTQ/LQKxQdfY0xl/4FV14aheP/AL5oGX0jqVI/+BU9F9qnSMZ6UMkjSGpBHz0qVI+ORUqR/wCztoAiWE+lSpb7m6fNUyR7uKuJHFbwvPOdkUSFiyjdQA2z0mWYZCFlFeRfFP8AaAs/Bs0ukeHBbalq4O2S5zvht2/u8cOf9mvHfi18ZNT+IWsNBYXF1Z6CnyJbNOQs3+06ptFY2ieHbSSFJA5snc8uys0X/wBale+xqonSReNPGHi67zc65e2sE78/ZZvs8Wf4flHFdFL4Z1XT7ZdQuLm7v0hKqZYr196KTt3fe/h+9V3RobCx06LT3SB7mVNouYl3I+fuh1PBH/Af+BV1/gPwLcah5AnkZUzsaJDuwpb+H2X/AOJq2rHVTpObKp1BNJhi+2oLhSGiDRvuYOMc/wDAht+aom+J1vpdmlvbpJ99lWSc7V2jj5vevovSvg+L4pDcadDLBKPvM4RlzhVO4r/s7v8AgVcd8Uv2SYJNOuL3TALeaIF5Nj+ap9mrK7O14B8vMjhNA+KGn6lIsdw8as3yBY3HD/4V2kapdRLIuGUjcGU7s18u6XHrHhfxG2nxT2unTi42BpbdJYQw7OCuRu/vf9816v4Y1DV7ER3InFl5UhS9sWP7kN/eRenzVqtUeVOm4vlPSHt9tVmjK/7X+9WoGjurZJ4yHRxuDLULw1JkZzR011q48P8AwKonhoC5TdaieOrrx+1QsvpmgC6kdTpHT0Wp0j9qCRiR+1SpD7VMkdTpGd3SgCOC35UVx/7QXiaPwX8JtRlJ23F+RZQL/eLj5vwUbjXoNtD8/PrXy/8Ats69JN4h8NaBFIX+yWj3BiUfKryFVUt6nav+d1JlxPE/DFnca1c+RBHtgjG53x8qj+GvbvA3hG91iVLaOB9n3dzDcpqr4H8Ep4d0S0tCd9w43zsw+Yua+hfhNY20azoQN4T5dv8AFXKqjvoe7h8KpL3yfwL+z/ZRzpPekO2OYohsVj/SvoDw94T0jQbZIreyi342lsbmx/vVh+H2SOZHH3cbfmNd5ocIZ2klcLj5Rz/FWyu2e5TpwpqyRpaXZmTZ5duqqg+8o+9/wGtdNPguIXjMSrkFdy/rWnok1vcIwSJmYjlmFaD6ejcfc/2a6bWQOqk+U+C/2o/gedN1x9Q06I27v+981U+Vv7p/76XBH+0tcHZ6LLfQPJcSCeWWNEMUYDI/3cFe4ON3/j1fcXx70e3vPD7i43okce4T/wBxf4q/PvxP4o1LS/El7LGI2RY0ihlT5Udw3yq69t2773+7UpWPnsVbn5j1LwRHG2jzxxSvKkcm3a4+dOPutWtJHzWJ8KNUGvaVe3ETiWBvLfcw+dWI3bW916N71000fz4qWeRLczXWmGOrbw7TULx0ElN4+1V3jrQdf9moXX5u1BJdRd1Wo46dFCN3+zVmOPvQAyKP2qdI/u1KkftVhI9poFcLSPnpXzV+2HoZh8e+FNbkgRYJIPs4ZT8zlHV/m/P/AMdr6dhUqy15d+1v4bj1T4LT6wE/0rRruG4Rv7qO3lv/AOhLUy2NofEcbaWf75CR94Kfzr2zwN4biumt5YpyjsNv935q+f2h8Q+KJrC20R4rOIWkTvc3J2rnYp+b2XdXR6V8QvEfw5W3/te8s721U/vLy1DmJR/vhcf+PVyU4WPpqVXljsfWUOiy6Xp0sfmo8qQtL8vrXX+FZI7qHN5cRWqwp+8klfav1avEfBHjyf4iLLZ6ZIst5dW5WPaf4v8AerpvGPgPVfCWgrqfi24KWSIiyQQMdpYjo3+FdMZI9Hm0909nb4yfDvQ5lgPiWylvMbVgtn3M3/1v0+Wui8N/ETRvGFs0llJLFMshTZOm3ew/uN0NfBWhftCeGvBfi2yi1K3i0RNQMktrJBo0c3ypnd5s0k0WeAeF/i+Va+o/h98TtP8AF2qLZXFnaPeH/UXlrBJbq395HR1V7aZf7j8HqGI5rp5uZXONe82pPVHo3j/wy/iTw/exo+yfyzjb97Ffl98UfCN/DqF+Z0NqtsCskuflZC7bTt9dyqrfnX62QW7rCplId/8Anovevifxn8Mb3xN8T9b8NWMby3t5HLhJI96bSf4vb5s7uMbfvVk0rnJXp86908n/AGaJPt3hLXLwnaz3qoVVvk+5u+X/AL6r06aMZapbP4LaV8DdC+waL4iPiG1mv5YbrzbU2721yiDMaqeqfK20/wA+tN/1lK9zwK0JU58k1ZlKSM1Xkj9q0njqs8fzf/E1JiZ7x881XlXnOK0po9tVXXbVXA1Ej7Vbij9qSGP1q1FH92mA2NanSOnxx1YjjoJsMij+asX4x6Wdc+CHjixS3N082lSeXGv3twwyn/gO3d/wGuiij5WtnTYw26N0Dq6FCrfdKlfu1DV0axdnqfI9zJJN4R0bT7O5FvLcW9v5jsNy7di5+XvWjq/wT0i41CfxJ/wkbW7TWMdu+mWcJmZ2BQ5Du37vds528nc43YZq3/BOk27TWtvLAu3YItkg28D5cV6D4ujs9D0R3EcNrbxo2FjAVfu1hGThqfVUqCqQVzi/2JvDd5oPxRW38+SdbaNnCyqq9So27RwPpX6NeMvDkPjTw/faPdojxXCMpdo1cI+MK+D3FfGv7GXh3ztcl8UO6s15cC0hjl+VkUfMz19uXcdzFbziExvIynYzn5M9s1vRXNDU6eVJJHyx4d/Zw1TwnrUEmoWXhTXrOxkzZfbrBWaDPPydhz/6DX0dpENxqUa/aLayfaBh7aPbj/d+WvPPh18VrDxlqF7p0qvZ6jbSGKazndWK44/EV7Hp7QWdsgVozs6cda2ppNabDqx5HruNnXyYk4wQo7dq8Vl02V/2gPFN3psccut2vhZTaRSHajvJJhS+OoXaufZq9g1PUhcK6qGbj7uK5PR9Asl8bal4hEUr6tdab/ZxlUsw8vduVdvTrzUSSZgtEeS/Gi/k8V/Di01uSF7XULbUYY9TtXBXyZgjRtjPOPnSvIbb5kr6F+PtlZ+Hvh1cRO6y32tXaZUBuZt6SSuA3QKIsAdt1eAwQ7UWpSa0Z4mOcXUvHsNeP+Kq0se7tWjt7VXkj+tI8ozpI6ryR1pPHw1U5I/agDWijPtVpI6Yi1ajWrAfHHU6R7qEj+7VpI/u0ANSPbt4rRsf3coP901WSOrVsu1lqAPGvE+njRfiHq0YJRGn+0J/uyBX/wDZmqj8W4X1Twx5ayuiuUUsvp/FXX/GSx+y+IdL1MDbHd2vlFl/vof/AIllrlvF1v8A2l4cikZHlihjLmJT8znb92uSeh9dgavNSOP+FnjTxZpfimCPS08+1j2YSAMuNnDM33h8y9RX2R8IbC38YahdeLD4z8S3FnqAkSfw9JOBaQsPlwvGUH8Py4r5T+E/ijxnJqUUfgzRNM0i4wXEmvTomU/iyqo/5V7/AOA7D4nrPPZnxv4R8P6eJGd4LGzN5sc9cD5Mfia6KSSPVhRlOHNexofFv4VnwD4q03x54NHkxRps1LTlI3eX/wA9V917rXtHhLxA2tada3YdHjkRc8/LXmPi3RPiXYi31TTfFuia/YW/F3pkmjvbPOP4ir+a4/4Dt/irrPhosk3hiKOON7dst+6b70Y3dN1VdKTsc1VyW56Qn75mjz82edtcT8S/Eep+CfCt7q2kiJr2zmt3Kyj5Hi3jeG/3l4/4FXZWEaafas8kgdccyKO1eW/HDVFuPh7f7Ol9f20I2n+EOzt/6BWi0R5NWq0rnkXjDxprHxK1pNT1XyokhTZb2kH+qhB+9t3dS3rWckO0VPZ24VF+XtUzR7ajmPn5zc5c0ii8e3cKikWrrx1XdaDMoPHVWWP71X5lqrIvtQUascdWoY/+A0yNauRLVskei+1WEjoijq1HHSuAiL7VYiXmhIanEdSTYyfHXhuTxZ4Tnt7aPzdRtH+1Wq/xOw+8n/Al/VVrxvS9WPkfY3IZWPybh0b+61fQtoxjdcH7prhfi78NYrzTL3xTpH7m/tE869tFHyXabvmdfR1+8fX61lOFz08JivY+6cB4X8D2mtarPF57RbflRIn2sSa+gvhh+zHpHh2eK+iuy+pRYfa3zI2f+BV8u6P4yg0HUoNQJ2yo+4xsPu8V7Non7VWnabq6Sfaz9ldFYqvzbDtwwVaKcEtz6NY9ch9YNpI8iISYEsQ2yMo9Ky4ZItHeVE2RIHXK/wANeJf8NZaRdW7R2kczsRwypu/4Du65rKi1zxL8Urzyp5zo2kZ3+RA+2V/+BdhXW6cOh5NTFTnM9S1zx8de1RNC0PNxdO376VfuW4/iZmrN+OWjnTfAfh63HzL/AGsuWY9cQS/NXXfDrwPaeH7WKOKJYtw/u7mZv96vLv8AgoVrh8F/Db4c6xFcGCWw8Y20skcZ+aSD7NcC4T3Gxv8Ax6i19EctVvkbkcdbQlUXjtTnX61pfZ02K8TiWBwrxup+VkK5Vv8Avmqske3dWJ5ZnyR1WlX1rRkX1qrMvOaVyjOlWqki1oSL2qq8fzUgNaHrVyNaghjq7HH7VRJLGo7VcjX7tMhhq7DbmgBqR1OkNWIrMt0H6Veh0mWTpGzf7ooAowwncOK4z9ov4wWXwJ+C+ra9cRR3epX+7TNMspc7Z53B3M2P4ETc5+ir/FXea9q2heB7WC88Ta7pfhq1mO2OXV71LdZf93e3P/Aa/Oz/AIKD/GHSfil8RdG0/wAL6vDrfhXQNPaKO8tVbyZLyR83DIx++MCFN33fkOKLXHF+8e/p4Z0zxFZWVxbkS29zGksMq/3SoatPQPgze6leKPPCxL13JXhn7OfxOkfwRpVjdSndbIIkLH+EcLX2H8MvHEGpKttJBtlU/JJkbWWsIay5T2lBThzI0fBfwLsrNle5jWWUDd8wr1zw94TstFRY4Iz5uOFX+H/gXaptFt5Ps2R93uqn5v8Avqp7HWI7e52ZjKpnKs+1Ex94sxrtSshKml7x2+keXptvLc3ksVvZ28fmyXMp2rGAPmPPb3r82/2uPjUP2gvH9umnFl8H6IHt9MjYbTcMT+9nP+/tXb7KP7zV2/7SH7R1x8SjceG/D9y8XhSJ9lxeRHb/AGk47L/0xU/99/Tr4Na6ejFP4cn9K9nCYZ255niY3FqX7uGx9C/s1+Kh4o+Hn9h3MqHWfDp+ylGK73tf+WLqvcL9zd/sr/er0G6t2Vm4/wCA18bWnia8+GfxL07WdOuFtby3tZVhVgrJNkrvR17ptxx/LbXufhj9qjRtUmS08WaVLocpO3+07MGW23f3nT76f8B31xYnCyU24HNTrJrlZ6FMtVZI+1bz2sF5aQXdnPFdWc6CWC5tnDxSIfusrDg1nXNuV3cV5mp1GRIu1vxqnMtaM6lapyRnvSKNiFa0bW3LdKrWkPzdK5v42/GLS/gH4DbWbqOC/wBeuj5Oj6PLIwa6kG3e7Y58tA24n/dG7c1a7mdzuNV1LR/Cdgl/4g1nTtBsieJ9Tukt1P8Au725/wCA15j4w/bK+EfglGjs9VuvGV72g8Pwbov+BTSbUH/Ac1+fPjnxdq/xU8Uaj4o8RTi81a+kLlefKgG7iGJWZtiL0Va57d5Ixjan3Tt7VoqYuY+nviF/wUK8e6sssPhDStL8G2fKpO6C+uz/AHfnddgP+6leOX/7TXxh1a5W4vfib4kWVOiWl81un/fKbR/47XEzW4ksZePmQ/pWW8fz4/8AQaVrEp3NzxL4p1jxpq0+teI9Wvdf1qYYa61O5aaX/ZGT0HsK1vFXgu4XwFbagke5IQd7e3y5P/j1clFNHb3nmyLvggQuU9SO3/fVegeDPjv5d5baZ4k0+zPhyYmO4e1ibzURhtY8lgR/eGMmtIct7M0d+g/4OXBhsltt+yUjdH/tN6V9g/Bbxc8P2eK5eNOfuzjbyP7rV8x2PgX+w7vS73R7gahock+yK8iO9DluN2PavpLRPA8ljDJe3brZ2tuPOknlfYsKfxMzenvXC4uNQ9PDzfKfaXh7xJBJpS7yJfk5WP7v/fXpXyn8afjVJ8RLq88NeGrgp4Ujdl1HUojt/tI/xQo3/PFe7fx/Tr4b8Rv2vvDt5fv4RsrnUP8AhFw4iu9TsYl/0tf4lVSQfJ9R1b6fLXa2MGnanoNld6Bcw32k3CfuLm2PyHHUexB6huRXvYChGrPmn06HDjcTyrkht3MCaETS7I0widFWtS2t49Nhe7nAZYUZ9uducVej0sQhc/e77q5zxnJcXgtdLtPvXLFpvaIfw/8AAi3/AI7X0D0VzwviPLda+3+IruyN7HLFe3dxJPcXLD9za2xO5I1YcZYba7STSZ9a0aLyylqi/IZ5TtyB91tveul0zSYtJgdPvuwVZN33aydT81rlP7PFu6Z4llc+VD/sqnf/AHq5VC3vMpu+x0vw4+ImufCe0/srTLmHVtLuCX+w6nGWijf+J4mDKU3fxDof7tddF+1hp8d59n1nw3tXO159IuvN8v8AvMyuq/8AfO6vFryzj0/dca5dy3SruwsAOx29Ng5/Bq5y516W6hbyLN9Otx/C0fz/APfPauOrh6U9WtTWEprqfeEH2DXrP7Zo9/a6rZsNwnsZhKuP9rHSsu5tzH2r4e8PR6ja61b6pZ6jdaXdQ/PHLZv5Tj/gQ/k1fR3gj9oa0vLdLDxoGt7oEKms20H7mQf9NkH3D/tKMf7K15FTCTgrx1OuFVN2ke4/arPQdH1DWdRfytO021ku7qTO3ESBnb/0HbX5l/Ev4naz8aviFdeI9dYQzzIIrGxj/wBVZ23zbIU/765buWY19M/t7/EW+0fw7oXw/wBNdoI9ViOp6m6tt82FH2Qw/wC6XVnb/cWvja6Y30FvcR/JPkIG/uSdvwbbWUUaSZd02H/TltyDtUOxWpb+zVWV9nblcU/wv/xNPEKzEbVa0d3X0bcFZfzrVubX7ReeX95U+Y89q6EtDnvqc1Z25/0+25ZVhWUe1ZxhMZZ9n3Qfu10fh+H7Z4s1G25Vpbd1CqPQZqxH4fdfPynSMZqOS6Hz2PP5stp8owS8pXH0rK8t49pKFVb+9XfaP4dS81C6gCfKkO7b9TTNS8K+XJ5cafKtZOm7GyqJFfwb4w13wazvomqz6d5h3mNcPExHdkdWBP8AwGvrzxP8a4Pjb+zNoU928Np4pXWZNM1q2s02+ekMHmQyBN3yiTeD6b4nxXx4mkp9jYSSx286SbPnPbr+NdD4Zurnw3FfmyKSvfwLF57RlWTBzuXPf+GrgveTY/auMWl1ON8T2KW+pToBs2ErtU7v8muy+D/xmvvhHrLjY2oeH7px9u0xnxn/AKaJ/ckH6jg+1i28Dyf2e17cpu3j92v/ALNXPaf8PbzxJrSWdmhV3PLMPlQf3q2iqlOanDcjng48sj7m0HX9G8c+HE1rw/ex3+nv8rOnyvC+37jjqj+x/wB5dy1zuralYaPNPO8sW9Rs8ySRVVMf3mNeX+DfhNrHwn12x1nRvENxpUqFftCph0nT72wochx/sstdLcaDocd29/JZRPcSuZWaVNzZLZbavavoFWnKHvqzPOlGKl7rJ21w6wzPAHuos8SsGWEf7vrVWaSVbqIuSzIQ3lt8u6tFdYGzEFs/mt8qeYNqr71QvJo9PDyynz7p/wBWpNiWhFd6hIs/mY33TZUbj8qf7q/1qnHpMniJGkuL24WBHXfc52qPZf8A4qn6Jpb+ILtnndkshu8xl+9L/srWt4r1a30+H7FbYRYRz5Z+VE/3qi11d7F7bFPUvskY8u2VLfycIbtzv81h/C2NvmGriaGjQ/vDc9P4iE/8dC8Vyvh/XJL6RZNP0+TV7xP9XLnZaWw/3z98/wC0FNdVZWusSHzL29t4nbrFaxs3/jxb/wBlrWm09TNqx5f+0D8Vo/id8bfEequwl0a2k/srTNp+VbaFmVXX/fbe/wDwOvOZbWO1f94PMs5fvsp+Vkb+Jf8Ad/8AZar22uCxKFrbz7Vxy6Qhm/4DmtXTtaj1KCWzlSC9gwx8y1j8q4j/ANoxH7//AACvmopWPSd90X/AEAXWPEs0rgpAicr/ABZ5P/oP610VnZmFEaVds95ucr6KFri/hnqH/FWXelblljvSF3KflJTdt/Su61i6Efjb7OfuRWWwL6MWrqp2cLmU73OI8PXH2H4kWcjj5JZthX1B+WvXtb8Oi1tp5VAXd827H8NeLeKIzpuu293ESrRyCXd9CtfSXirY3hVr0fdlt1fdn1FXQWkkZ1HseXfDTSRqFzrl4R8qFIhu9ly3/oVVb66itUvZXCsqOcNXV/CK3Fv4DuruQf666dize1cG+nvql7FZ7C63OopEVU/eTflv03UONooSerLGpeGtLtfs92dQtWnngMu65k+VXGz92iqv323Eru4wh+atPwx4Vk1bXHs3MNyiTuhntixR0B4K55ww5+b+9Wj46uLPSW/0C3jiUSKyce9dt4cjt/Dvh661i42weYDKPZaqFJcwnJ2MPxtHHbpFYWyDzcbERf4VH8VbfgDR7bQbZrkgPKTu3fxO1cXrM0801vLKNupatIvlxN96OH/Hb1r0FF+x2yJnYqD53b+Bf8a6qdnK5k9FYuX2oPdXPmTkO8fRc/LH/wDXrndW8SfPI4AKRHlm7tTHvDcbY4MorHaiKPu/7VZN4sU2q2umIR5CHzZ2atJVHIlI6i3mNrYfbLly0rjhW7f4Vzt3dG8knnncpBbjdM+f++UX3NWdZ1KS+vIoLZN0spEUCKa5Txnq0djLZ6HZv5rJId8q/wDLWbb87f8AAfu1nKSSNEjoLXxk9jZsUQI7/JDBENzJ6BazYpNImv1PiW+F5d7sx6LZgzMnu4Rc592x+FYUKR26C61fUV0rSySj3Kt++mP8UcOOc/3iOn3R3x02i3VhYxfY9At4rCyxue+uQqKF/vtnk/7zcf7VTCbnuVayOvttaiW3iEEX9nWSj70sapt/2VXdyf8AZq/50l0uY/N8o9GlHzt/hXG6Ve2kd6J7C0v/ABNdZwt8wAhH+7LJtQD/AHFNb1xZ65eQb73V7XRYMf6uzRriX/vuTaP/AByu6L0MmtTwXRtNvbh0knnltbX73X53X/Z9K697wecH+xRMo6StGu7j/apkVmY/nPztn7zCtfTVHRxubH8Qrx6dNJWOmU7nH6hpdrp3xB8K6zYwrBHeXGyeNG4Eg7+24NV3xD8vxHuk9Y1w1WPHFmNNt9HvUHlRQ6tC20j1yGxVLxBn/hOVnH9xWpNct0Wvf5TE8f2u61upCPuxn5q9pbUG1T4E6XeDl3s0X5e7D5a8p8VRi80q+/i3Rtiuz+HOqDVPgVa2mS0trdtE647Z/wAGq6T5ZyXdCqL3F6m74ZtZNP8AhJOI0/eiORwv+1triPA1xHfeItOdzs+xRyXTt/tldi/+hH/vmvW/DsIk8PXVkAG2jdtxt3ArtryLwF5VndeKZ/4fP+zJx93Zyf1atKis4GMXuO8SKdc8Sadp0Y3fabpE216P4ski1DV4NMU7dL00CW42/wAbj7if1ryfRdUePx9YX+zzVtpGcL6t/DXQeNdeksdPnEZ/0ieQ4/vPKf8A4n7tZxlo2Nxd0jU8Hs/izxnf65KN1lZ/6Lbrj5d38Va/iTWPOm+yQPuRT87f3mqvo8cfgvwja2SEeeY9ztj7zn7x/wDHqybDNxcLLJ82SWrojdRt1JkbdpJ9htnuD8r4aual1aPTY7rUJ3f5z93/ANBFWtZvjM62yfdJ5bNc1C39uarEgH+h277U3fdd/WspSs7ISX2jpbLUpdL0SXWrtNmo3QMVlE3/ACyH8TVwfhSxuvGnjPatyllZJi2N5Kduxc/OR7sd3NdB8RLo/wBmTyRv/qYxb2sWepLbWP51iWHh1I9Kgs7n7VsfDPa2nyvO39B/vVEryaXQ2VrXNrxJoenWOuNb2viGza7G2IR6datqF3sHZW+5H/urj8a6Sw8P+FvD8cN/qDeVdugP2nX5/NuSf9xun4LTPD3gvWI7XyNPitfC9keqxJuuHH+1Ka6Gx8F6JoZ+03ksV1P94z3L72rqp09b2M3P7JEnjg6gf+JJZy6sw+X7TPuihT/dU9amh0vW9SmWS9lg2sOUizxVy58caVp4SOCOS4ftGg2rWRd65rOtTfZniXSLOU8RRfvbuYf7q/cH+01dV1Hd3MdbnE6HqDXlsvnptX+8w610ul2YurtAjhcdd3ZaKK86HQ1kcF8edfiXT9P023Jys3nA+wXGfzNU4Nct9ae1u/vTpGqvuNFFc1ST9ozrglyRL82LiOUZHzDbtqx8CrjbLrWjE7VEglCt/wB80UU6fxoT+FnpNhrw0XxutnJjbMGyvrha85tdc09PCN1PCj/aLp55kSIfMXdyf/HVZaKK6KrZzwirFfwZCkl2l6+GSOPzd3uaW0uB4m8bW4cbbKwbzX/i3P8Aw0UVhHZF9WdFreoHUr3YM+Uv92n/AGwWceUJVQPu0UV09TLoc9rN86wtFGdtxcnbu9E9abotxBp8M7oVVIU2hl/vUUVj9spDvD2hz6sU1C7u4olMnlWrXZO3P95V6k/3a7iFYvCrp/xM5Ly4VG/dWcZdyT9elFFa0gqD1vNc1SNUi0jdGesuoTs2f+AitK10PVVMUlxFYoqjjyoFbH57qKK7Y7mJqtmO1Ypc+U2eGSNV+auP8RTap5Tg6jJsdudvBb8qKKur8IU9z//Z"/>
  <p:tag name="MMPROD_42436LOGO" val=""/>
  <p:tag name="MMPROD_UIDATA" val="&lt;database version=&quot;7.0&quot;&gt;&lt;object type=&quot;1&quot; unique_id=&quot;10001&quot;&gt;&lt;property id=&quot;20141&quot; value=&quot;TBTK- MS PowerPoint 2010&quot;/&gt;&lt;property id=&quot;20142&quot; value=&quot;Bilgileri yenileyen, pekiştiren, hatırlatan, önemli noktaları öne çıkaran; bir çalışma sonucunu açıklayan; laboratuvar araştırmalarını sunan, anket sonuçlarını ifade eden; önemli olay ve olguları dile getirmek üzere yapılan konuşmalara sunum adı verilir.&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C:\Users\zparlak\Documents\My Adobe Presentations\tema_presenter&quot;/&gt;&lt;property id=&quot;20225&quot; value=&quot;C:\Users\zparlak\Desktop\adobe_presenter\&quot;/&gt;&lt;property id=&quot;20226&quot; value=&quot;C:\Users\zparlak\Desktop\powerpoint_ders_notu\modüller\modul1.pptx&quot;/&gt;&lt;property id=&quot;20250&quot; value=&quot;7&quot;/&gt;&lt;property id=&quot;20251&quot; value=&quot;0&quot;/&gt;&lt;property id=&quot;20259&quot; value=&quot;0&quot;/&gt;&lt;property id=&quot;20501&quot; value=&quot;C:\Users\Presenter\Documents\My Adobe Presentations\&quot;/&gt;&lt;object type=&quot;2&quot; unique_id=&quot;10559&quot;&gt;&lt;object type=&quot;3&quot; unique_id=&quot;10560&quot;&gt;&lt;property id=&quot;20148&quot; value=&quot;5&quot;/&gt;&lt;property id=&quot;20300&quot; value=&quot;Slide 1 - &amp;quot;PowerPoint&amp;quot;&quot;/&gt;&lt;property id=&quot;20302&quot; value=&quot;1&quot;/&gt;&lt;property id=&quot;20303&quot; value=&quot;Zekeriya PARLAK&quot;/&gt;&lt;property id=&quot;20307&quot; value=&quot;256&quot;/&gt;&lt;property id=&quot;20309&quot; value=&quot;42436&quot;/&gt;&lt;property id=&quot;20312&quot; value=&quot;0&quot;/&gt;&lt;/object&gt;&lt;object type=&quot;3&quot; unique_id=&quot;10588&quot;&gt;&lt;property id=&quot;20148&quot; value=&quot;5&quot;/&gt;&lt;property id=&quot;20300&quot; value=&quot;Slide 4 - &amp;quot;Slayta metin ekleme&amp;quot;&quot;/&gt;&lt;property id=&quot;20302&quot; value=&quot;0&quot;/&gt;&lt;property id=&quot;20303&quot; value=&quot;Zekeriya PARLAK&quot;/&gt;&lt;property id=&quot;20307&quot; value=&quot;257&quot;/&gt;&lt;property id=&quot;20309&quot; value=&quot;42436&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Zekeriya PARLAK&quot;/&gt;&lt;property id=&quot;20307&quot; value=&quot;258&quot;/&gt;&lt;property id=&quot;20309&quot; value=&quot;42436&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Zekeriya PARLAK&quot;/&gt;&lt;property id=&quot;20307&quot; value=&quot;260&quot;/&gt;&lt;property id=&quot;20309&quot; value=&quot;42436&quot;/&gt;&lt;property id=&quot;20312&quot; value=&quot;0&quot;/&gt;&lt;/object&gt;&lt;object type=&quot;3&quot; unique_id=&quot;39754&quot;&gt;&lt;property id=&quot;20148&quot; value=&quot;5&quot;/&gt;&lt;property id=&quot;20300&quot; value=&quot;Slide 6 - &amp;quot;Not sayfaları ve slayt içeriklerine yeni metin ekleyerek değiştirmek&amp;quot;&quot;/&gt;&lt;property id=&quot;20302&quot; value=&quot;0&quot;/&gt;&lt;property id=&quot;20303&quot; value=&quot;Zekeriya PARLAK&quot;/&gt;&lt;property id=&quot;20307&quot; value=&quot;282&quot;/&gt;&lt;property id=&quot;20309&quot; value=&quot;42436&quot;/&gt;&lt;property id=&quot;20312&quot; value=&quot;0&quot;/&gt;&lt;/object&gt;&lt;object type=&quot;3&quot; unique_id=&quot;39755&quot;&gt;&lt;property id=&quot;20148&quot; value=&quot;5&quot;/&gt;&lt;property id=&quot;20300&quot; value=&quot;Slide 7 - &amp;quot;Metin görünümünü değiştirmek: yazı tipi, yazı tipi boyutu&amp;quot;&quot;/&gt;&lt;property id=&quot;20302&quot; value=&quot;0&quot;/&gt;&lt;property id=&quot;20303&quot; value=&quot;Zekeriya PARLAK&quot;/&gt;&lt;property id=&quot;20307&quot; value=&quot;283&quot;/&gt;&lt;property id=&quot;20309&quot; value=&quot;42436&quot;/&gt;&lt;property id=&quot;20312&quot; value=&quot;0&quot;/&gt;&lt;/object&gt;&lt;object type=&quot;3&quot; unique_id=&quot;39756&quot;&gt;&lt;property id=&quot;20148&quot; value=&quot;5&quot;/&gt;&lt;property id=&quot;20300&quot; value=&quot;Slide 13 - &amp;quot;Satır ve Paragraf aralıklarını değiştirmek&amp;quot;&quot;/&gt;&lt;property id=&quot;20302&quot; value=&quot;0&quot;/&gt;&lt;property id=&quot;20303&quot; value=&quot;Zekeriya PARLAK&quot;/&gt;&lt;property id=&quot;20307&quot; value=&quot;284&quot;/&gt;&lt;property id=&quot;20309&quot; value=&quot;42436&quot;/&gt;&lt;property id=&quot;20312&quot; value=&quot;0&quot;/&gt;&lt;/object&gt;&lt;object type=&quot;3&quot; unique_id=&quot;39757&quot;&gt;&lt;property id=&quot;20148&quot; value=&quot;5&quot;/&gt;&lt;property id=&quot;20300&quot; value=&quot;Slide 15 - &amp;quot;Madde işaretleri ve numaralarının değiştirilmesi &amp;quot;&quot;/&gt;&lt;property id=&quot;20302&quot; value=&quot;0&quot;/&gt;&lt;property id=&quot;20303&quot; value=&quot;Zekeriya PARLAK&quot;/&gt;&lt;property id=&quot;20307&quot; value=&quot;285&quot;/&gt;&lt;property id=&quot;20309&quot; value=&quot;42436&quot;/&gt;&lt;property id=&quot;20312&quot; value=&quot;0&quot;/&gt;&lt;/object&gt;&lt;object type=&quot;3&quot; unique_id=&quot;39931&quot;&gt;&lt;property id=&quot;20148&quot; value=&quot;5&quot;/&gt;&lt;property id=&quot;20300&quot; value=&quot;Slide 5 - &amp;quot;Slayta metin ekleme&amp;quot;&quot;/&gt;&lt;property id=&quot;20302&quot; value=&quot;0&quot;/&gt;&lt;property id=&quot;20303&quot; value=&quot;Zekeriya PARLAK&quot;/&gt;&lt;property id=&quot;20307&quot; value=&quot;287&quot;/&gt;&lt;property id=&quot;20309&quot; value=&quot;42436&quot;/&gt;&lt;property id=&quot;20312&quot; value=&quot;0&quot;/&gt;&lt;/object&gt;&lt;object type=&quot;3&quot; unique_id=&quot;40094&quot;&gt;&lt;property id=&quot;20148&quot; value=&quot;5&quot;/&gt;&lt;property id=&quot;20300&quot; value=&quot;Slide 8 - &amp;quot;Metin biçimlendirme özelliklerini kullanmak: kalın, italik, altı çizili&amp;quot;&quot;/&gt;&lt;property id=&quot;20302&quot; value=&quot;0&quot;/&gt;&lt;property id=&quot;20303&quot; value=&quot;Zekeriya PARLAK&quot;/&gt;&lt;property id=&quot;20307&quot; value=&quot;288&quot;/&gt;&lt;property id=&quot;20309&quot; value=&quot;42436&quot;/&gt;&lt;property id=&quot;20312&quot; value=&quot;0&quot;/&gt;&lt;/object&gt;&lt;object type=&quot;3&quot; unique_id=&quot;40152&quot;&gt;&lt;property id=&quot;20148&quot; value=&quot;5&quot;/&gt;&lt;property id=&quot;20300&quot; value=&quot;Slide 9 - &amp;quot;Büyük/Küçük harf özelliğinin metne uygulanması&amp;quot;&quot;/&gt;&lt;property id=&quot;20302&quot; value=&quot;0&quot;/&gt;&lt;property id=&quot;20303&quot; value=&quot;Zekeriya PARLAK&quot;/&gt;&lt;property id=&quot;20307&quot; value=&quot;289&quot;/&gt;&lt;property id=&quot;20309&quot; value=&quot;42436&quot;/&gt;&lt;property id=&quot;20312&quot; value=&quot;0&quot;/&gt;&lt;/object&gt;&lt;object type=&quot;3&quot; unique_id=&quot;40213&quot;&gt;&lt;property id=&quot;20148&quot; value=&quot;5&quot;/&gt;&lt;property id=&quot;20300&quot; value=&quot;Slide 10 - &amp;quot;Farklı renkleri metne uygulamak&amp;quot;&quot;/&gt;&lt;property id=&quot;20302&quot; value=&quot;0&quot;/&gt;&lt;property id=&quot;20303&quot; value=&quot;Zekeriya PARLAK&quot;/&gt;&lt;property id=&quot;20307&quot; value=&quot;290&quot;/&gt;&lt;property id=&quot;20309&quot; value=&quot;42436&quot;/&gt;&lt;property id=&quot;20312&quot; value=&quot;0&quot;/&gt;&lt;/object&gt;&lt;object type=&quot;3&quot; unique_id=&quot;40319&quot;&gt;&lt;property id=&quot;20148&quot; value=&quot;5&quot;/&gt;&lt;property id=&quot;20300&quot; value=&quot;Slide 11 - &amp;quot;Metinde gölgelendirme özelliğini kullanmak&amp;quot;&quot;/&gt;&lt;property id=&quot;20302&quot; value=&quot;0&quot;/&gt;&lt;property id=&quot;20303&quot; value=&quot;Zekeriya PARLAK&quot;/&gt;&lt;property id=&quot;20307&quot; value=&quot;291&quot;/&gt;&lt;property id=&quot;20309&quot; value=&quot;42436&quot;/&gt;&lt;property id=&quot;20312&quot; value=&quot;0&quot;/&gt;&lt;/object&gt;&lt;object type=&quot;3&quot; unique_id=&quot;40386&quot;&gt;&lt;property id=&quot;20148&quot; value=&quot;5&quot;/&gt;&lt;property id=&quot;20300&quot; value=&quot;Slide 12 - &amp;quot;Metni hizalamak: slayt içinde sola, ortaya ve sağa&amp;quot;&quot;/&gt;&lt;property id=&quot;20302&quot; value=&quot;0&quot;/&gt;&lt;property id=&quot;20303&quot; value=&quot;Zekeriya PARLAK&quot;/&gt;&lt;property id=&quot;20307&quot; value=&quot;292&quot;/&gt;&lt;property id=&quot;20309&quot; value=&quot;42436&quot;/&gt;&lt;property id=&quot;20312&quot; value=&quot;0&quot;/&gt;&lt;/object&gt;&lt;object type=&quot;3&quot; unique_id=&quot;40548&quot;&gt;&lt;property id=&quot;20148&quot; value=&quot;5&quot;/&gt;&lt;property id=&quot;20300&quot; value=&quot;Slide 14 - &amp;quot;Satır ve Paragraf aralıklarını değiştirmek&amp;quot;&quot;/&gt;&lt;property id=&quot;20302&quot; value=&quot;0&quot;/&gt;&lt;property id=&quot;20303&quot; value=&quot;Zekeriya PARLAK&quot;/&gt;&lt;property id=&quot;20307&quot; value=&quot;293&quot;/&gt;&lt;property id=&quot;20309&quot; value=&quot;42436&quot;/&gt;&lt;property id=&quot;20312&quot; value=&quot;0&quot;/&gt;&lt;/object&gt;&lt;object type=&quot;3&quot; unique_id=&quot;40669&quot;&gt;&lt;property id=&quot;20148&quot; value=&quot;5&quot;/&gt;&lt;property id=&quot;20300&quot; value=&quot;Slide 16 - &amp;quot;Madde işaretli ve numaralarının değiştirilmesi &amp;quot;&quot;/&gt;&lt;property id=&quot;20302&quot; value=&quot;0&quot;/&gt;&lt;property id=&quot;20303&quot; value=&quot;Zekeriya PARLAK&quot;/&gt;&lt;property id=&quot;20307&quot; value=&quot;294&quot;/&gt;&lt;property id=&quot;20309&quot; value=&quot;42436&quot;/&gt;&lt;property id=&quot;20312&quot; value=&quot;0&quot;/&gt;&lt;/object&gt;&lt;object type=&quot;3&quot; unique_id=&quot;40745&quot;&gt;&lt;property id=&quot;20148&quot; value=&quot;5&quot;/&gt;&lt;property id=&quot;20300&quot; value=&quot;Slide 17 - &amp;quot;Madde işaretli ve numaralarının değiştirilmesi &amp;quot;&quot;/&gt;&lt;property id=&quot;20302&quot; value=&quot;0&quot;/&gt;&lt;property id=&quot;20303&quot; value=&quot;Zekeriya PARLAK&quot;/&gt;&lt;property id=&quot;20307&quot; value=&quot;295&quot;/&gt;&lt;property id=&quot;20309&quot; value=&quot;42436&quot;/&gt;&lt;property id=&quot;20312&quot; value=&quot;0&quot;/&gt;&lt;/object&gt;&lt;/object&gt;&lt;object type=&quot;8&quot; unique_id=&quot;10563&quot;&gt;&lt;/object&gt;&lt;object type=&quot;4&quot; unique_id=&quot;10695&quot;&gt;&lt;object type=&quot;5&quot; unique_id=&quot;42436&quot;&gt;&lt;property id=&quot;20149&quot; value=&quot;Zekeriya PARLAK&quot;/&gt;&lt;property id=&quot;20150&quot; value=&quot;Öğr.Gör.Dr.&quot;/&gt;&lt;property id=&quot;20151&quot; value=&quot;100_4bdc29d7029a3.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42216&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PRESENTER_SHAPEINFO" val="&lt;ThreeDShapeInfo&gt;&lt;uuid val=&quot;{923ADD3F-CB65-47F2-96F3-6E5BFA4BF3BD}&quot;/&gt;&lt;isInvalidForFieldText val=&quot;0&quot;/&gt;&lt;Image&gt;&lt;filename val=&quot;C:\Users\PRESEN~1\AppData\Local\Temp\PR\data\asimages\{923ADD3F-CB65-47F2-96F3-6E5BFA4BF3BD}_1.png&quot;/&gt;&lt;left val=&quot;-27&quot;/&gt;&lt;top val=&quot;207&quot;/&gt;&lt;width val=&quot;379&quot;/&gt;&lt;height val=&quot;120&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PSNARRATION" val="1,1326532218,C:\Users\Presenter\Desktop\powerpoint_icerikler\moduller\modul3_pptx\Media.ppcx"/>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3DF6B604-5799-4A89-812A-D56629D5BAD2}&quot;/&gt;&lt;isInvalidForFieldText val=&quot;0&quot;/&gt;&lt;Image&gt;&lt;filename val=&quot;C:\Users\PRESEN~1\AppData\Local\Temp\PR\data\asimages\{3DF6B604-5799-4A89-812A-D56629D5BAD2}_2.png&quot;/&gt;&lt;left val=&quot;25&quot;/&gt;&lt;top val=&quot;30&quot;/&gt;&lt;width val=&quot;659&quot;/&gt;&lt;height val=&quot;62&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1&quot;/&gt;&lt;lineCharCount val=&quot;33&quot;/&gt;&lt;lineCharCount val=&quot;43&quot;/&gt;&lt;lineCharCount val=&quot;38&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4FF8BC8B-E987-44A5-8CF7-483171DF17CC}&quot;/&gt;&lt;isInvalidForFieldText val=&quot;0&quot;/&gt;&lt;Image&gt;&lt;filename val=&quot;C:\Users\PRESEN~1\AppData\Local\Temp\PR\data\asimages\{4FF8BC8B-E987-44A5-8CF7-483171DF17CC}_3.png&quot;/&gt;&lt;left val=&quot;25&quot;/&gt;&lt;top val=&quot;30&quot;/&gt;&lt;width val=&quot;659&quot;/&gt;&lt;height val=&quot;62&quot;/&gt;&lt;hasText val=&quot;1&quot;/&gt;&lt;/Image&gt;&lt;/ThreeDShape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1&quot;/&gt;&lt;lineCharCount val=&quot;36&quot;/&gt;&lt;lineCharCount val=&quot;38&quot;/&gt;&lt;lineCharCount val=&quot;28&quot;/&gt;&lt;lineCharCount val=&quot;76&quot;/&gt;&lt;lineCharCount val=&quot;65&quot;/&gt;&lt;lineCharCount val=&quot;79&quot;/&gt;&lt;lineCharCount val=&quot;54&quot;/&gt;&lt;lineCharCount val=&quot;39&quot;/&gt;&lt;lineCharCount val=&quot;50&quot;/&gt;&lt;lineCharCount val=&quot;59&quot;/&gt;&lt;lineCharCount val=&quot;49&quot;/&gt;&lt;lineCharCount val=&quot;56&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PSNARRATION" val="2,1326532218,C:\Users\Presenter\Desktop\powerpoint_icerikler\moduller\modul3_pptx\Media.ppcx"/>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PRESENTER_SHAPEINFO" val="&lt;ThreeDShapeInfo&gt;&lt;uuid val=&quot;{51B6BB0A-3C66-4872-AA7D-078FEC25BD1D}&quot;/&gt;&lt;isInvalidForFieldText val=&quot;0&quot;/&gt;&lt;Image&gt;&lt;filename val=&quot;C:\Users\PRESEN~1\AppData\Local\Temp\PR\data\asimages\{51B6BB0A-3C66-4872-AA7D-078FEC25BD1D}_4.png&quot;/&gt;&lt;left val=&quot;36&quot;/&gt;&lt;top val=&quot;30&quot;/&gt;&lt;width val=&quot;649&quot;/&gt;&lt;height val=&quot;62&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0&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96&quot;/&gt;&lt;lineCharCount val=&quot;35&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27&quot;/&gt;&lt;lineCharCount val=&quot;90&quot;/&gt;&lt;lineCharCount val=&quot;15&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0&quot;/&gt;&lt;lineCharCount val=&quot;17&quot;/&gt;&lt;lineCharCount val=&quot;21&quot;/&gt;&lt;lineCharCount val=&quot;21&quot;/&gt;&lt;lineCharCount val=&quot;28&quot;/&gt;&lt;lineCharCount val=&quot;18&quot;/&gt;&lt;lineCharCount val=&quot;22&quot;/&gt;&lt;lineCharCount val=&quot;15&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8&quot;/&gt;&lt;lineCharCount val=&quot;46&quot;/&gt;&lt;lineCharCount val=&quot;58&quot;/&gt;&lt;lineCharCount val=&quot;85&quot;/&gt;&lt;lineCharCount val=&quot;12&quot;/&gt;&lt;lineCharCount val=&quot;62&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PSNARRATION" val="3,1326532218,C:\Users\Presenter\Desktop\powerpoint_icerikler\moduller\modul3_pptx\Media.ppcx"/>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PRESENTER_SHAPEINFO" val="&lt;ThreeDShapeInfo&gt;&lt;uuid val=&quot;{1314D4ED-F2AF-47C9-A715-D68CD07D7A2E}&quot;/&gt;&lt;isInvalidForFieldText val=&quot;0&quot;/&gt;&lt;Image&gt;&lt;filename val=&quot;C:\Users\PRESEN~1\AppData\Local\Temp\PR\data\asimages\{1314D4ED-F2AF-47C9-A715-D68CD07D7A2E}_5.png&quot;/&gt;&lt;left val=&quot;36&quot;/&gt;&lt;top val=&quot;30&quot;/&gt;&lt;width val=&quot;649&quot;/&gt;&lt;height val=&quot;62&quot;/&gt;&lt;hasText val=&quot;1&quot;/&gt;&lt;/Image&gt;&lt;/ThreeDShape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24&quot;/&gt;&lt;lineCharCount val=&quot;72&quot;/&gt;&lt;lineCharCount val=&quot;71&quot;/&gt;&lt;lineCharCount val=&quot;62&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22&quot;/&gt;&lt;lineCharCount val=&quot;26&quot;/&gt;&lt;lineCharCount val=&quot;28&quot;/&gt;&lt;lineCharCount val=&quot;22&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29&quot;/&gt;&lt;lineCharCount val=&quot;75&quot;/&gt;&lt;lineCharCount val=&quot;65&quot;/&gt;&lt;lineCharCount val=&quot;46&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42&quot;/&gt;&lt;lineCharCount val=&quot;41&quot;/&gt;&lt;lineCharCount val=&quot;45&quot;/&gt;&lt;lineCharCount val=&quot;40&quot;/&gt;&lt;lineCharCount val=&quot;43&quot;/&gt;&lt;lineCharCount val=&quot;39&quot;/&gt;&lt;lineCharCount val=&quot;45&quot;/&gt;&lt;lineCharCount val=&quot;35&quot;/&gt;&lt;lineCharCount val=&quot;18&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PSNARRATION" val="4,1326532218,C:\Users\Presenter\Desktop\powerpoint_icerikler\moduller\modul3_pptx\Media.ppcx"/>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8&quot;/&gt;&lt;/TableIndex&gt;&lt;/ShapeTextInfo&gt;"/>
  <p:tag name="PRESENTER_SHAPEINFO" val="&lt;ThreeDShapeInfo&gt;&lt;uuid val=&quot;{F8F4F613-B052-4F65-B71A-EECFA518FB39}&quot;/&gt;&lt;isInvalidForFieldText val=&quot;0&quot;/&gt;&lt;Image&gt;&lt;filename val=&quot;C:\Users\PRESEN~1\AppData\Local\Temp\PR\data\asimages\{F8F4F613-B052-4F65-B71A-EECFA518FB39}_6.png&quot;/&gt;&lt;left val=&quot;36&quot;/&gt;&lt;top val=&quot;36&quot;/&gt;&lt;width val=&quot;649&quot;/&gt;&lt;height val=&quot;46&quot;/&gt;&lt;hasText val=&quot;1&quot;/&gt;&lt;/Image&gt;&lt;/ThreeDShape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94&quot;/&gt;&lt;lineCharCount val=&quot;53&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PSNARRATION" val="5,1326532218,C:\Users\Presenter\Desktop\powerpoint_icerikler\moduller\modul3_pptx\Media.ppcx"/>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7&quot;/&gt;&lt;/TableIndex&gt;&lt;/ShapeTextInfo&gt;"/>
  <p:tag name="PRESENTER_SHAPEINFO" val="&lt;ThreeDShapeInfo&gt;&lt;uuid val=&quot;{0E589B37-ADCC-488B-8278-CC476F4B7248}&quot;/&gt;&lt;isInvalidForFieldText val=&quot;0&quot;/&gt;&lt;Image&gt;&lt;filename val=&quot;C:\Users\PRESEN~1\AppData\Local\Temp\PR\data\asimages\{0E589B37-ADCC-488B-8278-CC476F4B7248}_7.png&quot;/&gt;&lt;left val=&quot;36&quot;/&gt;&lt;top val=&quot;36&quot;/&gt;&lt;width val=&quot;649&quot;/&gt;&lt;height val=&quot;46&quot;/&gt;&lt;hasText val=&quot;1&quot;/&gt;&lt;/Image&gt;&lt;/ThreeDShape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5&quot;/&gt;&lt;lineCharCount val=&quot;97&quot;/&gt;&lt;lineCharCount val=&quot;87&quot;/&gt;&lt;lineCharCount val=&quot;95&quot;/&gt;&lt;lineCharCount val=&quot;46&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PSNARRATION" val="6,1326532218,C:\Users\Presenter\Desktop\powerpoint_icerikler\moduller\modul3_pptx\Media.ppcx"/>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1&quot;/&gt;&lt;/TableIndex&gt;&lt;/ShapeTextInfo&gt;"/>
  <p:tag name="PRESENTER_SHAPEINFO" val="&lt;ThreeDShapeInfo&gt;&lt;uuid val=&quot;{3635007A-8A99-47BC-B641-E1FFB911D319}&quot;/&gt;&lt;isInvalidForFieldText val=&quot;0&quot;/&gt;&lt;Image&gt;&lt;filename val=&quot;C:\Users\PRESEN~1\AppData\Local\Temp\PR\data\asimages\{3635007A-8A99-47BC-B641-E1FFB911D319}_8.png&quot;/&gt;&lt;left val=&quot;36&quot;/&gt;&lt;top val=&quot;36&quot;/&gt;&lt;width val=&quot;649&quot;/&gt;&lt;height val=&quot;46&quot;/&gt;&lt;hasText val=&quot;1&quot;/&gt;&lt;/Image&gt;&lt;/ThreeDShape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45&quot;/&gt;&lt;lineCharCount val=&quot;88&quot;/&gt;&lt;lineCharCount val=&quot;8&quot;/&gt;&lt;lineCharCount val=&quot;90&quot;/&gt;&lt;lineCharCount val=&quot;8&quot;/&gt;&lt;lineCharCount val=&quot;91&quot;/&gt;&lt;lineCharCount val=&quot;14&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PSNARRATION" val="7,1326532218,C:\Users\Presenter\Desktop\powerpoint_icerikler\moduller\modul3_pptx\Media.ppcx"/>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6&quot;/&gt;&lt;/TableIndex&gt;&lt;/ShapeTextInfo&gt;"/>
  <p:tag name="PRESENTER_SHAPEINFO" val="&lt;ThreeDShapeInfo&gt;&lt;uuid val=&quot;{EFBF9307-71CA-4F7E-B495-AE4B74269FF4}&quot;/&gt;&lt;isInvalidForFieldText val=&quot;0&quot;/&gt;&lt;Image&gt;&lt;filename val=&quot;C:\Users\PRESEN~1\AppData\Local\Temp\PR\data\asimages\{EFBF9307-71CA-4F7E-B495-AE4B74269FF4}_9.png&quot;/&gt;&lt;left val=&quot;36&quot;/&gt;&lt;top val=&quot;30&quot;/&gt;&lt;width val=&quot;649&quot;/&gt;&lt;height val=&quot;62&quot;/&gt;&lt;hasText val=&quot;1&quot;/&gt;&lt;/Image&gt;&lt;/ThreeDShape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57&quot;/&gt;&lt;lineCharCount val=&quot;87&quot;/&gt;&lt;lineCharCount val=&quot;9&quot;/&gt;&lt;lineCharCount val=&quot;54&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PSNARRATION" val="8,1326532218,C:\Users\Presenter\Desktop\powerpoint_icerikler\moduller\modul3_pptx\Media.ppcx"/>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 name="PRESENTER_SHAPEINFO" val="&lt;ThreeDShapeInfo&gt;&lt;uuid val=&quot;{6D41B3DA-02E5-40B9-A991-9CEB0BC2A57C}&quot;/&gt;&lt;isInvalidForFieldText val=&quot;0&quot;/&gt;&lt;Image&gt;&lt;filename val=&quot;C:\Users\PRESEN~1\AppData\Local\Temp\PR\data\asimages\{6D41B3DA-02E5-40B9-A991-9CEB0BC2A57C}_10.png&quot;/&gt;&lt;left val=&quot;36&quot;/&gt;&lt;top val=&quot;30&quot;/&gt;&lt;width val=&quot;649&quot;/&gt;&lt;height val=&quot;62&quot;/&gt;&lt;hasText val=&quot;1&quot;/&gt;&lt;/Image&gt;&lt;/ThreeDShape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8&quot;/&gt;&lt;lineCharCount val=&quot;87&quot;/&gt;&lt;lineCharCount val=&quot;71&quot;/&gt;&lt;lineCharCount val=&quot;88&quot;/&gt;&lt;lineCharCount val=&quot;59&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3&quot;/&gt;&lt;lineCharCount val=&quot;32&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PSNARRATION" val="9,1326532218,C:\Users\Presenter\Desktop\powerpoint_icerikler\moduller\modul3_pptx\Media.ppcx"/>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 name="PRESENTER_SHAPEINFO" val="&lt;ThreeDShapeInfo&gt;&lt;uuid val=&quot;{6BAECFFC-DCD0-4175-B28B-ED0D486F055B}&quot;/&gt;&lt;isInvalidForFieldText val=&quot;0&quot;/&gt;&lt;Image&gt;&lt;filename val=&quot;C:\Users\PRESEN~1\AppData\Local\Temp\PR\data\asimages\{6BAECFFC-DCD0-4175-B28B-ED0D486F055B}_11.png&quot;/&gt;&lt;left val=&quot;36&quot;/&gt;&lt;top val=&quot;30&quot;/&gt;&lt;width val=&quot;649&quot;/&gt;&lt;height val=&quot;62&quot;/&gt;&lt;hasText val=&quot;1&quot;/&gt;&lt;/Image&gt;&lt;/ThreeDShape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7&quot;/&gt;&lt;lineCharCount val=&quot;84&quot;/&gt;&lt;lineCharCount val=&quot;2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PSNARRATION" val="10,1326532218,C:\Users\Presenter\Desktop\powerpoint_icerikler\moduller\modul3_pptx\Media.ppcx"/>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 name="PRESENTER_SHAPEINFO" val="&lt;ThreeDShapeInfo&gt;&lt;uuid val=&quot;{F0EC8FEA-BEAD-4967-9BD7-D4DAE83C0DFD}&quot;/&gt;&lt;isInvalidForFieldText val=&quot;0&quot;/&gt;&lt;Image&gt;&lt;filename val=&quot;C:\Users\PRESEN~1\AppData\Local\Temp\PR\data\asimages\{F0EC8FEA-BEAD-4967-9BD7-D4DAE83C0DFD}_12.png&quot;/&gt;&lt;left val=&quot;33&quot;/&gt;&lt;top val=&quot;30&quot;/&gt;&lt;width val=&quot;653&quot;/&gt;&lt;height val=&quot;62&quot;/&gt;&lt;hasText val=&quot;1&quot;/&gt;&lt;/Image&gt;&lt;/ThreeDShape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6&quot;/&gt;&lt;lineCharCount val=&quot;77&quot;/&gt;&lt;lineCharCount val=&quot;101&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PSNARRATION" val="11,1326532218,C:\Users\Presenter\Desktop\powerpoint_icerikler\moduller\modul3_pptx\Media.ppcx"/>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 name="PRESENTER_SHAPEINFO" val="&lt;ThreeDShapeInfo&gt;&lt;uuid val=&quot;{5D83E9A5-7707-4228-8639-66A2C645D4F3}&quot;/&gt;&lt;isInvalidForFieldText val=&quot;0&quot;/&gt;&lt;Image&gt;&lt;filename val=&quot;C:\Users\PRESEN~1\AppData\Local\Temp\PR\data\asimages\{5D83E9A5-7707-4228-8639-66A2C645D4F3}_13.png&quot;/&gt;&lt;left val=&quot;36&quot;/&gt;&lt;top val=&quot;30&quot;/&gt;&lt;width val=&quot;649&quot;/&gt;&lt;height val=&quot;62&quot;/&gt;&lt;hasText val=&quot;1&quot;/&gt;&lt;/Image&gt;&lt;/ThreeDShape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4&quot;/&gt;&lt;lineCharCount val=&quot;96&quot;/&gt;&lt;lineCharCount val=&quot;45&quot;/&gt;&lt;lineCharCount val=&quot;85&quot;/&gt;&lt;lineCharCount val=&quot;39&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PPSNARRATION" val="12,1326532218,C:\Users\Presenter\Desktop\powerpoint_icerikler\moduller\modul3_pptx\Media.ppcx"/>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 name="PRESENTER_SHAPEINFO" val="&lt;ThreeDShapeInfo&gt;&lt;uuid val=&quot;{338B6377-4C60-4209-9934-5DC2158117A7}&quot;/&gt;&lt;isInvalidForFieldText val=&quot;0&quot;/&gt;&lt;Image&gt;&lt;filename val=&quot;C:\Users\PRESEN~1\AppData\Local\Temp\PR\data\asimages\{338B6377-4C60-4209-9934-5DC2158117A7}_14.png&quot;/&gt;&lt;left val=&quot;36&quot;/&gt;&lt;top val=&quot;30&quot;/&gt;&lt;width val=&quot;649&quot;/&gt;&lt;height val=&quot;62&quot;/&gt;&lt;hasText val=&quot;1&quot;/&gt;&lt;/Image&gt;&lt;/ThreeDShape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6&quot;/&gt;&lt;lineCharCount val=&quot;90&quot;/&gt;&lt;lineCharCount val=&quot;75&quot;/&gt;&lt;lineCharCount val=&quot;78&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89&quot;/&gt;&lt;lineCharCount val=&quot;93&quot;/&gt;&lt;lineCharCount val=&quot;46&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18&quot;/&gt;&lt;lineCharCount val=&quot;25&quot;/&gt;&lt;lineCharCount val=&quot;19&quot;/&gt;&lt;lineCharCount val=&quot;27&quot;/&gt;&lt;lineCharCount val=&quot;18&quot;/&gt;&lt;lineCharCount val=&quot;21&quot;/&gt;&lt;lineCharCount val=&quot;27&quot;/&gt;&lt;lineCharCount val=&quot;18&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PSNARRATION" val="13,1326532218,C:\Users\Presenter\Desktop\powerpoint_icerikler\moduller\modul3_pptx\Media.ppcx"/>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9&quot;/&gt;&lt;/TableIndex&gt;&lt;/ShapeTextInfo&gt;"/>
  <p:tag name="PRESENTER_SHAPEINFO" val="&lt;ThreeDShapeInfo&gt;&lt;uuid val=&quot;{2BEBD9C8-15A3-4315-923C-42A633ADA24F}&quot;/&gt;&lt;isInvalidForFieldText val=&quot;0&quot;/&gt;&lt;Image&gt;&lt;filename val=&quot;C:\Users\PRESEN~1\AppData\Local\Temp\PR\data\asimages\{2BEBD9C8-15A3-4315-923C-42A633ADA24F}_15.png&quot;/&gt;&lt;left val=&quot;36&quot;/&gt;&lt;top val=&quot;30&quot;/&gt;&lt;width val=&quot;649&quot;/&gt;&lt;height val=&quot;62&quot;/&gt;&lt;hasText val=&quot;1&quot;/&gt;&lt;/Image&gt;&lt;/ThreeDShape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9&quot;/&gt;&lt;lineCharCount val=&quot;29&quot;/&gt;&lt;lineCharCount val=&quot;85&quot;/&gt;&lt;lineCharCount val=&quot;54&quot;/&gt;&lt;lineCharCount val=&quot;48&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4&quot;/&gt;&lt;lineCharCount val=&quot;33&quot;/&gt;&lt;lineCharCount val=&quot;24&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PPSNARRATION" val="14,1326532218,C:\Users\Presenter\Desktop\powerpoint_icerikler\moduller\modul3_pptx\Media.ppcx"/>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 name="PRESENTER_SHAPEINFO" val="&lt;ThreeDShapeInfo&gt;&lt;uuid val=&quot;{C934C490-A09D-4AC0-9874-0116166B44E7}&quot;/&gt;&lt;isInvalidForFieldText val=&quot;0&quot;/&gt;&lt;Image&gt;&lt;filename val=&quot;C:\Users\PRESEN~1\AppData\Local\Temp\PR\data\asimages\{C934C490-A09D-4AC0-9874-0116166B44E7}_16.png&quot;/&gt;&lt;left val=&quot;36&quot;/&gt;&lt;top val=&quot;30&quot;/&gt;&lt;width val=&quot;649&quot;/&gt;&lt;height val=&quot;62&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85&quot;/&gt;&lt;lineCharCount val=&quot;54&quot;/&gt;&lt;lineCharCount val=&quot;76&quot;/&gt;&lt;lineCharCount val=&quot;17&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1&quot;/&gt;&lt;lineCharCount val=&quot;20&quot;/&gt;&lt;lineCharCount val=&quot;25&quot;/&gt;&lt;lineCharCount val=&quot;27&quot;/&gt;&lt;lineCharCount val=&quot;17&quot;/&gt;&lt;lineCharCount val=&quot;19&quot;/&gt;&lt;lineCharCount val=&quot;24&quot;/&gt;&lt;lineCharCount val=&quot;18&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6&quot;/&gt;&lt;lineCharCount val=&quot;28&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7&quot;/&gt;&lt;lineCharCount val=&quot;21&quot;/&gt;&lt;lineCharCount val=&quot;25&quot;/&gt;&lt;lineCharCount val=&quot;5&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PPSNARRATION" val="15,1326532218,C:\Users\Presenter\Desktop\powerpoint_icerikler\moduller\modul3_pptx\Media.ppcx"/>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 name="PRESENTER_SHAPEINFO" val="&lt;ThreeDShapeInfo&gt;&lt;uuid val=&quot;{1409B3CE-4555-4914-9CBA-E3F3A6255465}&quot;/&gt;&lt;isInvalidForFieldText val=&quot;0&quot;/&gt;&lt;Image&gt;&lt;filename val=&quot;C:\Users\PRESEN~1\AppData\Local\Temp\PR\data\asimages\{1409B3CE-4555-4914-9CBA-E3F3A6255465}_17.png&quot;/&gt;&lt;left val=&quot;36&quot;/&gt;&lt;top val=&quot;30&quot;/&gt;&lt;width val=&quot;649&quot;/&gt;&lt;height val=&quot;62&quot;/&gt;&lt;hasText val=&quot;1&quot;/&gt;&lt;/Image&gt;&lt;/ThreeDShape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9&quot;/&gt;&lt;lineCharCount val=&quot;29&quot;/&gt;&lt;lineCharCount val=&quot;79&quot;/&gt;&lt;lineCharCount val=&quot;49&quot;/&gt;&lt;lineCharCount val=&quot;56&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50&quot;/&gt;&lt;lineCharCount val=&quot;45&quot;/&gt;&lt;lineCharCount val=&quot;24&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51&quot;/&gt;&lt;lineCharCount val=&quot;44&quot;/&gt;&lt;lineCharCount val=&quot;42&quot;/&gt;&lt;lineCharCount val=&quot;53&quot;/&gt;&lt;lineCharCount val=&quot;32&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1418</TotalTime>
  <Words>1118</Words>
  <Application>Microsoft Office PowerPoint</Application>
  <PresentationFormat>Ekran Gösterisi (4:3)</PresentationFormat>
  <Paragraphs>145</Paragraphs>
  <Slides>17</Slides>
  <Notes>14</Notes>
  <HiddenSlides>0</HiddenSlides>
  <MMClips>0</MMClips>
  <ScaleCrop>false</ScaleCrop>
  <HeadingPairs>
    <vt:vector size="4" baseType="variant">
      <vt:variant>
        <vt:lpstr>Tema</vt:lpstr>
      </vt:variant>
      <vt:variant>
        <vt:i4>2</vt:i4>
      </vt:variant>
      <vt:variant>
        <vt:lpstr>Slayt Başlıkları</vt:lpstr>
      </vt:variant>
      <vt:variant>
        <vt:i4>17</vt:i4>
      </vt:variant>
    </vt:vector>
  </HeadingPairs>
  <TitlesOfParts>
    <vt:vector size="19" baseType="lpstr">
      <vt:lpstr>Hava Akımı</vt:lpstr>
      <vt:lpstr>Ofis Teması</vt:lpstr>
      <vt:lpstr>PowerPoint</vt:lpstr>
      <vt:lpstr>Öğrenme Hedefleri</vt:lpstr>
      <vt:lpstr>İçindekiler</vt:lpstr>
      <vt:lpstr>Slayta metin ekleme</vt:lpstr>
      <vt:lpstr>Slayta metin ekleme</vt:lpstr>
      <vt:lpstr>Not sayfaları ve slayt içeriklerine yeni metin ekleyerek değiştirmek</vt:lpstr>
      <vt:lpstr>Metin görünümünü değiştirmek: yazı tipi, yazı tipi boyutu</vt:lpstr>
      <vt:lpstr>Metin biçimlendirme özelliklerini kullanmak: kalın, italik, altı çizili</vt:lpstr>
      <vt:lpstr>Büyük/Küçük harf özelliğinin metne uygulanması</vt:lpstr>
      <vt:lpstr>Farklı renkleri metne uygulamak</vt:lpstr>
      <vt:lpstr>Metinde gölgelendirme özelliğini kullanmak</vt:lpstr>
      <vt:lpstr>Metni hizalamak: slayt içinde sola, ortaya ve sağa</vt:lpstr>
      <vt:lpstr>Satır ve Paragraf aralıklarını değiştirmek</vt:lpstr>
      <vt:lpstr>Satır ve Paragraf aralıklarını değiştirmek</vt:lpstr>
      <vt:lpstr>Madde işaretleri ve numaralarının değiştirilmesi </vt:lpstr>
      <vt:lpstr>Madde işaretli ve numaralarının değiştirilmesi </vt:lpstr>
      <vt:lpstr>Madde işaretli ve numaralarının değiştirilmesi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Presenter</cp:lastModifiedBy>
  <cp:revision>382</cp:revision>
  <dcterms:created xsi:type="dcterms:W3CDTF">2011-06-08T08:18:11Z</dcterms:created>
  <dcterms:modified xsi:type="dcterms:W3CDTF">2011-09-16T15:14:11Z</dcterms:modified>
</cp:coreProperties>
</file>