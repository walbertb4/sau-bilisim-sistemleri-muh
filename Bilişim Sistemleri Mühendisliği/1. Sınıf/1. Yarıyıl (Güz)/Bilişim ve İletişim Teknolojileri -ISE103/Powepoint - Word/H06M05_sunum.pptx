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1.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2.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3.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notesSlides/notesSlide4.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notesSlides/notesSlide5.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notesSlides/notesSlide6.xml" ContentType="application/vnd.openxmlformats-officedocument.presentationml.notesSlide+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13"/>
  </p:notesMasterIdLst>
  <p:sldIdLst>
    <p:sldId id="256" r:id="rId3"/>
    <p:sldId id="260" r:id="rId4"/>
    <p:sldId id="258" r:id="rId5"/>
    <p:sldId id="302" r:id="rId6"/>
    <p:sldId id="305" r:id="rId7"/>
    <p:sldId id="306" r:id="rId8"/>
    <p:sldId id="307" r:id="rId9"/>
    <p:sldId id="304" r:id="rId10"/>
    <p:sldId id="309" r:id="rId11"/>
    <p:sldId id="310" r:id="rId12"/>
  </p:sldIdLst>
  <p:sldSz cx="9144000" cy="6858000" type="screen4x3"/>
  <p:notesSz cx="6858000" cy="9144000"/>
  <p:custDataLst>
    <p:tags r:id="rId14"/>
  </p:custData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A00"/>
    <a:srgbClr val="AADAF0"/>
    <a:srgbClr val="124D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Açık Stil 2 - Vurgu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345" autoAdjust="0"/>
  </p:normalViewPr>
  <p:slideViewPr>
    <p:cSldViewPr>
      <p:cViewPr>
        <p:scale>
          <a:sx n="70" d="100"/>
          <a:sy n="70" d="100"/>
        </p:scale>
        <p:origin x="-1368" y="-5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F07403-48BF-4B87-9E20-50CC050AC631}" type="datetimeFigureOut">
              <a:rPr lang="tr-TR" smtClean="0"/>
              <a:t>17.09.2011</a:t>
            </a:fld>
            <a:endParaRPr lang="tr-TR"/>
          </a:p>
        </p:txBody>
      </p:sp>
      <p:sp>
        <p:nvSpPr>
          <p:cNvPr id="4" name="Slayt Görüntüsü Yer Tutucusu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7E959F8-A2F4-45FB-B2CC-9E3810D229D2}" type="slidenum">
              <a:rPr lang="tr-TR" smtClean="0"/>
              <a:t>‹#›</a:t>
            </a:fld>
            <a:endParaRPr lang="tr-TR"/>
          </a:p>
        </p:txBody>
      </p:sp>
    </p:spTree>
    <p:extLst>
      <p:ext uri="{BB962C8B-B14F-4D97-AF65-F5344CB8AC3E}">
        <p14:creationId xmlns:p14="http://schemas.microsoft.com/office/powerpoint/2010/main" val="711104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200" b="1" kern="1200" dirty="0" smtClean="0">
                <a:solidFill>
                  <a:schemeClr val="tx1"/>
                </a:solidFill>
                <a:effectLst/>
                <a:latin typeface="+mn-lt"/>
                <a:ea typeface="+mn-ea"/>
                <a:cs typeface="+mn-cs"/>
              </a:rPr>
              <a:t>0. </a:t>
            </a:r>
            <a:r>
              <a:rPr lang="tr-TR" sz="1200" kern="1200" dirty="0" smtClean="0">
                <a:solidFill>
                  <a:schemeClr val="tx1"/>
                </a:solidFill>
                <a:effectLst/>
                <a:latin typeface="+mn-lt"/>
                <a:ea typeface="+mn-ea"/>
                <a:cs typeface="+mn-cs"/>
              </a:rPr>
              <a:t>Sununuzda ek vurgular yapmak veya bilgilerinizi belirli bir sırayla göstermek için hareketli öğeler oluşturabilirsiniz.  Bu amaçla sununuzdaki metne, resimlere, şekillere, tablolara, </a:t>
            </a:r>
            <a:r>
              <a:rPr lang="tr-TR" sz="1200" kern="1200" dirty="0" err="1" smtClean="0">
                <a:solidFill>
                  <a:schemeClr val="tx1"/>
                </a:solidFill>
                <a:effectLst/>
                <a:latin typeface="+mn-lt"/>
                <a:ea typeface="+mn-ea"/>
                <a:cs typeface="+mn-cs"/>
              </a:rPr>
              <a:t>SmartArt</a:t>
            </a:r>
            <a:r>
              <a:rPr lang="tr-TR" sz="1200" kern="1200" dirty="0" smtClean="0">
                <a:solidFill>
                  <a:schemeClr val="tx1"/>
                </a:solidFill>
                <a:effectLst/>
                <a:latin typeface="+mn-lt"/>
                <a:ea typeface="+mn-ea"/>
                <a:cs typeface="+mn-cs"/>
              </a:rPr>
              <a:t> grafiklerine ve diğer nesnelere animasyon uygulayarak bunlara giriş, çıkış, boyut veya renk değişiklikleri ve hareket verme gibi görsel efektler ekleyebilirsiniz. </a:t>
            </a:r>
          </a:p>
          <a:p>
            <a:pPr marL="0" marR="0" indent="0" algn="l" defTabSz="914400" rtl="0" eaLnBrk="1" fontAlgn="auto" latinLnBrk="0" hangingPunct="1">
              <a:lnSpc>
                <a:spcPct val="100000"/>
              </a:lnSpc>
              <a:spcBef>
                <a:spcPts val="0"/>
              </a:spcBef>
              <a:spcAft>
                <a:spcPts val="0"/>
              </a:spcAft>
              <a:buClrTx/>
              <a:buSzTx/>
              <a:buFontTx/>
              <a:buNone/>
              <a:tabLst/>
              <a:defRPr/>
            </a:pPr>
            <a:endParaRPr lang="tr-TR"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tr-TR" sz="1200" b="1" kern="1200" dirty="0" smtClean="0">
                <a:solidFill>
                  <a:schemeClr val="tx1"/>
                </a:solidFill>
                <a:effectLst/>
                <a:latin typeface="+mn-lt"/>
                <a:ea typeface="+mn-ea"/>
                <a:cs typeface="+mn-cs"/>
              </a:rPr>
              <a:t>0. </a:t>
            </a:r>
            <a:r>
              <a:rPr lang="tr-TR" sz="1200" kern="1200" dirty="0" smtClean="0">
                <a:solidFill>
                  <a:schemeClr val="tx1"/>
                </a:solidFill>
                <a:effectLst/>
                <a:latin typeface="+mn-lt"/>
                <a:ea typeface="+mn-ea"/>
                <a:cs typeface="+mn-cs"/>
              </a:rPr>
              <a:t>Önemli noktalara odaklanmanın, bilgi akışını istediğiniz bir düzende ilerlemesinin ve sununuzu görüntüleyenlerin ilgisini çekmenin yollarından biri de animasyon kullanmaktır. Tek tek slaytlardaki metne veya nesnelere ya da yer tutuculara animasyon efektleri uygulayabilirsiniz.</a:t>
            </a:r>
          </a:p>
          <a:p>
            <a:pPr marL="0" marR="0" indent="0" algn="l" defTabSz="914400" rtl="0" eaLnBrk="1" fontAlgn="auto" latinLnBrk="0" hangingPunct="1">
              <a:lnSpc>
                <a:spcPct val="100000"/>
              </a:lnSpc>
              <a:spcBef>
                <a:spcPts val="0"/>
              </a:spcBef>
              <a:spcAft>
                <a:spcPts val="0"/>
              </a:spcAft>
              <a:buClrTx/>
              <a:buSzTx/>
              <a:buFontTx/>
              <a:buNone/>
              <a:tabLst/>
              <a:defRPr/>
            </a:pPr>
            <a:endParaRPr lang="tr-TR"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tr-TR" sz="1400" b="1" kern="1200" dirty="0" smtClean="0">
                <a:solidFill>
                  <a:schemeClr val="tx1"/>
                </a:solidFill>
                <a:effectLst/>
                <a:latin typeface="+mn-lt"/>
                <a:ea typeface="+mn-ea"/>
                <a:cs typeface="+mn-cs"/>
              </a:rPr>
              <a:t>&gt; 5. </a:t>
            </a:r>
            <a:r>
              <a:rPr lang="tr-TR" sz="1200" kern="1200" dirty="0" smtClean="0">
                <a:solidFill>
                  <a:schemeClr val="tx1"/>
                </a:solidFill>
                <a:effectLst/>
                <a:latin typeface="+mn-lt"/>
                <a:ea typeface="+mn-ea"/>
                <a:cs typeface="+mn-cs"/>
              </a:rPr>
              <a:t>Animasyonları tek tek veya birden çok efekti birleştirerek kullanabilirsiniz. Örneğin, bir metin satırına </a:t>
            </a:r>
            <a:r>
              <a:rPr lang="tr-TR" sz="1200" b="1" kern="1200" dirty="0" smtClean="0">
                <a:solidFill>
                  <a:schemeClr val="tx1"/>
                </a:solidFill>
                <a:effectLst/>
                <a:latin typeface="+mn-lt"/>
                <a:ea typeface="+mn-ea"/>
                <a:cs typeface="+mn-cs"/>
              </a:rPr>
              <a:t>Uçarak Giriş</a:t>
            </a:r>
            <a:r>
              <a:rPr lang="tr-TR" sz="1200" kern="1200" dirty="0" smtClean="0">
                <a:solidFill>
                  <a:schemeClr val="tx1"/>
                </a:solidFill>
                <a:effectLst/>
                <a:latin typeface="+mn-lt"/>
                <a:ea typeface="+mn-ea"/>
                <a:cs typeface="+mn-cs"/>
              </a:rPr>
              <a:t> giriş efektini verip ondan sonra </a:t>
            </a:r>
            <a:r>
              <a:rPr lang="tr-TR" sz="1200" b="1" kern="1200" dirty="0" smtClean="0">
                <a:solidFill>
                  <a:schemeClr val="tx1"/>
                </a:solidFill>
                <a:effectLst/>
                <a:latin typeface="+mn-lt"/>
                <a:ea typeface="+mn-ea"/>
                <a:cs typeface="+mn-cs"/>
              </a:rPr>
              <a:t>Büyüt/Küçült</a:t>
            </a:r>
            <a:r>
              <a:rPr lang="tr-TR" sz="1200" kern="1200" dirty="0" smtClean="0">
                <a:solidFill>
                  <a:schemeClr val="tx1"/>
                </a:solidFill>
                <a:effectLst/>
                <a:latin typeface="+mn-lt"/>
                <a:ea typeface="+mn-ea"/>
                <a:cs typeface="+mn-cs"/>
              </a:rPr>
              <a:t> vurgu efektini uygulayarak ve bu metin satırının sağdan uçarak giderken boyutunun arttırılmasını sağlayabilirsiniz. </a:t>
            </a:r>
          </a:p>
          <a:p>
            <a:pPr marL="0" marR="0" indent="0" algn="l" defTabSz="914400" rtl="0" eaLnBrk="1" fontAlgn="auto" latinLnBrk="0" hangingPunct="1">
              <a:lnSpc>
                <a:spcPct val="100000"/>
              </a:lnSpc>
              <a:spcBef>
                <a:spcPts val="0"/>
              </a:spcBef>
              <a:spcAft>
                <a:spcPts val="0"/>
              </a:spcAft>
              <a:buClrTx/>
              <a:buSzTx/>
              <a:buFontTx/>
              <a:buNone/>
              <a:tabLst/>
              <a:defRPr/>
            </a:pPr>
            <a:endParaRPr lang="tr-TR"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tr-TR" sz="1200" kern="1200" dirty="0" smtClean="0">
              <a:solidFill>
                <a:schemeClr val="tx1"/>
              </a:solidFill>
              <a:effectLst/>
              <a:latin typeface="+mn-lt"/>
              <a:ea typeface="+mn-ea"/>
              <a:cs typeface="+mn-cs"/>
            </a:endParaRPr>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4</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b="1" dirty="0" smtClean="0"/>
              <a:t>&gt; 4. </a:t>
            </a:r>
            <a:r>
              <a:rPr lang="tr-TR" sz="1200" dirty="0" smtClean="0"/>
              <a:t>Etiket yalnızca Normal görünümde </a:t>
            </a:r>
            <a:r>
              <a:rPr lang="tr-TR" sz="1200" b="1" dirty="0" smtClean="0"/>
              <a:t>Animasyonlar</a:t>
            </a:r>
            <a:r>
              <a:rPr lang="tr-TR" sz="1200" dirty="0" smtClean="0"/>
              <a:t> sekmesi seçiliyse veya </a:t>
            </a:r>
            <a:r>
              <a:rPr lang="tr-TR" sz="1200" b="1" dirty="0" smtClean="0"/>
              <a:t>Animasyon görev bölmesi</a:t>
            </a:r>
            <a:r>
              <a:rPr lang="tr-TR" sz="1200" dirty="0" smtClean="0"/>
              <a:t> görünür durumdaysa görüntülenir.</a:t>
            </a: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5</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6</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b="1" kern="1200" dirty="0" smtClean="0">
                <a:solidFill>
                  <a:schemeClr val="tx1"/>
                </a:solidFill>
                <a:effectLst/>
                <a:latin typeface="+mn-lt"/>
                <a:ea typeface="+mn-ea"/>
                <a:cs typeface="+mn-cs"/>
              </a:rPr>
              <a:t>0. </a:t>
            </a:r>
            <a:r>
              <a:rPr lang="tr-TR" sz="1200" kern="1200" dirty="0" smtClean="0">
                <a:solidFill>
                  <a:schemeClr val="tx1"/>
                </a:solidFill>
                <a:effectLst/>
                <a:latin typeface="+mn-lt"/>
                <a:ea typeface="+mn-ea"/>
                <a:cs typeface="+mn-cs"/>
              </a:rPr>
              <a:t>Slayttaki tüm animasyonların listesini Animasyon Bölmesinden görüntüleyebilirsiniz. Animasyon Bölmesinde, efektin türü, birden çok efekt varsa bunların birbirine göre sırası, etkilenen nesnenin adı ve efektin süresi gibi animasyon efekti ile ilgili bilgileri gösterir.</a:t>
            </a:r>
          </a:p>
          <a:p>
            <a:endParaRPr lang="tr-TR" sz="1200" kern="1200" dirty="0" smtClean="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a:buChar char="Ø"/>
              <a:tabLst/>
              <a:defRPr/>
            </a:pPr>
            <a:r>
              <a:rPr lang="tr-TR" sz="1200" b="1" kern="1200" dirty="0" smtClean="0">
                <a:solidFill>
                  <a:schemeClr val="tx1"/>
                </a:solidFill>
                <a:effectLst/>
                <a:latin typeface="+mn-lt"/>
                <a:ea typeface="+mn-ea"/>
                <a:cs typeface="+mn-cs"/>
              </a:rPr>
              <a:t>3. </a:t>
            </a:r>
            <a:r>
              <a:rPr lang="tr-TR" sz="1200" dirty="0" smtClean="0"/>
              <a:t>Bu sayılar, slaytta görüntülenen yazdırılmayan Numara Etiketlerine karşılık gelir.</a:t>
            </a:r>
          </a:p>
          <a:p>
            <a:pPr marL="171450" marR="0" lvl="0" indent="-171450" algn="l" defTabSz="914400" rtl="0" eaLnBrk="1" fontAlgn="auto" latinLnBrk="0" hangingPunct="1">
              <a:lnSpc>
                <a:spcPct val="100000"/>
              </a:lnSpc>
              <a:spcBef>
                <a:spcPts val="0"/>
              </a:spcBef>
              <a:spcAft>
                <a:spcPts val="0"/>
              </a:spcAft>
              <a:buClrTx/>
              <a:buSzTx/>
              <a:buFont typeface="Wingdings"/>
              <a:buChar char="Ø"/>
              <a:tabLst/>
              <a:defRPr/>
            </a:pPr>
            <a:r>
              <a:rPr lang="tr-TR" sz="1200" dirty="0" smtClean="0"/>
              <a:t>4</a:t>
            </a:r>
            <a:r>
              <a:rPr lang="tr-TR" sz="1200" baseline="0" dirty="0" smtClean="0"/>
              <a:t> . </a:t>
            </a:r>
            <a:r>
              <a:rPr lang="tr-TR" sz="1200" dirty="0" smtClean="0"/>
              <a:t>Bu örnekte üst bölümde Giriş alt bölümde ise Çıkış efekti gösterilmektedir.</a:t>
            </a:r>
          </a:p>
          <a:p>
            <a:pPr marL="171450" marR="0" lvl="0" indent="-171450" algn="l" defTabSz="914400" rtl="0" eaLnBrk="1" fontAlgn="auto" latinLnBrk="0" hangingPunct="1">
              <a:lnSpc>
                <a:spcPct val="100000"/>
              </a:lnSpc>
              <a:spcBef>
                <a:spcPts val="0"/>
              </a:spcBef>
              <a:spcAft>
                <a:spcPts val="0"/>
              </a:spcAft>
              <a:buClrTx/>
              <a:buSzTx/>
              <a:buFont typeface="Wingdings"/>
              <a:buChar char="Ø"/>
              <a:tabLst/>
              <a:defRPr/>
            </a:pPr>
            <a:r>
              <a:rPr lang="tr-TR" sz="1200" b="1" dirty="0" smtClean="0"/>
              <a:t>7.</a:t>
            </a:r>
            <a:r>
              <a:rPr lang="tr-TR" sz="1200" baseline="0" dirty="0" smtClean="0"/>
              <a:t> </a:t>
            </a:r>
            <a:r>
              <a:rPr lang="tr-TR" sz="1200" dirty="0" smtClean="0"/>
              <a:t>Aynı nesneye birden çok animasyon efekti uygulandığında veya bir nesne grubuna beraber efekt uygulandıysa bu şekilde gruplanırlar.</a:t>
            </a:r>
          </a:p>
          <a:p>
            <a:pPr marL="171450" marR="0" lvl="0" indent="-171450" algn="l" defTabSz="914400" rtl="0" eaLnBrk="1" fontAlgn="auto" latinLnBrk="0" hangingPunct="1">
              <a:lnSpc>
                <a:spcPct val="100000"/>
              </a:lnSpc>
              <a:spcBef>
                <a:spcPts val="0"/>
              </a:spcBef>
              <a:spcAft>
                <a:spcPts val="0"/>
              </a:spcAft>
              <a:buClrTx/>
              <a:buSzTx/>
              <a:buFont typeface="Wingdings"/>
              <a:buChar char="Ø"/>
              <a:tabLst/>
              <a:defRPr/>
            </a:pPr>
            <a:endParaRPr lang="tr-TR" sz="1200" dirty="0" smtClean="0"/>
          </a:p>
          <a:p>
            <a:pPr marL="171450" marR="0" lvl="0" indent="-171450" algn="l" defTabSz="914400" rtl="0" eaLnBrk="1" fontAlgn="auto" latinLnBrk="0" hangingPunct="1">
              <a:lnSpc>
                <a:spcPct val="100000"/>
              </a:lnSpc>
              <a:spcBef>
                <a:spcPts val="0"/>
              </a:spcBef>
              <a:spcAft>
                <a:spcPts val="0"/>
              </a:spcAft>
              <a:buClrTx/>
              <a:buSzTx/>
              <a:buFont typeface="Wingdings"/>
              <a:buChar char="Ø"/>
              <a:tabLst/>
              <a:defRPr/>
            </a:pPr>
            <a:endParaRPr lang="tr-TR" sz="1200" dirty="0" smtClean="0"/>
          </a:p>
          <a:p>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7</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8</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200" b="1" i="1" kern="1200" dirty="0" smtClean="0">
                <a:solidFill>
                  <a:schemeClr val="tx1"/>
                </a:solidFill>
                <a:effectLst/>
                <a:latin typeface="+mn-lt"/>
                <a:ea typeface="+mn-ea"/>
                <a:cs typeface="+mn-cs"/>
              </a:rPr>
              <a:t>&gt;1. Tıklanınca</a:t>
            </a:r>
            <a:r>
              <a:rPr lang="tr-TR" sz="1200" kern="1200" dirty="0" smtClean="0">
                <a:solidFill>
                  <a:schemeClr val="tx1"/>
                </a:solidFill>
                <a:effectLst/>
                <a:latin typeface="+mn-lt"/>
                <a:ea typeface="+mn-ea"/>
                <a:cs typeface="+mn-cs"/>
              </a:rPr>
              <a:t> seçilirse animasyon Numara etiketlerinde verilen sırasında ve fare veya klavyeye tıklandığında gelir, </a:t>
            </a:r>
            <a:r>
              <a:rPr lang="tr-TR" sz="1200" b="1" i="1" kern="1200" dirty="0" smtClean="0">
                <a:solidFill>
                  <a:schemeClr val="tx1"/>
                </a:solidFill>
                <a:effectLst/>
                <a:latin typeface="+mn-lt"/>
                <a:ea typeface="+mn-ea"/>
                <a:cs typeface="+mn-cs"/>
              </a:rPr>
              <a:t>Öncekiyle birlikte seçilirse</a:t>
            </a:r>
            <a:r>
              <a:rPr lang="tr-TR" sz="1200" kern="1200" dirty="0" smtClean="0">
                <a:solidFill>
                  <a:schemeClr val="tx1"/>
                </a:solidFill>
                <a:effectLst/>
                <a:latin typeface="+mn-lt"/>
                <a:ea typeface="+mn-ea"/>
                <a:cs typeface="+mn-cs"/>
              </a:rPr>
              <a:t> Numara etiketlerinde verilen sıra numarası bir öncekiyle aynı olur ve onunla birlikte çalışır, </a:t>
            </a:r>
            <a:r>
              <a:rPr lang="tr-TR" sz="1200" b="1" i="1" kern="1200" dirty="0" smtClean="0">
                <a:solidFill>
                  <a:schemeClr val="tx1"/>
                </a:solidFill>
                <a:effectLst/>
                <a:latin typeface="+mn-lt"/>
                <a:ea typeface="+mn-ea"/>
                <a:cs typeface="+mn-cs"/>
              </a:rPr>
              <a:t>Öncekinden sonra </a:t>
            </a:r>
            <a:r>
              <a:rPr lang="tr-TR" sz="1200" kern="1200" dirty="0" smtClean="0">
                <a:solidFill>
                  <a:schemeClr val="tx1"/>
                </a:solidFill>
                <a:effectLst/>
                <a:latin typeface="+mn-lt"/>
                <a:ea typeface="+mn-ea"/>
                <a:cs typeface="+mn-cs"/>
              </a:rPr>
              <a:t>seçilirse Numara etiketlerinde verilen sıra numarası bir öncekiyle aynı olur ancak öncekinin çalışması bittiğinde herhangi bir tıklama yapmadan kendiliğinden çalışır.</a:t>
            </a:r>
            <a:endParaRPr lang="tr-TR" dirty="0" smtClean="0"/>
          </a:p>
          <a:p>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9</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b="1" kern="1200" dirty="0" smtClean="0">
                <a:solidFill>
                  <a:schemeClr val="tx1"/>
                </a:solidFill>
                <a:effectLst/>
                <a:latin typeface="+mn-lt"/>
                <a:ea typeface="+mn-ea"/>
                <a:cs typeface="+mn-cs"/>
              </a:rPr>
              <a:t>0. </a:t>
            </a:r>
            <a:r>
              <a:rPr lang="tr-TR" sz="1200" kern="1200" smtClean="0">
                <a:solidFill>
                  <a:schemeClr val="tx1"/>
                </a:solidFill>
                <a:effectLst/>
                <a:latin typeface="+mn-lt"/>
                <a:ea typeface="+mn-ea"/>
                <a:cs typeface="+mn-cs"/>
              </a:rPr>
              <a:t>Tetikleyicilerle, slayt gösterisi sırasında slayttaki bir nesneyi tıklattığınızda bir animasyon efektinin başlatılmasını sağlayabilirsiniz.</a:t>
            </a:r>
            <a:endParaRPr lang="tr-TR" sz="1200" dirty="0" smtClean="0"/>
          </a:p>
          <a:p>
            <a:pPr marL="171450" marR="0" lvl="0" indent="-171450" algn="l" defTabSz="914400" rtl="0" eaLnBrk="1" fontAlgn="auto" latinLnBrk="0" hangingPunct="1">
              <a:lnSpc>
                <a:spcPct val="100000"/>
              </a:lnSpc>
              <a:spcBef>
                <a:spcPts val="0"/>
              </a:spcBef>
              <a:spcAft>
                <a:spcPts val="0"/>
              </a:spcAft>
              <a:buClrTx/>
              <a:buSzTx/>
              <a:buFont typeface="Wingdings"/>
              <a:buChar char="Ø"/>
              <a:tabLst/>
              <a:defRPr/>
            </a:pPr>
            <a:endParaRPr lang="tr-TR" sz="1200" dirty="0" smtClean="0"/>
          </a:p>
          <a:p>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10</a:t>
            </a:fld>
            <a:endParaRPr lang="tr-TR"/>
          </a:p>
        </p:txBody>
      </p:sp>
    </p:spTree>
    <p:extLst>
      <p:ext uri="{BB962C8B-B14F-4D97-AF65-F5344CB8AC3E}">
        <p14:creationId xmlns:p14="http://schemas.microsoft.com/office/powerpoint/2010/main" val="418794263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10" Type="http://schemas.openxmlformats.org/officeDocument/2006/relationships/slideMaster" Target="../slideMasters/slideMaster1.xml"/><Relationship Id="rId4" Type="http://schemas.openxmlformats.org/officeDocument/2006/relationships/tags" Target="../tags/tag14.xml"/><Relationship Id="rId9" Type="http://schemas.openxmlformats.org/officeDocument/2006/relationships/tags" Target="../tags/tag1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Master" Target="../slideMasters/slideMaster1.xml"/><Relationship Id="rId5" Type="http://schemas.openxmlformats.org/officeDocument/2006/relationships/tags" Target="../tags/tag24.xml"/><Relationship Id="rId4" Type="http://schemas.openxmlformats.org/officeDocument/2006/relationships/tags" Target="../tags/tag2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slideMaster" Target="../slideMasters/slideMaster2.xml"/><Relationship Id="rId5" Type="http://schemas.openxmlformats.org/officeDocument/2006/relationships/tags" Target="../tags/tag34.xml"/><Relationship Id="rId4" Type="http://schemas.openxmlformats.org/officeDocument/2006/relationships/tags" Target="../tags/tag3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1" name="Rectangle 10"/>
          <p:cNvSpPr/>
          <p:nvPr>
            <p:custDataLst>
              <p:tags r:id="rId1"/>
            </p:custDataLst>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custDataLst>
              <p:tags r:id="rId2"/>
            </p:custDataLst>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custDataLst>
              <p:tags r:id="rId3"/>
            </p:custDataLst>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custDataLst>
              <p:tags r:id="rId4"/>
            </p:custDataLst>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custDataLst>
              <p:tags r:id="rId5"/>
            </p:custDataLst>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4" name="Date Placeholder 3"/>
          <p:cNvSpPr>
            <a:spLocks noGrp="1"/>
          </p:cNvSpPr>
          <p:nvPr>
            <p:ph type="dt" sz="half" idx="10"/>
            <p:custDataLst>
              <p:tags r:id="rId6"/>
            </p:custDataLst>
          </p:nvPr>
        </p:nvSpPr>
        <p:spPr/>
        <p:txBody>
          <a:bodyPr/>
          <a:lstStyle/>
          <a:p>
            <a:fld id="{33211F5A-2E08-43CC-ADB2-AE0E31144EA2}" type="datetime1">
              <a:rPr lang="tr-TR" smtClean="0"/>
              <a:t>17.09.2011</a:t>
            </a:fld>
            <a:endParaRPr lang="tr-TR"/>
          </a:p>
        </p:txBody>
      </p:sp>
      <p:sp>
        <p:nvSpPr>
          <p:cNvPr id="5" name="Footer Placeholder 4"/>
          <p:cNvSpPr>
            <a:spLocks noGrp="1"/>
          </p:cNvSpPr>
          <p:nvPr>
            <p:ph type="ftr" sz="quarter" idx="11"/>
            <p:custDataLst>
              <p:tags r:id="rId7"/>
            </p:custDataLst>
          </p:nvPr>
        </p:nvSpPr>
        <p:spPr/>
        <p:txBody>
          <a:bodyPr/>
          <a:lstStyle/>
          <a:p>
            <a:endParaRPr lang="tr-TR"/>
          </a:p>
        </p:txBody>
      </p:sp>
      <p:sp>
        <p:nvSpPr>
          <p:cNvPr id="6" name="Slide Number Placeholder 5"/>
          <p:cNvSpPr>
            <a:spLocks noGrp="1"/>
          </p:cNvSpPr>
          <p:nvPr>
            <p:ph type="sldNum" sz="quarter" idx="12"/>
            <p:custDataLst>
              <p:tags r:id="rId8"/>
            </p:custDataLst>
          </p:nvPr>
        </p:nvSpPr>
        <p:spPr/>
        <p:txBody>
          <a:bodyPr/>
          <a:lstStyle/>
          <a:p>
            <a:fld id="{C1FA2219-9131-49AD-A1B5-1FFD48A79E7F}" type="slidenum">
              <a:rPr lang="tr-TR" smtClean="0"/>
              <a:t>‹#›</a:t>
            </a:fld>
            <a:endParaRPr lang="tr-TR"/>
          </a:p>
        </p:txBody>
      </p:sp>
      <p:sp>
        <p:nvSpPr>
          <p:cNvPr id="2" name="Title 1"/>
          <p:cNvSpPr>
            <a:spLocks noGrp="1"/>
          </p:cNvSpPr>
          <p:nvPr>
            <p:ph type="ctrTitle"/>
            <p:custDataLst>
              <p:tags r:id="rId9"/>
            </p:custDataLst>
          </p:nvPr>
        </p:nvSpPr>
        <p:spPr>
          <a:xfrm>
            <a:off x="817581" y="3132290"/>
            <a:ext cx="7175351" cy="1793167"/>
          </a:xfrm>
          <a:effectLst/>
        </p:spPr>
        <p:txBody>
          <a:bodyPr>
            <a:noAutofit/>
          </a:bodyPr>
          <a:lstStyle>
            <a:lvl1pPr marL="640080" indent="-457200" algn="l">
              <a:defRPr sz="5400"/>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4" name="Date Placeholder 3"/>
          <p:cNvSpPr>
            <a:spLocks noGrp="1"/>
          </p:cNvSpPr>
          <p:nvPr>
            <p:ph type="dt" sz="half" idx="10"/>
            <p:custDataLst>
              <p:tags r:id="rId1"/>
            </p:custDataLst>
          </p:nvPr>
        </p:nvSpPr>
        <p:spPr/>
        <p:txBody>
          <a:bodyPr/>
          <a:lstStyle/>
          <a:p>
            <a:fld id="{3FF96886-1644-4805-922F-2BDD80B5EC23}" type="datetime1">
              <a:rPr lang="tr-TR" smtClean="0"/>
              <a:t>17.09.2011</a:t>
            </a:fld>
            <a:endParaRPr lang="tr-TR"/>
          </a:p>
        </p:txBody>
      </p:sp>
      <p:sp>
        <p:nvSpPr>
          <p:cNvPr id="5" name="Footer Placeholder 4"/>
          <p:cNvSpPr>
            <a:spLocks noGrp="1"/>
          </p:cNvSpPr>
          <p:nvPr>
            <p:ph type="ftr" sz="quarter" idx="11"/>
            <p:custDataLst>
              <p:tags r:id="rId2"/>
            </p:custDataLst>
          </p:nvPr>
        </p:nvSpPr>
        <p:spPr/>
        <p:txBody>
          <a:bodyPr/>
          <a:lstStyle/>
          <a:p>
            <a:endParaRPr lang="tr-TR"/>
          </a:p>
        </p:txBody>
      </p:sp>
      <p:sp>
        <p:nvSpPr>
          <p:cNvPr id="6" name="Slide Number Placeholder 5"/>
          <p:cNvSpPr>
            <a:spLocks noGrp="1"/>
          </p:cNvSpPr>
          <p:nvPr>
            <p:ph type="sldNum" sz="quarter" idx="12"/>
            <p:custDataLst>
              <p:tags r:id="rId3"/>
            </p:custDataLst>
          </p:nvPr>
        </p:nvSpPr>
        <p:spPr/>
        <p:txBody>
          <a:bodyPr/>
          <a:lstStyle/>
          <a:p>
            <a:fld id="{C1FA2219-9131-49AD-A1B5-1FFD48A79E7F}" type="slidenum">
              <a:rPr lang="tr-TR" smtClean="0"/>
              <a:t>‹#›</a:t>
            </a:fld>
            <a:endParaRPr lang="tr-TR"/>
          </a:p>
        </p:txBody>
      </p:sp>
      <p:sp>
        <p:nvSpPr>
          <p:cNvPr id="8" name="Title 7"/>
          <p:cNvSpPr>
            <a:spLocks noGrp="1"/>
          </p:cNvSpPr>
          <p:nvPr>
            <p:ph type="title"/>
            <p:custDataLst>
              <p:tags r:id="rId4"/>
            </p:custDataLst>
          </p:nvPr>
        </p:nvSpPr>
        <p:spPr/>
        <p:txBody>
          <a:bodyPr/>
          <a:lstStyle/>
          <a:p>
            <a:r>
              <a:rPr lang="tr-TR" smtClean="0"/>
              <a:t>Asıl başlık stili için tıklatın</a:t>
            </a:r>
            <a:endParaRPr lang="en-US"/>
          </a:p>
        </p:txBody>
      </p:sp>
      <p:sp>
        <p:nvSpPr>
          <p:cNvPr id="10" name="Content Placeholder 9"/>
          <p:cNvSpPr>
            <a:spLocks noGrp="1"/>
          </p:cNvSpPr>
          <p:nvPr>
            <p:ph sz="quarter" idx="13"/>
            <p:custDataLst>
              <p:tags r:id="rId5"/>
            </p:custDataLst>
          </p:nvPr>
        </p:nvSpPr>
        <p:spPr>
          <a:xfrm>
            <a:off x="1143000" y="731520"/>
            <a:ext cx="6400800"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tr-TR" smtClean="0"/>
              <a:t>Asıl başlık stili için tıklatın</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8BA02361-8417-4EAF-964E-6B3AF1721E64}" type="datetime1">
              <a:rPr lang="tr-TR" smtClean="0"/>
              <a:t>17.09.2011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23E45B0-EA10-4B07-8566-CE20F9188C4B}" type="datetime1">
              <a:rPr lang="tr-TR" smtClean="0"/>
              <a:t>17.09.2011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8" name="Title 7"/>
          <p:cNvSpPr>
            <a:spLocks noGrp="1"/>
          </p:cNvSpPr>
          <p:nvPr>
            <p:ph type="title"/>
          </p:nvPr>
        </p:nvSpPr>
        <p:spPr/>
        <p:txBody>
          <a:bodyPr/>
          <a:lstStyle/>
          <a:p>
            <a:r>
              <a:rPr lang="tr-TR" smtClean="0"/>
              <a:t>Asıl başlık stili için tıklatın</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tr-TR" smtClean="0"/>
              <a:t>Asıl metin stillerini düzenlemek için tıklatın</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60A03491-EA27-4E3B-A7B3-0119A26FB22B}" type="datetime1">
              <a:rPr lang="tr-TR" smtClean="0"/>
              <a:t>17.09.2011</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A2219-9131-49AD-A1B5-1FFD48A79E7F}" type="slidenum">
              <a:rPr lang="tr-TR" smtClean="0"/>
              <a:t>‹#›</a:t>
            </a:fld>
            <a:endParaRPr lang="tr-TR"/>
          </a:p>
        </p:txBody>
      </p:sp>
      <p:sp>
        <p:nvSpPr>
          <p:cNvPr id="10" name="Title 9"/>
          <p:cNvSpPr>
            <a:spLocks noGrp="1"/>
          </p:cNvSpPr>
          <p:nvPr>
            <p:ph type="title"/>
          </p:nvPr>
        </p:nvSpPr>
        <p:spPr/>
        <p:txBody>
          <a:body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3E781847-CA54-4811-B1DC-01FAF672C498}" type="datetime1">
              <a:rPr lang="tr-TR" smtClean="0"/>
              <a:t>17.09.2011</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263337-47B6-4C69-84FB-6ACB4B0D9006}" type="datetime1">
              <a:rPr lang="tr-TR" smtClean="0"/>
              <a:t>17.09.2011</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tr-TR" smtClean="0"/>
              <a:t>Asıl başlık stili için tıklatın</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521C6A0F-F9B9-46DA-8227-49B509E26861}" type="datetime1">
              <a:rPr lang="tr-TR" smtClean="0"/>
              <a:t>17.09.2011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49639F51-7D0A-41C3-861F-9485E53EC16C}" type="datetime1">
              <a:rPr lang="tr-TR" smtClean="0"/>
              <a:t>17.09.2011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84EC70DB-3665-4FAF-BEE4-5BD6964DBE41}" type="datetime1">
              <a:rPr lang="tr-TR" smtClean="0"/>
              <a:t>17.09.2011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7E68E074-8273-4A0D-B6A2-87AB7BAC7D23}" type="datetime1">
              <a:rPr lang="tr-TR" smtClean="0"/>
              <a:t>17.09.2011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Veri Yer Tutucusu 3"/>
          <p:cNvSpPr>
            <a:spLocks noGrp="1"/>
          </p:cNvSpPr>
          <p:nvPr>
            <p:ph type="dt" sz="half" idx="10"/>
          </p:nvPr>
        </p:nvSpPr>
        <p:spPr/>
        <p:txBody>
          <a:bodyPr/>
          <a:lstStyle/>
          <a:p>
            <a:fld id="{AAF7DEBA-5971-409F-A79B-19F780977668}" type="datetime1">
              <a:rPr lang="tr-TR" smtClean="0"/>
              <a:t>17.09.2011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185634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custDataLst>
              <p:tags r:id="rId1"/>
            </p:custDataLst>
          </p:nvPr>
        </p:nvSpPr>
        <p:spPr/>
        <p:txBody>
          <a:bodyPr/>
          <a:lstStyle/>
          <a:p>
            <a:r>
              <a:rPr lang="tr-TR" smtClean="0"/>
              <a:t>Asıl başlık stili için tıklatın</a:t>
            </a:r>
            <a:endParaRPr lang="tr-TR"/>
          </a:p>
        </p:txBody>
      </p:sp>
      <p:sp>
        <p:nvSpPr>
          <p:cNvPr id="3" name="İçerik Yer Tutucusu 2"/>
          <p:cNvSpPr>
            <a:spLocks noGrp="1"/>
          </p:cNvSpPr>
          <p:nvPr>
            <p:ph idx="1"/>
            <p:custDataLst>
              <p:tags r:id="rId2"/>
            </p:custDataLst>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custDataLst>
              <p:tags r:id="rId3"/>
            </p:custDataLst>
          </p:nvPr>
        </p:nvSpPr>
        <p:spPr/>
        <p:txBody>
          <a:bodyPr/>
          <a:lstStyle/>
          <a:p>
            <a:fld id="{412E2A92-3D34-4C2A-BF77-419B813C51FB}" type="datetime1">
              <a:rPr lang="tr-TR" smtClean="0"/>
              <a:t>17.09.2011</a:t>
            </a:fld>
            <a:endParaRPr lang="tr-TR"/>
          </a:p>
        </p:txBody>
      </p:sp>
      <p:sp>
        <p:nvSpPr>
          <p:cNvPr id="5" name="Altbilgi Yer Tutucusu 4"/>
          <p:cNvSpPr>
            <a:spLocks noGrp="1"/>
          </p:cNvSpPr>
          <p:nvPr>
            <p:ph type="ftr" sz="quarter" idx="11"/>
            <p:custDataLst>
              <p:tags r:id="rId4"/>
            </p:custDataLst>
          </p:nvPr>
        </p:nvSpPr>
        <p:spPr/>
        <p:txBody>
          <a:bodyPr/>
          <a:lstStyle/>
          <a:p>
            <a:endParaRPr lang="tr-TR"/>
          </a:p>
        </p:txBody>
      </p:sp>
      <p:sp>
        <p:nvSpPr>
          <p:cNvPr id="6" name="Slayt Numarası Yer Tutucusu 5"/>
          <p:cNvSpPr>
            <a:spLocks noGrp="1"/>
          </p:cNvSpPr>
          <p:nvPr>
            <p:ph type="sldNum" sz="quarter" idx="12"/>
            <p:custDataLst>
              <p:tags r:id="rId5"/>
            </p:custDataLst>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15392916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Veri Yer Tutucusu 3"/>
          <p:cNvSpPr>
            <a:spLocks noGrp="1"/>
          </p:cNvSpPr>
          <p:nvPr>
            <p:ph type="dt" sz="half" idx="10"/>
          </p:nvPr>
        </p:nvSpPr>
        <p:spPr/>
        <p:txBody>
          <a:bodyPr/>
          <a:lstStyle/>
          <a:p>
            <a:fld id="{E356C50D-6847-4CE8-96A0-0F64178FC928}" type="datetime1">
              <a:rPr lang="tr-TR" smtClean="0"/>
              <a:t>17.09.2011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57553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215D0BC6-87A8-456B-A25D-9C643A571D87}" type="datetime1">
              <a:rPr lang="tr-TR" smtClean="0"/>
              <a:t>17.09.2011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781901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smtClean="0"/>
              <a:t>Asıl başlık stili için tıklatın</a:t>
            </a:r>
            <a:endParaRPr lang="tr-T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3A8AE344-31CC-436B-808B-03C782EA0E02}" type="datetime1">
              <a:rPr lang="tr-TR" smtClean="0"/>
              <a:t>17.09.2011</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2745902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D8C5D3EB-549B-47E2-A459-895304C4B8AB}" type="datetime1">
              <a:rPr lang="tr-TR" smtClean="0"/>
              <a:t>17.09.2011</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7497511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7DA1C76A-13F0-4DCE-BB0A-885A6F0195A5}" type="datetime1">
              <a:rPr lang="tr-TR" smtClean="0"/>
              <a:t>17.09.2011</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934022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7D356B32-8E86-4D76-9AC6-1E615511D280}" type="datetime1">
              <a:rPr lang="tr-TR" smtClean="0"/>
              <a:t>17.09.2011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37624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811BDF59-8B1D-414D-9D5F-DCDB33DB2071}" type="datetime1">
              <a:rPr lang="tr-TR" smtClean="0"/>
              <a:t>17.09.2011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612450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6FBEDAB1-641D-41E7-BB6B-E0C1FBCE2522}" type="datetime1">
              <a:rPr lang="tr-TR" smtClean="0"/>
              <a:t>17.09.2011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291491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9C63332F-F009-4965-802E-83610E9E7A41}" type="datetime1">
              <a:rPr lang="tr-TR" smtClean="0"/>
              <a:t>17.09.2011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652536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21" Type="http://schemas.openxmlformats.org/officeDocument/2006/relationships/tags" Target="../tags/tag10.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tags" Target="../tags/tag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tags" Target="../tags/tag8.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25.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tags" Target="../tags/tag29.xml"/><Relationship Id="rId2" Type="http://schemas.openxmlformats.org/officeDocument/2006/relationships/slideLayout" Target="../slideLayouts/slideLayout13.xml"/><Relationship Id="rId16" Type="http://schemas.openxmlformats.org/officeDocument/2006/relationships/tags" Target="../tags/tag28.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27.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custDataLst>
              <p:tags r:id="rId13"/>
            </p:custDataLst>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custDataLst>
              <p:tags r:id="rId14"/>
            </p:custDataLst>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custDataLst>
              <p:tags r:id="rId15"/>
            </p:custDataLst>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custDataLst>
              <p:tags r:id="rId16"/>
            </p:custDataLst>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custDataLst>
              <p:tags r:id="rId17"/>
            </p:custDataLst>
          </p:nvPr>
        </p:nvSpPr>
        <p:spPr>
          <a:xfrm>
            <a:off x="1793289" y="4372168"/>
            <a:ext cx="6512511" cy="1143000"/>
          </a:xfrm>
          <a:prstGeom prst="rect">
            <a:avLst/>
          </a:prstGeom>
          <a:effectLst/>
        </p:spPr>
        <p:txBody>
          <a:bodyPr vert="horz" lIns="91440" tIns="45720" rIns="91440" bIns="45720" rtlCol="0" anchor="t" anchorCtr="0">
            <a:noAutofit/>
          </a:bodyPr>
          <a:lstStyle/>
          <a:p>
            <a:r>
              <a:rPr lang="tr-TR" smtClean="0"/>
              <a:t>Asıl başlık stili için tıklatın</a:t>
            </a:r>
            <a:endParaRPr lang="en-US" dirty="0"/>
          </a:p>
        </p:txBody>
      </p:sp>
      <p:sp>
        <p:nvSpPr>
          <p:cNvPr id="3" name="Text Placeholder 2"/>
          <p:cNvSpPr>
            <a:spLocks noGrp="1"/>
          </p:cNvSpPr>
          <p:nvPr>
            <p:ph type="body" idx="1"/>
            <p:custDataLst>
              <p:tags r:id="rId18"/>
            </p:custDataLst>
          </p:nvPr>
        </p:nvSpPr>
        <p:spPr>
          <a:xfrm>
            <a:off x="1143000" y="732260"/>
            <a:ext cx="6400800" cy="347472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custDataLst>
              <p:tags r:id="rId19"/>
            </p:custDataLst>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2CE80751-1508-4B30-8CAE-152919EC98AB}" type="datetime1">
              <a:rPr lang="tr-TR" smtClean="0"/>
              <a:t>17.09.2011</a:t>
            </a:fld>
            <a:endParaRPr lang="tr-TR"/>
          </a:p>
        </p:txBody>
      </p:sp>
      <p:sp>
        <p:nvSpPr>
          <p:cNvPr id="5" name="Footer Placeholder 4"/>
          <p:cNvSpPr>
            <a:spLocks noGrp="1"/>
          </p:cNvSpPr>
          <p:nvPr>
            <p:ph type="ftr" sz="quarter" idx="3"/>
            <p:custDataLst>
              <p:tags r:id="rId20"/>
            </p:custDataLst>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tr-TR"/>
          </a:p>
        </p:txBody>
      </p:sp>
      <p:sp>
        <p:nvSpPr>
          <p:cNvPr id="6" name="Slide Number Placeholder 5"/>
          <p:cNvSpPr>
            <a:spLocks noGrp="1"/>
          </p:cNvSpPr>
          <p:nvPr>
            <p:ph type="sldNum" sz="quarter" idx="4"/>
            <p:custDataLst>
              <p:tags r:id="rId21"/>
            </p:custDataLst>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C1FA2219-9131-49AD-A1B5-1FFD48A79E7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custDataLst>
              <p:tags r:id="rId13"/>
            </p:custDataLst>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custDataLst>
              <p:tags r:id="rId14"/>
            </p:custDataLst>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custDataLst>
              <p:tags r:id="rId15"/>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BBDD0B-BAA1-4B61-9F7E-305C5CC1739C}" type="datetime1">
              <a:rPr lang="tr-TR" smtClean="0"/>
              <a:t>17.09.2011</a:t>
            </a:fld>
            <a:endParaRPr lang="tr-TR"/>
          </a:p>
        </p:txBody>
      </p:sp>
      <p:sp>
        <p:nvSpPr>
          <p:cNvPr id="5" name="Altbilgi Yer Tutucusu 4"/>
          <p:cNvSpPr>
            <a:spLocks noGrp="1"/>
          </p:cNvSpPr>
          <p:nvPr>
            <p:ph type="ftr" sz="quarter" idx="3"/>
            <p:custDataLst>
              <p:tags r:id="rId16"/>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custDataLst>
              <p:tags r:id="rId17"/>
            </p:custDataLst>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A2219-9131-49AD-A1B5-1FFD48A79E7F}" type="slidenum">
              <a:rPr lang="tr-TR" smtClean="0"/>
              <a:t>‹#›</a:t>
            </a:fld>
            <a:endParaRPr lang="tr-TR"/>
          </a:p>
        </p:txBody>
      </p:sp>
    </p:spTree>
    <p:extLst>
      <p:ext uri="{BB962C8B-B14F-4D97-AF65-F5344CB8AC3E}">
        <p14:creationId xmlns:p14="http://schemas.microsoft.com/office/powerpoint/2010/main" val="37033124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37.xml"/><Relationship Id="rId7" Type="http://schemas.openxmlformats.org/officeDocument/2006/relationships/tags" Target="../tags/tag4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5" Type="http://schemas.openxmlformats.org/officeDocument/2006/relationships/tags" Target="../tags/tag39.xml"/><Relationship Id="rId10" Type="http://schemas.openxmlformats.org/officeDocument/2006/relationships/image" Target="../media/image2.jpg"/><Relationship Id="rId4" Type="http://schemas.openxmlformats.org/officeDocument/2006/relationships/tags" Target="../tags/tag38.xml"/><Relationship Id="rId9" Type="http://schemas.openxmlformats.org/officeDocument/2006/relationships/image" Target="../media/image1.wmf"/></Relationships>
</file>

<file path=ppt/slides/_rels/slide2.xml.rels><?xml version="1.0" encoding="UTF-8" standalone="yes"?>
<Relationships xmlns="http://schemas.openxmlformats.org/package/2006/relationships"><Relationship Id="rId3" Type="http://schemas.openxmlformats.org/officeDocument/2006/relationships/tags" Target="../tags/tag44.xml"/><Relationship Id="rId7" Type="http://schemas.openxmlformats.org/officeDocument/2006/relationships/image" Target="../media/image3.gif"/><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slideLayout" Target="../slideLayouts/slideLayout2.xml"/><Relationship Id="rId5" Type="http://schemas.openxmlformats.org/officeDocument/2006/relationships/tags" Target="../tags/tag46.xml"/><Relationship Id="rId4" Type="http://schemas.openxmlformats.org/officeDocument/2006/relationships/tags" Target="../tags/tag45.xml"/></Relationships>
</file>

<file path=ppt/slides/_rels/slide3.xml.rels><?xml version="1.0" encoding="UTF-8" standalone="yes"?>
<Relationships xmlns="http://schemas.openxmlformats.org/package/2006/relationships"><Relationship Id="rId3" Type="http://schemas.openxmlformats.org/officeDocument/2006/relationships/tags" Target="../tags/tag49.xml"/><Relationship Id="rId7" Type="http://schemas.openxmlformats.org/officeDocument/2006/relationships/slideLayout" Target="../slideLayouts/slideLayout2.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s>
</file>

<file path=ppt/slides/_rels/slide4.xml.rels><?xml version="1.0" encoding="UTF-8" standalone="yes"?>
<Relationships xmlns="http://schemas.openxmlformats.org/package/2006/relationships"><Relationship Id="rId8" Type="http://schemas.openxmlformats.org/officeDocument/2006/relationships/tags" Target="../tags/tag60.xml"/><Relationship Id="rId3" Type="http://schemas.openxmlformats.org/officeDocument/2006/relationships/tags" Target="../tags/tag55.xml"/><Relationship Id="rId7" Type="http://schemas.openxmlformats.org/officeDocument/2006/relationships/tags" Target="../tags/tag59.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5" Type="http://schemas.openxmlformats.org/officeDocument/2006/relationships/tags" Target="../tags/tag57.xml"/><Relationship Id="rId10" Type="http://schemas.openxmlformats.org/officeDocument/2006/relationships/notesSlide" Target="../notesSlides/notesSlide1.xml"/><Relationship Id="rId4" Type="http://schemas.openxmlformats.org/officeDocument/2006/relationships/tags" Target="../tags/tag56.xml"/><Relationship Id="rId9"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tags" Target="../tags/tag68.xml"/><Relationship Id="rId13" Type="http://schemas.openxmlformats.org/officeDocument/2006/relationships/image" Target="../media/image6.png"/><Relationship Id="rId3" Type="http://schemas.openxmlformats.org/officeDocument/2006/relationships/tags" Target="../tags/tag63.xml"/><Relationship Id="rId7" Type="http://schemas.openxmlformats.org/officeDocument/2006/relationships/tags" Target="../tags/tag67.xml"/><Relationship Id="rId12" Type="http://schemas.openxmlformats.org/officeDocument/2006/relationships/image" Target="../media/image5.png"/><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image" Target="../media/image4.gif"/><Relationship Id="rId5" Type="http://schemas.openxmlformats.org/officeDocument/2006/relationships/tags" Target="../tags/tag65.xml"/><Relationship Id="rId10" Type="http://schemas.openxmlformats.org/officeDocument/2006/relationships/notesSlide" Target="../notesSlides/notesSlide2.xml"/><Relationship Id="rId4" Type="http://schemas.openxmlformats.org/officeDocument/2006/relationships/tags" Target="../tags/tag64.xml"/><Relationship Id="rId9"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tags" Target="../tags/tag76.xml"/><Relationship Id="rId3" Type="http://schemas.openxmlformats.org/officeDocument/2006/relationships/tags" Target="../tags/tag71.xml"/><Relationship Id="rId7" Type="http://schemas.openxmlformats.org/officeDocument/2006/relationships/tags" Target="../tags/tag75.xml"/><Relationship Id="rId12" Type="http://schemas.openxmlformats.org/officeDocument/2006/relationships/image" Target="../media/image8.png"/><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image" Target="../media/image7.png"/><Relationship Id="rId5" Type="http://schemas.openxmlformats.org/officeDocument/2006/relationships/tags" Target="../tags/tag73.xml"/><Relationship Id="rId10" Type="http://schemas.openxmlformats.org/officeDocument/2006/relationships/notesSlide" Target="../notesSlides/notesSlide3.xml"/><Relationship Id="rId4" Type="http://schemas.openxmlformats.org/officeDocument/2006/relationships/tags" Target="../tags/tag72.xml"/><Relationship Id="rId9"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8" Type="http://schemas.openxmlformats.org/officeDocument/2006/relationships/tags" Target="../tags/tag84.xml"/><Relationship Id="rId13" Type="http://schemas.openxmlformats.org/officeDocument/2006/relationships/image" Target="../media/image10.png"/><Relationship Id="rId3" Type="http://schemas.openxmlformats.org/officeDocument/2006/relationships/tags" Target="../tags/tag79.xml"/><Relationship Id="rId7" Type="http://schemas.openxmlformats.org/officeDocument/2006/relationships/tags" Target="../tags/tag83.xml"/><Relationship Id="rId12" Type="http://schemas.openxmlformats.org/officeDocument/2006/relationships/image" Target="../media/image9.png"/><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tags" Target="../tags/tag82.xml"/><Relationship Id="rId11" Type="http://schemas.openxmlformats.org/officeDocument/2006/relationships/notesSlide" Target="../notesSlides/notesSlide4.xml"/><Relationship Id="rId5" Type="http://schemas.openxmlformats.org/officeDocument/2006/relationships/tags" Target="../tags/tag81.xml"/><Relationship Id="rId10" Type="http://schemas.openxmlformats.org/officeDocument/2006/relationships/slideLayout" Target="../slideLayouts/slideLayout13.xml"/><Relationship Id="rId4" Type="http://schemas.openxmlformats.org/officeDocument/2006/relationships/tags" Target="../tags/tag80.xml"/><Relationship Id="rId9" Type="http://schemas.openxmlformats.org/officeDocument/2006/relationships/tags" Target="../tags/tag85.xml"/></Relationships>
</file>

<file path=ppt/slides/_rels/slide8.xml.rels><?xml version="1.0" encoding="UTF-8" standalone="yes"?>
<Relationships xmlns="http://schemas.openxmlformats.org/package/2006/relationships"><Relationship Id="rId8" Type="http://schemas.openxmlformats.org/officeDocument/2006/relationships/tags" Target="../tags/tag93.xml"/><Relationship Id="rId13" Type="http://schemas.openxmlformats.org/officeDocument/2006/relationships/image" Target="../media/image11.gif"/><Relationship Id="rId3" Type="http://schemas.openxmlformats.org/officeDocument/2006/relationships/tags" Target="../tags/tag88.xml"/><Relationship Id="rId7" Type="http://schemas.openxmlformats.org/officeDocument/2006/relationships/tags" Target="../tags/tag92.xml"/><Relationship Id="rId12" Type="http://schemas.openxmlformats.org/officeDocument/2006/relationships/notesSlide" Target="../notesSlides/notesSlide5.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slideLayout" Target="../slideLayouts/slideLayout13.xml"/><Relationship Id="rId5" Type="http://schemas.openxmlformats.org/officeDocument/2006/relationships/tags" Target="../tags/tag90.xml"/><Relationship Id="rId15" Type="http://schemas.openxmlformats.org/officeDocument/2006/relationships/image" Target="../media/image13.png"/><Relationship Id="rId10" Type="http://schemas.openxmlformats.org/officeDocument/2006/relationships/tags" Target="../tags/tag95.xml"/><Relationship Id="rId4" Type="http://schemas.openxmlformats.org/officeDocument/2006/relationships/tags" Target="../tags/tag89.xml"/><Relationship Id="rId9" Type="http://schemas.openxmlformats.org/officeDocument/2006/relationships/tags" Target="../tags/tag94.xml"/><Relationship Id="rId14"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tags" Target="../tags/tag103.xml"/><Relationship Id="rId3" Type="http://schemas.openxmlformats.org/officeDocument/2006/relationships/tags" Target="../tags/tag98.xml"/><Relationship Id="rId7" Type="http://schemas.openxmlformats.org/officeDocument/2006/relationships/tags" Target="../tags/tag102.xml"/><Relationship Id="rId12" Type="http://schemas.openxmlformats.org/officeDocument/2006/relationships/image" Target="../media/image14.png"/><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image" Target="../media/image13.png"/><Relationship Id="rId5" Type="http://schemas.openxmlformats.org/officeDocument/2006/relationships/tags" Target="../tags/tag100.xml"/><Relationship Id="rId10" Type="http://schemas.openxmlformats.org/officeDocument/2006/relationships/notesSlide" Target="../notesSlides/notesSlide6.xml"/><Relationship Id="rId4" Type="http://schemas.openxmlformats.org/officeDocument/2006/relationships/tags" Target="../tags/tag99.xml"/><Relationship Id="rId9"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image" Target="../media/image15.png"/><Relationship Id="rId5" Type="http://schemas.openxmlformats.org/officeDocument/2006/relationships/tags" Target="../tags/tag108.xml"/><Relationship Id="rId10" Type="http://schemas.openxmlformats.org/officeDocument/2006/relationships/notesSlide" Target="../notesSlides/notesSlide7.xml"/><Relationship Id="rId4" Type="http://schemas.openxmlformats.org/officeDocument/2006/relationships/tags" Target="../tags/tag107.xml"/><Relationship Id="rId9"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0 Resim" descr="sau_logo.wmf"/>
          <p:cNvPicPr/>
          <p:nvPr/>
        </p:nvPicPr>
        <p:blipFill>
          <a:blip r:embed="rId9"/>
          <a:stretch>
            <a:fillRect/>
          </a:stretch>
        </p:blipFill>
        <p:spPr>
          <a:xfrm>
            <a:off x="189107" y="4572000"/>
            <a:ext cx="8765785" cy="2188205"/>
          </a:xfrm>
          <a:prstGeom prst="rect">
            <a:avLst/>
          </a:prstGeom>
          <a:noFill/>
          <a:ln>
            <a:noFill/>
          </a:ln>
        </p:spPr>
      </p:pic>
      <p:sp>
        <p:nvSpPr>
          <p:cNvPr id="7" name="Dikdörtgen 6"/>
          <p:cNvSpPr/>
          <p:nvPr>
            <p:custDataLst>
              <p:tags r:id="rId1"/>
            </p:custDataLst>
          </p:nvPr>
        </p:nvSpPr>
        <p:spPr>
          <a:xfrm>
            <a:off x="0" y="2895600"/>
            <a:ext cx="7696200" cy="1219200"/>
          </a:xfrm>
          <a:prstGeom prst="rect">
            <a:avLst/>
          </a:prstGeom>
          <a:solidFill>
            <a:schemeClr val="tx2">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Alt Başlık 2"/>
          <p:cNvSpPr>
            <a:spLocks noGrp="1"/>
          </p:cNvSpPr>
          <p:nvPr>
            <p:ph type="subTitle" idx="1"/>
            <p:custDataLst>
              <p:tags r:id="rId2"/>
            </p:custDataLst>
          </p:nvPr>
        </p:nvSpPr>
        <p:spPr>
          <a:xfrm>
            <a:off x="64207" y="3733800"/>
            <a:ext cx="3974393" cy="609600"/>
          </a:xfrm>
        </p:spPr>
        <p:txBody>
          <a:bodyPr>
            <a:normAutofit/>
          </a:bodyPr>
          <a:lstStyle/>
          <a:p>
            <a:pPr>
              <a:spcBef>
                <a:spcPts val="0"/>
              </a:spcBef>
              <a:spcAft>
                <a:spcPts val="0"/>
              </a:spcAft>
            </a:pPr>
            <a:r>
              <a:rPr lang="tr-TR" sz="1800" dirty="0" smtClean="0">
                <a:solidFill>
                  <a:srgbClr val="AADAF0"/>
                </a:solidFill>
              </a:rPr>
              <a:t>Temel Bilgi Teknolojisi Kullanımı</a:t>
            </a:r>
            <a:endParaRPr lang="tr-TR" sz="1800" dirty="0">
              <a:solidFill>
                <a:srgbClr val="AADAF0"/>
              </a:solidFill>
            </a:endParaRPr>
          </a:p>
        </p:txBody>
      </p:sp>
      <p:sp>
        <p:nvSpPr>
          <p:cNvPr id="2" name="Başlık 1"/>
          <p:cNvSpPr>
            <a:spLocks noGrp="1"/>
          </p:cNvSpPr>
          <p:nvPr>
            <p:ph type="ctrTitle"/>
            <p:custDataLst>
              <p:tags r:id="rId3"/>
            </p:custDataLst>
          </p:nvPr>
        </p:nvSpPr>
        <p:spPr>
          <a:xfrm>
            <a:off x="0" y="2827491"/>
            <a:ext cx="4455328" cy="795454"/>
          </a:xfrm>
          <a:effectLst/>
        </p:spPr>
        <p:txBody>
          <a:bodyPr/>
          <a:lstStyle/>
          <a:p>
            <a:pPr marL="0" indent="0">
              <a:buNone/>
            </a:pPr>
            <a:r>
              <a:rPr lang="tr-TR"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PowerPoint</a:t>
            </a:r>
            <a:endParaRPr lang="tr-TR"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8" name="Dikdörtgen 7"/>
          <p:cNvSpPr/>
          <p:nvPr>
            <p:custDataLst>
              <p:tags r:id="rId4"/>
            </p:custDataLst>
          </p:nvPr>
        </p:nvSpPr>
        <p:spPr>
          <a:xfrm>
            <a:off x="0" y="4114800"/>
            <a:ext cx="7696200" cy="381000"/>
          </a:xfrm>
          <a:prstGeom prst="rect">
            <a:avLst/>
          </a:prstGeom>
          <a:solidFill>
            <a:schemeClr val="bg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Alt Başlık 2"/>
          <p:cNvSpPr txBox="1">
            <a:spLocks/>
          </p:cNvSpPr>
          <p:nvPr>
            <p:custDataLst>
              <p:tags r:id="rId5"/>
            </p:custDataLst>
          </p:nvPr>
        </p:nvSpPr>
        <p:spPr>
          <a:xfrm>
            <a:off x="64207" y="4152900"/>
            <a:ext cx="3974393" cy="304800"/>
          </a:xfrm>
          <a:prstGeom prst="rect">
            <a:avLst/>
          </a:prstGeom>
        </p:spPr>
        <p:txBody>
          <a:bodyPr vert="horz" lIns="91440" tIns="45720" rIns="91440" bIns="45720" rtlCol="0">
            <a:normAutofit fontScale="925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spcBef>
                <a:spcPts val="0"/>
              </a:spcBef>
            </a:pPr>
            <a:r>
              <a:rPr lang="tr-TR" sz="1600" i="1" dirty="0" err="1" smtClean="0">
                <a:solidFill>
                  <a:schemeClr val="bg1"/>
                </a:solidFill>
              </a:rPr>
              <a:t>Öğr.Gör.Dr</a:t>
            </a:r>
            <a:r>
              <a:rPr lang="tr-TR" sz="1600" i="1" dirty="0" smtClean="0">
                <a:solidFill>
                  <a:schemeClr val="bg1"/>
                </a:solidFill>
              </a:rPr>
              <a:t>. Zekeriya PARLAK</a:t>
            </a:r>
            <a:endParaRPr lang="tr-TR" sz="1600" i="1" dirty="0">
              <a:solidFill>
                <a:schemeClr val="bg1"/>
              </a:solidFill>
            </a:endParaRPr>
          </a:p>
        </p:txBody>
      </p:sp>
      <p:sp>
        <p:nvSpPr>
          <p:cNvPr id="9" name="Dikdörtgen 8"/>
          <p:cNvSpPr/>
          <p:nvPr>
            <p:custDataLst>
              <p:tags r:id="rId6"/>
            </p:custDataLst>
          </p:nvPr>
        </p:nvSpPr>
        <p:spPr>
          <a:xfrm>
            <a:off x="7696200" y="2895600"/>
            <a:ext cx="1447800" cy="1600200"/>
          </a:xfrm>
          <a:prstGeom prst="rect">
            <a:avLst/>
          </a:prstGeom>
          <a:solidFill>
            <a:schemeClr val="accent5">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4" name="Resim 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696200" y="2895600"/>
            <a:ext cx="1447800" cy="1600200"/>
          </a:xfrm>
          <a:prstGeom prst="rect">
            <a:avLst/>
          </a:prstGeom>
        </p:spPr>
      </p:pic>
      <p:sp>
        <p:nvSpPr>
          <p:cNvPr id="11" name="Metin kutusu 10"/>
          <p:cNvSpPr txBox="1"/>
          <p:nvPr>
            <p:custDataLst>
              <p:tags r:id="rId7"/>
            </p:custDataLst>
          </p:nvPr>
        </p:nvSpPr>
        <p:spPr>
          <a:xfrm>
            <a:off x="7813186" y="6629400"/>
            <a:ext cx="1330814" cy="261610"/>
          </a:xfrm>
          <a:prstGeom prst="rect">
            <a:avLst/>
          </a:prstGeom>
          <a:noFill/>
        </p:spPr>
        <p:txBody>
          <a:bodyPr wrap="none" rtlCol="0">
            <a:spAutoFit/>
          </a:bodyPr>
          <a:lstStyle/>
          <a:p>
            <a:r>
              <a:rPr lang="tr-TR" sz="1100" i="1" dirty="0" smtClean="0">
                <a:latin typeface="Calibri" pitchFamily="34" charset="0"/>
                <a:cs typeface="Calibri" pitchFamily="34" charset="0"/>
              </a:rPr>
              <a:t>Sakarya Üniversitesi</a:t>
            </a:r>
            <a:endParaRPr lang="tr-TR" sz="1100" i="1" dirty="0">
              <a:latin typeface="Calibri" pitchFamily="34" charset="0"/>
              <a:cs typeface="Calibri" pitchFamily="34" charset="0"/>
            </a:endParaRPr>
          </a:p>
        </p:txBody>
      </p:sp>
    </p:spTree>
    <p:extLst>
      <p:ext uri="{BB962C8B-B14F-4D97-AF65-F5344CB8AC3E}">
        <p14:creationId xmlns:p14="http://schemas.microsoft.com/office/powerpoint/2010/main" val="1024001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ikdörtgen 13"/>
          <p:cNvSpPr/>
          <p:nvPr>
            <p:custDataLst>
              <p:tags r:id="rId2"/>
            </p:custDataLst>
          </p:nvPr>
        </p:nvSpPr>
        <p:spPr>
          <a:xfrm>
            <a:off x="381000" y="2286000"/>
            <a:ext cx="7391400" cy="1066800"/>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3"/>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Öğrenme Hedefleri</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6" name="Metin kutusu 5"/>
          <p:cNvSpPr txBox="1"/>
          <p:nvPr>
            <p:custDataLst>
              <p:tags r:id="rId4"/>
            </p:custDataLst>
          </p:nvPr>
        </p:nvSpPr>
        <p:spPr>
          <a:xfrm>
            <a:off x="381000" y="2548351"/>
            <a:ext cx="7543800" cy="461665"/>
          </a:xfrm>
          <a:prstGeom prst="rect">
            <a:avLst/>
          </a:prstGeom>
          <a:noFill/>
        </p:spPr>
        <p:txBody>
          <a:bodyPr wrap="square" rtlCol="0">
            <a:spAutoFit/>
          </a:bodyPr>
          <a:lstStyle/>
          <a:p>
            <a:pPr marL="217170" indent="-171450">
              <a:lnSpc>
                <a:spcPct val="150000"/>
              </a:lnSpc>
              <a:buClr>
                <a:schemeClr val="accent6">
                  <a:lumMod val="75000"/>
                </a:schemeClr>
              </a:buClr>
              <a:buSzPct val="130000"/>
              <a:buBlip>
                <a:blip r:embed="rId7"/>
              </a:buBlip>
              <a:tabLst>
                <a:tab pos="182563" algn="l"/>
              </a:tabLst>
            </a:pPr>
            <a:r>
              <a:rPr lang="tr-TR" sz="1600" dirty="0">
                <a:solidFill>
                  <a:schemeClr val="tx1">
                    <a:lumMod val="75000"/>
                    <a:lumOff val="25000"/>
                  </a:schemeClr>
                </a:solidFill>
                <a:latin typeface="Calibri" pitchFamily="34" charset="0"/>
                <a:cs typeface="Calibri" pitchFamily="34" charset="0"/>
              </a:rPr>
              <a:t> </a:t>
            </a:r>
            <a:r>
              <a:rPr lang="tr-TR" sz="1600" dirty="0" smtClean="0">
                <a:solidFill>
                  <a:schemeClr val="tx1">
                    <a:lumMod val="75000"/>
                    <a:lumOff val="25000"/>
                  </a:schemeClr>
                </a:solidFill>
                <a:latin typeface="Calibri" pitchFamily="34" charset="0"/>
                <a:cs typeface="Calibri" pitchFamily="34" charset="0"/>
              </a:rPr>
              <a:t>Metin </a:t>
            </a:r>
            <a:r>
              <a:rPr lang="tr-TR" sz="1600" dirty="0">
                <a:solidFill>
                  <a:schemeClr val="tx1">
                    <a:lumMod val="75000"/>
                    <a:lumOff val="25000"/>
                  </a:schemeClr>
                </a:solidFill>
                <a:latin typeface="Calibri" pitchFamily="34" charset="0"/>
                <a:cs typeface="Calibri" pitchFamily="34" charset="0"/>
              </a:rPr>
              <a:t>ya da görüntülere </a:t>
            </a:r>
            <a:r>
              <a:rPr lang="tr-TR" sz="1600" dirty="0" smtClean="0">
                <a:solidFill>
                  <a:schemeClr val="tx1">
                    <a:lumMod val="75000"/>
                    <a:lumOff val="25000"/>
                  </a:schemeClr>
                </a:solidFill>
                <a:latin typeface="Calibri" pitchFamily="34" charset="0"/>
                <a:cs typeface="Calibri" pitchFamily="34" charset="0"/>
              </a:rPr>
              <a:t> animasyonlar uygular ve  değiştirir</a:t>
            </a:r>
            <a:endParaRPr lang="tr-TR" sz="1600" dirty="0">
              <a:solidFill>
                <a:schemeClr val="tx1">
                  <a:lumMod val="75000"/>
                  <a:lumOff val="25000"/>
                </a:schemeClr>
              </a:solidFill>
              <a:latin typeface="Calibri" pitchFamily="34" charset="0"/>
              <a:cs typeface="Calibri" pitchFamily="34" charset="0"/>
            </a:endParaRPr>
          </a:p>
        </p:txBody>
      </p:sp>
      <p:sp>
        <p:nvSpPr>
          <p:cNvPr id="15" name="Slayt Numarası Yer Tutucusu 14"/>
          <p:cNvSpPr>
            <a:spLocks noGrp="1"/>
          </p:cNvSpPr>
          <p:nvPr>
            <p:ph type="sldNum" sz="quarter" idx="12"/>
            <p:custDataLst>
              <p:tags r:id="rId5"/>
            </p:custDataLst>
          </p:nvPr>
        </p:nvSpPr>
        <p:spPr/>
        <p:txBody>
          <a:bodyPr/>
          <a:lstStyle/>
          <a:p>
            <a:fld id="{C1FA2219-9131-49AD-A1B5-1FFD48A79E7F}" type="slidenum">
              <a:rPr lang="tr-TR" smtClean="0"/>
              <a:t>2</a:t>
            </a:fld>
            <a:endParaRPr lang="tr-TR"/>
          </a:p>
        </p:txBody>
      </p:sp>
    </p:spTree>
    <p:custDataLst>
      <p:tags r:id="rId1"/>
    </p:custDataLst>
    <p:extLst>
      <p:ext uri="{BB962C8B-B14F-4D97-AF65-F5344CB8AC3E}">
        <p14:creationId xmlns:p14="http://schemas.microsoft.com/office/powerpoint/2010/main" val="5266409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ikdörtgen 12"/>
          <p:cNvSpPr/>
          <p:nvPr>
            <p:custDataLst>
              <p:tags r:id="rId1"/>
            </p:custDataLst>
          </p:nvPr>
        </p:nvSpPr>
        <p:spPr>
          <a:xfrm>
            <a:off x="457200" y="2362200"/>
            <a:ext cx="8077200" cy="3886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İçindekiler</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3" name="İçerik Yer Tutucusu 2"/>
          <p:cNvSpPr>
            <a:spLocks noGrp="1"/>
          </p:cNvSpPr>
          <p:nvPr>
            <p:ph idx="4294967295"/>
            <p:custDataLst>
              <p:tags r:id="rId3"/>
            </p:custDataLst>
          </p:nvPr>
        </p:nvSpPr>
        <p:spPr>
          <a:xfrm>
            <a:off x="457200" y="2362199"/>
            <a:ext cx="7467600" cy="3048001"/>
          </a:xfrm>
          <a:prstGeom prst="rect">
            <a:avLst/>
          </a:prstGeom>
        </p:spPr>
        <p:txBody>
          <a:bodyPr>
            <a:noAutofit/>
          </a:bodyPr>
          <a:lstStyle/>
          <a:p>
            <a:pPr marL="0" lvl="1" indent="0">
              <a:spcBef>
                <a:spcPts val="0"/>
              </a:spcBef>
              <a:spcAft>
                <a:spcPts val="0"/>
              </a:spcAft>
              <a:buFont typeface="Arial" pitchFamily="34" charset="0"/>
              <a:buNone/>
            </a:pPr>
            <a:endParaRPr lang="tr-TR" sz="1800" b="1" dirty="0">
              <a:latin typeface="Calibri" pitchFamily="34" charset="0"/>
              <a:cs typeface="Calibri" pitchFamily="34" charset="0"/>
            </a:endParaRPr>
          </a:p>
          <a:p>
            <a:pPr marL="0" lvl="1" indent="0">
              <a:spcBef>
                <a:spcPts val="0"/>
              </a:spcBef>
              <a:spcAft>
                <a:spcPts val="0"/>
              </a:spcAft>
              <a:buFont typeface="Arial" pitchFamily="34" charset="0"/>
              <a:buNone/>
            </a:pPr>
            <a:r>
              <a:rPr lang="tr-TR" b="1" dirty="0">
                <a:latin typeface="Calibri" pitchFamily="34" charset="0"/>
                <a:cs typeface="Calibri" pitchFamily="34" charset="0"/>
              </a:rPr>
              <a:t>6.       Ekran gösterisi Efektleri</a:t>
            </a:r>
          </a:p>
          <a:p>
            <a:pPr marL="274320" lvl="2" indent="0">
              <a:spcBef>
                <a:spcPts val="0"/>
              </a:spcBef>
              <a:spcAft>
                <a:spcPts val="0"/>
              </a:spcAft>
              <a:buFont typeface="Arial" pitchFamily="34" charset="0"/>
              <a:buNone/>
            </a:pPr>
            <a:r>
              <a:rPr lang="tr-TR" b="1" dirty="0">
                <a:latin typeface="Calibri" pitchFamily="34" charset="0"/>
                <a:cs typeface="Calibri" pitchFamily="34" charset="0"/>
              </a:rPr>
              <a:t>6.1.    Önceden Belirlenmiş Canlandırmalar (Animasyon)</a:t>
            </a:r>
          </a:p>
          <a:p>
            <a:pPr marL="548640" lvl="3" indent="0">
              <a:spcBef>
                <a:spcPts val="0"/>
              </a:spcBef>
              <a:spcAft>
                <a:spcPts val="0"/>
              </a:spcAft>
              <a:buFont typeface="Arial" pitchFamily="34" charset="0"/>
              <a:buNone/>
            </a:pPr>
            <a:r>
              <a:rPr lang="tr-TR" b="1" dirty="0">
                <a:latin typeface="Calibri" pitchFamily="34" charset="0"/>
                <a:cs typeface="Calibri" pitchFamily="34" charset="0"/>
              </a:rPr>
              <a:t>6.1.1. Slaytta, metin ya da görüntülere önceden belirlenmiş canlandırma uygulamak, canlandırmayı değiştirmek</a:t>
            </a:r>
          </a:p>
          <a:p>
            <a:pPr marL="548640" lvl="3" indent="0">
              <a:spcBef>
                <a:spcPts val="0"/>
              </a:spcBef>
              <a:spcAft>
                <a:spcPts val="0"/>
              </a:spcAft>
              <a:buFont typeface="Arial" pitchFamily="34" charset="0"/>
              <a:buNone/>
            </a:pPr>
            <a:r>
              <a:rPr lang="tr-TR" b="1" dirty="0">
                <a:latin typeface="Calibri" pitchFamily="34" charset="0"/>
                <a:cs typeface="Calibri" pitchFamily="34" charset="0"/>
              </a:rPr>
              <a:t>6.1.2. Slaytta bulunan animasyonların listesini görüntüleme </a:t>
            </a:r>
          </a:p>
          <a:p>
            <a:pPr marL="548640" lvl="3" indent="0">
              <a:spcBef>
                <a:spcPts val="0"/>
              </a:spcBef>
              <a:spcAft>
                <a:spcPts val="0"/>
              </a:spcAft>
              <a:buFont typeface="Arial" pitchFamily="34" charset="0"/>
              <a:buNone/>
            </a:pPr>
            <a:r>
              <a:rPr lang="tr-TR" b="1" dirty="0">
                <a:latin typeface="Calibri" pitchFamily="34" charset="0"/>
                <a:cs typeface="Calibri" pitchFamily="34" charset="0"/>
              </a:rPr>
              <a:t>6.1.3. Animasyonların efekt seçeneklerini, sırasını belirlemek ve zaman ayarlamaları yapmak</a:t>
            </a:r>
          </a:p>
          <a:p>
            <a:pPr marL="548640" lvl="3" indent="0">
              <a:spcBef>
                <a:spcPts val="0"/>
              </a:spcBef>
              <a:spcAft>
                <a:spcPts val="0"/>
              </a:spcAft>
              <a:buFont typeface="Arial" pitchFamily="34" charset="0"/>
              <a:buNone/>
            </a:pPr>
            <a:r>
              <a:rPr lang="tr-TR" b="1" dirty="0">
                <a:latin typeface="Calibri" pitchFamily="34" charset="0"/>
                <a:cs typeface="Calibri" pitchFamily="34" charset="0"/>
              </a:rPr>
              <a:t>6.1.5. Animasyonu bir tetikleyici ile oynatmak</a:t>
            </a:r>
          </a:p>
        </p:txBody>
      </p:sp>
      <p:sp>
        <p:nvSpPr>
          <p:cNvPr id="15" name="Slayt Numarası Yer Tutucusu 14"/>
          <p:cNvSpPr>
            <a:spLocks noGrp="1"/>
          </p:cNvSpPr>
          <p:nvPr>
            <p:ph type="sldNum" sz="quarter" idx="12"/>
            <p:custDataLst>
              <p:tags r:id="rId4"/>
            </p:custDataLst>
          </p:nvPr>
        </p:nvSpPr>
        <p:spPr/>
        <p:txBody>
          <a:bodyPr/>
          <a:lstStyle/>
          <a:p>
            <a:fld id="{C1FA2219-9131-49AD-A1B5-1FFD48A79E7F}" type="slidenum">
              <a:rPr lang="tr-TR" smtClean="0"/>
              <a:t>3</a:t>
            </a:fld>
            <a:endParaRPr lang="tr-TR"/>
          </a:p>
        </p:txBody>
      </p:sp>
      <p:sp>
        <p:nvSpPr>
          <p:cNvPr id="6" name="Dikdörtgen 5"/>
          <p:cNvSpPr/>
          <p:nvPr>
            <p:custDataLst>
              <p:tags r:id="rId5"/>
            </p:custDataLst>
          </p:nvPr>
        </p:nvSpPr>
        <p:spPr>
          <a:xfrm>
            <a:off x="457200" y="1828800"/>
            <a:ext cx="8077200" cy="4191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tr-T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tr-TR"/>
          </a:p>
        </p:txBody>
      </p:sp>
      <p:sp>
        <p:nvSpPr>
          <p:cNvPr id="7" name="Metin kutusu 6"/>
          <p:cNvSpPr txBox="1"/>
          <p:nvPr>
            <p:custDataLst>
              <p:tags r:id="rId6"/>
            </p:custDataLst>
          </p:nvPr>
        </p:nvSpPr>
        <p:spPr>
          <a:xfrm>
            <a:off x="533400" y="1964525"/>
            <a:ext cx="2667000" cy="242631"/>
          </a:xfrm>
          <a:prstGeom prst="rect">
            <a:avLst/>
          </a:prstGeom>
          <a:noFill/>
        </p:spPr>
        <p:txBody>
          <a:bodyPr wrap="square" rtlCol="0">
            <a:spAutoFit/>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indent="-182880">
              <a:lnSpc>
                <a:spcPct val="80000"/>
              </a:lnSpc>
              <a:spcBef>
                <a:spcPct val="20000"/>
              </a:spcBef>
              <a:spcAft>
                <a:spcPts val="300"/>
              </a:spcAft>
              <a:buClr>
                <a:schemeClr val="accent6">
                  <a:lumMod val="75000"/>
                </a:schemeClr>
              </a:buClr>
              <a:buSzPct val="130000"/>
              <a:buFont typeface="Wingdings" pitchFamily="2" charset="2"/>
              <a:buChar char="§"/>
              <a:tabLst>
                <a:tab pos="182563" algn="l"/>
              </a:tabLst>
            </a:pPr>
            <a:r>
              <a:rPr lang="tr-TR" sz="1200" dirty="0" smtClean="0">
                <a:solidFill>
                  <a:schemeClr val="tx1">
                    <a:lumMod val="75000"/>
                    <a:lumOff val="25000"/>
                  </a:schemeClr>
                </a:solidFill>
                <a:latin typeface="Calibri" pitchFamily="34" charset="0"/>
                <a:cs typeface="Calibri" pitchFamily="34" charset="0"/>
              </a:rPr>
              <a:t>Öğrenme Hedefleri</a:t>
            </a:r>
            <a:endParaRPr lang="tr-TR" dirty="0"/>
          </a:p>
        </p:txBody>
      </p:sp>
    </p:spTree>
    <p:extLst>
      <p:ext uri="{BB962C8B-B14F-4D97-AF65-F5344CB8AC3E}">
        <p14:creationId xmlns:p14="http://schemas.microsoft.com/office/powerpoint/2010/main" val="32433695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Slaytta, metin ya da görüntülere önceden belirlenmiş </a:t>
            </a:r>
            <a:r>
              <a:rPr lang="tr-TR" sz="20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animasyon </a:t>
            </a:r>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uygulamak, </a:t>
            </a:r>
            <a:r>
              <a:rPr lang="tr-TR" sz="20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animasyonu </a:t>
            </a:r>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değiştirmek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 Slaytta, metin ya da görüntülere  animasyonlar </a:t>
            </a:r>
            <a:r>
              <a:rPr lang="tr-TR" sz="1400" b="1" dirty="0" smtClean="0">
                <a:solidFill>
                  <a:schemeClr val="bg1"/>
                </a:solidFill>
              </a:rPr>
              <a:t>uygular </a:t>
            </a:r>
            <a:r>
              <a:rPr lang="tr-TR" sz="1400" b="1" dirty="0">
                <a:solidFill>
                  <a:schemeClr val="bg1"/>
                </a:solidFill>
              </a:rPr>
              <a:t>ve  </a:t>
            </a:r>
            <a:r>
              <a:rPr lang="tr-TR" sz="1400" b="1" dirty="0" smtClean="0">
                <a:solidFill>
                  <a:schemeClr val="bg1"/>
                </a:solidFill>
              </a:rPr>
              <a:t>değiştirir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4</a:t>
            </a:fld>
            <a:endParaRPr lang="tr-TR"/>
          </a:p>
        </p:txBody>
      </p:sp>
      <p:sp>
        <p:nvSpPr>
          <p:cNvPr id="7" name="Metin kutusu 6"/>
          <p:cNvSpPr txBox="1"/>
          <p:nvPr>
            <p:custDataLst>
              <p:tags r:id="rId5"/>
            </p:custDataLst>
          </p:nvPr>
        </p:nvSpPr>
        <p:spPr>
          <a:xfrm>
            <a:off x="533400" y="1371600"/>
            <a:ext cx="7772400" cy="3416320"/>
          </a:xfrm>
          <a:prstGeom prst="rect">
            <a:avLst/>
          </a:prstGeom>
          <a:noFill/>
        </p:spPr>
        <p:txBody>
          <a:bodyPr wrap="square" rtlCol="0">
            <a:spAutoFit/>
          </a:bodyPr>
          <a:lstStyle/>
          <a:p>
            <a:pPr>
              <a:spcAft>
                <a:spcPts val="1200"/>
              </a:spcAft>
            </a:pPr>
            <a:r>
              <a:rPr lang="tr-TR" sz="1600" dirty="0"/>
              <a:t>PowerPoint 2010'da dört farklı türde animasyon efekti vardır:</a:t>
            </a:r>
          </a:p>
          <a:p>
            <a:pPr marL="742950" lvl="1" indent="-285750">
              <a:spcAft>
                <a:spcPts val="1200"/>
              </a:spcAft>
              <a:buFont typeface="Arial" pitchFamily="34" charset="0"/>
              <a:buChar char="•"/>
            </a:pPr>
            <a:r>
              <a:rPr lang="tr-TR" sz="1600" b="1" dirty="0" smtClean="0"/>
              <a:t>Giriş </a:t>
            </a:r>
            <a:r>
              <a:rPr lang="tr-TR" sz="1600" b="1" dirty="0"/>
              <a:t>efektleri. </a:t>
            </a:r>
            <a:r>
              <a:rPr lang="tr-TR" sz="1600" dirty="0"/>
              <a:t>Bir nesnenin </a:t>
            </a:r>
            <a:r>
              <a:rPr lang="tr-TR" sz="1600" dirty="0" err="1"/>
              <a:t>slaytın</a:t>
            </a:r>
            <a:r>
              <a:rPr lang="tr-TR" sz="1600" dirty="0"/>
              <a:t> odağına gelmesini, yavaş yavaş soluktan canlı bir hale gelme, slaydın kenarından uçarak veya atlaya atlaya görünüme girmesini sağlayabilirsiniz.</a:t>
            </a:r>
          </a:p>
          <a:p>
            <a:pPr marL="742950" lvl="1" indent="-285750">
              <a:spcAft>
                <a:spcPts val="1200"/>
              </a:spcAft>
              <a:buFont typeface="Arial" pitchFamily="34" charset="0"/>
              <a:buChar char="•"/>
            </a:pPr>
            <a:r>
              <a:rPr lang="tr-TR" sz="1600" b="1" dirty="0" smtClean="0"/>
              <a:t>Çıkış </a:t>
            </a:r>
            <a:r>
              <a:rPr lang="tr-TR" sz="1600" b="1" dirty="0"/>
              <a:t>efektleri. </a:t>
            </a:r>
            <a:r>
              <a:rPr lang="tr-TR" sz="1600" dirty="0"/>
              <a:t>Bu efektler bir nesnenin slayttan uçarak çıkmasını, görünümden kaybolmasını veya slayttan dönerek çıkmasını gibi animasyonları sağlar.</a:t>
            </a:r>
          </a:p>
          <a:p>
            <a:pPr marL="742950" lvl="1" indent="-285750">
              <a:spcAft>
                <a:spcPts val="1200"/>
              </a:spcAft>
              <a:buFont typeface="Arial" pitchFamily="34" charset="0"/>
              <a:buChar char="•"/>
            </a:pPr>
            <a:r>
              <a:rPr lang="tr-TR" sz="1600" b="1" dirty="0" smtClean="0"/>
              <a:t>Vurgu </a:t>
            </a:r>
            <a:r>
              <a:rPr lang="tr-TR" sz="1600" b="1" dirty="0"/>
              <a:t>efektleri. </a:t>
            </a:r>
            <a:r>
              <a:rPr lang="tr-TR" sz="1600" dirty="0"/>
              <a:t>Bu efektlere örnek olarak, slayt içinde görünümde olan bir nesnenin renk değiştirmesi, boyutunun azalması veya artması, dönmesi gösterilebilir.</a:t>
            </a:r>
          </a:p>
          <a:p>
            <a:pPr marL="742950" lvl="1" indent="-285750">
              <a:spcAft>
                <a:spcPts val="1200"/>
              </a:spcAft>
              <a:buFont typeface="Arial" pitchFamily="34" charset="0"/>
              <a:buChar char="•"/>
            </a:pPr>
            <a:r>
              <a:rPr lang="tr-TR" sz="1600" b="1" dirty="0" smtClean="0"/>
              <a:t>Hareket </a:t>
            </a:r>
            <a:r>
              <a:rPr lang="tr-TR" sz="1600" b="1" dirty="0"/>
              <a:t>Yolları. </a:t>
            </a:r>
            <a:r>
              <a:rPr lang="tr-TR" sz="1600" dirty="0"/>
              <a:t>Bu efektleri kullanarak diğer efektlerin yanı sıra, bir nesnenin sola veya sağa, yukarı veya aşağı şekilde dönmesini sağlayabilirsiniz .</a:t>
            </a:r>
          </a:p>
        </p:txBody>
      </p:sp>
    </p:spTree>
    <p:custDataLst>
      <p:tags r:id="rId1"/>
    </p:custDataLst>
    <p:extLst>
      <p:ext uri="{BB962C8B-B14F-4D97-AF65-F5344CB8AC3E}">
        <p14:creationId xmlns:p14="http://schemas.microsoft.com/office/powerpoint/2010/main" val="567179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Slaytta, metin ya da görüntülere önceden belirlenmiş animasyon uygulamak, animasyonu değiştirmek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 Slaytta, metin ya da görüntülere  animasyonlar uygular ve  değiştirir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5</a:t>
            </a:fld>
            <a:endParaRPr lang="tr-TR" dirty="0"/>
          </a:p>
        </p:txBody>
      </p:sp>
      <p:sp>
        <p:nvSpPr>
          <p:cNvPr id="7" name="Metin kutusu 6"/>
          <p:cNvSpPr txBox="1"/>
          <p:nvPr>
            <p:custDataLst>
              <p:tags r:id="rId5"/>
            </p:custDataLst>
          </p:nvPr>
        </p:nvSpPr>
        <p:spPr>
          <a:xfrm>
            <a:off x="533400" y="1371600"/>
            <a:ext cx="7772400" cy="4031873"/>
          </a:xfrm>
          <a:prstGeom prst="rect">
            <a:avLst/>
          </a:prstGeom>
          <a:noFill/>
        </p:spPr>
        <p:txBody>
          <a:bodyPr wrap="square" rtlCol="0">
            <a:spAutoFit/>
          </a:bodyPr>
          <a:lstStyle/>
          <a:p>
            <a:r>
              <a:rPr lang="tr-TR" sz="1600" b="1" u="sng" dirty="0"/>
              <a:t>Bir nesneye animasyon efekti eklemek için şunları yapın</a:t>
            </a:r>
            <a:r>
              <a:rPr lang="tr-TR" sz="1600" b="1" u="sng" dirty="0" smtClean="0"/>
              <a:t>:</a:t>
            </a:r>
          </a:p>
          <a:p>
            <a:pPr marL="342900" lvl="0" indent="-342900">
              <a:buFont typeface="+mj-lt"/>
              <a:buAutoNum type="arabicPeriod"/>
            </a:pPr>
            <a:r>
              <a:rPr lang="tr-TR" sz="1600" dirty="0"/>
              <a:t>Animasyon eklemek istediğiniz nesneyi seçin. </a:t>
            </a:r>
          </a:p>
          <a:p>
            <a:pPr marL="342900" lvl="0" indent="-342900">
              <a:buFont typeface="+mj-lt"/>
              <a:buAutoNum type="arabicPeriod"/>
            </a:pPr>
            <a:r>
              <a:rPr lang="tr-TR" sz="1600" b="1" i="1" dirty="0"/>
              <a:t>Animasyonlar sekmesi &gt; Animasyon grubu &gt;  Diğer </a:t>
            </a:r>
            <a:r>
              <a:rPr lang="tr-TR" sz="1600" dirty="0" smtClean="0"/>
              <a:t>(     )</a:t>
            </a:r>
            <a:r>
              <a:rPr lang="tr-TR" sz="1600" b="1" i="1" dirty="0" smtClean="0"/>
              <a:t> </a:t>
            </a:r>
            <a:r>
              <a:rPr lang="tr-TR" sz="1600" dirty="0" smtClean="0"/>
              <a:t>düğmesini </a:t>
            </a:r>
            <a:r>
              <a:rPr lang="tr-TR" sz="1600" dirty="0"/>
              <a:t>tıklatın ve sonra da istediğiniz animasyon efektini seçin</a:t>
            </a:r>
            <a:r>
              <a:rPr lang="tr-TR" sz="1600" dirty="0" smtClean="0"/>
              <a:t>.</a:t>
            </a:r>
          </a:p>
          <a:p>
            <a:pPr marL="342900" lvl="0" indent="-342900">
              <a:buFont typeface="+mj-lt"/>
              <a:buAutoNum type="arabicPeriod"/>
            </a:pPr>
            <a:endParaRPr lang="tr-TR" sz="1600" dirty="0"/>
          </a:p>
          <a:p>
            <a:pPr marL="342900" lvl="0" indent="-342900">
              <a:buFont typeface="+mj-lt"/>
              <a:buAutoNum type="arabicPeriod"/>
            </a:pPr>
            <a:endParaRPr lang="tr-TR" sz="1600" dirty="0" smtClean="0"/>
          </a:p>
          <a:p>
            <a:pPr marL="342900" lvl="0" indent="-342900">
              <a:buFont typeface="+mj-lt"/>
              <a:buAutoNum type="arabicPeriod"/>
            </a:pPr>
            <a:endParaRPr lang="tr-TR" sz="1600" dirty="0"/>
          </a:p>
          <a:p>
            <a:pPr marL="342900" indent="-342900">
              <a:buFont typeface="+mj-lt"/>
              <a:buAutoNum type="arabicPeriod"/>
            </a:pPr>
            <a:endParaRPr lang="tr-TR" sz="1600" dirty="0" smtClean="0"/>
          </a:p>
          <a:p>
            <a:pPr marL="342900" indent="-342900">
              <a:buFont typeface="+mj-lt"/>
              <a:buAutoNum type="arabicPeriod"/>
            </a:pPr>
            <a:r>
              <a:rPr lang="tr-TR" sz="1600" dirty="0" smtClean="0"/>
              <a:t>İstediğiniz </a:t>
            </a:r>
            <a:r>
              <a:rPr lang="tr-TR" sz="1600" dirty="0"/>
              <a:t>giriş, çıkış, vurgulama veya hareket yolu animasyon efektini görmüyorsanız </a:t>
            </a:r>
            <a:r>
              <a:rPr lang="tr-TR" sz="1600" b="1" i="1" dirty="0"/>
              <a:t>Diğer Giriş Efektleri</a:t>
            </a:r>
            <a:r>
              <a:rPr lang="tr-TR" sz="1600" i="1" dirty="0"/>
              <a:t>, </a:t>
            </a:r>
            <a:r>
              <a:rPr lang="tr-TR" sz="1600" b="1" i="1" dirty="0"/>
              <a:t>Diğer Vurgu Efektleri</a:t>
            </a:r>
            <a:r>
              <a:rPr lang="tr-TR" sz="1600" i="1" dirty="0"/>
              <a:t>, </a:t>
            </a:r>
            <a:r>
              <a:rPr lang="tr-TR" sz="1600" b="1" i="1" dirty="0"/>
              <a:t>Diğer Çıkış Efektleri</a:t>
            </a:r>
            <a:r>
              <a:rPr lang="tr-TR" sz="1600" i="1" dirty="0"/>
              <a:t> </a:t>
            </a:r>
            <a:r>
              <a:rPr lang="tr-TR" sz="1600" dirty="0"/>
              <a:t>veya </a:t>
            </a:r>
            <a:r>
              <a:rPr lang="tr-TR" sz="1600" b="1" i="1" dirty="0"/>
              <a:t>Diğer Hareket Yolları</a:t>
            </a:r>
            <a:r>
              <a:rPr lang="tr-TR" sz="1600" dirty="0"/>
              <a:t>'nı tıklatın.</a:t>
            </a:r>
          </a:p>
          <a:p>
            <a:pPr marL="342900" indent="-342900">
              <a:buFont typeface="+mj-lt"/>
              <a:buAutoNum type="arabicPeriod"/>
            </a:pPr>
            <a:r>
              <a:rPr lang="tr-TR" sz="1600" dirty="0" smtClean="0"/>
              <a:t>Nesneye </a:t>
            </a:r>
            <a:r>
              <a:rPr lang="tr-TR" sz="1600" dirty="0"/>
              <a:t>veya metne bir animasyon uyguladıktan sonra, animasyonlu öğeler slayt üzerinde metnin veya nesnenin yanında </a:t>
            </a:r>
            <a:r>
              <a:rPr lang="tr-TR" sz="1600"/>
              <a:t>görüntülenen </a:t>
            </a:r>
            <a:r>
              <a:rPr lang="tr-TR" sz="1600" smtClean="0"/>
              <a:t> ve </a:t>
            </a:r>
            <a:r>
              <a:rPr lang="tr-TR" sz="1600" dirty="0"/>
              <a:t>animasyonları oynama sırasını gösteren Numara Etiketleri ile işaretlenir. </a:t>
            </a:r>
          </a:p>
          <a:p>
            <a:pPr marL="342900" lvl="0" indent="-342900">
              <a:buFont typeface="+mj-lt"/>
              <a:buAutoNum type="arabicPeriod"/>
            </a:pPr>
            <a:endParaRPr lang="tr-TR" sz="1600" dirty="0"/>
          </a:p>
          <a:p>
            <a:endParaRPr lang="tr-TR" sz="1600" b="1" dirty="0"/>
          </a:p>
        </p:txBody>
      </p:sp>
      <p:pic>
        <p:nvPicPr>
          <p:cNvPr id="13" name="Resim 12" descr="Düğme resmi"/>
          <p:cNvPicPr/>
          <p:nvPr/>
        </p:nvPicPr>
        <p:blipFill>
          <a:blip r:embed="rId11">
            <a:extLst>
              <a:ext uri="{28A0092B-C50C-407E-A947-70E740481C1C}">
                <a14:useLocalDpi xmlns:a14="http://schemas.microsoft.com/office/drawing/2010/main" val="0"/>
              </a:ext>
            </a:extLst>
          </a:blip>
          <a:srcRect/>
          <a:stretch>
            <a:fillRect/>
          </a:stretch>
        </p:blipFill>
        <p:spPr bwMode="auto">
          <a:xfrm>
            <a:off x="5410200" y="1938069"/>
            <a:ext cx="139065" cy="190500"/>
          </a:xfrm>
          <a:prstGeom prst="rect">
            <a:avLst/>
          </a:prstGeom>
          <a:noFill/>
          <a:ln>
            <a:noFill/>
          </a:ln>
        </p:spPr>
      </p:pic>
      <p:pic>
        <p:nvPicPr>
          <p:cNvPr id="14" name="Resim 13"/>
          <p:cNvPicPr/>
          <p:nvPr/>
        </p:nvPicPr>
        <p:blipFill>
          <a:blip r:embed="rId12"/>
          <a:stretch>
            <a:fillRect/>
          </a:stretch>
        </p:blipFill>
        <p:spPr>
          <a:xfrm>
            <a:off x="1589989" y="2386908"/>
            <a:ext cx="5964022" cy="813492"/>
          </a:xfrm>
          <a:prstGeom prst="rect">
            <a:avLst/>
          </a:prstGeom>
        </p:spPr>
      </p:pic>
      <p:pic>
        <p:nvPicPr>
          <p:cNvPr id="15" name="Resim 14"/>
          <p:cNvPicPr/>
          <p:nvPr/>
        </p:nvPicPr>
        <p:blipFill>
          <a:blip r:embed="rId13"/>
          <a:stretch>
            <a:fillRect/>
          </a:stretch>
        </p:blipFill>
        <p:spPr>
          <a:xfrm>
            <a:off x="3496944" y="5112866"/>
            <a:ext cx="2846381" cy="1566098"/>
          </a:xfrm>
          <a:prstGeom prst="rect">
            <a:avLst/>
          </a:prstGeom>
        </p:spPr>
      </p:pic>
    </p:spTree>
    <p:custDataLst>
      <p:tags r:id="rId1"/>
    </p:custDataLst>
    <p:extLst>
      <p:ext uri="{BB962C8B-B14F-4D97-AF65-F5344CB8AC3E}">
        <p14:creationId xmlns:p14="http://schemas.microsoft.com/office/powerpoint/2010/main" val="3422814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animEffect transition="in" filter="fade">
                                      <p:cBhvr>
                                        <p:cTn id="23" dur="500"/>
                                        <p:tgtEl>
                                          <p:spTgt spid="7">
                                            <p:txEl>
                                              <p:pRg st="7" end="7"/>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xEl>
                                              <p:pRg st="8" end="8"/>
                                            </p:txEl>
                                          </p:spTgt>
                                        </p:tgtEl>
                                        <p:attrNameLst>
                                          <p:attrName>style.visibility</p:attrName>
                                        </p:attrNameLst>
                                      </p:cBhvr>
                                      <p:to>
                                        <p:strVal val="visible"/>
                                      </p:to>
                                    </p:set>
                                    <p:animEffect transition="in" filter="fade">
                                      <p:cBhvr>
                                        <p:cTn id="28" dur="500"/>
                                        <p:tgtEl>
                                          <p:spTgt spid="7">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Slaytta, metin ya da görüntülere önceden belirlenmiş animasyon uygulamak, animasyonu değiştirmek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 Slaytta, metin ya da görüntülere  animasyonlar uygular ve  değiştirir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6</a:t>
            </a:fld>
            <a:endParaRPr lang="tr-TR" dirty="0"/>
          </a:p>
        </p:txBody>
      </p:sp>
      <p:sp>
        <p:nvSpPr>
          <p:cNvPr id="7" name="Metin kutusu 6"/>
          <p:cNvSpPr txBox="1"/>
          <p:nvPr>
            <p:custDataLst>
              <p:tags r:id="rId5"/>
            </p:custDataLst>
          </p:nvPr>
        </p:nvSpPr>
        <p:spPr>
          <a:xfrm>
            <a:off x="533400" y="1371600"/>
            <a:ext cx="7772400" cy="3385542"/>
          </a:xfrm>
          <a:prstGeom prst="rect">
            <a:avLst/>
          </a:prstGeom>
          <a:noFill/>
        </p:spPr>
        <p:txBody>
          <a:bodyPr wrap="square" rtlCol="0">
            <a:spAutoFit/>
          </a:bodyPr>
          <a:lstStyle/>
          <a:p>
            <a:pPr>
              <a:spcAft>
                <a:spcPts val="1200"/>
              </a:spcAft>
            </a:pPr>
            <a:r>
              <a:rPr lang="tr-TR" sz="1600" b="1" u="sng" dirty="0"/>
              <a:t>Aynı nesneye birden çok animasyon efekti uygulamak için şunları yapın: </a:t>
            </a:r>
            <a:endParaRPr lang="tr-TR" sz="1600" b="1" dirty="0"/>
          </a:p>
          <a:p>
            <a:pPr marL="342900" indent="-342900">
              <a:spcAft>
                <a:spcPts val="1200"/>
              </a:spcAft>
              <a:buFont typeface="+mj-lt"/>
              <a:buAutoNum type="arabicPeriod"/>
            </a:pPr>
            <a:r>
              <a:rPr lang="tr-TR" sz="1600" dirty="0" smtClean="0"/>
              <a:t>Birden </a:t>
            </a:r>
            <a:r>
              <a:rPr lang="tr-TR" sz="1600" dirty="0"/>
              <a:t>çok animasyon eklemek istediğiniz metni veya nesneyi seçin.</a:t>
            </a:r>
          </a:p>
          <a:p>
            <a:pPr marL="342900" indent="-342900">
              <a:spcAft>
                <a:spcPts val="1200"/>
              </a:spcAft>
              <a:buFont typeface="+mj-lt"/>
              <a:buAutoNum type="arabicPeriod"/>
            </a:pPr>
            <a:r>
              <a:rPr lang="tr-TR" sz="1600" b="1" i="1" dirty="0" smtClean="0"/>
              <a:t>Animasyonlar </a:t>
            </a:r>
            <a:r>
              <a:rPr lang="tr-TR" sz="1600" b="1" i="1" dirty="0"/>
              <a:t>sekmesi &gt;  Gelişmiş Animasyon grubu &gt;  Animasyon </a:t>
            </a:r>
            <a:r>
              <a:rPr lang="tr-TR" sz="1600" b="1" i="1" dirty="0" err="1"/>
              <a:t>Ekle</a:t>
            </a:r>
            <a:r>
              <a:rPr lang="tr-TR" sz="1600" dirty="0" err="1"/>
              <a:t>'yi</a:t>
            </a:r>
            <a:r>
              <a:rPr lang="tr-TR" sz="1600" dirty="0"/>
              <a:t> tıklatın</a:t>
            </a:r>
            <a:r>
              <a:rPr lang="tr-TR" sz="1600" dirty="0" smtClean="0"/>
              <a:t>.</a:t>
            </a:r>
          </a:p>
          <a:p>
            <a:pPr marL="342900" indent="-342900">
              <a:spcAft>
                <a:spcPts val="1200"/>
              </a:spcAft>
              <a:buFont typeface="+mj-lt"/>
              <a:buAutoNum type="arabicPeriod"/>
            </a:pPr>
            <a:endParaRPr lang="tr-TR" sz="1600" dirty="0"/>
          </a:p>
          <a:p>
            <a:pPr marL="342900" indent="-342900">
              <a:spcAft>
                <a:spcPts val="1200"/>
              </a:spcAft>
              <a:buFont typeface="+mj-lt"/>
              <a:buAutoNum type="arabicPeriod"/>
            </a:pPr>
            <a:endParaRPr lang="tr-TR" sz="1600" dirty="0" smtClean="0"/>
          </a:p>
          <a:p>
            <a:pPr marL="342900" indent="-342900">
              <a:spcAft>
                <a:spcPts val="1200"/>
              </a:spcAft>
              <a:buFont typeface="+mj-lt"/>
              <a:buAutoNum type="arabicPeriod"/>
            </a:pPr>
            <a:endParaRPr lang="tr-TR" sz="1600" dirty="0"/>
          </a:p>
          <a:p>
            <a:pPr marL="342900" indent="-342900">
              <a:spcAft>
                <a:spcPts val="1200"/>
              </a:spcAft>
              <a:buFont typeface="+mj-lt"/>
              <a:buAutoNum type="arabicPeriod"/>
            </a:pPr>
            <a:r>
              <a:rPr lang="tr-TR" sz="1600" dirty="0" smtClean="0"/>
              <a:t>Vermek </a:t>
            </a:r>
            <a:r>
              <a:rPr lang="tr-TR" sz="1600" dirty="0"/>
              <a:t>istediğiniz efekti seçin.</a:t>
            </a:r>
          </a:p>
          <a:p>
            <a:pPr marL="342900" lvl="0" indent="-342900">
              <a:buFont typeface="+mj-lt"/>
              <a:buAutoNum type="arabicPeriod"/>
            </a:pPr>
            <a:endParaRPr lang="tr-TR" sz="1600" dirty="0"/>
          </a:p>
          <a:p>
            <a:endParaRPr lang="tr-TR" sz="1600" b="1" dirty="0"/>
          </a:p>
        </p:txBody>
      </p:sp>
      <p:pic>
        <p:nvPicPr>
          <p:cNvPr id="16" name="Resim 15"/>
          <p:cNvPicPr/>
          <p:nvPr/>
        </p:nvPicPr>
        <p:blipFill>
          <a:blip r:embed="rId11"/>
          <a:stretch>
            <a:fillRect/>
          </a:stretch>
        </p:blipFill>
        <p:spPr>
          <a:xfrm>
            <a:off x="3486887" y="2545863"/>
            <a:ext cx="2170225" cy="959337"/>
          </a:xfrm>
          <a:prstGeom prst="rect">
            <a:avLst/>
          </a:prstGeom>
        </p:spPr>
      </p:pic>
      <p:pic>
        <p:nvPicPr>
          <p:cNvPr id="17" name="Resim 16"/>
          <p:cNvPicPr/>
          <p:nvPr/>
        </p:nvPicPr>
        <p:blipFill>
          <a:blip r:embed="rId12"/>
          <a:stretch>
            <a:fillRect/>
          </a:stretch>
        </p:blipFill>
        <p:spPr>
          <a:xfrm>
            <a:off x="3179287" y="4545273"/>
            <a:ext cx="2785424" cy="1447800"/>
          </a:xfrm>
          <a:prstGeom prst="rect">
            <a:avLst/>
          </a:prstGeom>
        </p:spPr>
      </p:pic>
    </p:spTree>
    <p:custDataLst>
      <p:tags r:id="rId1"/>
    </p:custDataLst>
    <p:extLst>
      <p:ext uri="{BB962C8B-B14F-4D97-AF65-F5344CB8AC3E}">
        <p14:creationId xmlns:p14="http://schemas.microsoft.com/office/powerpoint/2010/main" val="381232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6" end="6"/>
                                            </p:txEl>
                                          </p:spTgt>
                                        </p:tgtEl>
                                        <p:attrNameLst>
                                          <p:attrName>style.visibility</p:attrName>
                                        </p:attrNameLst>
                                      </p:cBhvr>
                                      <p:to>
                                        <p:strVal val="visible"/>
                                      </p:to>
                                    </p:set>
                                    <p:animEffect transition="in" filter="fade">
                                      <p:cBhvr>
                                        <p:cTn id="20" dur="500"/>
                                        <p:tgtEl>
                                          <p:spTgt spid="7">
                                            <p:txEl>
                                              <p:pRg st="6" end="6"/>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Slaytta bulunan animasyonların listesini görüntüleme </a:t>
            </a:r>
          </a:p>
        </p:txBody>
      </p:sp>
      <p:grpSp>
        <p:nvGrpSpPr>
          <p:cNvPr id="11" name="Grup 10"/>
          <p:cNvGrpSpPr/>
          <p:nvPr/>
        </p:nvGrpSpPr>
        <p:grpSpPr>
          <a:xfrm>
            <a:off x="0" y="0"/>
            <a:ext cx="9144000" cy="276999"/>
            <a:chOff x="0" y="0"/>
            <a:chExt cx="9144000" cy="381000"/>
          </a:xfrm>
        </p:grpSpPr>
        <p:sp>
          <p:nvSpPr>
            <p:cNvPr id="4" name="Dikdörtgen 3"/>
            <p:cNvSpPr/>
            <p:nvPr>
              <p:custDataLst>
                <p:tags r:id="rId7"/>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8"/>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9"/>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 Slaytta, metin ya da görüntülere  animasyonlar uygular ve  değiştirir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7</a:t>
            </a:fld>
            <a:endParaRPr lang="tr-TR" dirty="0"/>
          </a:p>
        </p:txBody>
      </p:sp>
      <p:sp>
        <p:nvSpPr>
          <p:cNvPr id="7" name="Metin kutusu 6"/>
          <p:cNvSpPr txBox="1"/>
          <p:nvPr>
            <p:custDataLst>
              <p:tags r:id="rId5"/>
            </p:custDataLst>
          </p:nvPr>
        </p:nvSpPr>
        <p:spPr>
          <a:xfrm>
            <a:off x="533400" y="1371600"/>
            <a:ext cx="7772400" cy="1815882"/>
          </a:xfrm>
          <a:prstGeom prst="rect">
            <a:avLst/>
          </a:prstGeom>
          <a:noFill/>
        </p:spPr>
        <p:txBody>
          <a:bodyPr wrap="square" rtlCol="0">
            <a:spAutoFit/>
          </a:bodyPr>
          <a:lstStyle/>
          <a:p>
            <a:r>
              <a:rPr lang="tr-TR" sz="1600" dirty="0"/>
              <a:t>Animasyon görev bölmesini açmak </a:t>
            </a:r>
            <a:r>
              <a:rPr lang="tr-TR" sz="1600" dirty="0" smtClean="0"/>
              <a:t>için  </a:t>
            </a:r>
            <a:r>
              <a:rPr lang="tr-TR" sz="1600" b="1" i="1" dirty="0"/>
              <a:t>Animasyonlar sekmesi &gt; Gelişmiş Animasyon grubu &gt; Animasyon </a:t>
            </a:r>
            <a:r>
              <a:rPr lang="tr-TR" sz="1600" b="1" i="1" dirty="0" err="1"/>
              <a:t>Bölmesi</a:t>
            </a:r>
            <a:r>
              <a:rPr lang="tr-TR" sz="1600" dirty="0" err="1"/>
              <a:t>’ni</a:t>
            </a:r>
            <a:r>
              <a:rPr lang="tr-TR" sz="1600" dirty="0"/>
              <a:t> tıklatın</a:t>
            </a:r>
            <a:r>
              <a:rPr lang="tr-TR" sz="1600" dirty="0" smtClean="0"/>
              <a:t>.</a:t>
            </a:r>
          </a:p>
          <a:p>
            <a:endParaRPr lang="tr-TR" sz="1600" b="1" dirty="0"/>
          </a:p>
          <a:p>
            <a:endParaRPr lang="tr-TR" sz="1600" b="1" dirty="0" smtClean="0"/>
          </a:p>
          <a:p>
            <a:endParaRPr lang="tr-TR" sz="1600" b="1" dirty="0"/>
          </a:p>
          <a:p>
            <a:r>
              <a:rPr lang="tr-TR" sz="1600" dirty="0" smtClean="0"/>
              <a:t>PowerPoint </a:t>
            </a:r>
            <a:r>
              <a:rPr lang="tr-TR" sz="1600" dirty="0"/>
              <a:t>ekranının sağ tarafında </a:t>
            </a:r>
            <a:r>
              <a:rPr lang="tr-TR" sz="1600" b="1" i="1" dirty="0"/>
              <a:t>Animasyon Bölmesi </a:t>
            </a:r>
            <a:r>
              <a:rPr lang="tr-TR" sz="1600" dirty="0"/>
              <a:t>açılacaktır.</a:t>
            </a:r>
          </a:p>
          <a:p>
            <a:endParaRPr lang="tr-TR" sz="1600" b="1" dirty="0"/>
          </a:p>
        </p:txBody>
      </p:sp>
      <p:pic>
        <p:nvPicPr>
          <p:cNvPr id="13" name="Resim 12"/>
          <p:cNvPicPr/>
          <p:nvPr/>
        </p:nvPicPr>
        <p:blipFill>
          <a:blip r:embed="rId12"/>
          <a:stretch>
            <a:fillRect/>
          </a:stretch>
        </p:blipFill>
        <p:spPr>
          <a:xfrm>
            <a:off x="3529330" y="1694146"/>
            <a:ext cx="2091808" cy="939225"/>
          </a:xfrm>
          <a:prstGeom prst="rect">
            <a:avLst/>
          </a:prstGeom>
        </p:spPr>
      </p:pic>
      <p:pic>
        <p:nvPicPr>
          <p:cNvPr id="1026" name="Picture 2"/>
          <p:cNvPicPr>
            <a:picLocks noChangeAspect="1" noChangeArrowheads="1"/>
          </p:cNvPicPr>
          <p:nvPr/>
        </p:nvPicPr>
        <p:blipFill rotWithShape="1">
          <a:blip r:embed="rId13">
            <a:extLst>
              <a:ext uri="{28A0092B-C50C-407E-A947-70E740481C1C}">
                <a14:useLocalDpi xmlns:a14="http://schemas.microsoft.com/office/drawing/2010/main" val="0"/>
              </a:ext>
            </a:extLst>
          </a:blip>
          <a:srcRect r="37016"/>
          <a:stretch/>
        </p:blipFill>
        <p:spPr bwMode="auto">
          <a:xfrm>
            <a:off x="1" y="2895600"/>
            <a:ext cx="3425588" cy="381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Metin kutusu 14"/>
          <p:cNvSpPr txBox="1"/>
          <p:nvPr>
            <p:custDataLst>
              <p:tags r:id="rId6"/>
            </p:custDataLst>
          </p:nvPr>
        </p:nvSpPr>
        <p:spPr>
          <a:xfrm>
            <a:off x="4038601" y="3048000"/>
            <a:ext cx="5105400" cy="2123658"/>
          </a:xfrm>
          <a:prstGeom prst="rect">
            <a:avLst/>
          </a:prstGeom>
          <a:noFill/>
        </p:spPr>
        <p:txBody>
          <a:bodyPr wrap="square" rtlCol="0">
            <a:spAutoFit/>
          </a:bodyPr>
          <a:lstStyle/>
          <a:p>
            <a:pPr marL="342900" lvl="0" indent="-342900">
              <a:spcAft>
                <a:spcPts val="600"/>
              </a:spcAft>
              <a:buFont typeface="+mj-lt"/>
              <a:buAutoNum type="arabicPeriod"/>
            </a:pPr>
            <a:r>
              <a:rPr lang="tr-TR" sz="1600" dirty="0"/>
              <a:t>Animasyon bölmesindeki sayılar, animasyon efektlerinin oynatılacağı sırayı gösterir</a:t>
            </a:r>
            <a:r>
              <a:rPr lang="tr-TR" sz="1600" dirty="0" smtClean="0"/>
              <a:t>.</a:t>
            </a:r>
          </a:p>
          <a:p>
            <a:pPr marL="342900" lvl="0" indent="-342900">
              <a:spcAft>
                <a:spcPts val="600"/>
              </a:spcAft>
              <a:buFont typeface="+mj-lt"/>
              <a:buAutoNum type="arabicPeriod"/>
            </a:pPr>
            <a:r>
              <a:rPr lang="tr-TR" sz="1600" dirty="0" smtClean="0"/>
              <a:t>Simgeler </a:t>
            </a:r>
            <a:r>
              <a:rPr lang="tr-TR" sz="1600" dirty="0"/>
              <a:t>animasyon efektini gösterir. </a:t>
            </a:r>
            <a:endParaRPr lang="tr-TR" sz="1600" dirty="0" smtClean="0"/>
          </a:p>
          <a:p>
            <a:pPr marL="342900" lvl="0" indent="-342900">
              <a:spcAft>
                <a:spcPts val="600"/>
              </a:spcAft>
              <a:buFont typeface="+mj-lt"/>
              <a:buAutoNum type="arabicPeriod"/>
            </a:pPr>
            <a:r>
              <a:rPr lang="tr-TR" sz="1600" dirty="0" smtClean="0"/>
              <a:t>Animasyon </a:t>
            </a:r>
            <a:r>
              <a:rPr lang="tr-TR" sz="1600" dirty="0"/>
              <a:t>listesindeki bir öğeye ait menü gösterilmektedir. </a:t>
            </a:r>
          </a:p>
          <a:p>
            <a:pPr marL="342900" lvl="0" indent="-342900">
              <a:spcAft>
                <a:spcPts val="600"/>
              </a:spcAft>
              <a:buFont typeface="+mj-lt"/>
              <a:buAutoNum type="arabicPeriod"/>
            </a:pPr>
            <a:r>
              <a:rPr lang="tr-TR" sz="1600" dirty="0"/>
              <a:t>Zaman çizelgeleri, efektlerin süresini gösterir.</a:t>
            </a:r>
          </a:p>
          <a:p>
            <a:pPr marL="342900" lvl="0" indent="-342900">
              <a:spcAft>
                <a:spcPts val="600"/>
              </a:spcAft>
              <a:buFont typeface="+mj-lt"/>
              <a:buAutoNum type="arabicPeriod"/>
            </a:pPr>
            <a:r>
              <a:rPr lang="tr-TR" sz="1600" dirty="0" smtClean="0"/>
              <a:t>Gruplamalar. </a:t>
            </a:r>
            <a:endParaRPr lang="tr-TR" sz="1600" b="1" dirty="0"/>
          </a:p>
        </p:txBody>
      </p:sp>
    </p:spTree>
    <p:custDataLst>
      <p:tags r:id="rId1"/>
    </p:custDataLst>
    <p:extLst>
      <p:ext uri="{BB962C8B-B14F-4D97-AF65-F5344CB8AC3E}">
        <p14:creationId xmlns:p14="http://schemas.microsoft.com/office/powerpoint/2010/main" val="515440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animEffect transition="in" filter="fade">
                                      <p:cBhvr>
                                        <p:cTn id="15" dur="500"/>
                                        <p:tgtEl>
                                          <p:spTgt spid="7">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026"/>
                                        </p:tgtEl>
                                        <p:attrNameLst>
                                          <p:attrName>style.visibility</p:attrName>
                                        </p:attrNameLst>
                                      </p:cBhvr>
                                      <p:to>
                                        <p:strVal val="visible"/>
                                      </p:to>
                                    </p:set>
                                    <p:animEffect transition="in" filter="fade">
                                      <p:cBhvr>
                                        <p:cTn id="18" dur="500"/>
                                        <p:tgtEl>
                                          <p:spTgt spid="102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fade">
                                      <p:cBhvr>
                                        <p:cTn id="23" dur="500"/>
                                        <p:tgtEl>
                                          <p:spTgt spid="15">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xEl>
                                              <p:pRg st="1" end="1"/>
                                            </p:txEl>
                                          </p:spTgt>
                                        </p:tgtEl>
                                        <p:attrNameLst>
                                          <p:attrName>style.visibility</p:attrName>
                                        </p:attrNameLst>
                                      </p:cBhvr>
                                      <p:to>
                                        <p:strVal val="visible"/>
                                      </p:to>
                                    </p:set>
                                    <p:animEffect transition="in" filter="fade">
                                      <p:cBhvr>
                                        <p:cTn id="28" dur="500"/>
                                        <p:tgtEl>
                                          <p:spTgt spid="15">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5">
                                            <p:txEl>
                                              <p:pRg st="2" end="2"/>
                                            </p:txEl>
                                          </p:spTgt>
                                        </p:tgtEl>
                                        <p:attrNameLst>
                                          <p:attrName>style.visibility</p:attrName>
                                        </p:attrNameLst>
                                      </p:cBhvr>
                                      <p:to>
                                        <p:strVal val="visible"/>
                                      </p:to>
                                    </p:set>
                                    <p:animEffect transition="in" filter="fade">
                                      <p:cBhvr>
                                        <p:cTn id="33" dur="500"/>
                                        <p:tgtEl>
                                          <p:spTgt spid="15">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5">
                                            <p:txEl>
                                              <p:pRg st="3" end="3"/>
                                            </p:txEl>
                                          </p:spTgt>
                                        </p:tgtEl>
                                        <p:attrNameLst>
                                          <p:attrName>style.visibility</p:attrName>
                                        </p:attrNameLst>
                                      </p:cBhvr>
                                      <p:to>
                                        <p:strVal val="visible"/>
                                      </p:to>
                                    </p:set>
                                    <p:animEffect transition="in" filter="fade">
                                      <p:cBhvr>
                                        <p:cTn id="38" dur="500"/>
                                        <p:tgtEl>
                                          <p:spTgt spid="15">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5">
                                            <p:txEl>
                                              <p:pRg st="4" end="4"/>
                                            </p:txEl>
                                          </p:spTgt>
                                        </p:tgtEl>
                                        <p:attrNameLst>
                                          <p:attrName>style.visibility</p:attrName>
                                        </p:attrNameLst>
                                      </p:cBhvr>
                                      <p:to>
                                        <p:strVal val="visible"/>
                                      </p:to>
                                    </p:set>
                                    <p:animEffect transition="in" filter="fade">
                                      <p:cBhvr>
                                        <p:cTn id="43" dur="500"/>
                                        <p:tgtEl>
                                          <p:spTgt spid="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Animasyonların efekt seçeneklerini, sırasını belirlemek ve zaman ayarlamaları yapmak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8"/>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9"/>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10"/>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 Slaytta, metin ya da görüntülere  animasyonlar uygular ve  değiştirir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8</a:t>
            </a:fld>
            <a:endParaRPr lang="tr-TR"/>
          </a:p>
        </p:txBody>
      </p:sp>
      <p:sp>
        <p:nvSpPr>
          <p:cNvPr id="7" name="Metin kutusu 6"/>
          <p:cNvSpPr txBox="1"/>
          <p:nvPr>
            <p:custDataLst>
              <p:tags r:id="rId5"/>
            </p:custDataLst>
          </p:nvPr>
        </p:nvSpPr>
        <p:spPr>
          <a:xfrm>
            <a:off x="533400" y="1371600"/>
            <a:ext cx="7772400" cy="830997"/>
          </a:xfrm>
          <a:prstGeom prst="rect">
            <a:avLst/>
          </a:prstGeom>
          <a:noFill/>
        </p:spPr>
        <p:txBody>
          <a:bodyPr wrap="square" rtlCol="0">
            <a:spAutoFit/>
          </a:bodyPr>
          <a:lstStyle/>
          <a:p>
            <a:r>
              <a:rPr lang="tr-TR" sz="1600" dirty="0"/>
              <a:t>Animasyonların efekt seçeneklerini, sırasını belirlemek veya zaman ayarlaması yapmak istediğiniz öğeyi seçin ve </a:t>
            </a:r>
            <a:r>
              <a:rPr lang="tr-TR" sz="1600" dirty="0" smtClean="0"/>
              <a:t>aşağıda sıralanacak </a:t>
            </a:r>
            <a:r>
              <a:rPr lang="tr-TR" sz="1600" dirty="0"/>
              <a:t>işlemlerden istediğiniz birini yada birkaçını yapın;</a:t>
            </a:r>
          </a:p>
        </p:txBody>
      </p:sp>
      <p:pic>
        <p:nvPicPr>
          <p:cNvPr id="13" name="Picture 2" descr="G:\Muhittin Akgül\imajlar\postit.gif"/>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61763" y="3003246"/>
            <a:ext cx="2503233" cy="2081428"/>
          </a:xfrm>
          <a:prstGeom prst="rect">
            <a:avLst/>
          </a:prstGeom>
          <a:noFill/>
          <a:extLst>
            <a:ext uri="{909E8E84-426E-40DD-AFC4-6F175D3DCCD1}">
              <a14:hiddenFill xmlns:a14="http://schemas.microsoft.com/office/drawing/2010/main">
                <a:solidFill>
                  <a:srgbClr val="FFFFFF"/>
                </a:solidFill>
              </a14:hiddenFill>
            </a:ext>
          </a:extLst>
        </p:spPr>
      </p:pic>
      <p:sp>
        <p:nvSpPr>
          <p:cNvPr id="14" name="Metin kutusu 13"/>
          <p:cNvSpPr txBox="1"/>
          <p:nvPr>
            <p:custDataLst>
              <p:tags r:id="rId6"/>
            </p:custDataLst>
          </p:nvPr>
        </p:nvSpPr>
        <p:spPr>
          <a:xfrm>
            <a:off x="4735263" y="3443795"/>
            <a:ext cx="2156232" cy="1169551"/>
          </a:xfrm>
          <a:prstGeom prst="rect">
            <a:avLst/>
          </a:prstGeom>
          <a:noFill/>
        </p:spPr>
        <p:txBody>
          <a:bodyPr wrap="square" rtlCol="0">
            <a:spAutoFit/>
          </a:bodyPr>
          <a:lstStyle/>
          <a:p>
            <a:r>
              <a:rPr lang="tr-TR" sz="1400" dirty="0"/>
              <a:t>Efekt seçenekleri, seçili olan efekt verilmiş nesnenin animasyon türüne göre farklılık gösterir.</a:t>
            </a:r>
          </a:p>
        </p:txBody>
      </p:sp>
      <p:sp>
        <p:nvSpPr>
          <p:cNvPr id="15" name="Metin kutusu 14"/>
          <p:cNvSpPr txBox="1"/>
          <p:nvPr>
            <p:custDataLst>
              <p:tags r:id="rId7"/>
            </p:custDataLst>
          </p:nvPr>
        </p:nvSpPr>
        <p:spPr>
          <a:xfrm>
            <a:off x="533400" y="2362200"/>
            <a:ext cx="7772400" cy="3354765"/>
          </a:xfrm>
          <a:prstGeom prst="rect">
            <a:avLst/>
          </a:prstGeom>
          <a:noFill/>
        </p:spPr>
        <p:txBody>
          <a:bodyPr wrap="square" rtlCol="0">
            <a:spAutoFit/>
          </a:bodyPr>
          <a:lstStyle/>
          <a:p>
            <a:pPr marL="285750" indent="-285750">
              <a:buFont typeface="Arial" pitchFamily="34" charset="0"/>
              <a:buChar char="•"/>
            </a:pPr>
            <a:r>
              <a:rPr lang="tr-TR" sz="1600" dirty="0"/>
              <a:t>Animasyonun </a:t>
            </a:r>
            <a:r>
              <a:rPr lang="tr-TR" sz="1600" b="1" dirty="0"/>
              <a:t>efekt seçeneklerini</a:t>
            </a:r>
            <a:r>
              <a:rPr lang="tr-TR" sz="1600" dirty="0"/>
              <a:t> ayarlamak için, </a:t>
            </a:r>
            <a:r>
              <a:rPr lang="tr-TR" sz="1600" b="1" i="1" dirty="0"/>
              <a:t>Animasyonlar</a:t>
            </a:r>
            <a:r>
              <a:rPr lang="tr-TR" sz="1600" i="1" dirty="0"/>
              <a:t> </a:t>
            </a:r>
            <a:r>
              <a:rPr lang="tr-TR" sz="1600" b="1" i="1" dirty="0" smtClean="0"/>
              <a:t>sekmesi </a:t>
            </a:r>
            <a:r>
              <a:rPr lang="tr-TR" sz="1600" i="1" dirty="0" smtClean="0"/>
              <a:t>&gt; </a:t>
            </a:r>
            <a:r>
              <a:rPr lang="tr-TR" sz="1600" b="1" i="1" dirty="0" smtClean="0"/>
              <a:t>Animasyon</a:t>
            </a:r>
            <a:r>
              <a:rPr lang="tr-TR" sz="1600" i="1" dirty="0" smtClean="0"/>
              <a:t> grubu &gt; </a:t>
            </a:r>
            <a:r>
              <a:rPr lang="tr-TR" sz="1600" b="1" i="1" dirty="0" smtClean="0"/>
              <a:t>Efekt </a:t>
            </a:r>
            <a:r>
              <a:rPr lang="tr-TR" sz="1600" b="1" i="1" dirty="0" err="1"/>
              <a:t>Seçenekleri</a:t>
            </a:r>
            <a:r>
              <a:rPr lang="tr-TR" sz="1600" dirty="0" err="1"/>
              <a:t>'nin</a:t>
            </a:r>
            <a:r>
              <a:rPr lang="tr-TR" sz="1600" dirty="0"/>
              <a:t> sağındaki oku ve sonra da kullanmak istediğiniz seçeneği tıklatın</a:t>
            </a:r>
            <a:r>
              <a:rPr lang="tr-TR" sz="1600" dirty="0" smtClean="0"/>
              <a:t>.</a:t>
            </a:r>
          </a:p>
          <a:p>
            <a:pPr marL="285750" indent="-285750">
              <a:buFont typeface="Arial" pitchFamily="34" charset="0"/>
              <a:buChar char="•"/>
            </a:pPr>
            <a:endParaRPr lang="tr-TR" sz="1600" dirty="0"/>
          </a:p>
          <a:p>
            <a:pPr marL="285750" indent="-285750">
              <a:buFont typeface="Arial" pitchFamily="34" charset="0"/>
              <a:buChar char="•"/>
            </a:pPr>
            <a:endParaRPr lang="tr-TR" sz="1600" dirty="0" smtClean="0"/>
          </a:p>
          <a:p>
            <a:pPr marL="285750" indent="-285750">
              <a:buFont typeface="Arial" pitchFamily="34" charset="0"/>
              <a:buChar char="•"/>
            </a:pPr>
            <a:endParaRPr lang="tr-TR" sz="1600" dirty="0"/>
          </a:p>
          <a:p>
            <a:pPr marL="285750" indent="-285750">
              <a:buFont typeface="Arial" pitchFamily="34" charset="0"/>
              <a:buChar char="•"/>
            </a:pPr>
            <a:endParaRPr lang="tr-TR" sz="1600" dirty="0" smtClean="0"/>
          </a:p>
          <a:p>
            <a:pPr marL="285750" indent="-285750">
              <a:buFont typeface="Arial" pitchFamily="34" charset="0"/>
              <a:buChar char="•"/>
            </a:pPr>
            <a:endParaRPr lang="tr-TR" sz="1600" dirty="0"/>
          </a:p>
          <a:p>
            <a:pPr marL="285750" indent="-285750">
              <a:buFont typeface="Arial" pitchFamily="34" charset="0"/>
              <a:buChar char="•"/>
            </a:pPr>
            <a:endParaRPr lang="tr-TR" sz="1600" dirty="0" smtClean="0"/>
          </a:p>
          <a:p>
            <a:pPr marL="285750" indent="-285750">
              <a:buFont typeface="Arial" pitchFamily="34" charset="0"/>
              <a:buChar char="•"/>
            </a:pPr>
            <a:endParaRPr lang="tr-TR" sz="1600" dirty="0"/>
          </a:p>
          <a:p>
            <a:pPr marL="285750" indent="-285750">
              <a:buFont typeface="Arial" pitchFamily="34" charset="0"/>
              <a:buChar char="•"/>
            </a:pPr>
            <a:endParaRPr lang="tr-TR" sz="1600" dirty="0" smtClean="0"/>
          </a:p>
          <a:p>
            <a:pPr marL="285750" indent="-285750">
              <a:buFont typeface="Arial" pitchFamily="34" charset="0"/>
              <a:buChar char="•"/>
            </a:pPr>
            <a:r>
              <a:rPr lang="tr-TR" sz="1600" dirty="0"/>
              <a:t>Animasyonun başlangıç, süre veya bekleme zamanını </a:t>
            </a:r>
            <a:r>
              <a:rPr lang="tr-TR" sz="1600" b="1" i="1" dirty="0"/>
              <a:t>Animasyonlar sekmesi &gt; Zamanlama</a:t>
            </a:r>
            <a:r>
              <a:rPr lang="tr-TR" sz="1600" dirty="0"/>
              <a:t> grubundan belirleyebilirsiniz</a:t>
            </a:r>
          </a:p>
        </p:txBody>
      </p:sp>
      <p:pic>
        <p:nvPicPr>
          <p:cNvPr id="16" name="Resim 15"/>
          <p:cNvPicPr/>
          <p:nvPr/>
        </p:nvPicPr>
        <p:blipFill>
          <a:blip r:embed="rId14"/>
          <a:stretch>
            <a:fillRect/>
          </a:stretch>
        </p:blipFill>
        <p:spPr>
          <a:xfrm>
            <a:off x="1524000" y="3193197"/>
            <a:ext cx="1097792" cy="1040714"/>
          </a:xfrm>
          <a:prstGeom prst="rect">
            <a:avLst/>
          </a:prstGeom>
        </p:spPr>
      </p:pic>
      <p:pic>
        <p:nvPicPr>
          <p:cNvPr id="17" name="Resim 16"/>
          <p:cNvPicPr/>
          <p:nvPr/>
        </p:nvPicPr>
        <p:blipFill>
          <a:blip r:embed="rId15"/>
          <a:stretch>
            <a:fillRect/>
          </a:stretch>
        </p:blipFill>
        <p:spPr>
          <a:xfrm>
            <a:off x="2656492" y="5697288"/>
            <a:ext cx="3526216" cy="932112"/>
          </a:xfrm>
          <a:prstGeom prst="rect">
            <a:avLst/>
          </a:prstGeom>
        </p:spPr>
      </p:pic>
    </p:spTree>
    <p:custDataLst>
      <p:tags r:id="rId1"/>
    </p:custDataLst>
    <p:extLst>
      <p:ext uri="{BB962C8B-B14F-4D97-AF65-F5344CB8AC3E}">
        <p14:creationId xmlns:p14="http://schemas.microsoft.com/office/powerpoint/2010/main" val="3449990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xEl>
                                              <p:pRg st="9" end="9"/>
                                            </p:txEl>
                                          </p:spTgt>
                                        </p:tgtEl>
                                        <p:attrNameLst>
                                          <p:attrName>style.visibility</p:attrName>
                                        </p:attrNameLst>
                                      </p:cBhvr>
                                      <p:to>
                                        <p:strVal val="visible"/>
                                      </p:to>
                                    </p:set>
                                    <p:animEffect transition="in" filter="fade">
                                      <p:cBhvr>
                                        <p:cTn id="21" dur="500"/>
                                        <p:tgtEl>
                                          <p:spTgt spid="15">
                                            <p:txEl>
                                              <p:pRg st="9" end="9"/>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Animasyonların efekt seçeneklerini, sırasını belirlemek ve zaman ayarlamaları yapmak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 Slaytta, metin ya da görüntülere  animasyonlar uygular ve  değiştirir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9</a:t>
            </a:fld>
            <a:endParaRPr lang="tr-TR" dirty="0"/>
          </a:p>
        </p:txBody>
      </p:sp>
      <p:sp>
        <p:nvSpPr>
          <p:cNvPr id="7" name="Metin kutusu 6"/>
          <p:cNvSpPr txBox="1"/>
          <p:nvPr>
            <p:custDataLst>
              <p:tags r:id="rId5"/>
            </p:custDataLst>
          </p:nvPr>
        </p:nvSpPr>
        <p:spPr>
          <a:xfrm>
            <a:off x="533400" y="2286000"/>
            <a:ext cx="7772400" cy="4524315"/>
          </a:xfrm>
          <a:prstGeom prst="rect">
            <a:avLst/>
          </a:prstGeom>
          <a:noFill/>
        </p:spPr>
        <p:txBody>
          <a:bodyPr wrap="square" rtlCol="0">
            <a:spAutoFit/>
          </a:bodyPr>
          <a:lstStyle/>
          <a:p>
            <a:pPr marL="285750" indent="-285750">
              <a:buFont typeface="Arial" pitchFamily="34" charset="0"/>
              <a:buChar char="•"/>
            </a:pPr>
            <a:r>
              <a:rPr lang="tr-TR" sz="1600" dirty="0" smtClean="0"/>
              <a:t>Animasyonun </a:t>
            </a:r>
            <a:r>
              <a:rPr lang="tr-TR" sz="1600" b="1" dirty="0"/>
              <a:t>başlangıç zamanını</a:t>
            </a:r>
            <a:r>
              <a:rPr lang="tr-TR" sz="1600" dirty="0"/>
              <a:t> ayarlamak için, </a:t>
            </a:r>
            <a:r>
              <a:rPr lang="tr-TR" sz="1600" b="1" i="1" dirty="0"/>
              <a:t>Başlat</a:t>
            </a:r>
            <a:r>
              <a:rPr lang="tr-TR" sz="1600" dirty="0"/>
              <a:t> menüsünün sağındaki oku tıklatın ve kullanmak istediğiniz zamanlamayı seçin. Burada üç seçenek vardır, </a:t>
            </a:r>
            <a:r>
              <a:rPr lang="tr-TR" sz="1600" b="1" i="1" dirty="0"/>
              <a:t>Tıklanınca, Öncekiyle birlikte, Öncekinden sonra</a:t>
            </a:r>
            <a:r>
              <a:rPr lang="tr-TR" sz="1600" dirty="0"/>
              <a:t>. </a:t>
            </a:r>
            <a:endParaRPr lang="tr-TR" sz="1600" dirty="0" smtClean="0"/>
          </a:p>
          <a:p>
            <a:pPr marL="285750" indent="-285750">
              <a:buFont typeface="Arial" pitchFamily="34" charset="0"/>
              <a:buChar char="•"/>
            </a:pPr>
            <a:endParaRPr lang="tr-TR" sz="1600" dirty="0"/>
          </a:p>
          <a:p>
            <a:pPr marL="285750" indent="-285750">
              <a:buFont typeface="Arial" pitchFamily="34" charset="0"/>
              <a:buChar char="•"/>
            </a:pPr>
            <a:endParaRPr lang="tr-TR" sz="1600" dirty="0" smtClean="0"/>
          </a:p>
          <a:p>
            <a:pPr marL="285750" indent="-285750">
              <a:buFont typeface="Arial" pitchFamily="34" charset="0"/>
              <a:buChar char="•"/>
            </a:pPr>
            <a:endParaRPr lang="tr-TR" sz="1600" dirty="0"/>
          </a:p>
          <a:p>
            <a:pPr marL="285750" indent="-285750">
              <a:buFont typeface="Arial" pitchFamily="34" charset="0"/>
              <a:buChar char="•"/>
            </a:pPr>
            <a:endParaRPr lang="tr-TR" sz="1600" dirty="0" smtClean="0"/>
          </a:p>
          <a:p>
            <a:pPr marL="285750" indent="-285750">
              <a:buFont typeface="Arial" pitchFamily="34" charset="0"/>
              <a:buChar char="•"/>
            </a:pPr>
            <a:endParaRPr lang="tr-TR" sz="1600" dirty="0"/>
          </a:p>
          <a:p>
            <a:pPr marL="285750" indent="-285750">
              <a:buFont typeface="Arial" pitchFamily="34" charset="0"/>
              <a:buChar char="•"/>
            </a:pPr>
            <a:endParaRPr lang="tr-TR" sz="1600" dirty="0" smtClean="0"/>
          </a:p>
          <a:p>
            <a:pPr marL="285750" indent="-285750">
              <a:buFont typeface="Arial" pitchFamily="34" charset="0"/>
              <a:buChar char="•"/>
            </a:pPr>
            <a:endParaRPr lang="tr-TR" sz="1600" dirty="0"/>
          </a:p>
          <a:p>
            <a:pPr marL="285750" indent="-285750">
              <a:buFont typeface="Arial" pitchFamily="34" charset="0"/>
              <a:buChar char="•"/>
            </a:pPr>
            <a:endParaRPr lang="tr-TR" sz="1600" dirty="0"/>
          </a:p>
          <a:p>
            <a:pPr marL="285750" indent="-285750">
              <a:buFont typeface="Arial" pitchFamily="34" charset="0"/>
              <a:buChar char="•"/>
            </a:pPr>
            <a:r>
              <a:rPr lang="tr-TR" sz="1600" dirty="0" smtClean="0"/>
              <a:t>Animasyonun </a:t>
            </a:r>
            <a:r>
              <a:rPr lang="tr-TR" sz="1600" dirty="0"/>
              <a:t>çalıştırılacağı süreyi ayarlamak için, </a:t>
            </a:r>
            <a:r>
              <a:rPr lang="tr-TR" sz="1600" b="1" i="1" dirty="0"/>
              <a:t>Süre</a:t>
            </a:r>
            <a:r>
              <a:rPr lang="tr-TR" sz="1600" dirty="0"/>
              <a:t> kutusuna istediğiniz süreyi saniye sayısı olarak girin.</a:t>
            </a:r>
          </a:p>
          <a:p>
            <a:pPr marL="285750" indent="-285750">
              <a:buFont typeface="Arial" pitchFamily="34" charset="0"/>
              <a:buChar char="•"/>
            </a:pPr>
            <a:r>
              <a:rPr lang="tr-TR" sz="1600" dirty="0" smtClean="0"/>
              <a:t>Animasyon </a:t>
            </a:r>
            <a:r>
              <a:rPr lang="tr-TR" sz="1600" dirty="0"/>
              <a:t>başlamadan önce bekleme süresini ayarlamak için </a:t>
            </a:r>
            <a:r>
              <a:rPr lang="tr-TR" sz="1600" b="1" i="1" dirty="0"/>
              <a:t>Gecikme</a:t>
            </a:r>
            <a:r>
              <a:rPr lang="tr-TR" sz="1600" dirty="0"/>
              <a:t> kutusuna istediğiniz süreyi saniye sayısı olarak girin.</a:t>
            </a:r>
          </a:p>
          <a:p>
            <a:pPr marL="285750" indent="-285750">
              <a:buFont typeface="Arial" pitchFamily="34" charset="0"/>
              <a:buChar char="•"/>
            </a:pPr>
            <a:r>
              <a:rPr lang="tr-TR" sz="1600" dirty="0" smtClean="0"/>
              <a:t>Listedeki </a:t>
            </a:r>
            <a:r>
              <a:rPr lang="tr-TR" sz="1600" dirty="0"/>
              <a:t>bir animasyonun sırasını değiştirmek için, </a:t>
            </a:r>
            <a:r>
              <a:rPr lang="tr-TR" sz="1600" b="1" i="1" dirty="0"/>
              <a:t>Animasyonu Yeniden </a:t>
            </a:r>
            <a:r>
              <a:rPr lang="tr-TR" sz="1600" b="1" i="1" dirty="0" err="1"/>
              <a:t>Sırala</a:t>
            </a:r>
            <a:r>
              <a:rPr lang="tr-TR" sz="1600" dirty="0" err="1"/>
              <a:t>'nın</a:t>
            </a:r>
            <a:r>
              <a:rPr lang="tr-TR" sz="1600" dirty="0"/>
              <a:t> </a:t>
            </a:r>
            <a:r>
              <a:rPr lang="tr-TR" sz="1600" dirty="0" smtClean="0"/>
              <a:t>altında yer alan </a:t>
            </a:r>
            <a:r>
              <a:rPr lang="tr-TR" sz="1600" b="1" i="1" dirty="0" smtClean="0"/>
              <a:t>Önceye </a:t>
            </a:r>
            <a:r>
              <a:rPr lang="tr-TR" sz="1600" b="1" i="1" dirty="0"/>
              <a:t>Taşı </a:t>
            </a:r>
            <a:r>
              <a:rPr lang="tr-TR" sz="1600" dirty="0"/>
              <a:t>veya </a:t>
            </a:r>
            <a:r>
              <a:rPr lang="tr-TR" sz="1600" b="1" i="1" dirty="0" smtClean="0"/>
              <a:t>Sonraya </a:t>
            </a:r>
            <a:r>
              <a:rPr lang="tr-TR" sz="1600" b="1" i="1" dirty="0"/>
              <a:t>Taşı </a:t>
            </a:r>
            <a:r>
              <a:rPr lang="tr-TR" sz="1600" dirty="0"/>
              <a:t>seçeneğini </a:t>
            </a:r>
            <a:r>
              <a:rPr lang="tr-TR" sz="1600" dirty="0" smtClean="0"/>
              <a:t>kullanın.</a:t>
            </a:r>
            <a:endParaRPr lang="tr-TR" sz="1600" dirty="0"/>
          </a:p>
          <a:p>
            <a:endParaRPr lang="tr-TR" sz="1600" b="1" dirty="0"/>
          </a:p>
        </p:txBody>
      </p:sp>
      <p:pic>
        <p:nvPicPr>
          <p:cNvPr id="14" name="Resim 13"/>
          <p:cNvPicPr/>
          <p:nvPr/>
        </p:nvPicPr>
        <p:blipFill>
          <a:blip r:embed="rId11"/>
          <a:stretch>
            <a:fillRect/>
          </a:stretch>
        </p:blipFill>
        <p:spPr>
          <a:xfrm>
            <a:off x="2895600" y="1219200"/>
            <a:ext cx="3526216" cy="932112"/>
          </a:xfrm>
          <a:prstGeom prst="rect">
            <a:avLst/>
          </a:prstGeom>
        </p:spPr>
      </p:pic>
      <p:pic>
        <p:nvPicPr>
          <p:cNvPr id="16" name="Resim 15"/>
          <p:cNvPicPr/>
          <p:nvPr/>
        </p:nvPicPr>
        <p:blipFill>
          <a:blip r:embed="rId12"/>
          <a:stretch>
            <a:fillRect/>
          </a:stretch>
        </p:blipFill>
        <p:spPr>
          <a:xfrm>
            <a:off x="1066800" y="3200400"/>
            <a:ext cx="2484261" cy="1447800"/>
          </a:xfrm>
          <a:prstGeom prst="rect">
            <a:avLst/>
          </a:prstGeom>
        </p:spPr>
      </p:pic>
    </p:spTree>
    <p:custDataLst>
      <p:tags r:id="rId1"/>
    </p:custDataLst>
    <p:extLst>
      <p:ext uri="{BB962C8B-B14F-4D97-AF65-F5344CB8AC3E}">
        <p14:creationId xmlns:p14="http://schemas.microsoft.com/office/powerpoint/2010/main" val="2158531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9" end="9"/>
                                            </p:txEl>
                                          </p:spTgt>
                                        </p:tgtEl>
                                        <p:attrNameLst>
                                          <p:attrName>style.visibility</p:attrName>
                                        </p:attrNameLst>
                                      </p:cBhvr>
                                      <p:to>
                                        <p:strVal val="visible"/>
                                      </p:to>
                                    </p:set>
                                    <p:animEffect transition="in" filter="fade">
                                      <p:cBhvr>
                                        <p:cTn id="20" dur="500"/>
                                        <p:tgtEl>
                                          <p:spTgt spid="7">
                                            <p:txEl>
                                              <p:pRg st="9" end="9"/>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xEl>
                                              <p:pRg st="10" end="10"/>
                                            </p:txEl>
                                          </p:spTgt>
                                        </p:tgtEl>
                                        <p:attrNameLst>
                                          <p:attrName>style.visibility</p:attrName>
                                        </p:attrNameLst>
                                      </p:cBhvr>
                                      <p:to>
                                        <p:strVal val="visible"/>
                                      </p:to>
                                    </p:set>
                                    <p:animEffect transition="in" filter="fade">
                                      <p:cBhvr>
                                        <p:cTn id="25" dur="500"/>
                                        <p:tgtEl>
                                          <p:spTgt spid="7">
                                            <p:txEl>
                                              <p:pRg st="10" end="1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xEl>
                                              <p:pRg st="11" end="11"/>
                                            </p:txEl>
                                          </p:spTgt>
                                        </p:tgtEl>
                                        <p:attrNameLst>
                                          <p:attrName>style.visibility</p:attrName>
                                        </p:attrNameLst>
                                      </p:cBhvr>
                                      <p:to>
                                        <p:strVal val="visible"/>
                                      </p:to>
                                    </p:set>
                                    <p:animEffect transition="in" filter="fade">
                                      <p:cBhvr>
                                        <p:cTn id="30" dur="500"/>
                                        <p:tgtEl>
                                          <p:spTgt spid="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9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Animasyonu bir tetikleyici ile oynatmak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a:solidFill>
                  <a:schemeClr val="bg1"/>
                </a:solidFill>
              </a:rPr>
              <a:t> Slaytta, metin ya da görüntülere  animasyonlar uygular ve  değiştirir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10</a:t>
            </a:fld>
            <a:endParaRPr lang="tr-TR" dirty="0"/>
          </a:p>
        </p:txBody>
      </p:sp>
      <p:sp>
        <p:nvSpPr>
          <p:cNvPr id="7" name="Metin kutusu 6"/>
          <p:cNvSpPr txBox="1"/>
          <p:nvPr>
            <p:custDataLst>
              <p:tags r:id="rId5"/>
            </p:custDataLst>
          </p:nvPr>
        </p:nvSpPr>
        <p:spPr>
          <a:xfrm>
            <a:off x="533400" y="1371600"/>
            <a:ext cx="7772400" cy="4031873"/>
          </a:xfrm>
          <a:prstGeom prst="rect">
            <a:avLst/>
          </a:prstGeom>
          <a:noFill/>
        </p:spPr>
        <p:txBody>
          <a:bodyPr wrap="square" rtlCol="0">
            <a:spAutoFit/>
          </a:bodyPr>
          <a:lstStyle/>
          <a:p>
            <a:pPr marL="342900" lvl="0" indent="-342900">
              <a:buFont typeface="+mj-lt"/>
              <a:buAutoNum type="arabicPeriod"/>
            </a:pPr>
            <a:r>
              <a:rPr lang="tr-TR" sz="1600" dirty="0"/>
              <a:t>Tetiklemek istediğiniz animasyonun bulunduğu nesneyi seçin.</a:t>
            </a:r>
          </a:p>
          <a:p>
            <a:pPr marL="342900" lvl="0" indent="-342900">
              <a:buFont typeface="+mj-lt"/>
              <a:buAutoNum type="arabicPeriod"/>
            </a:pPr>
            <a:r>
              <a:rPr lang="tr-TR" sz="1600" b="1" i="1" dirty="0"/>
              <a:t>Animasyonlar</a:t>
            </a:r>
            <a:r>
              <a:rPr lang="tr-TR" sz="1600" i="1" dirty="0"/>
              <a:t> sekmesi &gt; </a:t>
            </a:r>
            <a:r>
              <a:rPr lang="tr-TR" sz="1600" b="1" i="1" dirty="0"/>
              <a:t>Gelişmiş Animasyon</a:t>
            </a:r>
            <a:r>
              <a:rPr lang="tr-TR" sz="1600" i="1" dirty="0"/>
              <a:t> grubu &gt;  </a:t>
            </a:r>
            <a:r>
              <a:rPr lang="tr-TR" sz="1600" b="1" i="1" dirty="0" err="1"/>
              <a:t>Tetikleyici</a:t>
            </a:r>
            <a:r>
              <a:rPr lang="tr-TR" sz="1600" b="1" dirty="0" err="1"/>
              <a:t>’ye</a:t>
            </a:r>
            <a:r>
              <a:rPr lang="tr-TR" sz="1600" dirty="0"/>
              <a:t> tıklatın</a:t>
            </a:r>
            <a:r>
              <a:rPr lang="tr-TR" sz="1600" dirty="0" smtClean="0"/>
              <a:t>.</a:t>
            </a:r>
          </a:p>
          <a:p>
            <a:pPr marL="342900" lvl="0" indent="-342900">
              <a:buFont typeface="+mj-lt"/>
              <a:buAutoNum type="arabicPeriod"/>
            </a:pPr>
            <a:endParaRPr lang="tr-TR" sz="1600" dirty="0"/>
          </a:p>
          <a:p>
            <a:pPr marL="342900" lvl="0" indent="-342900">
              <a:buFont typeface="+mj-lt"/>
              <a:buAutoNum type="arabicPeriod"/>
            </a:pPr>
            <a:endParaRPr lang="tr-TR" sz="1600" dirty="0" smtClean="0"/>
          </a:p>
          <a:p>
            <a:pPr marL="342900" lvl="0" indent="-342900">
              <a:buFont typeface="+mj-lt"/>
              <a:buAutoNum type="arabicPeriod"/>
            </a:pPr>
            <a:endParaRPr lang="tr-TR" sz="1600" dirty="0"/>
          </a:p>
          <a:p>
            <a:pPr marL="342900" lvl="0" indent="-342900">
              <a:buFont typeface="+mj-lt"/>
              <a:buAutoNum type="arabicPeriod"/>
            </a:pPr>
            <a:endParaRPr lang="tr-TR" sz="1600" dirty="0" smtClean="0"/>
          </a:p>
          <a:p>
            <a:pPr marL="342900" lvl="0" indent="-342900">
              <a:buFont typeface="+mj-lt"/>
              <a:buAutoNum type="arabicPeriod"/>
            </a:pPr>
            <a:endParaRPr lang="tr-TR" sz="1600" dirty="0"/>
          </a:p>
          <a:p>
            <a:pPr marL="342900" lvl="0" indent="-342900">
              <a:buFont typeface="+mj-lt"/>
              <a:buAutoNum type="arabicPeriod"/>
            </a:pPr>
            <a:endParaRPr lang="tr-TR" sz="1600" dirty="0" smtClean="0"/>
          </a:p>
          <a:p>
            <a:pPr marL="342900" lvl="0" indent="-342900">
              <a:buFont typeface="+mj-lt"/>
              <a:buAutoNum type="arabicPeriod"/>
            </a:pPr>
            <a:endParaRPr lang="tr-TR" sz="1600" dirty="0" smtClean="0"/>
          </a:p>
          <a:p>
            <a:pPr marL="342900" lvl="0" indent="-342900">
              <a:buFont typeface="+mj-lt"/>
              <a:buAutoNum type="arabicPeriod"/>
            </a:pPr>
            <a:endParaRPr lang="tr-TR" sz="1600" dirty="0" smtClean="0"/>
          </a:p>
          <a:p>
            <a:pPr marL="342900" lvl="0" indent="-342900">
              <a:buFont typeface="+mj-lt"/>
              <a:buAutoNum type="arabicPeriod"/>
            </a:pPr>
            <a:endParaRPr lang="tr-TR" sz="1600" dirty="0"/>
          </a:p>
          <a:p>
            <a:pPr marL="342900" indent="-342900">
              <a:buFont typeface="+mj-lt"/>
              <a:buAutoNum type="arabicPeriod"/>
            </a:pPr>
            <a:r>
              <a:rPr lang="tr-TR" sz="1600" b="1" i="1" dirty="0" smtClean="0"/>
              <a:t>Tıklatıldığında </a:t>
            </a:r>
            <a:r>
              <a:rPr lang="tr-TR" sz="1600" dirty="0" smtClean="0"/>
              <a:t>seçeneğinin </a:t>
            </a:r>
            <a:r>
              <a:rPr lang="tr-TR" sz="1600" dirty="0"/>
              <a:t>üzerine gelin ve animasyonu tetiklemesini istediğiniz nesneyi seçin. Böylece seçmiş olduğunuz nesnenin animasyonu ancak bu tetikleyici </a:t>
            </a:r>
            <a:r>
              <a:rPr lang="tr-TR" sz="1600" dirty="0" err="1"/>
              <a:t>olrak</a:t>
            </a:r>
            <a:r>
              <a:rPr lang="tr-TR" sz="1600" dirty="0"/>
              <a:t> belirlediğiniz nesneye tıklandığında çalışır.</a:t>
            </a:r>
          </a:p>
          <a:p>
            <a:pPr marL="342900" lvl="0" indent="-342900">
              <a:buFont typeface="+mj-lt"/>
              <a:buAutoNum type="arabicPeriod"/>
            </a:pPr>
            <a:endParaRPr lang="tr-TR" sz="1600" dirty="0"/>
          </a:p>
          <a:p>
            <a:pPr marL="342900" indent="-342900">
              <a:buFont typeface="+mj-lt"/>
              <a:buAutoNum type="arabicPeriod"/>
            </a:pPr>
            <a:endParaRPr lang="tr-TR" sz="1600" b="1" dirty="0"/>
          </a:p>
        </p:txBody>
      </p:sp>
      <p:pic>
        <p:nvPicPr>
          <p:cNvPr id="16" name="Resim 15"/>
          <p:cNvPicPr/>
          <p:nvPr/>
        </p:nvPicPr>
        <p:blipFill>
          <a:blip r:embed="rId11"/>
          <a:stretch>
            <a:fillRect/>
          </a:stretch>
        </p:blipFill>
        <p:spPr>
          <a:xfrm>
            <a:off x="2456799" y="2133600"/>
            <a:ext cx="3925601" cy="1981200"/>
          </a:xfrm>
          <a:prstGeom prst="rect">
            <a:avLst/>
          </a:prstGeom>
        </p:spPr>
      </p:pic>
    </p:spTree>
    <p:custDataLst>
      <p:tags r:id="rId1"/>
    </p:custDataLst>
    <p:extLst>
      <p:ext uri="{BB962C8B-B14F-4D97-AF65-F5344CB8AC3E}">
        <p14:creationId xmlns:p14="http://schemas.microsoft.com/office/powerpoint/2010/main" val="381129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11" end="11"/>
                                            </p:txEl>
                                          </p:spTgt>
                                        </p:tgtEl>
                                        <p:attrNameLst>
                                          <p:attrName>style.visibility</p:attrName>
                                        </p:attrNameLst>
                                      </p:cBhvr>
                                      <p:to>
                                        <p:strVal val="visible"/>
                                      </p:to>
                                    </p:set>
                                    <p:animEffect transition="in" filter="fade">
                                      <p:cBhvr>
                                        <p:cTn id="20" dur="500"/>
                                        <p:tgtEl>
                                          <p:spTgt spid="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tags/tag1.xml><?xml version="1.0" encoding="utf-8"?>
<p:tagLst xmlns:a="http://schemas.openxmlformats.org/drawingml/2006/main" xmlns:r="http://schemas.openxmlformats.org/officeDocument/2006/relationships" xmlns:p="http://schemas.openxmlformats.org/presentationml/2006/main">
  <p:tag name="VIDEO_FILES_RECORD" val="&lt;Videos&gt;&lt;Video Name=&quot;Math 142 Venn diagrams logic_271_1_60529.flv&quot; Position=&quot;1&quot; SlideID=&quot;271&quot;/&gt;&lt;/Videos&gt;&#10;"/>
  <p:tag name="ISPRING_RESOURCE_PATHS_HASH" val="94b0f9a2ce84e864a328139283993d548c239c2d"/>
  <p:tag name="MMPROD_NEXTUNIQUEID" val="10105"/>
  <p:tag name="MMPROD_10697PHOTO" val=""/>
  <p:tag name="MMPROD_10697LOGO" val="iVBORw0KGgoAAAANSUhEUgAAAJYAAAAnCAMAAADaSUEAAAAAA3NCSVQICAjb4U/gAAABgFBMVEUKAoV5c7pFQpzLyNghHIW0sM9xa67k4+mhnsJhW6gzL5QMB4SWkr3X1t6+vNWBfLRTUKMZEYbv7/AoJo2ppsc+OJfe3eaKhr3EwdlQSp1qZK17dbYMBYudnb4pIYu2tM729veJhbasrNY1L5sWDIzOzd6koMualr1bV5tKQptybbIQCIW8uNYIAIxpZrbe3uzFwtavrceDfr5iXa4vKI6RjLzW1eYbFoxRSqV8ea0jHYxLSJ5HPZ/v7/Y4M5UmGpK2tdbQz+Ps6vG/vd+ZmcyTk8URDYRXUqUNAIulo82PjLZtaa0+OZqMi72DgbZBO5x2c7UQCIve1uZLRKRlYayurc5cWK3Fxd0xKJkgGo08OJealMOzsNZzcakZEI2mpcN7eLVXUaspI5XT0d9WTKrj4ezKx9yEgb3p6PMbFYTZ2Oy1s9uko9V+fb05MZusqM9cWKZkYaYsJ5PDv98OA4dsabaSjriUkMMkIJIIAJTm5e8UDYzHx+MvJZecnMQwKJRRYdU1AAAAgHRSTlP//////////////////////////////////////////wD//////////////////////////////////////////////////////////////////////////////////////////////////////////////////////////////33b3zAAAAAJcEhZcwAACxIAAAsSAdLdfvwAAAAcdEVYdFNvZnR3YXJlAEFkb2JlIEZpcmV3b3JrcyBDUzQGstOgAAAAFnRFWHRDcmVhdGlvbiBUaW1lADA2LzA4LzEx1qX7YgAABeBJREFUWIXNmP1b2kgQx1MtpxBFQEVErn6pBluSHGdb4xuhGDWCLwinFBVqOSkRbSuItPWJLfzrN0HwsPf4tOfT53LzC7vLZPPJ7OzM7DL4XwrT2bE7Rl3omzcJpVOYm5ZSn7ty2vGYPUdJMA/oWph2o3zmE9Uo7KoDcuShbCKSIUzrN8iKYq2MDLsNONQvyAbMpGphyQ6fT2SzCO0P6thVPbDw/GfzsRwMSQJFW1VHni1DmxVFttdsrGSMJAjZ5ixghd+CtCCSqBlzsQSeIKzAKIGU2THImz6DMxYxF8tGVIuAlY3CoxJelyg2sWJ5M7E+10Sxi1aSfGpJpYa1TRWbPTURKxKLNXSM0NbTL6sKkj5frC3H5mHlfOKChDqfgBJZCBm2u6GKVc0KqwyCYi2LHJ8EdlQN8VQHVSxmVhZi5DOxipKTXH6DtSB6eIsqNnbvieMbnFW6P9b4pHgGjQ8gzh4bAesWVWzz3hOnk1rl/juGeVITr+I4XlSifBkztClvge0rbcXC1LTU7rgL3/O5/twyB2jpYntAuOsJ6R9BW6InmUPj7RVJGOgd6BJCu5O3sSa5lm7ZIWmjM61O/aT8HSw9ckW5vn7e/pCyunqH5qiTgLnOkaeDMphrCv6jfbw3sdHHeby1WgdWKtrSHZ6jh9tZUki9/w4WwimyAndThsiB0B2KGfrCX7Y6Ry5yZK02APs8/Xvv6/neQsbLdhgs3tKdSwWNBVHK/mQJ0dRj+H8FLJ+Cp+iet+fO7fkRl7JehMUfLLawPLSIdXTnyzMVCeMzoUJwCz1+Hb1babjzaY/1lPu07nFl4+jju6ahzczoEPrWM65suQOLFmyurPUm5qekzPPDm8H291JNMZslA1eU1ANE+XfY4BBc0G3bKPCRZEPavIKSgDcSevTnLSyNPxAmd5Dls3BeIjSAfEV+GMfhZdImLH72ZBFWKSgl9dMIN7aovIjbe3F2JHdikYTL9un113Uus8G2fKxtLRTWfL4tjKxqh2uU21cGaPMH8ktnR3BPhunvOPu+X0M2kalOtLAumliS8yMmJvCYX8FK6qKfg2rtP/Hi61cF8osUzf52FhfE/OHQk2+4q1dpWpiJG9+6kZ3P3UPz/jfdnFGuimKqHU+JwvLyCPBn9yvkW4v8Bxqs94X34HbuGgpH1Wny76mps+uYEuYNawWaWLZNwqqjtL8zhBL7qqCFcESuCs+CbwVv93ExuYrdlMAtwT5LpE2s2dg3YpW10ZE3r93uNfL9yaUWllcHRqryXLioGtZ69yy1jKAzFDas9dxQGKE6Dd4FyXbW1H9Vo80yNA5J/Q2Ns6a1MMbT2Cz9r+DlDu3WHmVz0LDWMr+KYwpPcLuKexHM7ZFvnXdk5muJ4gMvlU8yRnW43w4327ucVimjkfJXB11DfEA5udS9bOLplcTxi4ZCaPAL2Z8fGKZSkmSpYcsN+RU6srxSHl3KWUq5WLbRbAE1kuAUZ0RBqaKNBV3bqhK67OrXJ9SN8T+eaL8cY3iQAyN8k25iVM0/4C3YH4bOi9tt1wpxliGKLu6cfBpFIcehO10s5UrFnFy02JsaU4ZWTglZrr+kmN1KU8s9rvUIdpdkMUJTM0gsz3igCwKtOJcmT7ILPZDSJegrZM/MtIVG7AVK1Zu3qSbttHvWEOIrCNVq+TuizbeijWYKP6j6Q8LgwW1rpen4c0AV6oIbG2LN84PTLNl+bmnGQOiMnmwdxQYdfxyzS8jWxL2f+q5/hYXNjvS8BdeB0w0vna/TdPAYMREr8PdepFpwjo4/CapzPE5R3L8rkf0XWBhuG8sLVFgBK+oITgfJhgmzqJpYnmZAF8WKcRURoKNiELotZvo5EQmj+hMX5ebxx7izwSL1nZrJWLD6fL4DnfL8M0pim3Kzz6fNo2pfJFkZWxFp1UtBizJEklaVNfUmqYWFAY0CmANywyk1j9mPLGZSdVxSSiolwC4KD3GG4XdNCw3Xwty0SmUXKryAcbWaNNHZr+UvRc6TFskuISEAAAAASUVORK5CYII="/>
  <p:tag name="ARTICULATE_PROJECT_OPEN" val="0"/>
  <p:tag name="MMPROD_UIDATA" val="&lt;database version=&quot;7.0&quot;&gt;&lt;object type=&quot;1&quot; unique_id=&quot;10001&quot;&gt;&lt;property id=&quot;20141&quot; value=&quot;MS PowerPoint 2010&quot;/&gt;&lt;property id=&quot;20144&quot; value=&quot;1&quot;/&gt;&lt;property id=&quot;20146&quot; value=&quot;0&quot;/&gt;&lt;property id=&quot;20147&quot; value=&quot;0&quot;/&gt;&lt;property id=&quot;20148&quot; value=&quot;5&quot;/&gt;&lt;property id=&quot;20180&quot; value=&quot;1&quot;/&gt;&lt;property id=&quot;20181&quot; value=&quot;1&quot;/&gt;&lt;property id=&quot;20182&quot; value=&quot;0&quot;/&gt;&lt;property id=&quot;20183&quot; value=&quot;1&quot;/&gt;&lt;property id=&quot;20184&quot; value=&quot;7&quot;/&gt;&lt;property id=&quot;20193&quot; value=&quot;-1&quot;/&gt;&lt;property id=&quot;20221&quot; value=&quot;C:\Users\zparlak\Desktop\adobe_presenter\&quot;/&gt;&lt;property id=&quot;20224&quot; value=&quot;C:\Users\zparlak\Documents\My Adobe Presentations\tema_presenter&quot;/&gt;&lt;property id=&quot;20225&quot; value=&quot;C:\Users\zparlak\Desktop\adobe_presenter\&quot;/&gt;&lt;property id=&quot;20226&quot; value=&quot;C:\Users\zparlak\Desktop\powerpoint_ders_notu\modüller\modul10.pptx&quot;/&gt;&lt;property id=&quot;20250&quot; value=&quot;7&quot;/&gt;&lt;property id=&quot;20251&quot; value=&quot;0&quot;/&gt;&lt;property id=&quot;20259&quot; value=&quot;0&quot;/&gt;&lt;property id=&quot;20501&quot; value=&quot;C:\Users\Presenter\Documents\My Adobe Presentations\&quot;/&gt;&lt;object type=&quot;2&quot; unique_id=&quot;10559&quot;&gt;&lt;object type=&quot;3&quot; unique_id=&quot;10560&quot;&gt;&lt;property id=&quot;20148&quot; value=&quot;5&quot;/&gt;&lt;property id=&quot;20300&quot; value=&quot;Slide 1 - &amp;quot;PowerPoint&amp;quot;&quot;/&gt;&lt;property id=&quot;20302&quot; value=&quot;1&quot;/&gt;&lt;property id=&quot;20303&quot; value=&quot;Zekeriya PARLAK&quot;/&gt;&lt;property id=&quot;20307&quot; value=&quot;256&quot;/&gt;&lt;property id=&quot;20309&quot; value=&quot;48269&quot;/&gt;&lt;property id=&quot;20312&quot; value=&quot;0&quot;/&gt;&lt;/object&gt;&lt;object type=&quot;3&quot; unique_id=&quot;10726&quot;&gt;&lt;property id=&quot;20148&quot; value=&quot;5&quot;/&gt;&lt;property id=&quot;20300&quot; value=&quot;Slide 3 - &amp;quot;İçindekiler&amp;quot;&quot;/&gt;&lt;property id=&quot;20302&quot; value=&quot;1&quot;/&gt;&lt;property id=&quot;20303&quot; value=&quot;Zekeriya PARLAK&quot;/&gt;&lt;property id=&quot;20307&quot; value=&quot;258&quot;/&gt;&lt;property id=&quot;20309&quot; value=&quot;48269&quot;/&gt;&lt;property id=&quot;20312&quot; value=&quot;0&quot;/&gt;&lt;/object&gt;&lt;object type=&quot;3&quot; unique_id=&quot;10780&quot;&gt;&lt;property id=&quot;20148&quot; value=&quot;5&quot;/&gt;&lt;property id=&quot;20300&quot; value=&quot;Slide 2 - &amp;quot;Öğrenme Hedefleri&amp;quot;&quot;/&gt;&lt;property id=&quot;20302&quot; value=&quot;0&quot;/&gt;&lt;property id=&quot;20303&quot; value=&quot;Zekeriya PARLAK&quot;/&gt;&lt;property id=&quot;20307&quot; value=&quot;260&quot;/&gt;&lt;property id=&quot;20309&quot; value=&quot;48269&quot;/&gt;&lt;property id=&quot;20312&quot; value=&quot;0&quot;/&gt;&lt;/object&gt;&lt;object type=&quot;3&quot; unique_id=&quot;45154&quot;&gt;&lt;property id=&quot;20148&quot; value=&quot;5&quot;/&gt;&lt;property id=&quot;20300&quot; value=&quot;Slide 4 - &amp;quot;Slaytta, metin ya da görüntülere önceden belirlenmiş animasyon uygulamak, animasyonu değiştirmek&amp;quot;&quot;/&gt;&lt;property id=&quot;20302&quot; value=&quot;0&quot;/&gt;&lt;property id=&quot;20303&quot; value=&quot;Zekeriya PARLAK&quot;/&gt;&lt;property id=&quot;20307&quot; value=&quot;302&quot;/&gt;&lt;property id=&quot;20309&quot; value=&quot;48269&quot;/&gt;&lt;property id=&quot;20312&quot; value=&quot;0&quot;/&gt;&lt;/object&gt;&lt;object type=&quot;3&quot; unique_id=&quot;47298&quot;&gt;&lt;property id=&quot;20148&quot; value=&quot;5&quot;/&gt;&lt;property id=&quot;20300&quot; value=&quot;Slide 8 - &amp;quot;Animasyonların efekt seçeneklerini, sırasını belirlemek ve zaman ayarlamaları yapmak&amp;quot;&quot;/&gt;&lt;property id=&quot;20302&quot; value=&quot;0&quot;/&gt;&lt;property id=&quot;20303&quot; value=&quot;Zekeriya PARLAK&quot;/&gt;&lt;property id=&quot;20307&quot; value=&quot;304&quot;/&gt;&lt;property id=&quot;20309&quot; value=&quot;48269&quot;/&gt;&lt;property id=&quot;20312&quot; value=&quot;0&quot;/&gt;&lt;/object&gt;&lt;object type=&quot;3&quot; unique_id=&quot;47461&quot;&gt;&lt;property id=&quot;20148&quot; value=&quot;5&quot;/&gt;&lt;property id=&quot;20300&quot; value=&quot;Slide 5 - &amp;quot;Slaytta, metin ya da görüntülere önceden belirlenmiş animasyon uygulamak, animasyonu değiştirmek&amp;quot;&quot;/&gt;&lt;property id=&quot;20302&quot; value=&quot;0&quot;/&gt;&lt;property id=&quot;20303&quot; value=&quot;Zekeriya PARLAK&quot;/&gt;&lt;property id=&quot;20307&quot; value=&quot;305&quot;/&gt;&lt;property id=&quot;20309&quot; value=&quot;48269&quot;/&gt;&lt;property id=&quot;20312&quot; value=&quot;0&quot;/&gt;&lt;/object&gt;&lt;object type=&quot;3&quot; unique_id=&quot;47560&quot;&gt;&lt;property id=&quot;20148&quot; value=&quot;5&quot;/&gt;&lt;property id=&quot;20300&quot; value=&quot;Slide 6 - &amp;quot;Slaytta, metin ya da görüntülere önceden belirlenmiş animasyon uygulamak, animasyonu değiştirmek&amp;quot;&quot;/&gt;&lt;property id=&quot;20302&quot; value=&quot;0&quot;/&gt;&lt;property id=&quot;20303&quot; value=&quot;Zekeriya PARLAK&quot;/&gt;&lt;property id=&quot;20307&quot; value=&quot;306&quot;/&gt;&lt;property id=&quot;20309&quot; value=&quot;48269&quot;/&gt;&lt;property id=&quot;20312&quot; value=&quot;0&quot;/&gt;&lt;/object&gt;&lt;object type=&quot;3&quot; unique_id=&quot;47632&quot;&gt;&lt;property id=&quot;20148&quot; value=&quot;5&quot;/&gt;&lt;property id=&quot;20300&quot; value=&quot;Slide 7 - &amp;quot;Slaytta bulunan animasyonların listesini görüntüleme &amp;quot;&quot;/&gt;&lt;property id=&quot;20302&quot; value=&quot;0&quot;/&gt;&lt;property id=&quot;20303&quot; value=&quot;Zekeriya PARLAK&quot;/&gt;&lt;property id=&quot;20307&quot; value=&quot;307&quot;/&gt;&lt;property id=&quot;20309&quot; value=&quot;48269&quot;/&gt;&lt;property id=&quot;20312&quot; value=&quot;0&quot;/&gt;&lt;/object&gt;&lt;object type=&quot;3&quot; unique_id=&quot;47865&quot;&gt;&lt;property id=&quot;20148&quot; value=&quot;5&quot;/&gt;&lt;property id=&quot;20300&quot; value=&quot;Slide 9 - &amp;quot;Animasyonların efekt seçeneklerini, sırasını belirlemek ve zaman ayarlamaları yapmak&amp;quot;&quot;/&gt;&lt;property id=&quot;20302&quot; value=&quot;0&quot;/&gt;&lt;property id=&quot;20303&quot; value=&quot;Zekeriya PARLAK&quot;/&gt;&lt;property id=&quot;20307&quot; value=&quot;309&quot;/&gt;&lt;property id=&quot;20309&quot; value=&quot;48269&quot;/&gt;&lt;property id=&quot;20312&quot; value=&quot;0&quot;/&gt;&lt;/object&gt;&lt;object type=&quot;3&quot; unique_id=&quot;47985&quot;&gt;&lt;property id=&quot;20148&quot; value=&quot;5&quot;/&gt;&lt;property id=&quot;20300&quot; value=&quot;Slide 10 - &amp;quot;Animasyonu bir tetikleyici ile oynatmak&amp;quot;&quot;/&gt;&lt;property id=&quot;20302&quot; value=&quot;0&quot;/&gt;&lt;property id=&quot;20303&quot; value=&quot;Zekeriya PARLAK&quot;/&gt;&lt;property id=&quot;20307&quot; value=&quot;310&quot;/&gt;&lt;property id=&quot;20309&quot; value=&quot;48269&quot;/&gt;&lt;property id=&quot;20312&quot; value=&quot;0&quot;/&gt;&lt;/object&gt;&lt;/object&gt;&lt;object type=&quot;8&quot; unique_id=&quot;10563&quot;&gt;&lt;/object&gt;&lt;object type=&quot;4&quot; unique_id=&quot;10695&quot;&gt;&lt;object type=&quot;5&quot; unique_id=&quot;48269&quot;&gt;&lt;property id=&quot;20149&quot; value=&quot;Zekeriya PARLAK&quot;/&gt;&lt;property id=&quot;20150&quot; value=&quot;Öğr.Gör.Dr.&quot;/&gt;&lt;property id=&quot;20151&quot; value=&quot;100_4bdc29d7029a3.jpg&quot;/&gt;&lt;/object&gt;&lt;/object&gt;&lt;object type=&quot;10&quot; unique_id=&quot;33809&quot;&gt;&lt;object type=&quot;11&quot; unique_id=&quot;33810&quot;&gt;&lt;property id=&quot;20180&quot; value=&quot;1&quot;/&gt;&lt;property id=&quot;20181&quot; value=&quot;1&quot;/&gt;&lt;property id=&quot;20182&quot; value=&quot;0&quot;/&gt;&lt;property id=&quot;20183&quot; value=&quot;1&quot;/&gt;&lt;/object&gt;&lt;object type=&quot;12&quot; unique_id=&quot;33812&quot;&gt;&lt;/object&gt;&lt;object type=&quot;13&quot; unique_id=&quot;48287&quot;&gt;&lt;/object&gt;&lt;/object&gt;&lt;/object&gt;&lt;/database&gt;"/>
  <p:tag name="MMPROD_DATA" val="&lt;object type=&quot;10002&quot; unique_id=&quot;901&quot;&gt;&lt;property id=&quot;10007&quot; value=&quot;Next&quot;/&gt;&lt;property id=&quot;10008&quot; value=&quot;Back&quot;/&gt;&lt;property id=&quot;10009&quot; value=&quot;Gönder&quot;/&gt;&lt;property id=&quot;10012&quot; value=&quot;0&quot;/&gt;&lt;property id=&quot;10022&quot; value=&quot;Tekrar deneyin&quot;/&gt;&lt;property id=&quot;10068&quot; value=&quot;Doğru - Devam etmek için tıklayınız&quot;/&gt;&lt;property id=&quot;10069&quot; value=&quot;Yanlış - Devam etmek için tıklayınız&quot;/&gt;&lt;property id=&quot;10124&quot; value=&quot;Click to continue&quot;/&gt;&lt;property id=&quot;10125&quot; value=&quot;Click to submit answer&quot;/&gt;&lt;property id=&quot;10126&quot; value=&quot;Click to go back&quot;/&gt;&lt;property id=&quot;10127&quot; value=&quot;Temizle&quot;/&gt;&lt;property id=&quot;10128&quot; value=&quot;Click to clear&quot;/&gt;&lt;property id=&quot;10133&quot; value=&quot;1&quot;/&gt;&lt;property id=&quot;10134&quot; value=&quot;0&quot;/&gt;&lt;property id=&quot;10135&quot; value=&quot;,&quot;/&gt;&lt;property id=&quot;10136&quot; value=&quot;2&quot;/&gt;&lt;property id=&quot;10156&quot; value=&quot;1&quot;/&gt;&lt;property id=&quot;10157&quot; value=&quot;1&quot;/&gt;&lt;property id=&quot;10158&quot; value=&quot;1&quot;/&gt;&lt;property id=&quot;10177&quot; value=&quot;0&quot;/&gt;&lt;property id=&quot;10183&quot; value=&quot;Devam etmeden önce bu soruyu cevaplamalısınız&quot;/&gt;&lt;property id=&quot;10185&quot; value=&quot;1&quot;/&gt;&lt;property id=&quot;10188&quot; value=&quot;The time to answer this question has expired.&quot;/&gt;&lt;property id=&quot;10189&quot; value=&quot;1&quot;/&gt;&lt;property id=&quot;10194&quot; value=&quot;1&quot;/&gt;&lt;property id=&quot;10195&quot; value=&quot;1&quot;/&gt;&lt;property id=&quot;10196&quot; value=&quot;0&quot;/&gt;&lt;property id=&quot;10198&quot; value=&quot;100&quot;/&gt;&lt;property id=&quot;10200&quot; value=&quot;1&quot;/&gt;&lt;property id=&quot;10212&quot; value=&quot;1&quot;/&gt;&lt;property id=&quot;10213&quot; value=&quot;1&quot;/&gt;&lt;property id=&quot;10214&quot; value=&quot;0&quot;/&gt;&lt;property id=&quot;10215&quot; value=&quot;0&quot;/&gt;&lt;property id=&quot;10216&quot; value=&quot;0&quot;/&gt;&lt;property id=&quot;10217&quot; value=&quot;1&quot;/&gt;&lt;property id=&quot;10218&quot; value=&quot;0&quot;/&gt;&lt;property id=&quot;10219&quot; value=&quot;0&quot;/&gt;&lt;property id=&quot;10220&quot; value=&quot;&amp;lt;Format Name=&amp;quot;Presentation Default&amp;quot;&amp;gt;&amp;lt;Question FontName=&amp;quot;Trebuchet MS&amp;quot; IsBold=&amp;quot;1&amp;quot; IsItalic=&amp;quot;0&amp;quot; IsUnderline=&amp;quot;0&amp;quot; FontSize=&amp;quot;46&amp;quot; UseDefFont=&amp;quot;1&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quot;/&gt;&lt;property id=&quot;10221&quot; value=&quot;&amp;lt;Format Name=&amp;quot;Presentation Default&amp;quot;&amp;gt;&amp;lt;Question FontName=&amp;quot;Trebuchet MS&amp;quot; IsBold=&amp;quot;1&amp;quot; IsItalic=&amp;quot;0&amp;quot; IsUnderline=&amp;quot;0&amp;quot; FontSize=&amp;quot;46&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 &quot;/&gt;&lt;property id=&quot;10227&quot; value=&quot;1&quot;/&gt;&lt;property id=&quot;10229&quot; value=&quot;0&quot;/&gt;&lt;object type=&quot;10054&quot; unique_id=&quot;10002&quot;&gt;&lt;property id=&quot;10139&quot; value=&quot;1.0&quot;/&gt;&lt;property id=&quot;10141&quot; value=&quot;80&quot;/&gt;&lt;property id=&quot;10143&quot; value=&quot;0&quot;/&gt;&lt;property id=&quot;10144&quot; value=&quot;0&quot;/&gt;&lt;property id=&quot;10145&quot; value=&quot;0&quot;/&gt;&lt;property id=&quot;10146&quot; value=&quot;1&quot;/&gt;&lt;property id=&quot;10147&quot; value=&quot;0&quot;/&gt;&lt;property id=&quot;10148&quot; value=&quot;0&quot;/&gt;&lt;property id=&quot;10149&quot; value=&quot;0&quot;/&gt;&lt;property id=&quot;10150&quot; value=&quot;0&quot;/&gt;&lt;/object&gt;&lt;object type=&quot;10042&quot; unique_id=&quot;903&quot;&gt;&lt;object type=&quot;10003&quot; unique_id=&quot;10009&quot;&gt;&lt;property id=&quot;10002&quot; value=&quot;Değerlendirme Sınavı&quot;/&gt;&lt;property id=&quot;10003&quot; value=&quot;0&quot;/&gt;&lt;property id=&quot;10004&quot; value=&quot;0&quot;/&gt;&lt;property id=&quot;10005&quot; value=&quot;0&quot;/&gt;&lt;property id=&quot;10006&quot; value=&quot;0&quot;/&gt;&lt;property id=&quot;10010&quot; value=&quot;1&quot;/&gt;&lt;property id=&quot;10014&quot; value=&quot;1&quot;/&gt;&lt;property id=&quot;10015&quot; value=&quot;1&quot;/&gt;&lt;property id=&quot;10016&quot; value=&quot;1&quot;/&gt;&lt;property id=&quot;10017&quot; value=&quot;1&quot;/&gt;&lt;property id=&quot;10018&quot; value=&quot;1&quot;/&gt;&lt;property id=&quot;10029&quot; value=&quot;2&quot;/&gt;&lt;property id=&quot;10072&quot; value=&quot;Quiz10009&quot;/&gt;&lt;property id=&quot;10123&quot; value=&quot;1&quot;/&gt;&lt;property id=&quot;10129&quot; value=&quot;0&quot;/&gt;&lt;property id=&quot;10130&quot; value=&quot;80&quot;/&gt;&lt;property id=&quot;10160&quot; value=&quot;1&quot;/&gt;&lt;property id=&quot;10161&quot; value=&quot;1&quot;/&gt;&lt;property id=&quot;10162&quot; value=&quot;1&quot;/&gt;&lt;property id=&quot;10163&quot; value=&quot;0&quot;/&gt;&lt;property id=&quot;10164&quot; value=&quot;0&quot;/&gt;&lt;property id=&quot;10165&quot; value=&quot;Başarılı&quot;/&gt;&lt;property id=&quot;10166&quot; value=&quot;Başarısız&quot;/&gt;&lt;property id=&quot;10167&quot; value=&quot;FFFFFFFF&quot;/&gt;&lt;property id=&quot;10169&quot; value=&quot;Question %d of %d&quot;/&gt;&lt;property id=&quot;10170&quot; value=&quot;Send E-mail&quot;/&gt;&lt;property id=&quot;10171&quot; value=&quot;Doğru cevapladınız&quot;/&gt;&lt;property id=&quot;10172&quot; value=&quot;Yanlış cevapladınız&quot;/&gt;&lt;property id=&quot;10173&quot; value=&quot;Cevabınız:&quot;/&gt;&lt;property id=&quot;10174&quot; value=&quot;Doğru cevap:&quot;/&gt;&lt;property id=&quot;10208&quot; value=&quot;0&quot;/&gt;&lt;property id=&quot;10222&quot; value=&quot;0&quot;/&gt;&lt;property id=&quot;10223&quot; value=&quot;1&quot;/&gt;&lt;property id=&quot;10224&quot; value=&quot;1&quot;/&gt;&lt;property id=&quot;10225&quot; value=&quot;Instruction Slide Title&quot;/&gt;&lt;property id=&quot;10226&quot; value=&quot;Write instructions for quiz takers here...&quot;/&gt;&lt;property id=&quot;10228&quot; value=&quot;0&quot;/&gt;&lt;object type=&quot;10062&quot; unique_id=&quot;10010&quot;&gt;&lt;object type=&quot;10050&quot; unique_id=&quot;10011&quot;&gt;&lt;property id=&quot;10020&quot; value=&quot;2&quot;/&gt;&lt;property id=&quot;10102&quot; value=&quot;0&quot;/&gt;&lt;property id=&quot;10191&quot; value=&quot;-1&quot;/&gt;&lt;/object&gt;&lt;object type=&quot;10051&quot; unique_id=&quot;10012&quot;&gt;&lt;property id=&quot;10020&quot; value=&quot;2&quot;/&gt;&lt;property id=&quot;10102&quot; value=&quot;0&quot;/&gt;&lt;property id=&quot;10191&quot; value=&quot;-1&quot;/&gt;&lt;/object&gt;&lt;/object&gt;&lt;object type=&quot;10061&quot; unique_id=&quot;20000&quot;&gt;&lt;object type=&quot;10058&quot; unique_id=&quot;10089&quot;&gt;&lt;property id=&quot;10201&quot; value=&quot;Question Group&quot;/&gt;&lt;property id=&quot;10202&quot; value=&quot;1&quot;/&gt;&lt;property id=&quot;10204&quot; value=&quot;5&quot;/&gt;&lt;property id=&quot;10205&quot; value=&quot;10&quot;/&gt;&lt;object type=&quot;10064&quot; unique_id=&quot;10090&quot;&gt;&lt;object type=&quot;10059&quot; unique_id=&quot;10091&quot;&gt;&lt;object type=&quot;10060&quot; unique_id=&quot;10093&quot;&gt;&lt;property id=&quot;10020&quot; value=&quot;2&quot;/&gt;&lt;property id=&quot;10102&quot; value=&quot;0&quot;/&gt;&lt;property id=&quot;10191&quot; value=&quot;-1&quot;/&gt;&lt;property id=&quot;10210&quot; value=&quot;0&quot;/&gt;&lt;property id=&quot;10211&quot; value=&quot;49&quot;/&gt;&lt;/object&gt;&lt;object type=&quot;10060&quot; unique_id=&quot;10094&quot;&gt;&lt;property id=&quot;10020&quot; value=&quot;2&quot;/&gt;&lt;property id=&quot;10102&quot; value=&quot;0&quot;/&gt;&lt;property id=&quot;10191&quot; value=&quot;-1&quot;/&gt;&lt;property id=&quot;10210&quot; value=&quot;50&quot;/&gt;&lt;property id=&quot;10211&quot; value=&quot;100&quot;/&gt;&lt;/object&gt;&lt;/object&gt;&lt;/object&gt;&lt;/object&gt;&lt;/object&gt;&lt;/object&gt;&lt;/object&gt;&lt;/object&gt;&#10;"/>
  <p:tag name="MMPROD_THEME_BG_IMAGE" val=""/>
  <p:tag name="MMPROD_48269PHOTO" val="/9j/4AAQSkZJRgABAQAAAQABAAD/2wBDAAMCAgMCAgMDAwMEAwMEBQgFBQQEBQoHBwYIDAoMDAsKCwsNDhIQDQ4RDgsLEBYQERMUFRUVDA8XGBYUGBIUFRT/2wBDAQMEBAUEBQkFBQkUDQsNFBQUFBQUFBQUFBQUFBQUFBQUFBQUFBQUFBQUFBQUFBQUFBQUFBQUFBQUFBQUFBQUFBT/wAARCADIAKA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gkj/76p4jqVIanSHmhmdyAQ/LUqw1OsNSrH9aBFYR07ZVoQ0/yaAKojqRY6tJDuqZLUt2oKM/y6PJrXTTZGRSkTuv95RRPpcsYViDGuf4hQBkNHto8kNVqSaCN9jyRq/93evP+760QqlxDvTa2OjKaAKLR9qDHVxrfuPmprRnpwtAFIw7uaY0dXdtMK/WgCg8O2ovL21oPHUTQ/LQKxQdfY0xl/4FV14aheP/AL5oGX0jqVI/+BU9F9qnSMZ6UMkjSGpBHz0qVI+ORUqR/wCztoAiWE+lSpb7m6fNUyR7uKuJHFbwvPOdkUSFiyjdQA2z0mWYZCFlFeRfFP8AaAs/Bs0ukeHBbalq4O2S5zvht2/u8cOf9mvHfi18ZNT+IWsNBYXF1Z6CnyJbNOQs3+06ptFY2ieHbSSFJA5snc8uys0X/wBale+xqonSReNPGHi67zc65e2sE78/ZZvs8Wf4flHFdFL4Z1XT7ZdQuLm7v0hKqZYr196KTt3fe/h+9V3RobCx06LT3SB7mVNouYl3I+fuh1PBH/Af+BV1/gPwLcah5AnkZUzsaJDuwpb+H2X/AOJq2rHVTpObKp1BNJhi+2oLhSGiDRvuYOMc/wDAht+aom+J1vpdmlvbpJ99lWSc7V2jj5vevovSvg+L4pDcadDLBKPvM4RlzhVO4r/s7v8AgVcd8Uv2SYJNOuL3TALeaIF5Nj+ap9mrK7O14B8vMjhNA+KGn6lIsdw8as3yBY3HD/4V2kapdRLIuGUjcGU7s18u6XHrHhfxG2nxT2unTi42BpbdJYQw7OCuRu/vf9816v4Y1DV7ER3InFl5UhS9sWP7kN/eRenzVqtUeVOm4vlPSHt9tVmjK/7X+9WoGjurZJ4yHRxuDLULw1JkZzR011q48P8AwKonhoC5TdaieOrrx+1QsvpmgC6kdTpHT0Wp0j9qCRiR+1SpD7VMkdTpGd3SgCOC35UVx/7QXiaPwX8JtRlJ23F+RZQL/eLj5vwUbjXoNtD8/PrXy/8Ats69JN4h8NaBFIX+yWj3BiUfKryFVUt6nav+d1JlxPE/DFnca1c+RBHtgjG53x8qj+GvbvA3hG91iVLaOB9n3dzDcpqr4H8Ep4d0S0tCd9w43zsw+Yua+hfhNY20azoQN4T5dv8AFXKqjvoe7h8KpL3yfwL+z/ZRzpPekO2OYohsVj/SvoDw94T0jQbZIreyi342lsbmx/vVh+H2SOZHH3cbfmNd5ocIZ2klcLj5Rz/FWyu2e5TpwpqyRpaXZmTZ5duqqg+8o+9/wGtdNPguIXjMSrkFdy/rWnok1vcIwSJmYjlmFaD6ejcfc/2a6bWQOqk+U+C/2o/gedN1x9Q06I27v+981U+Vv7p/76XBH+0tcHZ6LLfQPJcSCeWWNEMUYDI/3cFe4ON3/j1fcXx70e3vPD7i43okce4T/wBxf4q/PvxP4o1LS/El7LGI2RY0ihlT5Udw3yq69t2773+7UpWPnsVbn5j1LwRHG2jzxxSvKkcm3a4+dOPutWtJHzWJ8KNUGvaVe3ETiWBvLfcw+dWI3bW916N71000fz4qWeRLczXWmGOrbw7TULx0ElN4+1V3jrQdf9moXX5u1BJdRd1Wo46dFCN3+zVmOPvQAyKP2qdI/u1KkftVhI9poFcLSPnpXzV+2HoZh8e+FNbkgRYJIPs4ZT8zlHV/m/P/AMdr6dhUqy15d+1v4bj1T4LT6wE/0rRruG4Rv7qO3lv/AOhLUy2NofEcbaWf75CR94Kfzr2zwN4biumt5YpyjsNv935q+f2h8Q+KJrC20R4rOIWkTvc3J2rnYp+b2XdXR6V8QvEfw5W3/te8s721U/vLy1DmJR/vhcf+PVyU4WPpqVXljsfWUOiy6Xp0sfmo8qQtL8vrXX+FZI7qHN5cRWqwp+8klfav1avEfBHjyf4iLLZ6ZIst5dW5WPaf4v8AerpvGPgPVfCWgrqfi24KWSIiyQQMdpYjo3+FdMZI9Hm0909nb4yfDvQ5lgPiWylvMbVgtn3M3/1v0+Wui8N/ETRvGFs0llJLFMshTZOm3ew/uN0NfBWhftCeGvBfi2yi1K3i0RNQMktrJBo0c3ypnd5s0k0WeAeF/i+Va+o/h98TtP8AF2qLZXFnaPeH/UXlrBJbq395HR1V7aZf7j8HqGI5rp5uZXONe82pPVHo3j/wy/iTw/exo+yfyzjb97Ffl98UfCN/DqF+Z0NqtsCskuflZC7bTt9dyqrfnX62QW7rCplId/8Anovevifxn8Mb3xN8T9b8NWMby3t5HLhJI96bSf4vb5s7uMbfvVk0rnJXp86908n/AGaJPt3hLXLwnaz3qoVVvk+5u+X/AL6r06aMZapbP4LaV8DdC+waL4iPiG1mv5YbrzbU2721yiDMaqeqfK20/wA+tN/1lK9zwK0JU58k1ZlKSM1Xkj9q0njqs8fzf/E1JiZ7x881XlXnOK0po9tVXXbVXA1Ej7Vbij9qSGP1q1FH92mA2NanSOnxx1YjjoJsMij+asX4x6Wdc+CHjixS3N082lSeXGv3twwyn/gO3d/wGuiij5WtnTYw26N0Dq6FCrfdKlfu1DV0axdnqfI9zJJN4R0bT7O5FvLcW9v5jsNy7di5+XvWjq/wT0i41CfxJ/wkbW7TWMdu+mWcJmZ2BQ5Du37vds528nc43YZq3/BOk27TWtvLAu3YItkg28D5cV6D4ujs9D0R3EcNrbxo2FjAVfu1hGThqfVUqCqQVzi/2JvDd5oPxRW38+SdbaNnCyqq9So27RwPpX6NeMvDkPjTw/faPdojxXCMpdo1cI+MK+D3FfGv7GXh3ztcl8UO6s15cC0hjl+VkUfMz19uXcdzFbziExvIynYzn5M9s1vRXNDU6eVJJHyx4d/Zw1TwnrUEmoWXhTXrOxkzZfbrBWaDPPydhz/6DX0dpENxqUa/aLayfaBh7aPbj/d+WvPPh18VrDxlqF7p0qvZ6jbSGKazndWK44/EV7Hp7QWdsgVozs6cda2ppNabDqx5HruNnXyYk4wQo7dq8Vl02V/2gPFN3psccut2vhZTaRSHajvJJhS+OoXaufZq9g1PUhcK6qGbj7uK5PR9Asl8bal4hEUr6tdab/ZxlUsw8vduVdvTrzUSSZgtEeS/Gi/k8V/Di01uSF7XULbUYY9TtXBXyZgjRtjPOPnSvIbb5kr6F+PtlZ+Hvh1cRO6y32tXaZUBuZt6SSuA3QKIsAdt1eAwQ7UWpSa0Z4mNcXUvHsNeP+Kq0se7tWjt7VXkj+tI8ozpI6ryR1pPHw1U5I/agDWijPtVpI6Yi1ajWrAfHHU6R7qEj+7VpI/u0ANSPbt4rRsf3coP901WSOrVsu1lqAPGvE+njRfiHq0YJRGn+0J/uyBX/wDZmqj8W4X1Twx5ayuiuUUsvp/FXX/GSx+y+IdL1MDbHd2vlFl/vof/AIllrlvF1v8A2l4cikZHlihjLmJT8znb92uSeh9dgavNSOP+FnjTxZpfimCPS08+1j2YSAMuNnDM33h8y9RX2R8IbC38YahdeLD4z8S3FnqAkSfw9JOBaQsPlwvGUH8Py4r5T+E/ijxnJqUUfgzRNM0i4wXEmvTomU/iyqo/5V7/AOA7D4nrPPZnxv4R8P6eJGd4LGzN5sc9cD5Mfia6KSSPVhRlOHNexofFv4VnwD4q03x54NHkxRps1LTlI3eX/wA9V917rXtHhLxA2tada3YdHjkRc8/LXmPi3RPiXYi31TTfFuia/YW/F3pkmjvbPOP4ir+a4/4Dt/irrPhosk3hiKOON7dst+6b70Y3dN1VdKTsc1VyW56Qn75mjz82edtcT8S/Eep+CfCt7q2kiJr2zmt3Kyj5Hi3jeG/3l4/4FXZWEaafas8kgdccyKO1eW/HDVFuPh7f7Ol9f20I2n+EOzt/6BWi0R5NWq0rnkXjDxprHxK1pNT1XyokhTZb2kH+qhB+9t3dS3rWckO0VPZ24VF+XtUzR7ajmPn5zc5c0ii8e3cKikWrrx1XdaDMoPHVWWP71X5lqrIvtQUascdWoY/+A0yNauRLVskei+1WEjoijq1HHSuAiL7VYiXmhIanEdSTYyfHXhuTxZ4Tnt7aPzdRtH+1Wq/xOw+8n/Al/VVrxvS9WPkfY3IZWPybh0b+61fQtoxjdcH7prhfi78NYrzTL3xTpH7m/tE869tFHyXabvmdfR1+8fX61lOFz08JivY+6cB4X8D2mtarPF57RbflRIn2sSa+gvhh+zHpHh2eK+iuy+pRYfa3zI2f+BV8u6P4yg0HUoNQJ2yo+4xsPu8V7Non7VWnabq6Sfaz9ldFYqvzbDtwwVaKcEtz6NY9ch9YNpI8iISYEsQ2yMo9Ky4ZItHeVE2RIHXK/wANeJf8NZaRdW7R2kczsRwypu/4Du65rKi1zxL8Urzyp5zo2kZ3+RA+2V/+BdhXW6cOh5NTFTnM9S1zx8de1RNC0PNxdO376VfuW4/iZmrN+OWjnTfAfh63HzL/AGsuWY9cQS/NXXfDrwPaeH7WKOKJYtw/u7mZv96vLv8AgoVrh8F/Db4c6xFcGCWw8Y20skcZ+aSD7NcC4T3Gxv8Ax6i19EctVvkbkcdbQlUXjtTnX61pfZ02K8TiWBwrxup+VkK5Vv8Avmqske3dWJ5ZnyR1WlX1rRkX1qrMvOaVyjOlWqki1oSL2qq8fzUgNaHrVyNaghjq7HH7VRJLGo7VcjX7tMhhq7DbmgBqR1OkNWIrMt0H6Veh0mWTpGzf7ooAowwncOK4z9ov4wWXwJ+C+ra9cRR3epX+7TNMspc7Z53B3M2P4ETc5+ir/FXea9q2heB7WC88Ta7pfhq1mO2OXV71LdZf93e3P/Aa/Oz/AIKD/GHSfil8RdG0/wAL6vDrfhXQNPaKO8tVbyZLyR83DIx++MCFN33fkOKLXHF+8e/p4Z0zxFZWVxbkS29zGksMq/3SoatPQPgze6leKPPCxL13JXhn7OfxOkfwRpVjdSndbIIkLH+EcLX2H8MvHEGpKttJBtlU/JJkbWWsIay5T2lBThzI0fBfwLsrNle5jWWUDd8wr1zw94TstFRY4Iz5uOFX+H/gXaptFt5Ps2R93uqn5v8Avqp7HWI7e52ZjKpnKs+1Ex94sxrtSshKml7x2+keXptvLc3ksVvZ28fmyXMp2rGAPmPPb3r82/2uPjUP2gvH9umnFl8H6IHt9MjYbTcMT+9nP+/tXb7KP7zV2/7SH7R1x8SjceG/D9y8XhSJ9lxeRHb/AGk47L/0xU/99/Tr4Na6ejFP4cn9K9nCYZ255niY3FqX7uGx9C/s1+Kh4o+Hn9h3MqHWfDp+ylGK73tf+WLqvcL9zd/sr/er0G6t2Vm4/wCA18bWnia8+GfxL07WdOuFtby3tZVhVgrJNkrvR17ptxx/LbXufhj9qjRtUmS08WaVLocpO3+07MGW23f3nT76f8B31xYnCyU24HNTrJrlZ6FMtVZI+1bz2sF5aQXdnPFdWc6CWC5tnDxSIfusrDg1nXNuV3cV5mp1GRIu1vxqnMtaM6lapyRnvSKNiFa0bW3LdKrWkPzdK5v42/GLS/gH4DbWbqOC/wBeuj5Oj6PLIwa6kG3e7Y58tA24n/dG7c1a7mdzuNV1LR/Cdgl/4g1nTtBsieJ9Tukt1P8Au725/wCA15j4w/bK+EfglGjs9VuvGV72g8Pwbov+BTSbUH/Ac1+fPjnxdq/xU8Uaj4o8RTi81a+kLlefKgG7iGJWZtiL0Va57d5Ixjan3Tt7VoqYuY+nviF/wUK8e6sssPhDStL8G2fKpO6C+uz/AHfnddgP+6leOX/7TXxh1a5W4vfib4kWVOiWl81un/fKbR/47XEzW4ksZePmQ/pWW8fz4/8AQaVrEp3NzxL4p1jxpq0+teI9Wvdf1qYYa61O5aaX/ZGT0HsK1vFXgu4XwFbagke5IQd7e3y5P/j1clFNHb3nmyLvggQuU9SO3/fVeh+DPjv5V5baZ4k0+zPhyYmO4e1ibzURhtY8lgR/eGMmtIct7M0d+gfBy4MNkttv2Skbo/8Aab0r7B+C3i54fs8Vy8ac/dnG3kf3Wr5jsfAv9h3el3uj3A1DQ5J9kV5Ed6HLcbse1fSWieB5LGGS9u3WztbcedJPK+xYU/iZm9PeuFxcah6eHm+U+0vD3iSCTSl3kS/Jysf3f++vSvlP40/GqT4iXV54a8NXBTwpG7LqOpRHb/aR/ihRv+eK92/j+nXw34jftfeHby/fwjZXOof8IuHEV3qdjEv+lr/EqqSD5PqOrfT5a7Wxg07U9BsrvQLmG+0m4T9xc2x+Q46j2IPUNyK97AUI1Z80+nQ4cbieVckNu5gTQiaXZGmEToq1qW1vHpsL3c4DLCjPtztzir0eliELn73fdXOeM5Li8Frpdp965YtN7RD+H/gRb/x2voHornhfEeW619v8RXdkb2OWK9u7iSe4uWH7m1tidyRqw4yw212kmkz61o0XllLVF+QzynbkD7rbe9dLpmkxaTA6ffdgqybvu1k6n5rXKf2eLd0zxLK58qH/AGVTv/vVyqFveZTd9jpfhx8RNc+E9p/ZWmXMOraXcEv9h1OMtFG/8TxMGUpu/iHQ/wB2uui/aw0+O8+z6z4b2rna8+kXXm+X/eZldV/753V4teWcen7rjXLuW6Vd2FgB2O3psHP4NXOXOvS3ULeRZvp1uP4Wj+f/AL57Vx1cPSnq1qawlNdT7wg+wa9Z/bNHv7XVbNhuE9jMJVx/tY6Vl3NuY+1fD3h6PUbXWrfVLPUbrS7qH545bN/Kcf8AAh/Jq+jvBH7Q1peW6WHjQNb3QIVNZtoP3Mg/6bIPuH/aUY/2VryKmEnBXjqdcKqbtI9x+1Weg6PqGs6i/ladptrJd3UmduIkDO3/AKDtr8y/iX8TtZ+NXxCuvEeusIZ5kEVjYx/6qztvm2Qp/wB9ct3LMa+mf29/iLfaP4d0L4f6a7QR6rEdT1N1bb5sKPshh/3S6s7f7i18bXTG+gt7iP5J8hA39yTt+DbayijSTLumw/6ctuQdqh2K1Lf2aqyvs7crin+F/wDiaeIVmI2q1o7uvo24Ky/nWrc2v2i88v7yp8x57V0JaHPfU5qztz/p9tyyrCso9qzjCYyz7Pug/dro/D8P2zxZqNtyrS27qFUegzViPw+6+flOkYzUcl0PnsefzZbT5Rgl5SuPpWV5bx7SUKq396u+0fw6l5qF1AE+VId236mmal4V8uTy40+VaydN2NlUSK/g3xhrvg1nfRNVn07zDvMa4eJiO7I6sCf+A19eeJ/jXB8bf2ZtCnu3htPFK6zJpmtW1mm3z0hg8yGQJu+USbwfTfE+K+PE0lPsbCSWO3nSTZ857dfxrofDN1c+G4r82RSV7+BYvPaMqyYOdy57/wANXBe8mx+1cYtLqcb4nsUt9SnQDZsJXap3f5Ndn8H/AIzX3wj1lxsbUPD904+3aYz4z/00T+5IP1HB9p7bwPJ/Z7Xtym7eP3a/+zVz2n/D288Sa0lnZoVdzyzD5UH96toqpTmpw3I54OPLI+5tB1/RvHPhxNa8P3sd/p7/ACs6fK8L7fuOOqP7H/eXctc7q2pWGjzTzvLFvUbPMkkVVTH95jXl/g34Tax8J9dsdZ0bxDcaVKhX7QqYdJ0+9sKHIcf7LLXS3Gg6HHdvfyWUT3ErmVmlTc2S2W2r2r6BVpyh76szzpRipe6ydtcOsMzwB7qLPErBlhH+761VmklW6iLksyEN5bfLurRXWBsxBbP5rfKnmDaq+9ULyaPTw8sp8+6f9WpNiWhFd6hIs/mY33TZUbj8qf7q/wBapx6TJ4iRpLi9uFgR133Odqj2X/4qn6Jpb+ILtnndkshu8xl+9L/srWt4r1a30+H7FbYRYRz5Z+VE/wB6otdXexe2xT1L7JGPLtlS38nCG7c7/NYfwtjb5hq4mho0P7w3PT+IhP8Ax0LxXK+H9ckvpFk0/T5NXvE/1cudlpbD/fP3z/tBTXVWVrrEh8y9vbeJ26xWsbN/48W/9lrWm09TNqx5f+0D8Vo/id8bfEequwl0a2k/srTNp+VbaFmVXX/fbe//AAOvOZbWO1f94PMs5fvsp+Vkb+Jf93/2Wq9trgsSha28+1ccukIZv+A5rW07Wo9Sgls5UgvYMMfMtY/KuI/9oxH7/wDwCvmopWPSd90X/AEAXWPEs0rgpAicr/Fnk/8AoP610NnZmFEaVds95ucr6KFri/hnqH/FWXelblljvSF3KflJTdt/Su61i6Efjb7OfuRWWwL6MWrqp2cLmU73OI8PXH2H4kWcjj5JZthX1B+WvXtb8Oi1tp5VAXd827H8NeLeKIzpuu293ESrRyCXd9CtfSXirY3hVr0fdlt1fdn1FXQWkkZ1HseXfDTSRqFzrl4R8qFIhu9ly3/oVVb66itUvZXCsqOcNXV/CK3Fv4DuruQf666dize1cG+nvql7FZ7C63OopEVU/eTflv03UONooSerLGpeGtLtfs92dQtWnngMu65k+VXGz92iqv323Eru4wh+atPwx4Vk1bXHs3MNyiTuhntixR0B4K55ww5+b+9Wj46uLPSW/wBAt44lEisnHvXbeHI7fw74eutYuNsHmAyj2WqhSXMJydjD8bRx26RWFsg83GxEX+FR/FW34A0e20G2a5IDyk7t38TtXF6zNPNNbyyjbqWrSL5cTfejh/x29a9BRfsdsiZ2Kg+d2/gX/GuqnZyuZPRWLl9qD3Vz5k5DvH0XPyx//XrndW8SfPI4AKRHlm7tTHvDcbY4MorHaiKPu/7VZN4sU2q2umIR5CHzZ2atJVHIlI6i3mNrYfbLly0rjhW7f4Vzt3dG8knnncpBbjdM+f8AvlF9zVnWdSkvryKC2TdLKRFAimuU8Z6tHYy2eh2b+aySHfKv/LWbb87f8B+7WcpJI0SOgtfGT2NmxRAjv8kMEQ3MnoFrNik0ia/U+Jb4Xl3uzHotmDMye7hFzn3bH4VhQpHboLrV9RXStLJKPcq376Y/xRw45z/eI6fdHfHTaLdWFjF9j0C3isLLG5765CooX++2eT/vNx/tVMJue5VrI6+21qJbeIQRf2dZKPvSxqm3/ZVd3J/2av8AnSXS5j83yj0aUfO3+FcbpV7aR3onsLS/8TXWcLfMAIR/uyybUA/3FNb1xZ65eQb73V7XRYMf6uzRriX/AL7k2j/xyu6L0MmtTwXRtNvbh0knnltbX73X53X/AGfSuve8HnB/sUTKOkrRru4/2qZFZmP5z87Z+8wrX01R0cbmx/EK8enTSVjplO5x+oaXa6d8QfCus2MKwR3lxsnjRuBIO/tuDVd8Q/L8R7pPWNcNVjxxZjTbfR71B5UUOrQttI9chsVS8QZ/4TlZx/cVqTXLdFr3+UxPH9rutbqQj7sZ+avaW1BtU+BOl3g5d7NF+Xuw+WvKfFUYvNKvv4t0bYrs/hzqg1T4FWtpktLa3bROuO2f8Gq6T5ZyXdCqL3F6m74ZtZNP+Ek4jT96I5HC/wC1triPA1xHfeItOdzs+xRyXTt/tldi/wDoR/75r1vw7CJPD11ZABto3bcbdwK7a8i8BeVZ3Ximf+Hz/sycfd2cn9WrSorOBjF7jvEinXPEmnadGN32m6RNtej+LJItQ1eDTFO3S9NAluNv8bj7if1ryfRdUePx9YX+zzVtpGcL6t/DXQeNdeksdPnEZ/0ieQ4/vPKf/ifu1nGWjY3F3SNTwez+LPGd/rko3WVn/otuuPl3fxVr+JNY86b7JA+5FPzt/eaq+jxx+C/CNrZIR55j3O2PvOfvH/x6smwzcXCyyfNklq6I3UbdSZG3aSfYbZ7g/K+GrmpdWj02O61Cd3+c/d/9BFWtZvjM62yfdJ5bNc1C39uarEgH+h277U3fdd/WspSs7ISX2jpbLUpdL0SXWrtNmo3QMVlE3/LIfxNXCeFLG68aeM9q3KWVkmLY3kp27Fz85Hux3c1v/ES6P9mTyRv/AKmMW9rFnqS21j+dYlh4dSPSoLO5+1bHwz2tp8rzt/Qf71RK8ml0Nla1za8SaHp1jrjW9r4hs2uxtiEenWrahd7B2VvuR/7q4/GuksPD/hbw/HDf6g3lXboD9p1+fzbkn/cbp+C0zw94L1iO18jT4rXwvZHqsSbrhx/tSmuhsfBeiaGftN5LFdT/AHjPcvvauqnT1vYzc/skSeODqB/4klnLqzD5ftM+6KFP91T1qaHS9b1KZZL2WDaw5SLPFXLnxxpWnhI4I5Lh+0aDatZF3rms61N9meJdIs5TxFF+9u5h/ur9wf7TV1XUd3cx1ucToeoNeWy+em1f7zDrXS6XZi6u0COFx13dloorzodDWRwXx51+JdP0/TbcnKzecD7BcZ/M1Tg1y31p7W7+9Okaq+40UVzVJP2jOuCXJEvzYuI5RkfMNu2rHwKuNsutaMTtUSCUK3/fNFFOn8aE/hZ6TYa8NF8brZyY2zBsr64WvObXXNPTwjdTwo/2i6eeZEiHzF3cn/x1WWiiuiq2c8IqxX8GQpJdpevhkjj83d7mltLgeJvG1uHG2ysG81/4tz/w0UVhHZF9WdFreoHUr3YM+Uv92n/bBZx5QlVA+7RRXT1Muhz2s3zrC0UZ23Fydu70T1pui3EGnwzuhVUhTaGX+9RRWP2ykO8PaHPqxTULu7iiUyeVatdk7c/3lXqT/druIVi8Kun/ABM5Ly4VG/dWcZdyT9elFFa0gqD1vNc1SNUi0jdGesuoTs2f+AitK10PVVMUlxFYoqjjyoFbH57qKK7Y7mJqtmO1Ypc+U2eGSNV+auP8RTap5Tg6jJsdudvBb8qKKur8IU9z/9k="/>
  <p:tag name="MMPROD_48269LOGO" val=""/>
  <p:tag name="MMPROD_TAG_VCONFIG" val="PD94bWwgdmVyc2lvbj0iMS4wIiBlbmNvZGluZz0iVVRGLTgiPz4NCjxjb25maWd1cmF0aW9uPg0KCTxicmFuZGluZz4NCgkJPHVpZm9udCBuYW1lPSJGT05UX05PVEVTX1RFWFQiIHZhbHVlPSJWZXJkYW5hLDksZmFsc2UsZmFsc2UsZmFsc2UiLz4NCgk8L2JyYW5kaW5nPg0KCTxjb2xvcnM+DQoJCTx1aWNvbG9yIG5hbWU9InByaW1hcnkiIHZhbHVlPSIweDZGODQ4OCIvPg0KCQk8dWljb2xvciBuYW1lPSJnbG93IiB2YWx1ZT0iMHgzNUQzMzQiLz4NCgkJPHVpY29sb3IgbmFtZT0idGV4dCIgdmFsdWU9IjB4RkZGRkZGIi8+DQoJCTx1aWNvbG9yIG5hbWU9ImxpZ2h0IiB2YWx1ZT0iMHg0RTVENjAiLz4NCgkJPHVpY29sb3IgbmFtZT0ic2hhZG93IiB2YWx1ZT0iMHgwMDAwMDAiLz4NCgkJPHVpY29sb3IgbmFtZT0iYmFja2dyb3VuZCIgdmFsdWU9IjB4NzI3OTcxIi8+DQoJPC9jb2xvcnM+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ZmFsc2UiLz4NCgkJPHVpc2hvdyBuYW1lPSJwcmVzZW50ZXJiaW8iIHZhbHVlPSJmYWxzZSIvPg0KCQk8dWlzaG93IG5hbWU9ImNvbXBhbnlsb2dvIiB2YWx1ZT0iZmFsc2UiLz4NCgkJPHVpc2hvdyBuYW1lPSJzaWRlYmFyIiB2YWx1ZT0idHJ1ZSIvPg0KCQk8dWlzaG93IG5hbWU9Im91dGxpbmUiIHZhbHVlPSJ0cnVlIi8+DQoJCTx1aXNob3cgbmFtZT0idGh1bWJuYWlsIiB2YWx1ZT0idHJ1ZSIvPg0KCQk8dWlzaG93IG5hbWU9Im5vdGVzIiB2YWx1ZT0iZmFsc2UiLz4NCgkJPHVpc2hvdyBuYW1lPSJzZWFyY2giIHZhbHVlPSJ0cnVlIi8+DQoJCTx1aXNob3cgbmFtZT0icXVpeiIgdmFsdWU9InRydWUiLz4NCgkJPHVpc2hvdyBuYW1lPSJhdHRhY2htZW50cyIgdmFsdWU9InRydWUiLz4NCgkJPHVpc2hvdyBuYW1lPSJ1dGlscyIgdmFsdWU9InRydWUiLz4NCgkJPHVpc2hvdyBuYW1lPSJ2b2x1bWUiIHZhbHVlPSJ0cnVlIi8+DQoJCTx1aXNob3cgbmFtZT0icGxheWJhciIgdmFsdWU9InRydWUiLz4NCgkJPHVpc2hvdyBuYW1lPSJ0YWxraW5naGVhZCIgdmFsdWU9InRydWUiLz4NCgkJPHVpc2hvdyBuYW1lPSJzaWRlYmFyb25yaWdodCIgdmFsdWU9InRydWUiLz4NCgkJPHVpc2hvdyBuYW1lPSJ2aWV3Y2hhbmdlIiB2YWx1ZT0idHJ1ZSIvPg0KCQk8dWlzaG93IG5hbWU9ImFsd2F5c1NjcnVuY2giIHZhbHVlPSJmYWxzZSIvPg0KCQk8dWlzaG93IG5hbWU9ImluaXRpYWxkaXNwbGF5bW9kZWlzbm9ybWFsIiB2YWx1ZT0idHJ1ZSIvPg0KCQk8dWlyZXBsYWNlIG5hbWU9ImxvZ28iIHZhbHVlPSIiLz4NCgkJPHVpcmVwbGFjZSBuYW1lPSJiZ2ltYWdlIiB2YWx1ZT0iIi8+DQoJCTx1aXJlcGxhY2UgbmFtZT0iaW5pdGlhbHRhYiIgdmFsdWU9Im91dGxpbmUiLz4NCgk8L2xheW91dD4NCgk8bGFuZ3VhZ2UgaWQ9ImVu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lNsaWRlICVuIi8+DQoJCTwhLS0gc3Vic3RpdHV0aW9uOiAlbiA9PSBzbGlkZSBudW1iZXIgLS0+DQoJCTwhLS0gc3Vic3RpdHV0aW9uOiAldCA9PSB0b3RhbCBzbGlkZSBjb3VudCAtLT4NCgkJPHVpdGV4dCBuYW1lPSJTQ1JVQkJBUlNUQVRVU19TTElERUlORk8iIHZhbHVlPSJTbGlkZSAlbiAvICV0IHwgIi8+DQoJCTx1aXRleHQgbmFtZT0iU0NSVUJCQVJTVEFUVVNfU1RPUFBFRCIgdmFsdWU9IlN0b3BwZWQiLz4NCgkJPHVpdGV4dCBuYW1lPSJTQ1JVQkJBUlNUQVRVU19QTEFZSU5HIiB2YWx1ZT0iUGxheWluZyIvPg0KCQk8dWl0ZXh0IG5hbWU9IlNDUlVCQkFSU1RBVFVTX05PQVVESU8iIHZhbHVlPSJObyBBdWRpbyIvPg0KCQk8dWl0ZXh0IG5hbWU9IlNDUlVCQkFSU1RBVFVTX1ZJRFBMQVlJTkciIHZhbHVlPSJWaWRlbyBQbGF5aW5nIi8+DQoJCTx1aXRleHQgbmFtZT0iU0NSVUJCQVJTVEFUVVNfTE9BRElORyIgdmFsdWU9IkxvYWRpbmciLz4NCgkJPHVpdGV4dCBuYW1lPSJTQ1JVQkJBUlNUQVRVU19CVUZGRVJJTkciIHZhbHVlPSJCdWZmZXJpbmciLz4NCgkJPHVpdGV4dCBuYW1lPSJTQ1JVQkJBUlNUQVRVU19RVUVTVElPTiIgdmFsdWU9IkFuc3dlciBRdWVzdGlvbiIvPg0KCQk8dWl0ZXh0IG5hbWU9IlNDUlVCQkFSU1RBVFVTX1JFVklFV1FVSVoiIHZhbHVlPSJSZXZpZXdpbmcgUXVpeiIvPg0KCQk8IS0tIHN1YnN0aXR1dGlvbjogJW0gPT0gbWludXRlcyByZW1haW5pbmcgLS0+DQoJCTwhLS0gc3Vic3RpdHV0aW9uOiAlcyA9PSBzZWNvbmRzIHJlbWFpbmluZyAtLT4NCgkJPHVpdGV4dCBuYW1lPSJFTEFQU0VEIiB2YWx1ZT0iJW0gTWludXRlcyAlcyBTZWNvbmRzIFJlbWFpbmluZyIvPg0KCQk8dWl0ZXh0IG5hbWU9Ik5PVEZPVU5EIiB2YWx1ZT0iTm90aGluZyBGb3VuZCIvPg0KCQk8dWl0ZXh0IG5hbWU9IkFUVEFDSE1FTlRTIiB2YWx1ZT0iQXR0YWNobWVudH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WN0Ii8+DQoJCTx1aXRleHQgbmFtZT0iVEFCX1FVSVoiIHZhbHVlPSJRdWl6Ii8+DQoJCTx1aXRleHQgbmFtZT0iVEFCX09VVExJTkUiIHZhbHVlPSJPdXRsaW5lIi8+DQoJCTx1aXRleHQgbmFtZT0iVEFCX1RIVU1CIiB2YWx1ZT0iVGh1bWIiLz4NCgkJPHVpdGV4dCBuYW1lPSJUQUJfTk9URVMiIHZhbHVlPSJOb3RlcyIvPg0KCQk8dWl0ZXh0IG5hbWU9IlRBQl9TRUFSQ0giIHZhbHVlPSJTZWFyY2giLz4NCgkJPHVpdGV4dCBuYW1lPSJTTElERV9IRUFESU5HIiB2YWx1ZT0iU2xpZGUgVGl0bGUiLz4NCgkJPHVpdGV4dCBuYW1lPSJEVVJBVElPTl9IRUFESU5HIiB2YWx1ZT0iRHVyYXRpb24iLz4NCgkJPHVpdGV4dCBuYW1lPSJTRUFSQ0hfSEVBRElORyIgdmFsdWU9IlNlYXJjaCBmb3IgdGV4dDoiLz4NCgkJPHVpdGV4dCBuYW1lPSJUSFVNQl9IRUFESU5HIiB2YWx1ZT0iU2xpZGUiLz4NCgkJPHVpdGV4dCBuYW1lPSJUSFVNQl9JTkZPIiB2YWx1ZT0iU2xpZGUgVGl0bGUvRHVyYXRpb24iLz4NCgkJPHVpdGV4dCBuYW1lPSJBVFRBQ0hOQU1FX0hFQURJTkciIHZhbHVlPSJGaWxlIE5hbWUiLz4NCgkJPHVpdGV4dCBuYW1lPSJBVFRBQ0hTSVpFX0hFQURJTkciIHZhbHVlPSJTaXplIi8+DQoJCTx1aXRleHQgbmFtZT0iU0xJREVfTk9URVMiIHZhbHVlPSJTbGlkZSBOb3RlcyIvPg0KCQk8IS0tcXVpeiBwb2QgYW5kIG1lc3NhZ2UgYm94IHRleHRzLS0+DQoJCTx1aXRleHQgbmFtZT0iUVVJWlBPRF9RVUlaX0FUVEVNUFQiIHZhbHVlPSJRdWl6IEF0dGVtcHQ6Ii8+DQoJCTx1aXRleHQgbmFtZT0iUVVJWlBPRF9RVUlaX0FUVEVNUFRfVkFMVUUiIHZhbHVlPSIlbiBvZiAldCIvPg0KCQk8dWl0ZXh0IG5hbWU9IlFVSVpQT0RfUVVJWl9TQ09SRSIgdmFsdWU9IlNjb3JlZDoiLz4NCgkJPHVpdGV4dCBuYW1lPSJRVUlaUE9EX1FVSVpfUEFTU1NDT1JFIiB2YWx1ZT0iUGFzc2luZyBTY29yZToiLz4NCgkJPHVpdGV4dCBuYW1lPSJRVUlaUE9EX1FVSVpfTUFYU0NPUkUiIHZhbHVlPSJNYXggU2NvcmU6Ii8+DQoJCTx1aXRleHQgbmFtZT0iUVVJWlBPRF9RVUVTQVRNUFRfU1RSIiB2YWx1ZT0iQXR0ZW1wdDogJW4gb2YgJXQiLz4NCgkJPHVpdGV4dCBuYW1lPSJRVUlaUE9EX1FVRVNUWVBFX1NUUiIgdmFsdWU9IlR5cGU6ICVzIi8+DQoJCTx1aXRleHQgbmFtZT0iUVVJWlBPRF9RVUVTVFlQRV9HUkQiIHZhbHVlPSJHcmFkZWQiLz4NCgkJPHVpdGV4dCBuYW1lPSJRVUlaUE9EX1FVRVNUWVBFX1NWWSIgdmFsdWU9IlN1cnZleSIvPg0KCQk8dWl0ZXh0IG5hbWU9IlFVSVpQT0RfUVVJWkFUTVBUX0lORiIgdmFsdWU9IkluZmluaXRlIi8+DQoJCTx1aXRleHQgbmFtZT0iUVVJWlBPRF9RVUVTQVRNUFRfSU5GIiB2YWx1ZT0iSW5maW5pdGUiLz4NCgkJPHVpdGV4dCBuYW1lPSJXQVJOSU5HTVNHX1lFU1NUUklORyIgdmFsdWU9IlllcyIvPg0KCQk8dWl0ZXh0IG5hbWU9IldBUk5JTkdNU0dfTk9TVFJJTkciIHZhbHVlPSJObyIvPg0KCQk8dWl0ZXh0IG5hbWU9IldBUk5JTkdNU0dfVElUTEVTVFJJTkciIHZhbHVlPSJRdWl6IE5hdmlnYXRpb24gV2FybmluZyIvPg0KCQk8dWl0ZXh0IG5hbWU9IldBUk5JTkdNU0dfTVNHU1RSSU5HIiB2YWx1ZT0iVGhlcmUgYXJlIHVuLWF0dGVtcHRlZCBxdWVzdGlvbnMgaW4gdGhpcyBRdWl6LiYjeEE7JiN4QTtDbGlja2luZyBZZXMgd2lsbCB0YWtlIHlvdSBvdXQgb2YgdGhlIFF1aXouIENsaWNrIE5vIHRvIGNvbnRpbnVlIHRoZSBRdWl6LiIvPg0KCQk8dWl0ZXh0IG5hbWU9IklORk9STUFUSU9OX0gyNjRfRkxBU0hQTEFZRVIiIHZhbHVlPSJUaGUgY3VycmVudCB2ZXJzaW9uIG9mIEZsYXNoIFBsYXllciBpbnN0YWxsZWQgb24geW91ciBtYWNoaW5lIGRvZXMgbm90IHN1cHBvcnQgdGhpcyB2aWRlby4gQ2xpY2sgb24gdGhlIHZpZGVvIGFyZWEgdG8gZG93bmxvYWQgdGhlIGxhdGVzdC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Nob3cgc2lkZWJhciB0byBwYXJ0aWNpcGFudHMiLz4NCgkJPHVpdGV4dCBuYW1lPSJNVVRFIiB2YWx1ZT0iTXV0ZSIvPg0KCQk8dWl0ZXh0IG5hbWU9IkRPQ1dSQVBfVElUTEUiIHZhbHVlPSJQcmVzZW50ZXIgRmlsZSBBdHRhY2htZW50Ii8+DQoJCTx1aXRleHQgbmFtZT0iRE9DV1JBUF9NU0ciIHZhbHVlPSJTYXZlIHRvIE15IENvbXB1dGVyIi8+DQoJCTx1aXRleHQgbmFtZT0iRE9DV1JBUF9QUk9NUFQiIHZhbHVlPSJDbGljayB0byBEb3dubG9hZCIvPg0KCTwvbGFuZ3VhZ2U+DQoJPGxhbmd1YWdlIGlkPSJkZ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VG9uIGF1cyIvPg0KCQk8dWl0ZXh0IG5hbWU9IkRPQ1dSQVBfVElUTEUiIHZhbHVlPSJQcmVzZW50ZXItQW5oYW5nIi8+DQoJCTx1aXRleHQgbmFtZT0iRE9DV1JBUF9NU0ciIHZhbHVlPSJBdWYgbWVpbmVtIEFyYmVpdHNwbGF0eiBzcGVpY2hlcm4iLz4NCgkJPHVpdGV4dCBuYW1lPSJET0NXUkFQX1BST01QVCIgdmFsdWU9Ilp1bSBIZXJ1bnRlcmxhZGVuIGtsaWNrZW4iLz4NCgk8L2xhbmd1YWdlPg0KCTxsYW5ndWFnZSBpZD0iZn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RGlhcG9zaXRpdmUgJW4iLz4NCgkJPCEtLSBzdWJzdGl0dXRpb246ICVuID09IHNsaWRlIG51bWJlciAtLT4NCgkJPCEtLSBzdWJzdGl0dXRpb246ICV0ID09IHRvdGFsIHNsaWRlIGNvdW50IC0tPg0KCQk8dWl0ZXh0IG5hbWU9IlNDUlVCQkFSU1RBVFVTX1NMSURFSU5GTyIgdmFsdWU9IkRpYXBvc2l0aXZlICVuIC8gJXQgfCAiLz4NCgkJPHVpdGV4dCBuYW1lPSJTQ1JVQkJBUlNUQVRVU19TVE9QUEVEIiB2YWx1ZT0iQXJyw6p0w6llIi8+DQoJCTx1aXRleHQgbmFtZT0iU0NSVUJCQVJTVEFUVVNfUExBWUlORyIgdmFsdWU9IkxlY3R1cmUiLz4NCgkJPHVpdGV4dCBuYW1lPSJTQ1JVQkJBUlNUQVRVU19OT0FVRElPIiB2YWx1ZT0iUGFzIGRlIHNvbiIvPg0KCQk8dWl0ZXh0IG5hbWU9IlNDUlVCQkFSU1RBVFVTX1ZJRFBMQVlJTkciIHZhbHVlPSJMZWN0dXJlIHZpZMOpbyBlbiBjb3VycyIvPg0KCQk8dWl0ZXh0IG5hbWU9IlNDUlVCQkFSU1RBVFVTX0xPQURJTkciIHZhbHVlPSJDaGFyZ2VtZW50IGVuIGNvdXJzIi8+DQoJCTx1aXRleHQgbmFtZT0iU0NSVUJCQVJTVEFUVVNfQlVGRkVSSU5HIiB2YWx1ZT0iTWlzZSBlbiBtw6ltb2lyZSIvPg0KCQk8dWl0ZXh0IG5hbWU9IlNDUlVCQkFSU1RBVFVTX1FVRVNUSU9OIiB2YWx1ZT0iUsOpcG9uZHJlIMOgIGxhIHF1ZXN0aW9uIi8+DQoJCTx1aXRleHQgbmFtZT0iU0NSVUJCQVJTVEFUVVNfUkVWSUVXUVVJWiIgdmFsdWU9IlLDqXZpc2lvbiBkdSBxdWVzdGlvbm5haXJlIi8+DQoJCTwhLS0gc3Vic3RpdHV0aW9uOiAlbSA9PSBtaW51dGVzIHJlbWFpbmluZyAtLT4NCgkJPCEtLSBzdWJzdGl0dXRpb246ICVzID09IHNlY29uZHMgcmVtYWluaW5nIC0tPg0KCQk8dWl0ZXh0IG5hbWU9IkVMQVBTRUQiIHZhbHVlPSIlbSBtaW51dGVzICVzIHNlY29uZGVzIHJlc3RhbnRlcyIvPg0KCQk8dWl0ZXh0IG5hbWU9Ik5PVEZPVU5EIiB2YWx1ZT0iUmllbiB0cm91dsOpIi8+DQoJCTx1aXRleHQgbmFtZT0iQVRUQUNITUVOVFMiIHZhbHVlPSJQacOoY2VzIGpvaW50ZXMiLz4NCgkJPCEtLSBzdWJzdGl0dXRpb246ICVwID09IGN1cnJlbnQgc3BlYWtlcidzIHRpdGxlIC0tPg0KCQk8dWl0ZXh0IG5hbWU9IkJJT1dJTl9USVRMRSIgdmFsdWU9IkJpbyA6ICVwIi8+DQoJCTx1aXRleHQgbmFtZT0iQklPQlROX1RJVExFIiB2YWx1ZT0iQmlvIDoiLz4NCgkJPHVpdGV4dCBuYW1lPSJESVZJREVSQlROX1RJVExFIiB2YWx1ZT0ifCIvPg0KCQk8dWl0ZXh0IG5hbWU9IkNPTlRBQ1RCVE5fVElUTEUiIHZhbHVlPSJDb250YWN0Ii8+DQoJCTx1aXRleHQgbmFtZT0iVEFCX1FVSVoiIHZhbHVlPSJRdWl6Ii8+DQoJCTx1aXRleHQgbmFtZT0iVEFCX09VVExJTkUiIHZhbHVlPSJQbGFuIi8+DQoJCTx1aXRleHQgbmFtZT0iVEFCX1RIVU1CIiB2YWx1ZT0iRGlhcG9zIi8+DQoJCTx1aXRleHQgbmFtZT0iVEFCX05PVEVTIiB2YWx1ZT0iTm90ZXMiLz4NCgkJPHVpdGV4dCBuYW1lPSJUQUJfU0VBUkNIIiB2YWx1ZT0iUmVjaGVyY2hlIi8+DQoJCTx1aXRleHQgbmFtZT0iU0xJREVfSEVBRElORyIgdmFsdWU9IlRpdHJlIGRlIGxhIGRpYXBvc2l0aXZlIi8+DQoJCTx1aXRleHQgbmFtZT0iRFVSQVRJT05fSEVBRElORyIgdmFsdWU9IkR1csOpZSIvPg0KCQk8dWl0ZXh0IG5hbWU9IlNFQVJDSF9IRUFESU5HIiB2YWx1ZT0iUmVjaGVyY2hlIGRlIHRleHRlIDoiLz4NCgkJPHVpdGV4dCBuYW1lPSJUSFVNQl9IRUFESU5HIiB2YWx1ZT0iRGlhcG9zaXRpdmUiLz4NCgkJPHVpdGV4dCBuYW1lPSJUSFVNQl9JTkZPIiB2YWx1ZT0iVGl0cmUvZHVyw6llIi8+DQoJCTx1aXRleHQgbmFtZT0iQVRUQUNITkFNRV9IRUFESU5HIiB2YWx1ZT0iTm9tIGRlIGZpY2hpZXIiLz4NCgkJPHVpdGV4dCBuYW1lPSJBVFRBQ0hTSVpFX0hFQURJTkciIHZhbHVlPSJUYWlsbGUiLz4NCgkJPHVpdGV4dCBuYW1lPSJTTElERV9OT1RFUyIgdmFsdWU9IkNvbW1lbnRhaXJlcyBkZXMgZGlhcG9zaXRpdmVzIi8+DQoJCTwhLS1xdWl6IHBvZCBhbmQgbWVzc2FnZSBib3ggdGV4dHMtLT4NCgkJPHVpdGV4dCBuYW1lPSJRVUlaUE9EX1FVSVpfQVRURU1QVCIgdmFsdWU9IlRlbnRhdGl2ZSBkZSBxdWVzdGlvbm5haXJlIDoiLz4NCgkJPHVpdGV4dCBuYW1lPSJRVUlaUE9EX1FVSVpfQVRURU1QVF9WQUxVRSIgdmFsdWU9IiVuIHN1ciAldCIvPg0KCQk8dWl0ZXh0IG5hbWU9IlFVSVpQT0RfUVVJWl9TQ09SRSIgdmFsdWU9Ik5vdGUgb2J0ZW51ZSA6Ii8+DQoJCTx1aXRleHQgbmFtZT0iUVVJWlBPRF9RVUlaX1BBU1NTQ09SRSIgdmFsdWU9Ik5vdGUgZCdhZG1pc3NpYmlsaXTDqcKgOiIvPg0KCQk8dWl0ZXh0IG5hbWU9IlFVSVpQT0RfUVVJWl9NQVhTQ09SRSIgdmFsdWU9Ik5vdGUgbWF4aW1hbGUgOiIvPg0KCQk8dWl0ZXh0IG5hbWU9IlFVSVpQT0RfUVVFU0FUTVBUX1NUUiIgdmFsdWU9IlRlbnRhdGl2ZSA6ICVuIHN1ciAldCIvPg0KCQk8dWl0ZXh0IG5hbWU9IlFVSVpQT0RfUVVFU1RZUEVfU1RSIiB2YWx1ZT0iVHlwZTogJXMiLz4NCgkJPHVpdGV4dCBuYW1lPSJRVUlaUE9EX1FVRVNUWVBFX0dSRCIgdmFsdWU9Ik5vdMOpIi8+DQoJCTx1aXRleHQgbmFtZT0iUVVJWlBPRF9RVUVTVFlQRV9TVlkiIHZhbHVlPSJFbnF1w6p0ZSIvPg0KCQk8dWl0ZXh0IG5hbWU9IlFVSVpQT0RfUVVJWkFUTVBUX0lORiIgdmFsdWU9IklsbGltaXTDqSIvPg0KCQk8dWl0ZXh0IG5hbWU9IlFVSVpQT0RfUVVFU0FUTVBUX0lORiIgdmFsdWU9IklsbGltaXTDqSIvPg0KCQk8dWl0ZXh0IG5hbWU9IldBUk5JTkdNU0dfWUVTU1RSSU5HIiB2YWx1ZT0iT3VpIi8+DQoJCTx1aXRleHQgbmFtZT0iV0FSTklOR01TR19OT1NUUklORyIgdmFsdWU9Ik5vbiIvPg0KCQk8dWl0ZXh0IG5hbWU9IldBUk5JTkdNU0dfVElUTEVTVFJJTkciIHZhbHVlPSJBdmVydGlzc2VtZW50IGRlIG5hdmlnYXRpb24gZHUgcXVlc3Rpb25uYWlyZSIvPg0KCQk8dWl0ZXh0IG5hbWU9IldBUk5JTkdNU0dfTVNHU1RSSU5HIiB2YWx1ZT0iVm91cyBuJ2F2ZXogcGFzIHLDqXBvbmR1IMOgIGNlcnRhaW5lcyBxdWVzdGlvbnMgZGUgY2UgcXVlc3Rpb25uYWlyZS4mI3hBOyYjeEE7U2kgdm91cyBjbGlxdWV6IHN1ciBPdWksIHZvdXMgcXVpdHRlcmV6IGxlIHF1ZXN0aW9ubmFpcmUuIENsaXF1ZXogc3VyIE5vbiBwb3VyIGNvbnRpbnVlciBsZSBxdWVzdGlvbm5haXJlLiIvPg0KCQk8dWl0ZXh0IG5hbWU9IklORk9STUFUSU9OX0gyNjRfRkxBU0hQTEFZRVIiIHZhbHVlPSJMYSB2ZXJzaW9uIGRlIEZsYXNoIFBsYXllciBhY3R1ZWxsZW1lbnQgaW5zdGFsbMOpZSBzdXIgdm90cmUgbWFjaGluZSBuZSBwcmVuZCBwYXMgZW4gY2hhcmdlIGNlIHR5cGUgZGUgdmlkw6lvLiBDbGlxdWV6IHN1ciBsYSB6b25lIHZpZMOpbyBwb3VyIHTDqWzDqWNoYXJnZXIgbGEgZGVybmnDqHJlIHZlcnNpb24gZGU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250cmVyIGwnZW5jYWRyw6kgYXV4IHBhcnRpY2lwYW50cyIvPg0KCQk8dWl0ZXh0IG5hbWU9Ik1VVEUiIHZhbHVlPSJNdWV0Ii8+DQoJCTx1aXRleHQgbmFtZT0iRE9DV1JBUF9USVRMRSIgdmFsdWU9IlBpw6hjZSBqb2ludGUgUHJlc2VudGVyIi8+DQoJCTx1aXRleHQgbmFtZT0iRE9DV1JBUF9NU0ciIHZhbHVlPSJFbnJlZ2lzdHJlciBzdXIgbW9uIG9yZGluYXRldXIiLz4NCgkJPHVpdGV4dCBuYW1lPSJET0NXUkFQX1BST01QVCIgdmFsdWU9IkNsaXF1ZXIgcG91ciB0w6lsw6ljaGFyZ2VyIi8+DQoJPC9sYW5ndWFnZT4NCgk8bGFuZ3VhZ2UgaWQ9ImphIj4NCgkJPCEtLSBmb3JtYXQgZm9yIHVpZm9udCB2YWx1ZSBpcyAiZm9udCxzaXplLGlzYm9sZCxpc2l0YWxpYyxpc3NoYWRvd2VkIiAtLT4NCgkJPHVpZm9udCBuYW1lPSJGT05UX1FVSVpaSU5HIiB2YWx1ZT0iVmVyZGFuYSw5LGZhbHNlLGZhbHNlLGZhbHNlIi8+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DQoJCTx1aWZvbnQgbmFtZT0iRk9OVF9VVElMU01FTlUiIHZhbHVlPSJWZXJkYW5hLDksdHJ1ZSxmYWxzZSxmYWxzZSIvPg0KCQk8dWlmb250IG5hbWU9IkZPTlRfVEFCUyIgdmFsdWU9IlZlcmRhbmEsMTA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xMSxmYWxzZSxmYWxzZSx0cnVlIi8+DQoJCTx1aWZvbnQgbmFtZT0iRk9OVF9CSU9XSU4iIHZhbHVlPSJWZXJkYW5hLDExLGZhbHNlLGZhbHNlLGZhbHNlIi8+DQoJCTx1aWZvbnQgbmFtZT0iRk9OVF9MSVNUSEVBRElORyIgdmFsdWU9IlZlcmRhbmEsMTEsZmFsc2UsZmFsc2UsZmFsc2UiLz4NCgkJPHVpZm9udCBuYW1lPSJGT05UX1dJTlRJVExFIiB2YWx1ZT0iVmVyZGFuYSwxM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7Iqs65287J2065OcICVuIi8+DQoJCTwhLS0gc3Vic3RpdHV0aW9uOiAlbiA9PSBzbGlkZSBudW1iZXIgLS0+DQoJCTwhLS0gc3Vic3RpdHV0aW9uOiAldCA9PSB0b3RhbCBzbGlkZSBjb3VudCAtLT4NCgkJPHVpdGV4dCBuYW1lPSJTQ1JVQkJBUlNUQVRVU19TTElERUlORk8iIHZhbHVlPSLsiqzrnbzsnbTrk5wgJW4gLyAldCB8ICIvPg0KCQk8dWl0ZXh0IG5hbWU9IlNDUlVCQkFSU1RBVFVTX1NUT1BQRUQiIHZhbHVlPSLspJHsp4DrkKgiLz4NCgkJPHVpdGV4dCBuYW1lPSJTQ1JVQkJBUlNUQVRVU19QTEFZSU5HIiB2YWx1ZT0i7J6s7IOdIi8+DQoJCTx1aXRleHQgbmFtZT0iU0NSVUJCQVJTVEFUVVNfTk9BVURJTyIgdmFsdWU9IuyYpOuUlOyYpCDsl4bsnYwiLz4NCgkJPHVpdGV4dCBuYW1lPSJTQ1JVQkJBUlNUQVRVU19WSURQTEFZSU5HIiB2YWx1ZT0i67mE65SU7JikIOyerOyDnSDspJEiLz4NCgkJPHVpdGV4dCBuYW1lPSJTQ1JVQkJBUlNUQVRVU19MT0FESU5HIiB2YWx1ZT0i66Gc65SpIi8+DQoJCTx1aXRleHQgbmFtZT0iU0NSVUJCQVJTVEFUVVNfQlVGRkVSSU5HIiB2YWx1ZT0i67KE7Y2866eBIi8+DQoJCTx1aXRleHQgbmFtZT0iU0NSVUJCQVJTVEFUVVNfUVVFU1RJT04iIHZhbHVlPSLsp4jrrLjsl5Ag64u17ZWY6riwIi8+DQoJCTx1aXRleHQgbmFtZT0iU0NSVUJCQVJTVEFUVVNfUkVWSUVXUVVJWiIgdmFsdWU9IuyniOusuCDri6Tsi5zrs7TquLAiLz4NCgkJPCEtLSBzdWJzdGl0dXRpb246ICVtID09IG1pbnV0ZXMgcmVtYWluaW5nIC0tPg0KCQk8IS0tIHN1YnN0aXR1dGlvbjogJXMgPT0gc2Vjb25kcyByZW1haW5pbmcgLS0+DQoJCTx1aXRleHQgbmFtZT0iRUxBUFNFRCIgdmFsdWU9IiVt67aEICVz7LSIIOuCqOydjCIvPg0KCQk8dWl0ZXh0IG5hbWU9Ik5PVEZPVU5EIiB2YWx1ZT0i7JeG7J2MIi8+DQoJCTx1aXRleHQgbmFtZT0iQVRUQUNITUVOVFMiIHZhbHVlPSLssqjrtoAg7YyM7J28Ii8+DQoJCTwhLS0gc3Vic3RpdHV0aW9uOiAlcCA9PSBjdXJyZW50IHNwZWFrZXIncyB0aXRsZSAtLT4NCgkJPHVpdGV4dCBuYW1lPSJCSU9XSU5fVElUTEUiIHZhbHVlPSLqsr3roKUg7IaM6rCcOiAlcCIvPg0KCQk8dWl0ZXh0IG5hbWU9IkJJT0JUTl9USVRMRSIgdmFsdWU9IuqyveugpSDshozqsJwiLz4NCgkJPHVpdGV4dCBuYW1lPSJESVZJREVSQlROX1RJVExFIiB2YWx1ZT0ifCIvPg0KCQk8dWl0ZXh0IG5hbWU9IkNPTlRBQ1RCVE5fVElUTEUiIHZhbHVlPSLsl7Drnb3sspgiLz4NCgkJPHVpdGV4dCBuYW1lPSJUQUJfUVVJWiIgdmFsdWU9Iu2AtOymiCIvPg0KCQk8dWl0ZXh0IG5hbWU9IlRBQl9PVVRMSU5FIiB2YWx1ZT0i6rCc7JqUIi8+DQoJCTx1aXRleHQgbmFtZT0iVEFCX1RIVU1CIiB2YWx1ZT0i7LaV7IaM7YyQIi8+DQoJCTx1aXRleHQgbmFtZT0iVEFCX05PVEVTIiB2YWx1ZT0i64W47Yq4Ii8+DQoJCTx1aXRleHQgbmFtZT0iVEFCX1NFQVJDSCIgdmFsdWU9IuqygOyDiSIvPg0KCQk8dWl0ZXh0IG5hbWU9IlNMSURFX0hFQURJTkciIHZhbHVlPSLsiqzrnbzsnbTrk5wg7KCc66qpIi8+DQoJCTx1aXRleHQgbmFtZT0iRFVSQVRJT05fSEVBRElORyIgdmFsdWU9IuyerOyDneyLnOqwhCIvPg0KCQk8dWl0ZXh0IG5hbWU9IlNFQVJDSF9IRUFESU5HIiB2YWx1ZT0i7YWN7Iqk7Yq4IOqygOyDiToiLz4NCgkJPHVpdGV4dCBuYW1lPSJUSFVNQl9IRUFESU5HIiB2YWx1ZT0i7Iqs65287J2065OcIi8+DQoJCTx1aXRleHQgbmFtZT0iVEhVTUJfSU5GTyIgdmFsdWU9IuygnOuqqS/snqzsg53si5zqsIQiLz4NCgkJPHVpdGV4dCBuYW1lPSJBVFRBQ0hOQU1FX0hFQURJTkciIHZhbHVlPSLtjIzsnbwg7J2066aEIi8+DQoJCTx1aXRleHQgbmFtZT0iQVRUQUNIU0laRV9IRUFESU5HIiB2YWx1ZT0i7YGs6riwIi8+DQoJCTx1aXRleHQgbmFtZT0iU0xJREVfTk9URVMiIHZhbHVlPSLsiqzrnbzsnbTrk5wg64W47Yq4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CEtLXF1aXogcG9kIGFuZCBtZXNzYWdlIGJveCB0ZXh0cy0tPg0KCQk8dWl0ZXh0IG5hbWU9IlFVSVpQT0RfUVVJWl9BVFRFTVBUIiB2YWx1ZT0iSW50ZW50byBkZSBwcnVlYmE6Ii8+DQoJCTx1aXRleHQgbmFtZT0iUVVJWlBPRF9RVUlaX0FUVEVNUFRfVkFMVUUiIHZhbHVlPSIlbiBkZSAldCIvPg0KCQk8dWl0ZXh0IG5hbWU9IlFVSVpQT0RfUVVJWl9TQ09SRSIgdmFsdWU9IlB1bnR1YWNpw7NuOiIvPg0KCQk8dWl0ZXh0IG5hbWU9IlFVSVpQT0RfUVVJWl9QQVNTU0NPUkUiIHZhbHVlPSJQdW50dWFjacOzbiBwYXJhIGFwcm9iYXI6Ii8+DQoJCTx1aXRleHQgbmFtZT0iUVVJWlBPRF9RVUlaX01BWFNDT1JFIiB2YWx1ZT0iUHVudHVhY2nDs24gbcOheGltYToiLz4NCgkJPHVpdGV4dCBuYW1lPSJRVUlaUE9EX1FVRVNBVE1QVF9TVFIiIHZhbHVlPSJJbnRlbnRvczogJW4gZGUgJXQiLz4NCgkJPHVpdGV4dCBuYW1lPSJRVUlaUE9EX1FVRVNUWVBFX1NUUiIgdmFsdWU9IlRpcG86ICVzIi8+DQoJCTx1aXRleHQgbmFtZT0iUVVJWlBPRF9RVUVTVFlQRV9HUkQiIHZhbHVlPSJDb24gcHVudHVhY2nDs24iLz4NCgkJPHVpdGV4dCBuYW1lPSJRVUlaUE9EX1FVRVNUWVBFX1NWWSIgdmFsdWU9IkVuY3Vlc3RhIi8+DQoJCTx1aXRleHQgbmFtZT0iUVVJWlBPRF9RVUlaQVRNUFRfSU5GIiB2YWx1ZT0iSW5maW5pdG8iLz4NCgkJPHVpdGV4dCBuYW1lPSJRVUlaUE9EX1FVRVNBVE1QVF9JTkYiIHZhbHVlPSJJbmZpbml0byIvPg0KCQk8dWl0ZXh0IG5hbWU9IldBUk5JTkdNU0dfWUVTU1RSSU5HIiB2YWx1ZT0iU8OtIi8+DQoJCTx1aXRleHQgbmFtZT0iV0FSTklOR01TR19OT1NUUklORyIgdmFsdWU9Ik5vIi8+DQoJCTx1aXRleHQgbmFtZT0iV0FSTklOR01TR19USVRMRVNUUklORyIgdmFsdWU9IkF2aXNvIGRlIG5hdmVnYWNpw7NuIGRlIHBydWViYSIvPg0KCQk8dWl0ZXh0IG5hbWU9IldBUk5JTkdNU0dfTVNHU1RSSU5HIiB2YWx1ZT0iSGF5IHByZWd1bnRhcyBzaW4gaW50ZW50b3MgZW4gZXN0YSBwcnVlYmEuJiN4QTsmI3hBO1BhcmEgc2FsaXIgZGUgbGEgcHJ1ZWJhLCBoYWdhIGNsaWMgZW4gU8OtLiBQYXJhIGNvbnRpbnVhciwgaGFnYSBjbGljIGVuIE5vLiIvPg0KCQk8dWl0ZXh0IG5hbWU9IklORk9STUFUSU9OX0gyNjRfRkxBU0hQTEFZRVIiIHZhbHVlPSJMYSB2ZXJzacOzbiBhY3R1YWwgZGUgRmxhc2ggUGxheWVyIGluc3RhbGFkYSBlbiBlbCBvcmRlbmFkb3Igbm8gZXMgY29tcGF0aWJsZSBjb24gZXN0ZSB2w61kZW8uIEhhZ2EgY2xpYyBlbiBlbCDDoXJlYSBkZSB2w61kZW8gcGFyYSBkZXNjYXJnYXIgbGEgw7psdGltYSB2ZXJzacOzbiBkZSBGbGFzaCBQbGF5ZXIuIi8+DQoJCTwhLS0gc3Vic3RpdHV0aW9uOiAlcCA9PSBwcmVzZW50YXRpb24gdGl0bGUgLS0+DQoJCTwhLS0gc3Vic3RpdHV0aW9uOiAlcyA9PSBzbGlkZSB0aXRsZSAtLT4NCgkJPCEtLSBzdWJzdGl0dXRpb246ICVuID09IHNsaWRlIG51bWJlciAtLT4NCgkJPHVpdGV4dCBuYW1lPSJCT09LTUFSSyIgdmFsdWU9IkFkb2JlIFByZXNlbnRlcjogJXAiLz4NCgkJPCEtLSBzdWJzdGl0dXRpb246ICVwID09IHByZXNlbnRhdGlvbiB0aXRsZSAtLT4NCgkJPCEtLSBzdWJzdGl0dXRpb246ICVzID09IHNsaWRlIHRpdGxlIC0tPg0KCQk8IS0tIHN1YnN0aXR1dGlvbjogJW4gPT0gc2xpZGUgbnVtYmVyIC0tPg0KCQk8dWl0ZXh0IG5hbWU9IkJPT0tNQVJLU0xJREUiIHZhbHVlPSJBZG9iZSBQcmVzZW50ZXI6ICVwICVzIi8+DQoJCTx1aXRleHQgbmFtZT0iU0hPV1NJREVCQVIiIHZhbHVlPSJNb3N0cmFyIGJhcnJhIGxhdGVyYWwgYSBsb3MgcGFydGljaXBhbnRlcyIvPg0KCQk8dWl0ZXh0IG5hbWU9Ik1VVEUiIHZhbHVlPSJTaWxlbmNpYXI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IS0tIHN1YnN0aXR1dGlvbjogJW4gPT0gc2xpZGUgbnVtYmVyIC0tPg0KCQk8IS0tIHN1YnN0aXR1dGlvbjogJXQgPT0gdG90YWwgc2xpZGUgY291bnQgLS0+DQoJCTx1aXRleHQgbmFtZT0iU0NSVUJCQVJTVEFUVVNfU0xJREVJTkZPIiB2YWx1ZT0iU2xpZGUgJW4gLyAldCB8ICIvPg0KCQk8dWl0ZXh0IG5hbWU9IlNDUlVCQkFSU1RBVFVTX1NUT1BQRUQiIHZhbHVlPSJQYXJhZG8iLz4NCgkJPHVpdGV4dCBuYW1lPSJTQ1JVQkJBUlNUQVRVU19QTEFZSU5HIiB2YWx1ZT0iUmVwcm9kdXppbmRvIi8+DQoJCTx1aXRleHQgbmFtZT0iU0NSVUJCQVJTVEFUVVNfTk9BVURJTyIgdmFsdWU9IlNlbSDDoXVkaW8iLz4NCgkJPHVpdGV4dCBuYW1lPSJTQ1JVQkJBUlNUQVRVU19WSURQTEFZSU5HIiB2YWx1ZT0iVsOtZGVvIGVtIHJlcHJvZHXDp8OjbyIvPg0KCQk8dWl0ZXh0IG5hbWU9IlNDUlVCQkFSU1RBVFVTX0xPQURJTkciIHZhbHVlPSJDYXJyZWdhbmRvIi8+DQoJCTx1aXRleHQgbmFtZT0iU0NSVUJCQVJTVEFUVVNfQlVGRkVSSU5HIiB2YWx1ZT0iQXJtYXplbmFuZG8gZW0gYnVmZmVyIi8+DQoJCTx1aXRleHQgbmFtZT0iU0NSVUJCQVJTVEFUVVNfUVVFU1RJT04iIHZhbHVlPSJSZXNwb25kZXIgcGVyZ3VudGEiLz4NCgkJPHVpdGV4dCBuYW1lPSJTQ1JVQkJBUlNUQVRVU19SRVZJRVdRVUlaIiB2YWx1ZT0iUmV2aXNhbmRvIHF1ZXN0aW9uw6FyaW8iLz4NCgkJPCEtLSBzdWJzdGl0dXRpb246ICVtID09IG1pbnV0ZXMgcmVtYWluaW5nIC0tPg0KCQk8IS0tIHN1YnN0aXR1dGlvbjogJXMgPT0gc2Vjb25kcyByZW1haW5pbmcgLS0+DQoJCTx1aXRleHQgbmFtZT0iRUxBUFNFRCIgdmFsdWU9IiVtIG1pbnV0b3MgJXMgc2VndW5kb3MgcmVzdGFudGVzIi8+DQoJCTx1aXRleHQgbmFtZT0iTk9URk9VTkQiIHZhbHVlPSJOYWRhIGVuY29udHJhZG8iLz4NCgkJPHVpdGV4dCBuYW1lPSJBVFRBQ0hNRU5UUyIgdmFsdWU9IkFuZXhv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dG8iLz4NCgkJPHVpdGV4dCBuYW1lPSJUQUJfUVVJWiIgdmFsdWU9IlF1ZXN0LiIvPg0KCQk8dWl0ZXh0IG5hbWU9IlRBQl9PVVRMSU5FIiB2YWx1ZT0iRXNxdWVtYSIvPg0KCQk8dWl0ZXh0IG5hbWU9IlRBQl9USFVNQiIgdmFsdWU9Ik1pbmkiLz4NCgkJPHVpdGV4dCBuYW1lPSJUQUJfTk9URVMiIHZhbHVlPSJOb3RhcyIvPg0KCQk8dWl0ZXh0IG5hbWU9IlRBQl9TRUFSQ0giIHZhbHVlPSJCdXNjYSIvPg0KCQk8dWl0ZXh0IG5hbWU9IlNMSURFX0hFQURJTkciIHZhbHVlPSJUw610dWxvIGRvIHNsaWRlIi8+DQoJCTx1aXRleHQgbmFtZT0iRFVSQVRJT05fSEVBRElORyIgdmFsdWU9IkR1cmHDp8OjbyIvPg0KCQk8dWl0ZXh0IG5hbWU9IlNFQVJDSF9IRUFESU5HIiB2YWx1ZT0iUHJvY3VyYXIgdGV4dG86Ii8+DQoJCTx1aXRleHQgbmFtZT0iVEhVTUJfSEVBRElORyIgdmFsdWU9IlNsaWRlIi8+DQoJCTx1aXRleHQgbmFtZT0iVEhVTUJfSU5GTyIgdmFsdWU9IlTDrXR1bG8vRHVyYcOnw6NvIGRvIHNsaWRlIi8+DQoJCTx1aXRleHQgbmFtZT0iQVRUQUNITkFNRV9IRUFESU5HIiB2YWx1ZT0iTm9tZSBkbyBhcnF1aXZvIi8+DQoJCTx1aXRleHQgbmFtZT0iQVRUQUNIU0laRV9IRUFESU5HIiB2YWx1ZT0iVGFtYW5obyIvPg0KCQk8dWl0ZXh0IG5hbWU9IlNMSURFX05PVEVTIiB2YWx1ZT0iQW5vdGHDp8O1ZXMgZG8gc2xpZGUiLz4NCgkJPCEtLXF1aXogcG9kIGFuZCBtZXNzYWdlIGJveCB0ZXh0cy0tPg0KCQk8dWl0ZXh0IG5hbWU9IlFVSVpQT0RfUVVJWl9BVFRFTVBUIiB2YWx1ZT0iVGVudGF0aXZhIG5vIHF1ZXN0aW9uw6FyaW86Ii8+DQoJCTx1aXRleHQgbmFtZT0iUVVJWlBPRF9RVUlaX0FUVEVNUFRfVkFMVUUiIHZhbHVlPSIlbiBkZSAldCIvPg0KCQk8dWl0ZXh0IG5hbWU9IlFVSVpQT0RfUVVJWl9TQ09SRSIgdmFsdWU9IlBvbnR1YcOnw6NvOiIvPg0KCQk8dWl0ZXh0IG5hbWU9IlFVSVpQT0RfUVVJWl9QQVNTU0NPUkUiIHZhbHVlPSJQb250dWHDp8OjbyBkZSBhcHJvdmHDp8OjbzoiLz4NCgkJPHVpdGV4dCBuYW1lPSJRVUlaUE9EX1FVSVpfTUFYU0NPUkUiIHZhbHVlPSJQb250dWHDp8OjbyBtw6F4aW1hOiIvPg0KCQk8dWl0ZXh0IG5hbWU9IlFVSVpQT0RfUVVFU0FUTVBUX1NUUiIgdmFsdWU9IlRlbnRhdGl2YTogJW4gZGUgJXQiLz4NCgkJPHVpdGV4dCBuYW1lPSJRVUlaUE9EX1FVRVNUWVBFX1NUUiIgdmFsdWU9IlRpcG86ICVzIi8+DQoJCTx1aXRleHQgbmFtZT0iUVVJWlBPRF9RVUVTVFlQRV9HUkQiIHZhbHVlPSJDbGFzc2lmaWNhdMOzcmlhIi8+DQoJCTx1aXRleHQgbmFtZT0iUVVJWlBPRF9RVUVTVFlQRV9TVlkiIHZhbHVlPSJQZXNxdWlzYSIvPg0KCQk8dWl0ZXh0IG5hbWU9IlFVSVpQT0RfUVVJWkFUTVBUX0lORiIgdmFsdWU9IkluZmluaXRvIi8+DQoJCTx1aXRleHQgbmFtZT0iUVVJWlBPRF9RVUVTQVRNUFRfSU5GIiB2YWx1ZT0iSW5maW5pdG8iLz4NCgkJPHVpdGV4dCBuYW1lPSJXQVJOSU5HTVNHX1lFU1NUUklORyIgdmFsdWU9IlNpbSIvPg0KCQk8dWl0ZXh0IG5hbWU9IldBUk5JTkdNU0dfTk9TVFJJTkciIHZhbHVlPSJOw6NvIi8+DQoJCTx1aXRleHQgbmFtZT0iV0FSTklOR01TR19USVRMRVNUUklORyIgdmFsdWU9IkFsZXJ0YSBkZSBuYXZlZ2HDp8OjbyBkbyBxdWVzdGlvbsOhcmlvIi8+DQoJCTx1aXRleHQgbmFtZT0iV0FSTklOR01TR19NU0dTVFJJTkciIHZhbHVlPSJFeGlzdGVtIHBlcmd1bnRhcyBxdWUgbsOjbyBmb3JhbSByZXNwb25kaWRhcyBuZXN0ZSBxdWVzdGlvbsOhcmlvLiYjeEE7JiN4QTtDbGlxdWUgZW0gU2ltIHBhcmEgc2FpciBkbyBxdWVzdGlvbsOhcmlvIG91IGVtIE7Do28gc2UgcXVpc2VyIGNvbnRpbnVhci4iLz4NCgkJPHVpdGV4dCBuYW1lPSJJTkZPUk1BVElPTl9IMjY0X0ZMQVNIUExBWUVSIiB2YWx1ZT0iQSB2ZXJzw6NvIGF0dWFsIGRvIEZsYXNoIFBsYXllciBpbnN0YWxhZGEgbm8gY29tcHV0YWRvciBuw6NvIG9mZXJlY2Ugc3Vwb3J0ZSBhIGVzc2UgdsOtZGVvLiBDbGlxdWUgbmEgw6FyZWEgZG8gdsOtZGVvIHBhcmEgYmFpeGFyIGEgdmVyc8OjbyBtYWlzIHJlY2VudGUgZG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FyIGJhcnJhIGxhdGVyYWwgYW8gcGFydGljaXBhbnRlcyIvPg0KCQk8dWl0ZXh0IG5hbWU9Ik1VVEUiIHZhbHVlPSJNdWRvIi8+DQoJCTx1aXRleHQgbmFtZT0iRE9DV1JBUF9USVRMRSIgdmFsdWU9IkFuZXhvIGRlIGFycXVpdm8gZG8gUHJlc2VudGVyIi8+DQoJCTx1aXRleHQgbmFtZT0iRE9DV1JBUF9NU0ciIHZhbHVlPSJTYWx2YXIgZW0gTWV1IGNvbXB1dGFkb3IiLz4NCgkJPHVpdGV4dCBuYW1lPSJET0NXUkFQX1BST01QVCIgdmFsdWU9IkNsaXF1ZSBwYXJhIGJhaXhhciIvPg0KCTwvbGFuZ3VhZ2U+DQoJPGxhbmd1YWdlIGlkPSJp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Fwb3NpdGl2YSAlbiIvPg0KCQk8IS0tIHN1YnN0aXR1dGlvbjogJW4gPT0gc2xpZGUgbnVtYmVyIC0tPg0KCQk8IS0tIHN1YnN0aXR1dGlvbjogJXQgPT0gdG90YWwgc2xpZGUgY291bnQgLS0+DQoJCTx1aXRleHQgbmFtZT0iU0NSVUJCQVJTVEFUVVNfU0xJREVJTkZPIiB2YWx1ZT0iRGlhcG9zaXRpdmEgJW4gLyAldCB8ICIvPg0KCQk8dWl0ZXh0IG5hbWU9IlNDUlVCQkFSU1RBVFVTX1NUT1BQRUQiIHZhbHVlPSJJbnRlcnJvdHRvIi8+DQoJCTx1aXRleHQgbmFtZT0iU0NSVUJCQVJTVEFUVVNfUExBWUlORyIgdmFsdWU9IlJpcHJvZHV6aW9uZSIvPg0KCQk8dWl0ZXh0IG5hbWU9IlNDUlVCQkFSU1RBVFVTX05PQVVESU8iIHZhbHVlPSJBdWRpbyBpbmF0dC4iLz4NCgkJPHVpdGV4dCBuYW1lPSJTQ1JVQkJBUlNUQVRVU19WSURQTEFZSU5HIiB2YWx1ZT0iVmlkZW8gaW4gcmlwcm9kdXppb25lIi8+DQoJCTx1aXRleHQgbmFtZT0iU0NSVUJCQVJTVEFUVVNfTE9BRElORyIgdmFsdWU9IkNhcmljYW1lbnRvIi8+DQoJCTx1aXRleHQgbmFtZT0iU0NSVUJCQVJTVEFUVVNfQlVGRkVSSU5HIiB2YWx1ZT0iQnVmZmVyaW5nIi8+DQoJCTx1aXRleHQgbmFtZT0iU0NSVUJCQVJTVEFUVVNfUVVFU1RJT04iIHZhbHVlPSJSaXNwb25kaSBhIGRvbWFuZGEiLz4NCgkJPHVpdGV4dCBuYW1lPSJTQ1JVQkJBUlNUQVRVU19SRVZJRVdRVUlaIiB2YWx1ZT0iUmV2aXNpb25lIGRlbCBxdWl6Ii8+DQoJCTwhLS0gc3Vic3RpdHV0aW9uOiAlbSA9PSBtaW51dGVzIHJlbWFpbmluZyAtLT4NCgkJPCEtLSBzdWJzdGl0dXRpb246ICVzID09IHNlY29uZHMgcmVtYWluaW5nIC0tPg0KCQk8dWl0ZXh0IG5hbWU9IkVMQVBTRUQiIHZhbHVlPSIlbSBNaW51dGkgJXMgU2Vjb25kaSByaW1hbmVudGkiLz4NCgkJPHVpdGV4dCBuYW1lPSJOT1RGT1VORCIgdmFsdWU9Ik5lc3N1biBlbGVtZW50byB0cm92YXRvIi8+DQoJCTx1aXRleHQgbmFtZT0iQVRUQUNITUVOVFMiIHZhbHVlPSJBbGxlZ2F0aS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QuIi8+DQoJCTx1aXRleHQgbmFtZT0iVEFCX1FVSVoiIHZhbHVlPSJRdWl6Ii8+DQoJCTx1aXRleHQgbmFtZT0iVEFCX09VVExJTkUiIHZhbHVlPSJTdHJ1dHR1cmEiLz4NCgkJPHVpdGV4dCBuYW1lPSJUQUJfVEhVTUIiIHZhbHVlPSJNaW5pYXR1cmUiLz4NCgkJPHVpdGV4dCBuYW1lPSJUQUJfTk9URVMiIHZhbHVlPSJOb3RlIi8+DQoJCTx1aXRleHQgbmFtZT0iVEFCX1NFQVJDSCIgdmFsdWU9IkNlcmNhIi8+DQoJCTx1aXRleHQgbmFtZT0iU0xJREVfSEVBRElORyIgdmFsdWU9IlRpdG9sbyBkaWFwb3NpdGl2YSIvPg0KCQk8dWl0ZXh0IG5hbWU9IkRVUkFUSU9OX0hFQURJTkciIHZhbHVlPSJEdXJhdGEiLz4NCgkJPHVpdGV4dCBuYW1lPSJTRUFSQ0hfSEVBRElORyIgdmFsdWU9IkNlcmNhIHRlc3RvOiIvPg0KCQk8dWl0ZXh0IG5hbWU9IlRIVU1CX0hFQURJTkciIHZhbHVlPSJEaWFwb3NpdGl2YSIvPg0KCQk8dWl0ZXh0IG5hbWU9IlRIVU1CX0lORk8iIHZhbHVlPSJUaXRvbG8vVGVtcG8iLz4NCgkJPHVpdGV4dCBuYW1lPSJBVFRBQ0hOQU1FX0hFQURJTkciIHZhbHVlPSJOb21lIGZpbGUiLz4NCgkJPHVpdGV4dCBuYW1lPSJBVFRBQ0hTSVpFX0hFQURJTkciIHZhbHVlPSJEaW1lbnNpb25lIi8+DQoJCTx1aXRleHQgbmFtZT0iU0xJREVfTk9URVMiIHZhbHVlPSJOb3RlIGRpYXBvc2l0aXZh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EgJW4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IS0tcXVpeiBwb2QgYW5kIG1lc3NhZ2UgYm94IHRleHRzLS0+DQoJCTx1aXRleHQgbmFtZT0iUVVJWlBPRF9RVUlaX0FUVEVNUFQiIHZhbHVlPSJRdWl6cG9naW5nOiIvPg0KCQk8dWl0ZXh0IG5hbWU9IlFVSVpQT0RfUVVJWl9BVFRFTVBUX1ZBTFVFIiB2YWx1ZT0iJW4gdmFuICV0Ii8+DQoJCTx1aXRleHQgbmFtZT0iUVVJWlBPRF9RVUlaX1NDT1JFIiB2YWx1ZT0iQmVoYWFsZGUgc2NvcmU6Ii8+DQoJCTx1aXRleHQgbmFtZT0iUVVJWlBPRF9RVUlaX1BBU1NTQ09SRSIgdmFsdWU9IlZvbGRvZW5kZSBzY29yZToiLz4NCgkJPHVpdGV4dCBuYW1lPSJRVUlaUE9EX1FVSVpfTUFYU0NPUkUiIHZhbHVlPSJNYXhpbWFhbCBoYWFsYmFyZSBzY29yZToiLz4NCgkJPHVpdGV4dCBuYW1lPSJRVUlaUE9EX1FVRVNBVE1QVF9TVFIiIHZhbHVlPSJQb2dpbmc6ICVuIHZhbiAldCIvPg0KCQk8dWl0ZXh0IG5hbWU9IlFVSVpQT0RfUVVFU1RZUEVfU1RSIiB2YWx1ZT0iVHlwZTogJXMiLz4NCgkJPHVpdGV4dCBuYW1lPSJRVUlaUE9EX1FVRVNUWVBFX0dSRCIgdmFsdWU9IlRlbHQgdm9vciBzY29yZSIvPg0KCQk8dWl0ZXh0IG5hbWU9IlFVSVpQT0RfUVVFU1RZUEVfU1ZZIiB2YWx1ZT0iRW5xdcOqdGUiLz4NCgkJPHVpdGV4dCBuYW1lPSJRVUlaUE9EX1FVSVpBVE1QVF9JTkYiIHZhbHVlPSJPbmJlcGVya3QiLz4NCgkJPHVpdGV4dCBuYW1lPSJRVUlaUE9EX1FVRVNBVE1QVF9JTkYiIHZhbHVlPSJPbmJlcGVya3QiLz4NCgkJPHVpdGV4dCBuYW1lPSJXQVJOSU5HTVNHX1lFU1NUUklORyIgdmFsdWU9IkphIi8+DQoJCTx1aXRleHQgbmFtZT0iV0FSTklOR01TR19OT1NUUklORyIgdmFsdWU9Ik5lZSIvPg0KCQk8dWl0ZXh0IG5hbWU9IldBUk5JTkdNU0dfVElUTEVTVFJJTkciIHZhbHVlPSJXYWFyc2NodXdpbmcgbWV0IGJldHJla2tpbmcgdG90IHF1aXpuYXZpZ2F0aWUiLz4NCgkJPHVpdGV4dCBuYW1lPSJXQVJOSU5HTVNHX01TR1NUUklORyIgdmFsdWU9IlUgaGVidCBuaWV0IGFsbGUgdnJhZ2VuIGluIGRlemUgcXVpeiBiZWFudHdvb3JkLiYjeEE7JiN4QTtLbGlrIG9wIEphIG9tIGRlIHF1aXogYWYgdGUgc2x1aXRlbi4gS2xpayBvcCBOZWUgb20gZGUgcXVpeiB2b29ydCB0ZSB6ZXR0ZW4uIi8+DQoJCTx1aXRleHQgbmFtZT0iSU5GT1JNQVRJT05fSDI2NF9GTEFTSFBMQVlFUiIgdmFsdWU9IkRlemUgdmlkZW8gd29yZHQgbmlldCBvbmRlcnN0ZXVuZCBkb29yIGRlIHZlcnNpZSB2YW4gRmxhc2ggUGxheWVyIGRpZSBtb21lbnRlZWwgb3AgdXcgY29tcHV0ZXIgaXMgZ2XDr25zdGFsbGVlcmQuIEtsaWsgaW4gZGUgdmlkZW8gb20gZGUgbmlldXdzdGUgRmxhc2ggUGxheWVyIHRlIGRvd25sb2FkZW4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ppanBhbmVlbCBhYW4gZGVlbG5lbWVycyB3ZWVyZ2V2ZW4iLz4NCgkJPHVpdGV4dCBuYW1lPSJNVVRFIiB2YWx1ZT0iRGVtcGVuIi8+DQoJCTx1aXRleHQgbmFtZT0iRE9DV1JBUF9USVRMRSIgdmFsdWU9IlByZXNlbnRlci1iZXN0YW5kc2JpamxhZ2UiLz4NCgkJPHVpdGV4dCBuYW1lPSJET0NXUkFQX01TRyIgdmFsdWU9Ik9wc2xhYW4gaW4gRGV6ZSBjb21wdXRlciIvPg0KCQk8dWl0ZXh0IG5hbWU9IkRPQ1dSQVBfUFJPTVBUIiB2YWx1ZT0iS2xpayBvbSB0ZSBkb3dubG9hZGVuIi8+DQoJPC9sYW5ndWFnZT4NCgk8bGFuZ3VhZ2UgaWQ9ImNuIj4NCgkJPCEtLSBmb3JtYXQgZm9yIHVpZm9udCB2YWx1ZSBpcyAiZm9udCxzaXplLGlzYm9sZCxpc2l0YWxpYyxpc3NoYWRvd2VkIiAtLT4NCgkJPHVpZm9udCBuYW1lPSJGT05UX1FVSVpaSU5HIiB2YWx1ZT0i5a6L5L2TLTE4MDMwLDEwLGZhbHNlLGZhbHNlLGZhbHNlIi8+DQoJCTx1aWZvbnQgbmFtZT0iRk9OVF9TQ1JVQlNUQVRVUyIgdmFsdWU9IuWui+S9ky0xODAzMCwxMCx0cnVlLGZhbHNlLHRydWUiLz4NCgkJPHVpZm9udCBuYW1lPSJGT05UX1NDUlVCVElNRSIgdmFsdWU9IuWui+S9ky0xODAzMCwxMCxmYWxzZSxmYWxzZSx0cnVlIi8+DQoJCTx1aWZvbnQgbmFtZT0iRk9OVF9FTEFQU0VEVElNRSIgdmFsdWU9IuWui+S9ky0xODAzMCwxMCx0cnVlLGZhbHNlLHRydWUiLz4NCgkJPHVpZm9udCBuYW1lPSJGT05UX1VUSUxTTUVOVSIgdmFsdWU9IuWui+S9ky0xODAzMCwxMCx0cnVlLGZhbHNlLGZhbHNlIi8+DQoJCTx1aWZvbnQgbmFtZT0iRk9OVF9UQUJTIiB2YWx1ZT0i5a6L5L2TLTE4MDMwLDE0LHRydWUsZmFsc2UsdHJ1ZSIvPg0KCQk8dWlmb250IG5hbWU9IkZPTlRfUFJFU0VOVEFUSU9OTkFNRSIgdmFsdWU9IuWui+S9ky0xODAzMCwxNCxmYWxzZSxmYWxzZSx0cnVlIi8+DQoJCTx1aWZvbnQgbmFtZT0iRk9OVF9QUkVTRU5URVJOQU1FIiB2YWx1ZT0i5a6L5L2TLTE4MDMwLDE0LHRydWUsZmFsc2UsdHJ1ZSIvPg0KCQk8dWlmb250IG5hbWU9IkZPTlRfUFJFU0VOVEVSVElUTEUiIHZhbHVlPSLlrovkvZMtMTgwMzAsMTMsZmFsc2UsZmFsc2UsdHJ1ZSIvPg0KCQk8dWlmb250IG5hbWU9IkZPTlRfQklPQlROIiB2YWx1ZT0i5a6L5L2TLTE4MDMwLDEwLGZhbHNlLGZhbHNlLHRydWUiLz4NCgkJPHVpZm9udCBuYW1lPSJGT05UX05PVEVTIiB2YWx1ZT0i5a6L5L2TLTE4MDMwLDEyLGZhbHNlLGZhbHNlLGZhbHNlIi8+DQoJCTx1aWZvbnQgbmFtZT0iRk9OVF9PVVRMSU5FIiB2YWx1ZT0i5a6L5L2TLTE4MDMwLDEyLGZhbHNlLGZhbHNlLHRydWUiLz4NCgkJPHVpZm9udCBuYW1lPSJGT05UX1NFQVJDSCIgdmFsdWU9IuWui+S9ky0xODAzMCwxMixmYWxzZSxmYWxzZSx0cnVlIi8+DQoJCTx1aWZvbnQgbmFtZT0iRk9OVF9USFVNQiIgdmFsdWU9IuWui+S9ky0xODAzMCwxMCxmYWxzZSxmYWxzZSx0cnVlIi8+DQoJCTx1aWZvbnQgbmFtZT0iRk9OVF9CSU9XSU4iIHZhbHVlPSLlrovkvZMtMTgwMzAsMTIsZmFsc2UsZmFsc2UsZmFsc2UiLz4NCgkJPHVpZm9udCBuYW1lPSJGT05UX0xJU1RIRUFESU5HIiB2YWx1ZT0i5a6L5L2TLTE4MDMwLDEwLGZhbHNlLGZhbHNlLGZhbHNlIi8+DQoJCTx1aWZvbnQgbmFtZT0iRk9OVF9XSU5USVRMRSIgdmFsdWU9IuWui+S9ky0xODAzMCwxMCxmYWxzZSxmYWxzZSx0cnVlIi8+DQoJCTx1aWZvbnQgbmFtZT0iRk9OVF9BVFRBQ0hNRU5UUyIgdmFsdWU9IuWui+S9ky0xODAzMCwxMixmYWxzZSxmYWxzZSx0cnVlIi8+DQoJCTwhLS1xdWl6IHBvZCBhbmQgbWVzc2FnZSBib3ggdGV4dCBmb250cy0tPg0KCQk8dWlmb250IG5hbWU9IkZPTlRfTVNHQk9YX1dJTlRJVExFIiB2YWx1ZT0i5a6L5L2TLTE4MDMwLDEyLHRydWUsZmFsc2UsdHJ1ZSIvPg0KCQk8dWlmb250IG5hbWU9IkZPTlRfTVNHQk9YX01TRyIgdmFsdWU9IuWui+S9ky0xODAzMCwxMixmYWxzZSxmYWxzZSx0cnVlIi8+DQoJCTx1aWZvbnQgbmFtZT0iRk9OVF9NU0dCT1hfT1BUSU9OUyIgdmFsdWU9IuWui+S9ky0xODAzMCwxMCx0cnVlLGZhbHNlLHRydWUiLz4NCgkJPHVpZm9udCBuYW1lPSJGT05UX1FVSVpQT0RfUVVJWl9USVRMRSIgdmFsdWU9IuWui+S9ky0xODAzMCwxMix0cnVlLGZhbHNlLHRydWUiLz4NCgkJPHVpZm9udCBuYW1lPSJGT05UX1FVSVpQT0RfUVVJWl9BVFRFTVBUIiB2YWx1ZT0i5a6L5L2TLTE4MDMwLDEwLGZhbHNlLGZhbHNlLHRydWUiLz4NCgkJPHVpZm9udCBuYW1lPSJGT05UX1FVSVpQT0RfUVVJWl9BVFRFTVBUX1ZBTFVFIiB2YWx1ZT0i5a6L5L2TLTE4MDMwLDEwLHRydWUsZmFsc2UsdHJ1ZSIvPg0KCQk8dWlmb250IG5hbWU9IkZPTlRfUVVJWlBPRF9RVUVTVElPTl9TQ09SRSIgdmFsdWU9IuWui+S9ky0xODAzMCwxMCxmYWxzZSxmYWxzZSx0cnVlIi8+DQoJCTx1aWZvbnQgbmFtZT0iRk9OVF9RVUlaUE9EX1FVRVNUSU9OX1NDT1JFX1ZBTFVFIiB2YWx1ZT0i5a6L5L2TLTE4MDMwLDEwLHRydWUsZmFsc2UsdHJ1ZSIvPg0KCQk8dWlmb250IG5hbWU9IkZPTlRfUVVJWlBPRF9RVUVTVElPTl9BVFRFTVBUIiB2YWx1ZT0i5a6L5L2TLTE4MDMwLDEwLGZhbHNlLGZhbHNlLHRydWUiLz4NCgkJPHVpZm9udCBuYW1lPSJGT05UX1FVSVpQT0RfUVVFU1RJT05fQVRURU1QVF9WQUxVRSIgdmFsdWU9IuWui+S9ky0xODAzMCwxMCx0cnVlLGZhbHNlLHRydWUiLz4NCgkJPHVpZm9udCBuYW1lPSJGT05UX1FVSVpQT0RfUVVFU1RJT05fVEFHIiB2YWx1ZT0i5a6L5L2TLTE4MDMwLDEyLHRydWUsZmFsc2UsdHJ1ZSIvPg0KCQk8dWlmb250IG5hbWU9IkZPTlRfUVVJWlBPRF9RVUlaX1FVRVNUSU9OX0NPVU5UIiB2YWx1ZT0i5a6L5L2TLTE4MDMwLDEwLGZhbHNlLGZhbHNlLHRydWUiLz4NCgkJPHVpZm9udCBuYW1lPSJGT05UX1FVSVpQT0RfUVVJWl9RVUVTVElPTl9DT1VOVF9WQUxVRSIgdmFsdWU9IuWui+S9ky0xODAzMCwxMCx0cnVlLGZhbHNlLHRydWUiLz4NCgkJPHVpZm9udCBuYW1lPSJGT05UX1FVSVpQT0RfUVVJWl9RVUVTVElPTl9BVFRFTVBURUQiIHZhbHVlPSLlrovkvZMtMTgwMzAsMTAsZmFsc2UsZmFsc2UsdHJ1ZSIvPg0KCQk8dWlmb250IG5hbWU9IkZPTlRfUVVJWlBPRF9RVUlaX1FVRVNUSU9OX0FUVEVNUFRFRF9WQUxVRSIgdmFsdWU9IuWui+S9ky0xODAzMCwxMCx0cnVlLGZhbHNlLHRydWUiLz4NCgkJPHVpZm9udCBuYW1lPSJGT05UX1FVSVpQT0RfUVVJWl9TQ09SRV9UQUciIHZhbHVlPSLlrovkvZMtMTgwMzAsMTIsdHJ1ZSxmYWxzZSx0cnVlIi8+DQoJCTx1aWZvbnQgbmFtZT0iRk9OVF9RVUlaUE9EX1FVSVpfU0NPUkUiIHZhbHVlPSLlrovkvZMtMTgwMzAsMTAsZmFsc2UsZmFsc2UsdHJ1ZSIvPg0KCQk8dWlmb250IG5hbWU9IkZPTlRfUVVJWlBPRF9RVUlaX1NDT1JFX1ZBTFVFIiB2YWx1ZT0i5a6L5L2TLTE4MDMwLDEwLHRydWUsZmFsc2UsdHJ1ZSIvPg0KCQk8dWlmb250IG5hbWU9IkZPTlRfUVVJWlBPRF9RVUlaX01BWFNDT1JFIiB2YWx1ZT0i5a6L5L2TLTE4MDMwLDEwLGZhbHNlLGZhbHNlLHRydWUiLz4NCgkJPHVpZm9udCBuYW1lPSJGT05UX1FVSVpQT0RfUVVJWl9NQVhTQ09SRV9WQUxVRSIgdmFsdWU9IuWui+S9ky0xODAzMCwxMCx0cnVlLGZhbHNlLHRydWUiLz4NCgkJPHVpZm9udCBuYW1lPSJGT05UX1FVSVpQT0RfUVVJWl9QQVNTU0NPUkUiIHZhbHVlPSLlrovkvZMtMTgwMzAsMTAsZmFsc2UsZmFsc2UsdHJ1ZSIvPg0KCQk8dWlmb250IG5hbWU9IkZPTlRfUVVJWlBPRF9RVUlaX1BBU1NTQ09SRV9WQUxVRSIgdmFsdWU9IuWui+S9ky0xODAzMCwxMCx0cnVlLGZhbHNlLHRydWUiLz4NCgkJPCEtLSB1aXRleHQgLS0+DQoJCTwhLS0gc3Vic3RpdHV0aW9uOiAlbiA9PSBzbGlkZSBudW1iZXIgLS0+DQoJCTx1aXRleHQgbmFtZT0iVU5OQU1FRFNMSURFVElUTEUiIHZhbHVlPSLlubvnga/niYcgJW4iLz4NCgkJPCEtLSBzdWJzdGl0dXRpb246ICVuID09IHNsaWRlIG51bWJlciAtLT4NCgkJPCEtLSBzdWJzdGl0dXRpb246ICV0ID09IHRvdGFsIHNsaWRlIGNvdW50IC0tPg0KCQk8dWl0ZXh0IG5hbWU9IlNDUlVCQkFSU1RBVFVTX1NMSURFSU5GTyIgdmFsdWU9IuW5u+eBr+eJhyAlbiAvICV0IHwgIi8+DQoJCTx1aXRleHQgbmFtZT0iU0NSVUJCQVJTVEFUVVNfU1RPUFBFRCIgdmFsdWU9IuW3suWBnOatoiIvPg0KCQk8dWl0ZXh0IG5hbWU9IlNDUlVCQkFSU1RBVFVTX1BMQVlJTkciIHZhbHVlPSLmraPlnKjmkq3mlL4iLz4NCgkJPHVpdGV4dCBuYW1lPSJTQ1JVQkJBUlNUQVRVU19OT0FVRElPIiB2YWx1ZT0i5peg6Z+z6aKRIi8+DQoJCTx1aXRleHQgbmFtZT0iU0NSVUJCQVJTVEFUVVNfVklEUExBWUlORyIgdmFsdWU9IuinhumikeaSreaUviIvPg0KCQk8dWl0ZXh0IG5hbWU9IlNDUlVCQkFSU1RBVFVTX0xPQURJTkciIHZhbHVlPSLmraPlnKjovb3lhaUiLz4NCgkJPHVpdGV4dCBuYW1lPSJTQ1JVQkJBUlNUQVRVU19CVUZGRVJJTkciIHZhbHVlPSLmraPlnKjov5vooYznvJPlhrLlpITnkIYiLz4NCgkJPHVpdGV4dCBuYW1lPSJTQ1JVQkJBUlNUQVRVU19RVUVTVElPTiIgdmFsdWU9IuWbnuetlOmXrumimCIvPg0KCQk8dWl0ZXh0IG5hbWU9IlNDUlVCQkFSU1RBVFVTX1JFVklFV1FVSVoiIHZhbHVlPSLmraPlnKjlrqHpmIXmtYvpqowiLz4NCgkJPCEtLSBzdWJzdGl0dXRpb246ICVtID09IG1pbnV0ZXMgcmVtYWluaW5nIC0tPg0KCQk8IS0tIHN1YnN0aXR1dGlvbjogJXMgPT0gc2Vjb25kcyByZW1haW5pbmcgLS0+DQoJCTx1aXRleHQgbmFtZT0iRUxBUFNFRCIgdmFsdWU9IuWJqeS9mSAlbSDliIbpkp8gJXMg56eSIi8+DQoJCTx1aXRleHQgbmFtZT0iTk9URk9VTkQiIHZhbHVlPSLmnKrmib7liLDku7vkvZXlhoXlrrkiLz4NCgkJPHVpdGV4dCBuYW1lPSJBVFRBQ0hNRU5UUyIgdmFsdWU9IumZhOS7tiIvPg0KCQk8IS0tIHN1YnN0aXR1dGlvbjogJXAgPT0gY3VycmVudCBzcGVha2VyJ3MgdGl0bGUgLS0+DQoJCTx1aXRleHQgbmFtZT0iQklPV0lOX1RJVExFIiB2YWx1ZT0i5Liq5Lq6566A5LuLOiAlcCIvPg0KCQk8dWl0ZXh0IG5hbWU9IkJJT0JUTl9USVRMRSIgdmFsdWU9IuS4quS6uueugOS7iyIvPg0KCQk8dWl0ZXh0IG5hbWU9IkRJVklERVJCVE5fVElUTEUiIHZhbHVlPSJ8Ii8+DQoJCTx1aXRleHQgbmFtZT0iQ09OVEFDVEJUTl9USVRMRSIgdmFsdWU9IuiBlOezu+aWueW8jyIvPg0KCQk8dWl0ZXh0IG5hbWU9IlRBQl9RVUlaIiB2YWx1ZT0i5rWL6aqMIi8+DQoJCTx1aXRleHQgbmFtZT0iVEFCX09VVExJTkUiIHZhbHVlPSLlpKfnurIiLz4NCgkJPHVpdGV4dCBuYW1lPSJUQUJfVEhVTUIiIHZhbHVlPSLnvKnnlaXlm74iLz4NCgkJPHVpdGV4dCBuYW1lPSJUQUJfTk9URVMiIHZhbHVlPSLlpIfms6giLz4NCgkJPHVpdGV4dCBuYW1lPSJUQUJfU0VBUkNIIiB2YWx1ZT0i5pCc57SiIi8+DQoJCTx1aXRleHQgbmFtZT0iU0xJREVfSEVBRElORyIgdmFsdWU9IuW5u+eBr+eJh+agh+mimCIvPg0KCQk8dWl0ZXh0IG5hbWU9IkRVUkFUSU9OX0hFQURJTkciIHZhbHVlPSLmjIHnu63ml7bpl7QiLz4NCgkJPHVpdGV4dCBuYW1lPSJTRUFSQ0hfSEVBRElORyIgdmFsdWU9IuaQnOe0ouaWh+acrDoiLz4NCgkJPHVpdGV4dCBuYW1lPSJUSFVNQl9IRUFESU5HIiB2YWx1ZT0i5bm754Gv54mHIi8+DQoJCTx1aXRleHQgbmFtZT0iVEhVTUJfSU5GTyIgdmFsdWU9IuW5u+eBr+eJh+agh+mimC/mjIHnu63ml7bpl7QiLz4NCgkJPHVpdGV4dCBuYW1lPSJBVFRBQ0hOQU1FX0hFQURJTkciIHZhbHVlPSLmlofku7blkI0iLz4NCgkJPHVpdGV4dCBuYW1lPSJBVFRBQ0hTSVpFX0hFQURJTkciIHZhbHVlPSLlpKflsI8iLz4NCgkJPHVpdGV4dCBuYW1lPSJTTElERV9OT1RFUyIgdmFsdWU9IuW5u+eBr+eJh+Wkh+azqCIvPg0KCQk8IS0tcXVpeiBwb2QgYW5kIG1lc3NhZ2UgYm94IHRleHRzLS0+DQoJCTx1aXRleHQgbmFtZT0iUVVJWlBPRF9RVUlaX0FUVEVNUFQiIHZhbHVlPSLmtYvpqozlsJ3or5XmrKHmlbA6Ii8+DQoJCTx1aXRleHQgbmFtZT0iUVVJWlBPRF9RVUlaX0FUVEVNUFRfVkFMVUUiIHZhbHVlPSLnrKwgJW4g5qyh77yM5YWxICV0IOasoSIvPg0KCQk8dWl0ZXh0IG5hbWU9IlFVSVpQT0RfUVVJWl9TQ09SRSIgdmFsdWU9IuW+l+WIhjoiLz4NCgkJPHVpdGV4dCBuYW1lPSJRVUlaUE9EX1FVSVpfUEFTU1NDT1JFIiB2YWx1ZT0i5Y+K5qC85YiG5pWwOiIvPg0KCQk8dWl0ZXh0IG5hbWU9IlFVSVpQT0RfUVVJWl9NQVhTQ09SRSIgdmFsdWU9IuacgOmrmOWIhuaVsDoiLz4NCgkJPHVpdGV4dCBuYW1lPSJRVUlaUE9EX1FVRVNBVE1QVF9TVFIiIHZhbHVlPSLlsJ3or5XmrKHmlbA6IOesrCAlbiDmrKHvvIzlhbEgJXQg5qyhIi8+DQoJCTx1aXRleHQgbmFtZT0iUVVJWlBPRF9RVUVTVFlQRV9TVFIiIHZhbHVlPSLnsbvlnos6ICVzIi8+DQoJCTx1aXRleHQgbmFtZT0iUVVJWlBPRF9RVUVTVFlQRV9HUkQiIHZhbHVlPSLor4TnuqciLz4NCgkJPHVpdGV4dCBuYW1lPSJRVUlaUE9EX1FVRVNUWVBFX1NWWSIgdmFsdWU9Iuiwg+afpSIvPg0KCQk8dWl0ZXh0IG5hbWU9IlFVSVpQT0RfUVVJWkFUTVBUX0lORiIgdmFsdWU9IuaXoOmZkCIvPg0KCQk8dWl0ZXh0IG5hbWU9IlFVSVpQT0RfUVVFU0FUTVBUX0lORiIgdmFsdWU9IuaXoOmZkCIvPg0KCQk8dWl0ZXh0IG5hbWU9IldBUk5JTkdNU0dfWUVTU1RSSU5HIiB2YWx1ZT0i5pivIi8+DQoJCTx1aXRleHQgbmFtZT0iV0FSTklOR01TR19OT1NUUklORyIgdmFsdWU9IuWQpiIvPg0KCQk8dWl0ZXh0IG5hbWU9IldBUk5JTkdNU0dfVElUTEVTVFJJTkciIHZhbHVlPSLmtYvpqozlr7zoiKrorablkYoiLz4NCgkJPHVpdGV4dCBuYW1lPSJXQVJOSU5HTVNHX01TR1NUUklORyIgdmFsdWU9IuatpOa1i+mqjOS4reacieacquWwneivleS9nOetlOeahOmXrumimOOAgiYjeEE7JiN4QTvljZXlh7vigJzmmK/igJ3pgIDlh7rmraTmtYvpqozjgILljZXlh7vigJzlkKbigJ3nu6fnu63mtYvpqozjgIIiLz4NCgkJPHVpdGV4dCBuYW1lPSJJTkZPUk1BVElPTl9IMjY0X0ZMQVNIUExBWUVSIiB2YWx1ZT0i5b2T5YmN5a6J6KOF5Zyo5oKo55qE6K6h566X5py65LiK55qEIEZsYXNoIFBsYXllciDniYjmnKzkuI3mlK/mjIHor6Xop4bpopHjgILljZXlh7vop4bpopHljLrln5/kuIvovb3mnIDmlrDniYjmnKznmoQgRmxhc2ggUGxheWVy44CC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WQkeWPguWKoOiAheaYvuekuuaPkOimgeagjyIvPg0KCQk8dWl0ZXh0IG5hbWU9Ik1VVEUiIHZhbHVlPSLpnZnpn7MiLz4NCgkJPHVpdGV4dCBuYW1lPSJET0NXUkFQX1RJVExFIiB2YWx1ZT0iUHJlc2VudGVyIOaWh+S7tumZhOS7tiIvPg0KCQk8dWl0ZXh0IG5hbWU9IkRPQ1dSQVBfTVNHIiB2YWx1ZT0i5L+d5a2Y5Yiw5oiR55qE6K6h566X5py6Ii8+DQoJCTx1aXRleHQgbmFtZT0iRE9DV1JBUF9QUk9NUFQiIHZhbHVlPSLljZXlh7vku6XkuIvovb0iLz4NCgk8L2xhbmd1YWdlPg0KCTxsYW5ndWFnZSBpZD0idH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U2xheXQgJW4iLz4NCgkJPCEtLSBzdWJzdGl0dXRpb246ICVuID09IHNsaWRlIG51bWJlciAtLT4NCgkJPCEtLSBzdWJzdGl0dXRpb246ICV0ID09IHRvdGFsIHNsaWRlIGNvdW50IC0tPg0KCQk8dWl0ZXh0IG5hbWU9IlNDUlVCQkFSU1RBVFVTX1NMSURFSU5GTyIgdmFsdWU9IlNsYXl0ICVuIC8gJXQgfCAiLz4NCgkJPHVpdGV4dCBuYW1lPSJTQ1JVQkJBUlNUQVRVU19TVE9QUEVEIiB2YWx1ZT0iRHVyZHVydWxkdSIvPg0KCQk8dWl0ZXh0IG5hbWU9IlNDUlVCQkFSU1RBVFVTX1BMQVlJTkciIHZhbHVlPSJPeW5hdMSxbMSxeW9yIi8+DQoJCTx1aXRleHQgbmFtZT0iU0NSVUJCQVJTVEFUVVNfTk9BVURJTyIgdmFsdWU9IlNlcyBZb2siLz4NCgkJPHVpdGV4dCBuYW1lPSJTQ1JVQkJBUlNUQVRVU19WSURQTEFZSU5HIiB2YWx1ZT0iVmlkZW8gT3luYXTEsWzEsXlvciIvPg0KCQk8dWl0ZXh0IG5hbWU9IlNDUlVCQkFSU1RBVFVTX0xPQURJTkciIHZhbHVlPSJZw7xrbGVuaXlvciIvPg0KCQk8dWl0ZXh0IG5hbWU9IlNDUlVCQkFSU1RBVFVTX0JVRkZFUklORyIgdmFsdWU9IkFyYWJlbGxlxJ9lIEFsxLFuxLF5b3IiLz4NCgkJPHVpdGV4dCBuYW1lPSJTQ1JVQkJBUlNUQVRVU19RVUVTVElPTiIgdmFsdWU9IlNvcnV5dSBZYW7EsXRsYSIvPg0KCQk8dWl0ZXh0IG5hbWU9IlNDUlVCQkFSU1RBVFVTX1JFVklFV1FVSVoiIHZhbHVlPSJTxLFuYXYgxLBuY2VsZW5peW9yIi8+DQoJCTwhLS0gc3Vic3RpdHV0aW9uOiAlbSA9PSBtaW51dGVzIHJlbWFpbmluZyAtLT4NCgkJPCEtLSBzdWJzdGl0dXRpb246ICVzID09IHNlY29uZHMgcmVtYWluaW5nIC0tPg0KCQk8dWl0ZXh0IG5hbWU9IkVMQVBTRUQiIHZhbHVlPSIlbSBEYWtpa2EgJXMgU2FuaXllIEthbGTEsSIvPg0KCQk8dWl0ZXh0IG5hbWU9Ik5PVEZPVU5EIiB2YWx1ZT0iSGVyaGFuZ2kgQmlyIMWeZXkgQnVsdW5tYWTEsSIvPg0KCQk8dWl0ZXh0IG5hbWU9IkFUVEFDSE1FTlRTIiB2YWx1ZT0iRWtsZXI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LEsHJ0aWJhdCIvPg0KCQk8dWl0ZXh0IG5hbWU9IlRBQl9RVUlaIiB2YWx1ZT0iU8SxbmF2Ii8+DQoJCTx1aXRleHQgbmFtZT0iVEFCX09VVExJTkUiIHZhbHVlPSJBbmEgSGF0Ii8+DQoJCTx1aXRleHQgbmFtZT0iVEFCX1RIVU1CIiB2YWx1ZT0iUmVzaW0iLz4NCgkJPHVpdGV4dCBuYW1lPSJUQUJfTk9URVMiIHZhbHVlPSJOb3RsYXIiLz4NCgkJPHVpdGV4dCBuYW1lPSJUQUJfU0VBUkNIIiB2YWx1ZT0iQXJhIi8+DQoJCTx1aXRleHQgbmFtZT0iU0xJREVfSEVBRElORyIgdmFsdWU9IlNsYXl0IEJhxZ9sxLHEn8SxIi8+DQoJCTx1aXRleHQgbmFtZT0iRFVSQVRJT05fSEVBRElORyIgdmFsdWU9IlPDvHJlIi8+DQoJCTx1aXRleHQgbmFtZT0iU0VBUkNIX0hFQURJTkciIHZhbHVlPSJNZXRuaSBhcmE6Ii8+DQoJCTx1aXRleHQgbmFtZT0iVEhVTUJfSEVBRElORyIgdmFsdWU9IlNsYXl0Ii8+DQoJCTx1aXRleHQgbmFtZT0iVEhVTUJfSU5GTyIgdmFsdWU9IlNsYXl0IEJhxZ9sxLHEn8SxL1PDvHJlc2kiLz4NCgkJPHVpdGV4dCBuYW1lPSJBVFRBQ0hOQU1FX0hFQURJTkciIHZhbHVlPSJEb3N5YSBBZMSxIi8+DQoJCTx1aXRleHQgbmFtZT0iQVRUQUNIU0laRV9IRUFESU5HIiB2YWx1ZT0iQm95dXQiLz4NCgkJPHVpdGV4dCBuYW1lPSJTTElERV9OT1RFUyIgdmFsdWU9IlNsYXl0IE5vdGxhcsSx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QodC70LDQudC0ICVu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IS0tcXVpeiBwb2QgYW5kIG1lc3NhZ2UgYm94IHRleHRzLS0+DQoJCTx1aXRleHQgbmFtZT0iUVVJWlBPRF9RVUlaX0FUVEVNUFQiIHZhbHVlPSLQn9C+0L/Ri9GC0LrQsCDQv9GA0L7QudGC0Lgg0L7Qv9GA0L7RgToiLz4NCgkJPHVpdGV4dCBuYW1lPSJRVUlaUE9EX1FVSVpfQVRURU1QVF9WQUxVRSIgdmFsdWU9IiVuINC40LcgJXQiLz4NCgkJPHVpdGV4dCBuYW1lPSJRVUlaUE9EX1FVSVpfU0NPUkUiIHZhbHVlPSLQndCw0LHRgNCw0L3QviDQsdCw0LvQu9C+0LI6Ii8+DQoJCTx1aXRleHQgbmFtZT0iUVVJWlBPRF9RVUlaX1BBU1NTQ09SRSIgdmFsdWU9ItCf0YDQvtGF0L7QtNC90L7QuSDRgNC10LfRg9C70YzRgtCw0YI6Ii8+DQoJCTx1aXRleHQgbmFtZT0iUVVJWlBPRF9RVUlaX01BWFNDT1JFIiB2YWx1ZT0i0JzQsNC60YHQuNC80LDQu9GM0L3Ri9C5INGA0LXQt9GD0LvRjNGC0LDRgjoiLz4NCgkJPHVpdGV4dCBuYW1lPSJRVUlaUE9EX1FVRVNBVE1QVF9TVFIiIHZhbHVlPSLQn9C+0L/Ri9GC0LrQsDogJW4g0LjQtyAldCIvPg0KCQk8dWl0ZXh0IG5hbWU9IlFVSVpQT0RfUVVFU1RZUEVfU1RSIiB2YWx1ZT0i0KLQuNC/OiAlcyIvPg0KCQk8dWl0ZXh0IG5hbWU9IlFVSVpQT0RfUVVFU1RZUEVfR1JEIiB2YWx1ZT0i0KEg0L7RhtC10L3QutC+0LkiLz4NCgkJPHVpdGV4dCBuYW1lPSJRVUlaUE9EX1FVRVNUWVBFX1NWWSIgdmFsdWU9ItCe0LHQt9C+0YAiLz4NCgkJPHVpdGV4dCBuYW1lPSJRVUlaUE9EX1FVSVpBVE1QVF9JTkYiIHZhbHVlPSLQkdC+0LvRjNGI0L7QtSDRh9C40YHQu9C+Ii8+DQoJCTx1aXRleHQgbmFtZT0iUVVJWlBPRF9RVUVTQVRNUFRfSU5GIiB2YWx1ZT0i0JHQvtC70YzRiNC+0LUg0YfQuNGB0LvQviIvPg0KCQk8dWl0ZXh0IG5hbWU9IldBUk5JTkdNU0dfWUVTU1RSSU5HIiB2YWx1ZT0i0JTQsCIvPg0KCQk8dWl0ZXh0IG5hbWU9IldBUk5JTkdNU0dfTk9TVFJJTkciIHZhbHVlPSLQndC10YIiLz4NCgkJPHVpdGV4dCBuYW1lPSJXQVJOSU5HTVNHX1RJVExFU1RSSU5HIiB2YWx1ZT0i0J/RgNC10LTRg9C/0YDQtdC20LTQtdC90LjQtSDQviDQvdCw0LLQuNCz0LDRhtC40Lgg0LIg0L7Qv9GA0L7RgdC1Ii8+DQoJCTx1aXRleHQgbmFtZT0iV0FSTklOR01TR19NU0dTVFJJTkciIHZhbHVlPSLQkiDQvtC/0YDQvtGB0LUg0L7RgdGC0LDQu9C40YHRjCDQvdC10L7RgtCy0LXRh9C10L3QvdGL0LUg0LLQvtC/0YDQvtGB0Ysu0J3QsNC20LDRgtC40LUg0LrQvdC+0L/QutC4ICZxdW90O9CU0LAmcXVvdDsg0L/RgNC40LLQtdC00LXRgiDQuiDQt9Cw0LrRgNGL0YLQuNGOINC+0L/RgNC+0YHQsC4g0J3QsNC20LDRgtC40LUg0LrQvdC+0L/QutC4ICZxdW90O9Cd0LXRgiZxdW90OyDQv9GA0L7QtNC+0LvQttC40YIg0L7Qv9GA0L7RgS4iLz4NCgkJPHVpdGV4dCBuYW1lPSJJTkZPUk1BVElPTl9IMjY0X0ZMQVNIUExBWUVSIiB2YWx1ZT0i0KLQtdC60YPRidCw0Y8g0LLQtdGA0YHQuNGPINC/0YDQvtC40LPRgNGL0LLQsNGC0LXQu9GPIEZsYXNoIFBsYXllciwg0YPRgdGC0LDQvdC+0LLQu9C10L3QvdCw0Y8g0L3QsCDRjdGC0L7QvCDQutC+0LzQv9GM0Y7RgtC10YDQtSwg0L3QtSDQv9C+0LTQtNC10YDQttC40LLQsNC10YIg0Y3RgtC+INCy0LjQtNC10L4uINCp0LXQu9C60L3QuNGC0LUg0LIg0L7QsdC70LDRgdGC0Lgg0LLQuNC00LXQviwg0YfRgtC+0LHRiyDQt9Cw0LPRgNGD0LfQuNGC0Ywg0L/QvtGB0LvQtdC00L3RjtGOINCy0LXRgNGB0LjRjiDQv9GA0L7QuNCz0YDRi9Cy0LDRgtC10LvRj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tCf0L7QutCw0LfRi9Cy0LDRgtGMINCy0YDQtdC30LrRgyDRg9GH0LDRgdGC0L3QuNC60LDQvCIvPg0KCQk8dWl0ZXh0IG5hbWU9Ik1VVEUiIHZhbHVlPSLQntGC0LrQu9GO0YfQuNGC0Ywg0LfQstGD0LoiLz4NCgkJPHVpdGV4dCBuYW1lPSJET0NXUkFQX1RJVExFIiB2YWx1ZT0i0JLQu9C+0LbQtdC90LjQtSDQsiDRhNCw0LnQuyBBZG9iZSBQcmVzZW50ZXIiLz4NCgkJPHVpdGV4dCBuYW1lPSJET0NXUkFQX01TRyIgdmFsdWU9ItCh0L7RhdGA0LDQvdC40YLRjCDQsiDQv9Cw0L/QutGDICZxdW90O9Cc0L7QuSDQutC+0LzQv9GM0Y7RgtC10YAmcXVvdDsiLz4NCgkJPHVpdGV4dCBuYW1lPSJET0NXUkFQX1BST01QVCIgdmFsdWU9ItCp0LXQu9C60L3Rg9GC0Ywg0LTQu9GPINC30LDQs9GA0YPQt9C60LgiLz4NCgk8L2xhbmd1YWdlPg0KPC9jb25maWd1cmF0aW9uPg0K"/>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40&quot;/&gt;&lt;lineCharCount val=&quot;8&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3&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PRESENTER_SHAPEINFO" val="&lt;ThreeDShapeInfo&gt;&lt;uuid val=&quot;{E67FC9CB-DF34-458B-9EE8-19C370A80D90}&quot;/&gt;&lt;isInvalidForFieldText val=&quot;0&quot;/&gt;&lt;Image&gt;&lt;filename val=&quot;C:\Users\PRESEN~1\AppData\Local\Temp\PR\data\asimages\{E67FC9CB-DF34-458B-9EE8-19C370A80D90}_1.png&quot;/&gt;&lt;left val=&quot;-27&quot;/&gt;&lt;top val=&quot;207&quot;/&gt;&lt;width val=&quot;379&quot;/&gt;&lt;height val=&quot;120&quot;/&gt;&lt;hasText val=&quot;1&quot;/&gt;&lt;/Image&gt;&lt;/ThreeDShapeInfo&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7&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PPSNARRATION" val="1,2086336756,C:\Users\Presenter\Desktop\powerpoint_icerikler\moduller\modul11_pptx\Media.ppcx"/>
</p:tagLst>
</file>

<file path=ppt/tags/tag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 name="PRESENTER_SHAPEINFO" val="&lt;ThreeDShapeInfo&gt;&lt;uuid val=&quot;{B2178981-A234-4001-A8EA-92542EC3C435}&quot;/&gt;&lt;isInvalidForFieldText val=&quot;0&quot;/&gt;&lt;Image&gt;&lt;filename val=&quot;C:\Users\PRESEN~1\AppData\Local\Temp\PR\data\asimages\{B2178981-A234-4001-A8EA-92542EC3C435}_2.png&quot;/&gt;&lt;left val=&quot;25&quot;/&gt;&lt;top val=&quot;30&quot;/&gt;&lt;width val=&quot;659&quot;/&gt;&lt;height val=&quot;62&quot;/&gt;&lt;hasText val=&quot;1&quot;/&gt;&lt;/Image&gt;&lt;/ThreeDShape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1&quot;/&gt;&lt;/TableIndex&gt;&lt;/ShapeText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PRESENTER_SHAPEINFO" val="&lt;ThreeDShapeInfo&gt;&lt;uuid val=&quot;{BD8F6426-235E-4BEA-84D2-7CA1EA267CA8}&quot;/&gt;&lt;isInvalidForFieldText val=&quot;0&quot;/&gt;&lt;Image&gt;&lt;filename val=&quot;C:\Users\PRESEN~1\AppData\Local\Temp\PR\data\asimages\{BD8F6426-235E-4BEA-84D2-7CA1EA267CA8}_3.png&quot;/&gt;&lt;left val=&quot;25&quot;/&gt;&lt;top val=&quot;30&quot;/&gt;&lt;width val=&quot;659&quot;/&gt;&lt;height val=&quot;62&quot;/&gt;&lt;hasText val=&quot;1&quot;/&gt;&lt;/Image&gt;&lt;/ThreeDShapeInfo&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9&quot;/&gt;&lt;lineCharCount val=&quot;1&quot;/&gt;&lt;lineCharCount val=&quot;35&quot;/&gt;&lt;lineCharCount val=&quot;55&quot;/&gt;&lt;lineCharCount val=&quot;72&quot;/&gt;&lt;lineCharCount val=&quot;37&quot;/&gt;&lt;lineCharCount val=&quot;61&quot;/&gt;&lt;lineCharCount val=&quot;72&quot;/&gt;&lt;lineCharCount val=&quot;20&quot;/&gt;&lt;lineCharCount val=&quot;46&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PPSNARRATION" val="2,2086336756,C:\Users\Presenter\Desktop\powerpoint_icerikler\moduller\modul11_pptx\Media.ppcx"/>
</p:tagLst>
</file>

<file path=ppt/tags/tag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63&quot;/&gt;&lt;lineCharCount val=&quot;33&quot;/&gt;&lt;/TableIndex&gt;&lt;/ShapeTextInfo&gt;"/>
  <p:tag name="PRESENTER_SHAPEINFO" val="&lt;ThreeDShapeInfo&gt;&lt;uuid val=&quot;{3138A082-3853-4856-AE0E-F74075299FEC}&quot;/&gt;&lt;isInvalidForFieldText val=&quot;0&quot;/&gt;&lt;Image&gt;&lt;filename val=&quot;C:\Users\PRESEN~1\AppData\Local\Temp\PR\data\asimages\{3138A082-3853-4856-AE0E-F74075299FEC}_4.png&quot;/&gt;&lt;left val=&quot;36&quot;/&gt;&lt;top val=&quot;27&quot;/&gt;&lt;width val=&quot;649&quot;/&gt;&lt;height val=&quot;67&quot;/&gt;&lt;hasText val=&quot;1&quot;/&gt;&lt;/Image&gt;&lt;/ThreeDShapeInfo&gt;"/>
</p:tagLst>
</file>

<file path=ppt/tags/tag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0&quot;/&gt;&lt;/TableIndex&gt;&lt;/ShapeTextInfo&gt;"/>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1&quot;/&gt;&lt;lineCharCount val=&quot;62&quot;/&gt;&lt;lineCharCount val=&quot;84&quot;/&gt;&lt;lineCharCount val=&quot;80&quot;/&gt;&lt;lineCharCount val=&quot;19&quot;/&gt;&lt;lineCharCount val=&quot;80&quot;/&gt;&lt;lineCharCount val=&quot;72&quot;/&gt;&lt;lineCharCount val=&quot;76&quot;/&gt;&lt;lineCharCount val=&quot;69&quot;/&gt;&lt;lineCharCount val=&quot;16&quot;/&gt;&lt;lineCharCount val=&quot;87&quot;/&gt;&lt;lineCharCount val=&quot;66&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PPSNARRATION" val="3,2086336756,C:\Users\Presenter\Desktop\powerpoint_icerikler\moduller\modul11_pptx\Media.ppcx"/>
</p:tagLst>
</file>

<file path=ppt/tags/tag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63&quot;/&gt;&lt;lineCharCount val=&quot;33&quot;/&gt;&lt;/TableIndex&gt;&lt;/ShapeTextInfo&gt;"/>
  <p:tag name="PRESENTER_SHAPEINFO" val="&lt;ThreeDShapeInfo&gt;&lt;uuid val=&quot;{706FF4A6-2460-4C84-86F0-B67506905DA6}&quot;/&gt;&lt;isInvalidForFieldText val=&quot;0&quot;/&gt;&lt;Image&gt;&lt;filename val=&quot;C:\Users\PRESEN~1\AppData\Local\Temp\PR\data\asimages\{706FF4A6-2460-4C84-86F0-B67506905DA6}_5.png&quot;/&gt;&lt;left val=&quot;36&quot;/&gt;&lt;top val=&quot;27&quot;/&gt;&lt;width val=&quot;649&quot;/&gt;&lt;height val=&quot;67&quot;/&gt;&lt;hasText val=&quot;1&quot;/&gt;&lt;/Image&gt;&lt;/ThreeDShapeInfo&gt;"/>
</p:tagLst>
</file>

<file path=ppt/tags/tag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0&quot;/&gt;&lt;/TableIndex&gt;&lt;/ShapeTextInfo&gt;"/>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5&quot;/&gt;&lt;lineCharCount val=&quot;57&quot;/&gt;&lt;lineCharCount val=&quot;46&quot;/&gt;&lt;lineCharCount val=&quot;87&quot;/&gt;&lt;lineCharCount val=&quot;38&quot;/&gt;&lt;lineCharCount val=&quot;1&quot;/&gt;&lt;lineCharCount val=&quot;1&quot;/&gt;&lt;lineCharCount val=&quot;1&quot;/&gt;&lt;lineCharCount val=&quot;1&quot;/&gt;&lt;lineCharCount val=&quot;87&quot;/&gt;&lt;lineCharCount val=&quot;87&quot;/&gt;&lt;lineCharCount val=&quot;21&quot;/&gt;&lt;lineCharCount val=&quot;78&quot;/&gt;&lt;lineCharCount val=&quot;85&quot;/&gt;&lt;lineCharCount val=&quot;45&quot;/&gt;&lt;lineCharCount val=&quot;1&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PSNARRATION" val="4,2086336756,C:\Users\Presenter\Desktop\powerpoint_icerikler\moduller\modul11_pptx\Media.ppcx"/>
</p:tagLst>
</file>

<file path=ppt/tags/tag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63&quot;/&gt;&lt;lineCharCount val=&quot;33&quot;/&gt;&lt;/TableIndex&gt;&lt;/ShapeTextInfo&gt;"/>
  <p:tag name="PRESENTER_SHAPEINFO" val="&lt;ThreeDShapeInfo&gt;&lt;uuid val=&quot;{B78B6095-B117-4181-9160-A2A34E68337D}&quot;/&gt;&lt;isInvalidForFieldText val=&quot;0&quot;/&gt;&lt;Image&gt;&lt;filename val=&quot;C:\Users\PRESEN~1\AppData\Local\Temp\PR\data\asimages\{B78B6095-B117-4181-9160-A2A34E68337D}_6.png&quot;/&gt;&lt;left val=&quot;36&quot;/&gt;&lt;top val=&quot;27&quot;/&gt;&lt;width val=&quot;649&quot;/&gt;&lt;height val=&quot;67&quot;/&gt;&lt;hasText val=&quot;1&quot;/&gt;&lt;/Image&gt;&lt;/ThreeDShapeInfo&gt;"/>
</p:tagLst>
</file>

<file path=ppt/tags/tag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0&quot;/&gt;&lt;/TableIndex&gt;&lt;/ShapeTextInfo&gt;"/>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72&quot;/&gt;&lt;lineCharCount val=&quot;67&quot;/&gt;&lt;lineCharCount val=&quot;80&quot;/&gt;&lt;lineCharCount val=&quot;1&quot;/&gt;&lt;lineCharCount val=&quot;1&quot;/&gt;&lt;lineCharCount val=&quot;1&quot;/&gt;&lt;lineCharCount val=&quot;33&quot;/&gt;&lt;lineCharCount val=&quot;1&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PPSNARRATION" val="5,2086336756,C:\Users\Presenter\Desktop\powerpoint_icerikler\moduller\modul11_pptx\Media.ppcx"/>
</p:tagLst>
</file>

<file path=ppt/tags/tag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3&quot;/&gt;&lt;/TableIndex&gt;&lt;/ShapeTextInfo&gt;"/>
  <p:tag name="PRESENTER_SHAPEINFO" val="&lt;ThreeDShapeInfo&gt;&lt;uuid val=&quot;{8B21C1AD-3687-431C-89DC-9FE17BCF2157}&quot;/&gt;&lt;isInvalidForFieldText val=&quot;0&quot;/&gt;&lt;Image&gt;&lt;filename val=&quot;C:\Users\PRESEN~1\AppData\Local\Temp\PR\data\asimages\{8B21C1AD-3687-431C-89DC-9FE17BCF2157}_7.png&quot;/&gt;&lt;left val=&quot;36&quot;/&gt;&lt;top val=&quot;36&quot;/&gt;&lt;width val=&quot;649&quot;/&gt;&lt;height val=&quot;51&quot;/&gt;&lt;hasText val=&quot;1&quot;/&gt;&lt;/Image&gt;&lt;/ThreeDShapeInfo&gt;"/>
</p:tagLst>
</file>

<file path=ppt/tags/tag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0&quot;/&gt;&lt;/TableIndex&gt;&lt;/ShapeTextInfo&gt;"/>
</p:tagLst>
</file>

<file path=ppt/tags/tag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86&quot;/&gt;&lt;lineCharCount val=&quot;33&quot;/&gt;&lt;lineCharCount val=&quot;1&quot;/&gt;&lt;lineCharCount val=&quot;1&quot;/&gt;&lt;lineCharCount val=&quot;1&quot;/&gt;&lt;lineCharCount val=&quot;66&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42&quot;/&gt;&lt;lineCharCount val=&quot;43&quot;/&gt;&lt;lineCharCount val=&quot;39&quot;/&gt;&lt;lineCharCount val=&quot;42&quot;/&gt;&lt;lineCharCount val=&quot;19&quot;/&gt;&lt;lineCharCount val=&quot;49&quot;/&gt;&lt;lineCharCount val=&quot;13&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PSNARRATION" val="6,2086336756,C:\Users\Presenter\Desktop\powerpoint_icerikler\moduller\modul11_pptx\Media.ppcx"/>
</p:tagLst>
</file>

<file path=ppt/tags/tag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65&quot;/&gt;&lt;lineCharCount val=&quot;19&quot;/&gt;&lt;/TableIndex&gt;&lt;/ShapeTextInfo&gt;"/>
  <p:tag name="PRESENTER_SHAPEINFO" val="&lt;ThreeDShapeInfo&gt;&lt;uuid val=&quot;{AA265F7D-CF53-4BA4-9014-DAD5CBE6E9DA}&quot;/&gt;&lt;isInvalidForFieldText val=&quot;0&quot;/&gt;&lt;Image&gt;&lt;filename val=&quot;C:\Users\PRESEN~1\AppData\Local\Temp\PR\data\asimages\{AA265F7D-CF53-4BA4-9014-DAD5CBE6E9DA}_8.png&quot;/&gt;&lt;left val=&quot;36&quot;/&gt;&lt;top val=&quot;27&quot;/&gt;&lt;width val=&quot;649&quot;/&gt;&lt;height val=&quot;67&quot;/&gt;&lt;hasText val=&quot;1&quot;/&gt;&lt;/Image&gt;&lt;/ThreeDShapeInfo&gt;"/>
</p:tagLst>
</file>

<file path=ppt/tags/tag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0&quot;/&gt;&lt;/TableIndex&gt;&lt;/ShapeTextInfo&gt;"/>
</p:tagLst>
</file>

<file path=ppt/tags/tag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85&quot;/&gt;&lt;lineCharCount val=&quot;93&quot;/&gt;&lt;lineCharCount val=&quot;6&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26&quot;/&gt;&lt;lineCharCount val=&quot;20&quot;/&gt;&lt;lineCharCount val=&quot;19&quot;/&gt;&lt;lineCharCount val=&quot;22&quot;/&gt;&lt;lineCharCount val=&quot;9&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3&quot;/&gt;&lt;lineCharCount val=&quot;81&quot;/&gt;&lt;lineCharCount val=&quot;87&quot;/&gt;&lt;lineCharCount val=&quot;10&quot;/&gt;&lt;lineCharCount val=&quot;1&quot;/&gt;&lt;lineCharCount val=&quot;1&quot;/&gt;&lt;lineCharCount val=&quot;1&quot;/&gt;&lt;lineCharCount val=&quot;1&quot;/&gt;&lt;lineCharCount val=&quot;1&quot;/&gt;&lt;lineCharCount val=&quot;1&quot;/&gt;&lt;lineCharCount val=&quot;1&quot;/&gt;&lt;lineCharCount val=&quot;1&quot;/&gt;&lt;lineCharCount val=&quot;73&quot;/&gt;&lt;lineCharCount val=&quot;39&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6.xml><?xml version="1.0" encoding="utf-8"?>
<p:tagLst xmlns:a="http://schemas.openxmlformats.org/drawingml/2006/main" xmlns:r="http://schemas.openxmlformats.org/officeDocument/2006/relationships" xmlns:p="http://schemas.openxmlformats.org/presentationml/2006/main">
  <p:tag name="PPSNARRATION" val="7,2086336756,C:\Users\Presenter\Desktop\powerpoint_icerikler\moduller\modul11_pptx\Media.ppcx"/>
</p:tagLst>
</file>

<file path=ppt/tags/tag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65&quot;/&gt;&lt;lineCharCount val=&quot;19&quot;/&gt;&lt;/TableIndex&gt;&lt;/ShapeTextInfo&gt;"/>
  <p:tag name="PRESENTER_SHAPEINFO" val="&lt;ThreeDShapeInfo&gt;&lt;uuid val=&quot;{6734E6F1-D6BD-4D82-9836-67CC8E9AACC3}&quot;/&gt;&lt;isInvalidForFieldText val=&quot;0&quot;/&gt;&lt;Image&gt;&lt;filename val=&quot;C:\Users\PRESEN~1\AppData\Local\Temp\PR\data\asimages\{6734E6F1-D6BD-4D82-9836-67CC8E9AACC3}_9.png&quot;/&gt;&lt;left val=&quot;36&quot;/&gt;&lt;top val=&quot;27&quot;/&gt;&lt;width val=&quot;649&quot;/&gt;&lt;height val=&quot;67&quot;/&gt;&lt;hasText val=&quot;1&quot;/&gt;&lt;/Image&gt;&lt;/ThreeDShapeInfo&gt;"/>
</p:tagLst>
</file>

<file path=ppt/tags/tag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0&quot;/&gt;&lt;/TableIndex&gt;&lt;/ShapeTextInfo&gt;"/>
</p:tagLst>
</file>

<file path=ppt/tags/tag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7&quot;/&gt;&lt;lineCharCount val=&quot;78&quot;/&gt;&lt;lineCharCount val=&quot;91&quot;/&gt;&lt;lineCharCount val=&quot;39&quot;/&gt;&lt;lineCharCount val=&quot;1&quot;/&gt;&lt;lineCharCount val=&quot;1&quot;/&gt;&lt;lineCharCount val=&quot;1&quot;/&gt;&lt;lineCharCount val=&quot;1&quot;/&gt;&lt;lineCharCount val=&quot;1&quot;/&gt;&lt;lineCharCount val=&quot;1&quot;/&gt;&lt;lineCharCount val=&quot;1&quot;/&gt;&lt;lineCharCount val=&quot;1&quot;/&gt;&lt;lineCharCount val=&quot;91&quot;/&gt;&lt;lineCharCount val=&quot;21&quot;/&gt;&lt;lineCharCount val=&quot;75&quot;/&gt;&lt;lineCharCount val=&quot;47&quot;/&gt;&lt;lineCharCount val=&quot;83&quot;/&gt;&lt;lineCharCount val=&quot;68&quot;/&gt;&lt;/TableIndex&gt;&lt;/ShapeTextInfo&gt;"/>
</p:tagLst>
</file>

<file path=ppt/tags/tag1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4.xml><?xml version="1.0" encoding="utf-8"?>
<p:tagLst xmlns:a="http://schemas.openxmlformats.org/drawingml/2006/main" xmlns:r="http://schemas.openxmlformats.org/officeDocument/2006/relationships" xmlns:p="http://schemas.openxmlformats.org/presentationml/2006/main">
  <p:tag name="PPSNARRATION" val="8,2086336756,C:\Users\Presenter\Desktop\powerpoint_icerikler\moduller\modul11_pptx\Media.ppcx"/>
</p:tagLst>
</file>

<file path=ppt/tags/tag1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9&quot;/&gt;&lt;/TableIndex&gt;&lt;/ShapeTextInfo&gt;"/>
  <p:tag name="PRESENTER_SHAPEINFO" val="&lt;ThreeDShapeInfo&gt;&lt;uuid val=&quot;{343876BC-D09A-4597-AC24-CA10BCD71023}&quot;/&gt;&lt;isInvalidForFieldText val=&quot;0&quot;/&gt;&lt;Image&gt;&lt;filename val=&quot;C:\Users\PRESEN~1\AppData\Local\Temp\PR\data\asimages\{343876BC-D09A-4597-AC24-CA10BCD71023}_10.png&quot;/&gt;&lt;left val=&quot;36&quot;/&gt;&lt;top val=&quot;30&quot;/&gt;&lt;width val=&quot;649&quot;/&gt;&lt;height val=&quot;62&quot;/&gt;&lt;hasText val=&quot;1&quot;/&gt;&lt;/Image&gt;&lt;/ThreeDShapeInfo&gt;"/>
</p:tagLst>
</file>

<file path=ppt/tags/tag1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0&quot;/&gt;&lt;/TableIndex&gt;&lt;/ShapeTextInfo&gt;"/>
</p:tagLst>
</file>

<file path=ppt/tags/tag1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5&quot;/&gt;&lt;lineCharCount val=&quot;60&quot;/&gt;&lt;lineCharCount val=&quot;76&quot;/&gt;&lt;lineCharCount val=&quot;1&quot;/&gt;&lt;lineCharCount val=&quot;1&quot;/&gt;&lt;lineCharCount val=&quot;1&quot;/&gt;&lt;lineCharCount val=&quot;1&quot;/&gt;&lt;lineCharCount val=&quot;1&quot;/&gt;&lt;lineCharCount val=&quot;1&quot;/&gt;&lt;lineCharCount val=&quot;1&quot;/&gt;&lt;lineCharCount val=&quot;1&quot;/&gt;&lt;lineCharCount val=&quot;1&quot;/&gt;&lt;lineCharCount val=&quot;82&quot;/&gt;&lt;lineCharCount val=&quot;81&quot;/&gt;&lt;lineCharCount val=&quot;52&quot;/&gt;&lt;lineCharCount val=&quot;1&quot;/&gt;&lt;/TableIndex&gt;&lt;/ShapeTextInfo&gt;"/>
</p:tagLst>
</file>

<file path=ppt/tags/tag1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heme/theme1.xml><?xml version="1.0" encoding="utf-8"?>
<a:theme xmlns:a="http://schemas.openxmlformats.org/drawingml/2006/main" name="Hava Akımı">
  <a:themeElements>
    <a:clrScheme name="Hava Akımı">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Hava Akımı">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ava Akımı">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1786</TotalTime>
  <Words>983</Words>
  <Application>Microsoft Office PowerPoint</Application>
  <PresentationFormat>Ekran Gösterisi (4:3)</PresentationFormat>
  <Paragraphs>127</Paragraphs>
  <Slides>10</Slides>
  <Notes>7</Notes>
  <HiddenSlides>0</HiddenSlides>
  <MMClips>0</MMClips>
  <ScaleCrop>false</ScaleCrop>
  <HeadingPairs>
    <vt:vector size="4" baseType="variant">
      <vt:variant>
        <vt:lpstr>Tema</vt:lpstr>
      </vt:variant>
      <vt:variant>
        <vt:i4>2</vt:i4>
      </vt:variant>
      <vt:variant>
        <vt:lpstr>Slayt Başlıkları</vt:lpstr>
      </vt:variant>
      <vt:variant>
        <vt:i4>10</vt:i4>
      </vt:variant>
    </vt:vector>
  </HeadingPairs>
  <TitlesOfParts>
    <vt:vector size="12" baseType="lpstr">
      <vt:lpstr>Hava Akımı</vt:lpstr>
      <vt:lpstr>Ofis Teması</vt:lpstr>
      <vt:lpstr>PowerPoint</vt:lpstr>
      <vt:lpstr>Öğrenme Hedefleri</vt:lpstr>
      <vt:lpstr>İçindekiler</vt:lpstr>
      <vt:lpstr>Slaytta, metin ya da görüntülere önceden belirlenmiş animasyon uygulamak, animasyonu değiştirmek</vt:lpstr>
      <vt:lpstr>Slaytta, metin ya da görüntülere önceden belirlenmiş animasyon uygulamak, animasyonu değiştirmek</vt:lpstr>
      <vt:lpstr>Slaytta, metin ya da görüntülere önceden belirlenmiş animasyon uygulamak, animasyonu değiştirmek</vt:lpstr>
      <vt:lpstr>Slaytta bulunan animasyonların listesini görüntüleme </vt:lpstr>
      <vt:lpstr>Animasyonların efekt seçeneklerini, sırasını belirlemek ve zaman ayarlamaları yapmak</vt:lpstr>
      <vt:lpstr>Animasyonların efekt seçeneklerini, sırasını belirlemek ve zaman ayarlamaları yapmak</vt:lpstr>
      <vt:lpstr>Animasyonu bir tetikleyici ile oynatmak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zparlak</dc:creator>
  <cp:lastModifiedBy>Presenter</cp:lastModifiedBy>
  <cp:revision>523</cp:revision>
  <dcterms:created xsi:type="dcterms:W3CDTF">2011-06-08T08:18:11Z</dcterms:created>
  <dcterms:modified xsi:type="dcterms:W3CDTF">2011-09-17T10:43:37Z</dcterms:modified>
</cp:coreProperties>
</file>