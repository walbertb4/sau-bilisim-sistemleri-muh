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2.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3.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0"/>
  </p:notesMasterIdLst>
  <p:sldIdLst>
    <p:sldId id="256" r:id="rId3"/>
    <p:sldId id="260" r:id="rId4"/>
    <p:sldId id="258" r:id="rId5"/>
    <p:sldId id="257" r:id="rId6"/>
    <p:sldId id="294" r:id="rId7"/>
    <p:sldId id="295" r:id="rId8"/>
    <p:sldId id="296" r:id="rId9"/>
  </p:sldIdLst>
  <p:sldSz cx="9144000" cy="6858000" type="screen4x3"/>
  <p:notesSz cx="6858000" cy="9144000"/>
  <p:custDataLst>
    <p:tags r:id="rId11"/>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000" autoAdjust="0"/>
  </p:normalViewPr>
  <p:slideViewPr>
    <p:cSldViewPr>
      <p:cViewPr>
        <p:scale>
          <a:sx n="70" d="100"/>
          <a:sy n="70" d="100"/>
        </p:scale>
        <p:origin x="-1368" y="-52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F07403-48BF-4B87-9E20-50CC050AC631}" type="datetimeFigureOut">
              <a:rPr lang="tr-TR" smtClean="0"/>
              <a:t>16.09.2011</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kern="1200" dirty="0" smtClean="0">
                <a:solidFill>
                  <a:schemeClr val="tx1"/>
                </a:solidFill>
                <a:effectLst/>
                <a:latin typeface="+mn-lt"/>
                <a:ea typeface="+mn-ea"/>
                <a:cs typeface="+mn-cs"/>
              </a:rPr>
              <a:t>0. </a:t>
            </a:r>
            <a:r>
              <a:rPr lang="tr-TR" sz="1200" b="1" kern="1200" dirty="0" err="1" smtClean="0">
                <a:solidFill>
                  <a:schemeClr val="tx1"/>
                </a:solidFill>
                <a:effectLst/>
                <a:latin typeface="+mn-lt"/>
                <a:ea typeface="+mn-ea"/>
                <a:cs typeface="+mn-cs"/>
              </a:rPr>
              <a:t>Slayta</a:t>
            </a:r>
            <a:r>
              <a:rPr lang="tr-TR" sz="1200" b="1" kern="1200" dirty="0" smtClean="0">
                <a:solidFill>
                  <a:schemeClr val="tx1"/>
                </a:solidFill>
                <a:effectLst/>
                <a:latin typeface="+mn-lt"/>
                <a:ea typeface="+mn-ea"/>
                <a:cs typeface="+mn-cs"/>
              </a:rPr>
              <a:t> küçük resim ekleme</a:t>
            </a:r>
            <a:endParaRPr lang="tr-TR" sz="1200" kern="1200" dirty="0" smtClean="0">
              <a:solidFill>
                <a:schemeClr val="tx1"/>
              </a:solidFill>
              <a:effectLst/>
              <a:latin typeface="+mn-lt"/>
              <a:ea typeface="+mn-ea"/>
              <a:cs typeface="+mn-cs"/>
            </a:endParaRPr>
          </a:p>
          <a:p>
            <a:r>
              <a:rPr lang="tr-TR" sz="1200" kern="1200" dirty="0" smtClean="0">
                <a:solidFill>
                  <a:schemeClr val="tx1"/>
                </a:solidFill>
                <a:effectLst/>
                <a:latin typeface="+mn-lt"/>
                <a:ea typeface="+mn-ea"/>
                <a:cs typeface="+mn-cs"/>
              </a:rPr>
              <a:t>“Küçük Resim”, Microsoft Office ile birlikte sağlanan çizimlerin, fotoğrafların ve görüntülerin genel adıdır. “Küçük resim” çoğunlukla bir bit eşlem veya çizili şekillerin birleşimi olarak görülen, tek bir hazır resim parçası olarak tanımlanır.</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b="1" kern="1200" dirty="0" smtClean="0">
                <a:solidFill>
                  <a:schemeClr val="tx1"/>
                </a:solidFill>
                <a:effectLst/>
                <a:latin typeface="+mn-lt"/>
                <a:ea typeface="+mn-ea"/>
                <a:cs typeface="+mn-cs"/>
              </a:rPr>
              <a:t>0. </a:t>
            </a:r>
            <a:r>
              <a:rPr lang="tr-TR" sz="1200" kern="1200" dirty="0" smtClean="0">
                <a:solidFill>
                  <a:schemeClr val="tx1"/>
                </a:solidFill>
                <a:effectLst/>
                <a:latin typeface="+mn-lt"/>
                <a:ea typeface="+mn-ea"/>
                <a:cs typeface="+mn-cs"/>
              </a:rPr>
              <a:t>Slaytlara eklemiş olduğunuz çizim şeklindeki küçük resimler üzerinde renk ve şekil değişiklikler i yapabilirsiniz.</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b="1" kern="1200" dirty="0" smtClean="0">
                <a:solidFill>
                  <a:schemeClr val="tx1"/>
                </a:solidFill>
                <a:effectLst/>
                <a:latin typeface="+mn-lt"/>
                <a:ea typeface="+mn-ea"/>
                <a:cs typeface="+mn-cs"/>
              </a:rPr>
              <a:t>0. </a:t>
            </a:r>
            <a:r>
              <a:rPr lang="tr-TR" sz="1200" kern="1200" dirty="0" smtClean="0">
                <a:solidFill>
                  <a:schemeClr val="tx1"/>
                </a:solidFill>
                <a:effectLst/>
                <a:latin typeface="+mn-lt"/>
                <a:ea typeface="+mn-ea"/>
                <a:cs typeface="+mn-cs"/>
              </a:rPr>
              <a:t>Bilgisayarınızda </a:t>
            </a:r>
            <a:r>
              <a:rPr lang="tr-TR" sz="1200" kern="1200" dirty="0" err="1" smtClean="0">
                <a:solidFill>
                  <a:schemeClr val="tx1"/>
                </a:solidFill>
                <a:effectLst/>
                <a:latin typeface="+mn-lt"/>
                <a:ea typeface="+mn-ea"/>
                <a:cs typeface="+mn-cs"/>
              </a:rPr>
              <a:t>varolan</a:t>
            </a:r>
            <a:r>
              <a:rPr lang="tr-TR" sz="1200" kern="1200" dirty="0" smtClean="0">
                <a:solidFill>
                  <a:schemeClr val="tx1"/>
                </a:solidFill>
                <a:effectLst/>
                <a:latin typeface="+mn-lt"/>
                <a:ea typeface="+mn-ea"/>
                <a:cs typeface="+mn-cs"/>
              </a:rPr>
              <a:t> bir resim PowerPoint slaytlarına eklenebilir ve istenirse bu resimler arka plan resmi olarak tanımlanabilir.</a:t>
            </a:r>
          </a:p>
          <a:p>
            <a:endParaRPr lang="tr-TR" dirty="0" smtClean="0"/>
          </a:p>
          <a:p>
            <a:r>
              <a:rPr lang="tr-TR" sz="1200" b="1" kern="1200" dirty="0" smtClean="0">
                <a:solidFill>
                  <a:schemeClr val="tx1"/>
                </a:solidFill>
                <a:effectLst/>
                <a:latin typeface="+mn-lt"/>
                <a:ea typeface="+mn-ea"/>
                <a:cs typeface="+mn-cs"/>
              </a:rPr>
              <a:t>&gt; 4. </a:t>
            </a:r>
            <a:r>
              <a:rPr lang="tr-TR" sz="1200" kern="1200" dirty="0" smtClean="0">
                <a:solidFill>
                  <a:schemeClr val="tx1"/>
                </a:solidFill>
                <a:effectLst/>
                <a:latin typeface="+mn-lt"/>
                <a:ea typeface="+mn-ea"/>
                <a:cs typeface="+mn-cs"/>
              </a:rPr>
              <a:t>Bilgisayarınızda yer alan herhangi bir resmi kopyala-yapıştır ile slaytlarınıza ekleyebilirsiniz. </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b="1" kern="1200" dirty="0" smtClean="0">
                <a:solidFill>
                  <a:schemeClr val="tx1"/>
                </a:solidFill>
                <a:effectLst/>
                <a:latin typeface="+mn-lt"/>
                <a:ea typeface="+mn-ea"/>
                <a:cs typeface="+mn-cs"/>
              </a:rPr>
              <a:t>0. </a:t>
            </a:r>
            <a:r>
              <a:rPr lang="tr-TR" sz="1200" kern="1200" dirty="0" smtClean="0">
                <a:solidFill>
                  <a:schemeClr val="tx1"/>
                </a:solidFill>
                <a:effectLst/>
                <a:latin typeface="+mn-lt"/>
                <a:ea typeface="+mn-ea"/>
                <a:cs typeface="+mn-cs"/>
              </a:rPr>
              <a:t>Sununuzdaki resimlerinize  bir resim stili uygulayabilirsiniz. Resim stilleri resim kenarlığı ve resim efektleri gibi farklı biçimlendirme seçeneklerinin birleşimleridir.  </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16.09.2011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16.09.2011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16.09.2011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16.09.2011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16.09.2011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16.09.2011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16.09.2011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16.09.2011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16.09.2011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16.09.2011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16.09.2011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16.09.2011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16.09.2011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16.09.2011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16.09.2011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16.09.2011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16.09.2011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16.09.2011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16.09.2011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16.09.2011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16.09.2011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16.09.2011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16.09.2011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16.09.2011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10" Type="http://schemas.openxmlformats.org/officeDocument/2006/relationships/image" Target="../media/image2.jpg"/><Relationship Id="rId4" Type="http://schemas.openxmlformats.org/officeDocument/2006/relationships/tags" Target="../tags/tag38.xml"/><Relationship Id="rId9"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3.gi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Layout" Target="../slideLayouts/slideLayout2.xml"/><Relationship Id="rId5" Type="http://schemas.openxmlformats.org/officeDocument/2006/relationships/tags" Target="../tags/tag46.xml"/><Relationship Id="rId4" Type="http://schemas.openxmlformats.org/officeDocument/2006/relationships/tags" Target="../tags/tag45.xml"/></Relationships>
</file>

<file path=ppt/slides/_rels/slide3.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s>
</file>

<file path=ppt/slides/_rels/slide4.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image" Target="../media/image6.png"/><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image" Target="../media/image5.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image" Target="../media/image4.png"/><Relationship Id="rId5" Type="http://schemas.openxmlformats.org/officeDocument/2006/relationships/tags" Target="../tags/tag57.xml"/><Relationship Id="rId15" Type="http://schemas.openxmlformats.org/officeDocument/2006/relationships/image" Target="../media/image8.png"/><Relationship Id="rId10" Type="http://schemas.openxmlformats.org/officeDocument/2006/relationships/notesSlide" Target="../notesSlides/notesSlide1.xml"/><Relationship Id="rId4" Type="http://schemas.openxmlformats.org/officeDocument/2006/relationships/tags" Target="../tags/tag56.xml"/><Relationship Id="rId9" Type="http://schemas.openxmlformats.org/officeDocument/2006/relationships/slideLayout" Target="../slideLayouts/slideLayout13.xml"/><Relationship Id="rId1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image" Target="../media/image11.png"/><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tags" Target="../tags/tag62.xml"/><Relationship Id="rId16" Type="http://schemas.openxmlformats.org/officeDocument/2006/relationships/image" Target="../media/image14.png"/><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image" Target="../media/image9.png"/><Relationship Id="rId5" Type="http://schemas.openxmlformats.org/officeDocument/2006/relationships/tags" Target="../tags/tag65.xml"/><Relationship Id="rId15" Type="http://schemas.openxmlformats.org/officeDocument/2006/relationships/image" Target="../media/image13.png"/><Relationship Id="rId10" Type="http://schemas.openxmlformats.org/officeDocument/2006/relationships/notesSlide" Target="../notesSlides/notesSlide2.xml"/><Relationship Id="rId4" Type="http://schemas.openxmlformats.org/officeDocument/2006/relationships/tags" Target="../tags/tag64.xml"/><Relationship Id="rId9" Type="http://schemas.openxmlformats.org/officeDocument/2006/relationships/slideLayout" Target="../slideLayouts/slideLayout13.xml"/><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image" Target="../media/image17.png"/><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16.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image" Target="../media/image4.png"/><Relationship Id="rId5" Type="http://schemas.openxmlformats.org/officeDocument/2006/relationships/tags" Target="../tags/tag73.xml"/><Relationship Id="rId10" Type="http://schemas.openxmlformats.org/officeDocument/2006/relationships/notesSlide" Target="../notesSlides/notesSlide3.xml"/><Relationship Id="rId4" Type="http://schemas.openxmlformats.org/officeDocument/2006/relationships/tags" Target="../tags/tag72.xml"/><Relationship Id="rId9" Type="http://schemas.openxmlformats.org/officeDocument/2006/relationships/slideLayout" Target="../slideLayouts/slideLayout13.xml"/><Relationship Id="rId1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tags" Target="../tags/tag84.xml"/><Relationship Id="rId13" Type="http://schemas.openxmlformats.org/officeDocument/2006/relationships/image" Target="../media/image19.png"/><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notesSlide" Target="../notesSlides/notesSlide4.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slideLayout" Target="../slideLayouts/slideLayout13.xml"/><Relationship Id="rId5" Type="http://schemas.openxmlformats.org/officeDocument/2006/relationships/tags" Target="../tags/tag81.xml"/><Relationship Id="rId10" Type="http://schemas.openxmlformats.org/officeDocument/2006/relationships/tags" Target="../tags/tag86.xml"/><Relationship Id="rId4" Type="http://schemas.openxmlformats.org/officeDocument/2006/relationships/tags" Target="../tags/tag80.xml"/><Relationship Id="rId9" Type="http://schemas.openxmlformats.org/officeDocument/2006/relationships/tags" Target="../tags/tag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9"/>
          <a:stretch>
            <a:fillRect/>
          </a:stretch>
        </p:blipFill>
        <p:spPr>
          <a:xfrm>
            <a:off x="189107" y="4572000"/>
            <a:ext cx="8765785" cy="2188205"/>
          </a:xfrm>
          <a:prstGeom prst="rect">
            <a:avLst/>
          </a:prstGeom>
          <a:noFill/>
          <a:ln>
            <a:noFill/>
          </a:ln>
        </p:spPr>
      </p:pic>
      <p:sp>
        <p:nvSpPr>
          <p:cNvPr id="7" name="Dikdörtgen 6"/>
          <p:cNvSpPr/>
          <p:nvPr>
            <p:custDataLst>
              <p:tags r:id="rId1"/>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2"/>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3"/>
            </p:custDataLst>
          </p:nvPr>
        </p:nvSpPr>
        <p:spPr>
          <a:xfrm>
            <a:off x="0" y="2827491"/>
            <a:ext cx="4455328"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PowerPoint</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4"/>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5"/>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Öğr.Gör.Dr</a:t>
            </a:r>
            <a:r>
              <a:rPr lang="tr-TR" sz="1600" i="1" dirty="0" smtClean="0">
                <a:solidFill>
                  <a:schemeClr val="bg1"/>
                </a:solidFill>
              </a:rPr>
              <a:t>. Zekeriya PARLAK</a:t>
            </a:r>
            <a:endParaRPr lang="tr-TR" sz="1600" i="1" dirty="0">
              <a:solidFill>
                <a:schemeClr val="bg1"/>
              </a:solidFill>
            </a:endParaRPr>
          </a:p>
        </p:txBody>
      </p:sp>
      <p:sp>
        <p:nvSpPr>
          <p:cNvPr id="9" name="Dikdörtgen 8"/>
          <p:cNvSpPr/>
          <p:nvPr>
            <p:custDataLst>
              <p:tags r:id="rId6"/>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4" name="Resim 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96200" y="2895600"/>
            <a:ext cx="1447800" cy="1600200"/>
          </a:xfrm>
          <a:prstGeom prst="rect">
            <a:avLst/>
          </a:prstGeom>
        </p:spPr>
      </p:pic>
      <p:sp>
        <p:nvSpPr>
          <p:cNvPr id="11" name="Metin kutusu 10"/>
          <p:cNvSpPr txBox="1"/>
          <p:nvPr>
            <p:custDataLst>
              <p:tags r:id="rId7"/>
            </p:custDataLst>
          </p:nvPr>
        </p:nvSpPr>
        <p:spPr>
          <a:xfrm>
            <a:off x="7813186" y="6629400"/>
            <a:ext cx="1330814" cy="261610"/>
          </a:xfrm>
          <a:prstGeom prst="rect">
            <a:avLst/>
          </a:prstGeom>
          <a:noFill/>
        </p:spPr>
        <p:txBody>
          <a:bodyPr wrap="none" rtlCol="0">
            <a:spAutoFit/>
          </a:bodyPr>
          <a:lstStyle/>
          <a:p>
            <a:r>
              <a:rPr lang="tr-TR" sz="1100" i="1" dirty="0" smtClean="0">
                <a:latin typeface="Calibri" pitchFamily="34" charset="0"/>
                <a:cs typeface="Calibri" pitchFamily="34" charset="0"/>
              </a:rPr>
              <a:t>Sakarya Üniversitesi</a:t>
            </a:r>
            <a:endParaRPr lang="tr-TR" sz="1100" i="1" dirty="0">
              <a:latin typeface="Calibri" pitchFamily="34" charset="0"/>
              <a:cs typeface="Calibri" pitchFamily="34" charset="0"/>
            </a:endParaRPr>
          </a:p>
        </p:txBody>
      </p:sp>
    </p:spTree>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2286000"/>
            <a:ext cx="5943600" cy="1752600"/>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2361658"/>
            <a:ext cx="6705600" cy="1569660"/>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Slaytlara küçük resim ekler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Küçük resimler üzerinde renk ve şekil </a:t>
            </a:r>
            <a:r>
              <a:rPr lang="tr-TR" sz="1600" dirty="0" smtClean="0">
                <a:solidFill>
                  <a:schemeClr val="tx1">
                    <a:lumMod val="75000"/>
                    <a:lumOff val="25000"/>
                  </a:schemeClr>
                </a:solidFill>
                <a:latin typeface="Calibri" pitchFamily="34" charset="0"/>
                <a:cs typeface="Calibri" pitchFamily="34" charset="0"/>
              </a:rPr>
              <a:t>değişiklerini yapar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Slaytlara resim </a:t>
            </a:r>
            <a:r>
              <a:rPr lang="tr-TR" sz="1600" dirty="0">
                <a:solidFill>
                  <a:schemeClr val="tx1">
                    <a:lumMod val="75000"/>
                    <a:lumOff val="25000"/>
                  </a:schemeClr>
                </a:solidFill>
                <a:latin typeface="Calibri" pitchFamily="34" charset="0"/>
                <a:cs typeface="Calibri" pitchFamily="34" charset="0"/>
              </a:rPr>
              <a:t>dosyası </a:t>
            </a:r>
            <a:r>
              <a:rPr lang="tr-TR" sz="1600" dirty="0" smtClean="0">
                <a:solidFill>
                  <a:schemeClr val="tx1">
                    <a:lumMod val="75000"/>
                    <a:lumOff val="25000"/>
                  </a:schemeClr>
                </a:solidFill>
                <a:latin typeface="Calibri" pitchFamily="34" charset="0"/>
                <a:cs typeface="Calibri" pitchFamily="34" charset="0"/>
              </a:rPr>
              <a:t>ekler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Resimlerde </a:t>
            </a:r>
            <a:r>
              <a:rPr lang="tr-TR" sz="1600" dirty="0" smtClean="0">
                <a:solidFill>
                  <a:schemeClr val="tx1">
                    <a:lumMod val="75000"/>
                    <a:lumOff val="25000"/>
                  </a:schemeClr>
                </a:solidFill>
                <a:latin typeface="Calibri" pitchFamily="34" charset="0"/>
                <a:cs typeface="Calibri" pitchFamily="34" charset="0"/>
              </a:rPr>
              <a:t>biçim </a:t>
            </a:r>
            <a:r>
              <a:rPr lang="tr-TR" sz="1600" dirty="0">
                <a:solidFill>
                  <a:schemeClr val="tx1">
                    <a:lumMod val="75000"/>
                    <a:lumOff val="25000"/>
                  </a:schemeClr>
                </a:solidFill>
                <a:latin typeface="Calibri" pitchFamily="34" charset="0"/>
                <a:cs typeface="Calibri" pitchFamily="34" charset="0"/>
              </a:rPr>
              <a:t>değişikleri </a:t>
            </a:r>
            <a:r>
              <a:rPr lang="tr-TR" sz="1600" dirty="0" smtClean="0">
                <a:solidFill>
                  <a:schemeClr val="tx1">
                    <a:lumMod val="75000"/>
                    <a:lumOff val="25000"/>
                  </a:schemeClr>
                </a:solidFill>
                <a:latin typeface="Calibri" pitchFamily="34" charset="0"/>
                <a:cs typeface="Calibri" pitchFamily="34" charset="0"/>
              </a:rPr>
              <a:t>yapar</a:t>
            </a: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8077200" cy="3886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3"/>
            </p:custDataLst>
          </p:nvPr>
        </p:nvSpPr>
        <p:spPr>
          <a:xfrm>
            <a:off x="457200" y="2362199"/>
            <a:ext cx="7467600" cy="3048001"/>
          </a:xfrm>
          <a:prstGeom prst="rect">
            <a:avLst/>
          </a:prstGeom>
        </p:spPr>
        <p:txBody>
          <a:bodyPr>
            <a:noAutofit/>
          </a:bodyPr>
          <a:lstStyle/>
          <a:p>
            <a:pPr marL="0" lvl="1" indent="0">
              <a:spcBef>
                <a:spcPts val="0"/>
              </a:spcBef>
              <a:spcAft>
                <a:spcPts val="0"/>
              </a:spcAft>
              <a:buFont typeface="Arial" pitchFamily="34" charset="0"/>
              <a:buNone/>
            </a:pPr>
            <a:endParaRPr lang="tr-TR" sz="1800" b="1" dirty="0">
              <a:latin typeface="Calibri" pitchFamily="34" charset="0"/>
              <a:cs typeface="Calibri" pitchFamily="34" charset="0"/>
            </a:endParaRPr>
          </a:p>
          <a:p>
            <a:pPr marL="0" lvl="1" indent="0">
              <a:spcBef>
                <a:spcPts val="0"/>
              </a:spcBef>
              <a:spcAft>
                <a:spcPts val="0"/>
              </a:spcAft>
              <a:buFont typeface="Arial" pitchFamily="34" charset="0"/>
              <a:buNone/>
            </a:pPr>
            <a:r>
              <a:rPr lang="tr-TR" b="1" dirty="0">
                <a:latin typeface="Calibri" pitchFamily="34" charset="0"/>
                <a:cs typeface="Calibri" pitchFamily="34" charset="0"/>
              </a:rPr>
              <a:t>4.2.    Resimler ve Görüntüler</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4.2.1. </a:t>
            </a:r>
            <a:r>
              <a:rPr lang="tr-TR" sz="1600" b="1" dirty="0" err="1">
                <a:latin typeface="Calibri" pitchFamily="34" charset="0"/>
                <a:cs typeface="Calibri" pitchFamily="34" charset="0"/>
              </a:rPr>
              <a:t>Slayta</a:t>
            </a:r>
            <a:r>
              <a:rPr lang="tr-TR" sz="1600" b="1" dirty="0">
                <a:latin typeface="Calibri" pitchFamily="34" charset="0"/>
                <a:cs typeface="Calibri" pitchFamily="34" charset="0"/>
              </a:rPr>
              <a:t> küçük resim </a:t>
            </a:r>
            <a:r>
              <a:rPr lang="tr-TR" sz="1600" b="1" dirty="0" smtClean="0">
                <a:latin typeface="Calibri" pitchFamily="34" charset="0"/>
                <a:cs typeface="Calibri" pitchFamily="34" charset="0"/>
              </a:rPr>
              <a:t>ekleme</a:t>
            </a:r>
            <a:endParaRPr lang="tr-TR" sz="1600" b="1" dirty="0">
              <a:latin typeface="Calibri" pitchFamily="34" charset="0"/>
              <a:cs typeface="Calibri" pitchFamily="34" charset="0"/>
            </a:endParaRPr>
          </a:p>
          <a:p>
            <a:pPr marL="548640" lvl="3" indent="0">
              <a:spcBef>
                <a:spcPts val="0"/>
              </a:spcBef>
              <a:spcAft>
                <a:spcPts val="0"/>
              </a:spcAft>
              <a:buFont typeface="Arial" pitchFamily="34" charset="0"/>
              <a:buNone/>
            </a:pPr>
            <a:r>
              <a:rPr lang="tr-TR" sz="1400" b="1" dirty="0" smtClean="0">
                <a:latin typeface="Calibri" pitchFamily="34" charset="0"/>
                <a:cs typeface="Calibri" pitchFamily="34" charset="0"/>
              </a:rPr>
              <a:t>	4.2.1.1.   Küçük </a:t>
            </a:r>
            <a:r>
              <a:rPr lang="tr-TR" sz="1400" b="1" dirty="0">
                <a:latin typeface="Calibri" pitchFamily="34" charset="0"/>
                <a:cs typeface="Calibri" pitchFamily="34" charset="0"/>
              </a:rPr>
              <a:t>resimlerin çevrimiçi olarak aranması ve eklenmesi</a:t>
            </a:r>
          </a:p>
          <a:p>
            <a:pPr marL="548640" lvl="3" indent="0">
              <a:spcBef>
                <a:spcPts val="0"/>
              </a:spcBef>
              <a:spcAft>
                <a:spcPts val="0"/>
              </a:spcAft>
              <a:buFont typeface="Arial" pitchFamily="34" charset="0"/>
              <a:buNone/>
            </a:pPr>
            <a:r>
              <a:rPr lang="tr-TR" sz="1400" b="1" dirty="0" smtClean="0">
                <a:latin typeface="Calibri" pitchFamily="34" charset="0"/>
                <a:cs typeface="Calibri" pitchFamily="34" charset="0"/>
              </a:rPr>
              <a:t>         4.2.1.2.   Küçük </a:t>
            </a:r>
            <a:r>
              <a:rPr lang="tr-TR" sz="1400" b="1" dirty="0">
                <a:latin typeface="Calibri" pitchFamily="34" charset="0"/>
                <a:cs typeface="Calibri" pitchFamily="34" charset="0"/>
              </a:rPr>
              <a:t>resimler üzerinde renk ve şekil değişiklerinin yapılması</a:t>
            </a:r>
          </a:p>
          <a:p>
            <a:pPr marL="274320" lvl="2" indent="0">
              <a:spcBef>
                <a:spcPts val="0"/>
              </a:spcBef>
              <a:spcAft>
                <a:spcPts val="0"/>
              </a:spcAft>
              <a:buFont typeface="Arial" pitchFamily="34" charset="0"/>
              <a:buNone/>
            </a:pPr>
            <a:r>
              <a:rPr lang="tr-TR" sz="1600" b="1" dirty="0">
                <a:latin typeface="Calibri" pitchFamily="34" charset="0"/>
                <a:cs typeface="Calibri" pitchFamily="34" charset="0"/>
              </a:rPr>
              <a:t>4.2.2.        </a:t>
            </a:r>
            <a:r>
              <a:rPr lang="tr-TR" sz="1600" b="1" dirty="0" err="1">
                <a:latin typeface="Calibri" pitchFamily="34" charset="0"/>
                <a:cs typeface="Calibri" pitchFamily="34" charset="0"/>
              </a:rPr>
              <a:t>Slayta</a:t>
            </a:r>
            <a:r>
              <a:rPr lang="tr-TR" sz="1600" b="1" dirty="0">
                <a:latin typeface="Calibri" pitchFamily="34" charset="0"/>
                <a:cs typeface="Calibri" pitchFamily="34" charset="0"/>
              </a:rPr>
              <a:t> bir resim dosyası </a:t>
            </a:r>
            <a:r>
              <a:rPr lang="tr-TR" sz="1600" b="1" dirty="0" smtClean="0">
                <a:latin typeface="Calibri" pitchFamily="34" charset="0"/>
                <a:cs typeface="Calibri" pitchFamily="34" charset="0"/>
              </a:rPr>
              <a:t>ekleme</a:t>
            </a:r>
            <a:endParaRPr lang="tr-TR" sz="1600" b="1" dirty="0">
              <a:latin typeface="Calibri" pitchFamily="34" charset="0"/>
              <a:cs typeface="Calibri" pitchFamily="34" charset="0"/>
            </a:endParaRPr>
          </a:p>
          <a:p>
            <a:pPr marL="548640" lvl="3" indent="0">
              <a:spcBef>
                <a:spcPts val="0"/>
              </a:spcBef>
              <a:spcAft>
                <a:spcPts val="0"/>
              </a:spcAft>
              <a:buFont typeface="Arial" pitchFamily="34" charset="0"/>
              <a:buNone/>
            </a:pPr>
            <a:r>
              <a:rPr lang="tr-TR" sz="1400" b="1" dirty="0" smtClean="0">
                <a:latin typeface="Calibri" pitchFamily="34" charset="0"/>
                <a:cs typeface="Calibri" pitchFamily="34" charset="0"/>
              </a:rPr>
              <a:t>        4.2.2.1   Dosyadan </a:t>
            </a:r>
            <a:r>
              <a:rPr lang="tr-TR" sz="1400" b="1" dirty="0">
                <a:latin typeface="Calibri" pitchFamily="34" charset="0"/>
                <a:cs typeface="Calibri" pitchFamily="34" charset="0"/>
              </a:rPr>
              <a:t>ve kopyala-yapıştır ile resim eklenmesi</a:t>
            </a:r>
          </a:p>
          <a:p>
            <a:pPr marL="548640" lvl="3" indent="0">
              <a:spcBef>
                <a:spcPts val="0"/>
              </a:spcBef>
              <a:spcAft>
                <a:spcPts val="0"/>
              </a:spcAft>
              <a:buFont typeface="Arial" pitchFamily="34" charset="0"/>
              <a:buNone/>
            </a:pPr>
            <a:r>
              <a:rPr lang="tr-TR" sz="1400" b="1" dirty="0" smtClean="0">
                <a:latin typeface="Calibri" pitchFamily="34" charset="0"/>
                <a:cs typeface="Calibri" pitchFamily="34" charset="0"/>
              </a:rPr>
              <a:t>        4.2.2.2   Eklenen </a:t>
            </a:r>
            <a:r>
              <a:rPr lang="tr-TR" sz="1400" b="1" dirty="0">
                <a:latin typeface="Calibri" pitchFamily="34" charset="0"/>
                <a:cs typeface="Calibri" pitchFamily="34" charset="0"/>
              </a:rPr>
              <a:t>resimlere biçim değişikleri yapılması: yeniden renklendirme, renk doygunluğu, efekt ekleme, hazır stilleri </a:t>
            </a:r>
            <a:r>
              <a:rPr lang="tr-TR" sz="1400" b="1" dirty="0" smtClean="0">
                <a:latin typeface="Calibri" pitchFamily="34" charset="0"/>
                <a:cs typeface="Calibri" pitchFamily="34" charset="0"/>
              </a:rPr>
              <a:t>kullanma</a:t>
            </a:r>
            <a:endParaRPr lang="tr-TR" sz="1200" dirty="0" smtClean="0">
              <a:latin typeface="Calibri" pitchFamily="34" charset="0"/>
              <a:cs typeface="Calibri" pitchFamily="34" charset="0"/>
            </a:endParaRPr>
          </a:p>
        </p:txBody>
      </p:sp>
      <p:sp>
        <p:nvSpPr>
          <p:cNvPr id="15" name="Slayt Numarası Yer Tutucusu 14"/>
          <p:cNvSpPr>
            <a:spLocks noGrp="1"/>
          </p:cNvSpPr>
          <p:nvPr>
            <p:ph type="sldNum" sz="quarter" idx="12"/>
            <p:custDataLst>
              <p:tags r:id="rId4"/>
            </p:custDataLst>
          </p:nvPr>
        </p:nvSpPr>
        <p:spPr/>
        <p:txBody>
          <a:bodyPr/>
          <a:lstStyle/>
          <a:p>
            <a:fld id="{C1FA2219-9131-49AD-A1B5-1FFD48A79E7F}" type="slidenum">
              <a:rPr lang="tr-TR" smtClean="0"/>
              <a:t>3</a:t>
            </a:fld>
            <a:endParaRPr lang="tr-TR"/>
          </a:p>
        </p:txBody>
      </p:sp>
      <p:sp>
        <p:nvSpPr>
          <p:cNvPr id="6" name="Dikdörtgen 5"/>
          <p:cNvSpPr/>
          <p:nvPr>
            <p:custDataLst>
              <p:tags r:id="rId5"/>
            </p:custDataLst>
          </p:nvPr>
        </p:nvSpPr>
        <p:spPr>
          <a:xfrm>
            <a:off x="457200" y="1826156"/>
            <a:ext cx="80772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7" name="Metin kutusu 6"/>
          <p:cNvSpPr txBox="1"/>
          <p:nvPr>
            <p:custDataLst>
              <p:tags r:id="rId6"/>
            </p:custDataLst>
          </p:nvPr>
        </p:nvSpPr>
        <p:spPr>
          <a:xfrm>
            <a:off x="533400" y="1961881"/>
            <a:ext cx="2667000" cy="242631"/>
          </a:xfrm>
          <a:prstGeom prst="rect">
            <a:avLst/>
          </a:prstGeom>
          <a:noFill/>
        </p:spPr>
        <p:txBody>
          <a:bodyPr wrap="square" rtlCol="0">
            <a:spAutoFit/>
          </a:body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4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Küçük resimlerin çevrimiçi olarak aranması ve eklenmesi</a:t>
            </a:r>
            <a:endParaRPr lang="tr-TR" sz="24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err="1">
                <a:solidFill>
                  <a:schemeClr val="bg1"/>
                </a:solidFill>
              </a:rPr>
              <a:t>Slayta</a:t>
            </a:r>
            <a:r>
              <a:rPr lang="tr-TR" sz="1400" b="1" dirty="0">
                <a:solidFill>
                  <a:schemeClr val="bg1"/>
                </a:solidFill>
              </a:rPr>
              <a:t> küçük resim </a:t>
            </a:r>
            <a:r>
              <a:rPr lang="tr-TR" sz="1400" b="1" dirty="0" smtClean="0">
                <a:solidFill>
                  <a:schemeClr val="bg1"/>
                </a:solidFill>
              </a:rPr>
              <a:t>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dirty="0"/>
          </a:p>
        </p:txBody>
      </p:sp>
      <p:sp>
        <p:nvSpPr>
          <p:cNvPr id="7" name="Metin kutusu 6"/>
          <p:cNvSpPr txBox="1"/>
          <p:nvPr>
            <p:custDataLst>
              <p:tags r:id="rId5"/>
            </p:custDataLst>
          </p:nvPr>
        </p:nvSpPr>
        <p:spPr>
          <a:xfrm>
            <a:off x="533400" y="1371600"/>
            <a:ext cx="5734685" cy="5355312"/>
          </a:xfrm>
          <a:prstGeom prst="rect">
            <a:avLst/>
          </a:prstGeom>
          <a:noFill/>
        </p:spPr>
        <p:txBody>
          <a:bodyPr wrap="square" rtlCol="0">
            <a:spAutoFit/>
          </a:bodyPr>
          <a:lstStyle/>
          <a:p>
            <a:pPr marL="342900" indent="-342900">
              <a:spcAft>
                <a:spcPts val="1200"/>
              </a:spcAft>
              <a:buFont typeface="+mj-lt"/>
              <a:buAutoNum type="arabicPeriod"/>
            </a:pPr>
            <a:r>
              <a:rPr lang="tr-TR" sz="1600" dirty="0"/>
              <a:t> Küçük resim eklemek istediğiniz </a:t>
            </a:r>
            <a:r>
              <a:rPr lang="tr-TR" sz="1600" dirty="0" err="1"/>
              <a:t>slaytı</a:t>
            </a:r>
            <a:r>
              <a:rPr lang="tr-TR" sz="1600" dirty="0"/>
              <a:t> seçiniz.</a:t>
            </a:r>
          </a:p>
          <a:p>
            <a:pPr marL="342900" indent="-342900">
              <a:spcAft>
                <a:spcPts val="1200"/>
              </a:spcAft>
              <a:buFont typeface="+mj-lt"/>
              <a:buAutoNum type="arabicPeriod"/>
            </a:pPr>
            <a:r>
              <a:rPr lang="tr-TR" sz="1600" b="1" i="1" dirty="0" smtClean="0"/>
              <a:t>Ekle </a:t>
            </a:r>
            <a:r>
              <a:rPr lang="tr-TR" sz="1600" b="1" i="1" dirty="0"/>
              <a:t>sekmesi &gt; Resimler komut grubu &gt; Küçük </a:t>
            </a:r>
            <a:r>
              <a:rPr lang="tr-TR" sz="1600" b="1" i="1" dirty="0" err="1"/>
              <a:t>Resim</a:t>
            </a:r>
            <a:r>
              <a:rPr lang="tr-TR" sz="1600" i="1" dirty="0" err="1"/>
              <a:t>'i</a:t>
            </a:r>
            <a:r>
              <a:rPr lang="tr-TR" sz="1600" dirty="0"/>
              <a:t> tıklatın</a:t>
            </a:r>
            <a:r>
              <a:rPr lang="tr-TR" sz="1600" dirty="0" smtClean="0"/>
              <a:t>.</a:t>
            </a:r>
          </a:p>
          <a:p>
            <a:pPr marL="342900" indent="-342900">
              <a:spcAft>
                <a:spcPts val="1200"/>
              </a:spcAft>
              <a:buFont typeface="+mj-lt"/>
              <a:buAutoNum type="arabicPeriod"/>
            </a:pPr>
            <a:r>
              <a:rPr lang="tr-TR" sz="1600" dirty="0"/>
              <a:t>Alternatif olarak içerik eklenebilecek şekilde tasarlanmış slayt düzenlerinde, </a:t>
            </a:r>
            <a:r>
              <a:rPr lang="tr-TR" sz="1600" b="1" i="1" dirty="0"/>
              <a:t>Küçük Resim öğesini </a:t>
            </a:r>
            <a:r>
              <a:rPr lang="tr-TR" sz="1600" dirty="0"/>
              <a:t>( </a:t>
            </a:r>
            <a:r>
              <a:rPr lang="tr-TR" sz="1600" dirty="0" smtClean="0"/>
              <a:t>      ) </a:t>
            </a:r>
            <a:r>
              <a:rPr lang="tr-TR" sz="1600" dirty="0"/>
              <a:t>tıklatarak Küçük Resim </a:t>
            </a:r>
            <a:r>
              <a:rPr lang="tr-TR" sz="1600" dirty="0" smtClean="0"/>
              <a:t>ekleyebilirsiniz</a:t>
            </a:r>
          </a:p>
          <a:p>
            <a:pPr marL="342900" indent="-342900">
              <a:spcAft>
                <a:spcPts val="1200"/>
              </a:spcAft>
              <a:buFont typeface="+mj-lt"/>
              <a:buAutoNum type="arabicPeriod"/>
            </a:pPr>
            <a:r>
              <a:rPr lang="tr-TR" sz="1600" dirty="0" smtClean="0"/>
              <a:t>Ekranın </a:t>
            </a:r>
            <a:r>
              <a:rPr lang="tr-TR" sz="1600" dirty="0"/>
              <a:t>sağ tarafından </a:t>
            </a:r>
            <a:r>
              <a:rPr lang="tr-TR" sz="1600" b="1" i="1" dirty="0"/>
              <a:t>Küçük Resim görev bölmesi </a:t>
            </a:r>
            <a:r>
              <a:rPr lang="tr-TR" sz="1600" dirty="0"/>
              <a:t>açılacaktır.  Arama metin kutusuna istediğiniz küçük resmi tanımlayan bir sözcük veya eğer biliyorsanız küçük resim dosyasının adını yazın</a:t>
            </a:r>
            <a:r>
              <a:rPr lang="tr-TR" sz="1600" dirty="0" smtClean="0"/>
              <a:t>.</a:t>
            </a:r>
          </a:p>
          <a:p>
            <a:pPr>
              <a:spcAft>
                <a:spcPts val="1200"/>
              </a:spcAft>
            </a:pPr>
            <a:endParaRPr lang="tr-TR" sz="1600" dirty="0" smtClean="0"/>
          </a:p>
          <a:p>
            <a:pPr marL="342900" indent="-342900">
              <a:spcAft>
                <a:spcPts val="1200"/>
              </a:spcAft>
              <a:buFont typeface="+mj-lt"/>
              <a:buAutoNum type="arabicPeriod" startAt="5"/>
            </a:pPr>
            <a:r>
              <a:rPr lang="tr-TR" sz="1600" dirty="0" smtClean="0"/>
              <a:t>Aramanızı </a:t>
            </a:r>
            <a:r>
              <a:rPr lang="tr-TR" sz="1600" dirty="0"/>
              <a:t>daraltmak için, </a:t>
            </a:r>
            <a:r>
              <a:rPr lang="tr-TR" sz="1600" b="1" i="1" dirty="0"/>
              <a:t>Sonuçlar aşağıdaki gibi olmalı </a:t>
            </a:r>
            <a:r>
              <a:rPr lang="tr-TR" sz="1600" dirty="0"/>
              <a:t>listesinde, </a:t>
            </a:r>
            <a:r>
              <a:rPr lang="tr-TR" sz="1600" b="1" i="1" dirty="0"/>
              <a:t>İllüstrasyonlar (Çizimler), Fotoğraflar, Videolar ve Sesler</a:t>
            </a:r>
            <a:r>
              <a:rPr lang="tr-TR" sz="1600" dirty="0"/>
              <a:t> medya türlerini arasında arama yapmak için bunlardan istediğinizin yanındaki onay kutularını </a:t>
            </a:r>
            <a:r>
              <a:rPr lang="tr-TR" sz="1600" dirty="0" smtClean="0"/>
              <a:t>seçin.</a:t>
            </a:r>
          </a:p>
          <a:p>
            <a:pPr marL="342900" indent="-342900">
              <a:spcAft>
                <a:spcPts val="1200"/>
              </a:spcAft>
              <a:buFont typeface="+mj-lt"/>
              <a:buAutoNum type="arabicPeriod" startAt="5"/>
            </a:pPr>
            <a:r>
              <a:rPr lang="tr-TR" sz="1600" b="1" i="1" dirty="0" err="1" smtClean="0"/>
              <a:t>Git</a:t>
            </a:r>
            <a:r>
              <a:rPr lang="tr-TR" sz="1600" dirty="0" err="1" smtClean="0"/>
              <a:t>'i</a:t>
            </a:r>
            <a:r>
              <a:rPr lang="tr-TR" sz="1600" dirty="0" smtClean="0"/>
              <a:t> </a:t>
            </a:r>
            <a:r>
              <a:rPr lang="tr-TR" sz="1600" dirty="0"/>
              <a:t>tıklatın.</a:t>
            </a:r>
          </a:p>
          <a:p>
            <a:pPr marL="342900" indent="-342900">
              <a:buFont typeface="+mj-lt"/>
              <a:buAutoNum type="arabicPeriod" startAt="5"/>
            </a:pPr>
            <a:r>
              <a:rPr lang="tr-TR" sz="1600" dirty="0" smtClean="0"/>
              <a:t>Sonuçlar </a:t>
            </a:r>
            <a:r>
              <a:rPr lang="tr-TR" sz="1600" dirty="0"/>
              <a:t>listesinde </a:t>
            </a:r>
            <a:r>
              <a:rPr lang="tr-TR" sz="1600" dirty="0" err="1"/>
              <a:t>slayta</a:t>
            </a:r>
            <a:r>
              <a:rPr lang="tr-TR" sz="1600" dirty="0"/>
              <a:t> eklemek istediğiniz küçük resme tıklatın</a:t>
            </a:r>
            <a:r>
              <a:rPr lang="tr-TR" sz="1600" dirty="0" smtClean="0"/>
              <a:t>.</a:t>
            </a:r>
            <a:endParaRPr lang="tr-TR" sz="1600" dirty="0"/>
          </a:p>
        </p:txBody>
      </p:sp>
      <p:pic>
        <p:nvPicPr>
          <p:cNvPr id="19" name="Resim 18"/>
          <p:cNvPicPr/>
          <p:nvPr/>
        </p:nvPicPr>
        <p:blipFill>
          <a:blip r:embed="rId11"/>
          <a:stretch>
            <a:fillRect/>
          </a:stretch>
        </p:blipFill>
        <p:spPr>
          <a:xfrm>
            <a:off x="6282870" y="1219200"/>
            <a:ext cx="2037715" cy="808990"/>
          </a:xfrm>
          <a:prstGeom prst="rect">
            <a:avLst/>
          </a:prstGeom>
        </p:spPr>
      </p:pic>
      <p:pic>
        <p:nvPicPr>
          <p:cNvPr id="20" name="Resim 19"/>
          <p:cNvPicPr/>
          <p:nvPr/>
        </p:nvPicPr>
        <p:blipFill>
          <a:blip r:embed="rId12"/>
          <a:stretch>
            <a:fillRect/>
          </a:stretch>
        </p:blipFill>
        <p:spPr>
          <a:xfrm>
            <a:off x="6753290" y="2136183"/>
            <a:ext cx="1142365" cy="742315"/>
          </a:xfrm>
          <a:prstGeom prst="rect">
            <a:avLst/>
          </a:prstGeom>
        </p:spPr>
      </p:pic>
      <p:pic>
        <p:nvPicPr>
          <p:cNvPr id="21" name="Resim 20"/>
          <p:cNvPicPr/>
          <p:nvPr/>
        </p:nvPicPr>
        <p:blipFill>
          <a:blip r:embed="rId13"/>
          <a:stretch>
            <a:fillRect/>
          </a:stretch>
        </p:blipFill>
        <p:spPr>
          <a:xfrm>
            <a:off x="3963035" y="2438400"/>
            <a:ext cx="266065" cy="266065"/>
          </a:xfrm>
          <a:prstGeom prst="rect">
            <a:avLst/>
          </a:prstGeom>
        </p:spPr>
      </p:pic>
      <p:pic>
        <p:nvPicPr>
          <p:cNvPr id="22" name="Resim 21"/>
          <p:cNvPicPr/>
          <p:nvPr/>
        </p:nvPicPr>
        <p:blipFill>
          <a:blip r:embed="rId14"/>
          <a:stretch>
            <a:fillRect/>
          </a:stretch>
        </p:blipFill>
        <p:spPr>
          <a:xfrm>
            <a:off x="6553200" y="3200400"/>
            <a:ext cx="2172335" cy="1310005"/>
          </a:xfrm>
          <a:prstGeom prst="rect">
            <a:avLst/>
          </a:prstGeom>
        </p:spPr>
      </p:pic>
      <p:pic>
        <p:nvPicPr>
          <p:cNvPr id="23" name="Resim 22"/>
          <p:cNvPicPr/>
          <p:nvPr/>
        </p:nvPicPr>
        <p:blipFill>
          <a:blip r:embed="rId15"/>
          <a:stretch>
            <a:fillRect/>
          </a:stretch>
        </p:blipFill>
        <p:spPr>
          <a:xfrm>
            <a:off x="6601460" y="4667885"/>
            <a:ext cx="1475740" cy="818515"/>
          </a:xfrm>
          <a:prstGeom prst="rect">
            <a:avLst/>
          </a:prstGeom>
        </p:spPr>
      </p:pic>
    </p:spTree>
    <p:custDataLst>
      <p:tags r:id="rId1"/>
    </p:custDataLst>
    <p:extLst>
      <p:ext uri="{BB962C8B-B14F-4D97-AF65-F5344CB8AC3E}">
        <p14:creationId xmlns:p14="http://schemas.microsoft.com/office/powerpoint/2010/main" val="6968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par>
                                <p:cTn id="24" presetID="10" presetClass="entr" presetSubtype="0"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500"/>
                                        <p:tgtEl>
                                          <p:spTgt spid="7">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500"/>
                                        <p:tgtEl>
                                          <p:spTgt spid="7">
                                            <p:txEl>
                                              <p:pRg st="5" end="5"/>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
                                            <p:txEl>
                                              <p:pRg st="6" end="6"/>
                                            </p:txEl>
                                          </p:spTgt>
                                        </p:tgtEl>
                                        <p:attrNameLst>
                                          <p:attrName>style.visibility</p:attrName>
                                        </p:attrNameLst>
                                      </p:cBhvr>
                                      <p:to>
                                        <p:strVal val="visible"/>
                                      </p:to>
                                    </p:set>
                                    <p:animEffect transition="in" filter="fade">
                                      <p:cBhvr>
                                        <p:cTn id="47" dur="500"/>
                                        <p:tgtEl>
                                          <p:spTgt spid="7">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
                                            <p:txEl>
                                              <p:pRg st="7" end="7"/>
                                            </p:txEl>
                                          </p:spTgt>
                                        </p:tgtEl>
                                        <p:attrNameLst>
                                          <p:attrName>style.visibility</p:attrName>
                                        </p:attrNameLst>
                                      </p:cBhvr>
                                      <p:to>
                                        <p:strVal val="visible"/>
                                      </p:to>
                                    </p:set>
                                    <p:animEffect transition="in" filter="fade">
                                      <p:cBhvr>
                                        <p:cTn id="52"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Küçük resimler üzerinde renk ve şekil değişiklerinin yapılması</a:t>
            </a:r>
            <a:endPar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Küçük resimler üzerinde renk ve şekil </a:t>
            </a:r>
            <a:r>
              <a:rPr lang="tr-TR" sz="1400" b="1" dirty="0" smtClean="0">
                <a:solidFill>
                  <a:schemeClr val="bg1"/>
                </a:solidFill>
              </a:rPr>
              <a:t>değişiklerini 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dirty="0"/>
          </a:p>
        </p:txBody>
      </p:sp>
      <p:sp>
        <p:nvSpPr>
          <p:cNvPr id="7" name="Metin kutusu 6"/>
          <p:cNvSpPr txBox="1"/>
          <p:nvPr>
            <p:custDataLst>
              <p:tags r:id="rId5"/>
            </p:custDataLst>
          </p:nvPr>
        </p:nvSpPr>
        <p:spPr>
          <a:xfrm>
            <a:off x="533400" y="1371600"/>
            <a:ext cx="7502989" cy="4862870"/>
          </a:xfrm>
          <a:prstGeom prst="rect">
            <a:avLst/>
          </a:prstGeom>
          <a:noFill/>
        </p:spPr>
        <p:txBody>
          <a:bodyPr wrap="square" rtlCol="0">
            <a:spAutoFit/>
          </a:bodyPr>
          <a:lstStyle/>
          <a:p>
            <a:pPr marL="342900" lvl="0" indent="-342900">
              <a:spcAft>
                <a:spcPts val="1200"/>
              </a:spcAft>
              <a:buFont typeface="+mj-lt"/>
              <a:buAutoNum type="arabicPeriod"/>
            </a:pPr>
            <a:r>
              <a:rPr lang="tr-TR" sz="1600" dirty="0"/>
              <a:t>Üzerinde değişiklik yapmak istediğiniz çizim şeklindeki küçük resmi seçin</a:t>
            </a:r>
          </a:p>
          <a:p>
            <a:pPr marL="342900" lvl="0" indent="-342900">
              <a:spcAft>
                <a:spcPts val="1200"/>
              </a:spcAft>
              <a:buFont typeface="+mj-lt"/>
              <a:buAutoNum type="arabicPeriod"/>
            </a:pPr>
            <a:r>
              <a:rPr lang="tr-TR" sz="1600" dirty="0"/>
              <a:t>Küçük resim üzerinde sağ tıklayın ve açılan menüden </a:t>
            </a:r>
            <a:r>
              <a:rPr lang="tr-TR" sz="1600" b="1" i="1" dirty="0"/>
              <a:t>Resmi </a:t>
            </a:r>
            <a:r>
              <a:rPr lang="tr-TR" sz="1600" b="1" i="1" dirty="0" err="1" smtClean="0"/>
              <a:t>Düzenle</a:t>
            </a:r>
            <a:r>
              <a:rPr lang="tr-TR" sz="1600" dirty="0" err="1" smtClean="0"/>
              <a:t>’yi</a:t>
            </a:r>
            <a:r>
              <a:rPr lang="tr-TR" sz="1600" dirty="0" smtClean="0"/>
              <a:t> </a:t>
            </a:r>
            <a:r>
              <a:rPr lang="tr-TR" sz="1600" dirty="0"/>
              <a:t>seçin. Gelen uyarıda </a:t>
            </a:r>
            <a:r>
              <a:rPr lang="tr-TR" sz="1600" b="1" i="1" dirty="0" err="1"/>
              <a:t>Evet</a:t>
            </a:r>
            <a:r>
              <a:rPr lang="tr-TR" sz="1600" dirty="0" err="1"/>
              <a:t>’e</a:t>
            </a:r>
            <a:r>
              <a:rPr lang="tr-TR" sz="1600" dirty="0"/>
              <a:t> tıklayın.</a:t>
            </a:r>
          </a:p>
          <a:p>
            <a:pPr marL="342900" lvl="0" indent="-342900">
              <a:spcAft>
                <a:spcPts val="1200"/>
              </a:spcAft>
              <a:buFont typeface="+mj-lt"/>
              <a:buAutoNum type="arabicPeriod"/>
            </a:pPr>
            <a:r>
              <a:rPr lang="tr-TR" sz="1600" dirty="0"/>
              <a:t>Örneğin resim üzerinde rengini değiştirmek istediğiniz bir parçasını seçin</a:t>
            </a:r>
            <a:r>
              <a:rPr lang="tr-TR" sz="1600" dirty="0" smtClean="0"/>
              <a:t>.</a:t>
            </a:r>
          </a:p>
          <a:p>
            <a:pPr marL="342900" indent="-342900">
              <a:spcAft>
                <a:spcPts val="1200"/>
              </a:spcAft>
              <a:buFont typeface="+mj-lt"/>
              <a:buAutoNum type="arabicPeriod"/>
            </a:pPr>
            <a:r>
              <a:rPr lang="tr-TR" sz="1600" b="1" i="1" dirty="0"/>
              <a:t>Çizim araçlar</a:t>
            </a:r>
            <a:r>
              <a:rPr lang="tr-TR" sz="1600" dirty="0"/>
              <a:t>ı başlığı altında açılan </a:t>
            </a:r>
            <a:r>
              <a:rPr lang="tr-TR" sz="1600" b="1" i="1" dirty="0"/>
              <a:t>Biçim ek sekmesi</a:t>
            </a:r>
            <a:r>
              <a:rPr lang="tr-TR" sz="1600" b="1" dirty="0"/>
              <a:t> &gt; </a:t>
            </a:r>
            <a:r>
              <a:rPr lang="tr-TR" sz="1600" b="1" i="1" dirty="0"/>
              <a:t>Çizim komut grubu &gt; Şekil </a:t>
            </a:r>
            <a:r>
              <a:rPr lang="tr-TR" sz="1600" b="1" i="1" dirty="0" err="1"/>
              <a:t>dolgusu</a:t>
            </a:r>
            <a:r>
              <a:rPr lang="tr-TR" sz="1600" dirty="0" err="1"/>
              <a:t>’na</a:t>
            </a:r>
            <a:r>
              <a:rPr lang="tr-TR" sz="1600" dirty="0"/>
              <a:t> tıklayın ve yeni bir renk seçin</a:t>
            </a:r>
            <a:r>
              <a:rPr lang="tr-TR" sz="1600" dirty="0" smtClean="0"/>
              <a:t>.</a:t>
            </a:r>
          </a:p>
          <a:p>
            <a:pPr marL="342900" lvl="0" indent="-342900">
              <a:spcAft>
                <a:spcPts val="1200"/>
              </a:spcAft>
              <a:buFont typeface="+mj-lt"/>
              <a:buAutoNum type="arabicPeriod"/>
            </a:pPr>
            <a:r>
              <a:rPr lang="tr-TR" sz="1600" dirty="0"/>
              <a:t>Benzer şekilde bir şekil </a:t>
            </a:r>
            <a:r>
              <a:rPr lang="tr-TR" sz="1600" dirty="0" err="1"/>
              <a:t>anahattı</a:t>
            </a:r>
            <a:r>
              <a:rPr lang="tr-TR" sz="1600" dirty="0"/>
              <a:t> eklemek için resmin bir ya da CTRL tuşuna basarak birden fazla parçasını seçin</a:t>
            </a:r>
            <a:r>
              <a:rPr lang="tr-TR" sz="1600" dirty="0" smtClean="0"/>
              <a:t>.</a:t>
            </a:r>
          </a:p>
          <a:p>
            <a:pPr marL="342900" indent="-342900">
              <a:spcAft>
                <a:spcPts val="1200"/>
              </a:spcAft>
              <a:buFont typeface="+mj-lt"/>
              <a:buAutoNum type="arabicPeriod"/>
            </a:pPr>
            <a:r>
              <a:rPr lang="tr-TR" sz="1600" dirty="0"/>
              <a:t>Çizim araçları başlığı altında açılan </a:t>
            </a:r>
            <a:r>
              <a:rPr lang="tr-TR" sz="1600" b="1" i="1" dirty="0"/>
              <a:t>Biçim ek sekmesi &gt; Çizim komut grubu &gt; Şekil </a:t>
            </a:r>
            <a:r>
              <a:rPr lang="tr-TR" sz="1600" b="1" i="1" dirty="0" err="1"/>
              <a:t>Anahattı</a:t>
            </a:r>
            <a:r>
              <a:rPr lang="tr-TR" sz="1600" dirty="0" err="1"/>
              <a:t>’na</a:t>
            </a:r>
            <a:r>
              <a:rPr lang="tr-TR" sz="1600" dirty="0"/>
              <a:t> tıklayın ve yeni bir renk seçin. </a:t>
            </a:r>
            <a:r>
              <a:rPr lang="tr-TR" sz="1600" dirty="0" err="1"/>
              <a:t>Anahattın</a:t>
            </a:r>
            <a:r>
              <a:rPr lang="tr-TR" sz="1600" dirty="0"/>
              <a:t> kalınlığını değiştirmek için aynı yere bir daha tıklatın ve </a:t>
            </a:r>
            <a:r>
              <a:rPr lang="tr-TR" sz="1600" b="1" i="1" dirty="0" err="1"/>
              <a:t>Ağırlık</a:t>
            </a:r>
            <a:r>
              <a:rPr lang="tr-TR" sz="1600" dirty="0" err="1"/>
              <a:t>’tan</a:t>
            </a:r>
            <a:r>
              <a:rPr lang="tr-TR" sz="1600" dirty="0"/>
              <a:t> bir kalınlık seçimi yapın</a:t>
            </a:r>
            <a:r>
              <a:rPr lang="tr-TR" sz="1600" dirty="0" smtClean="0"/>
              <a:t>.</a:t>
            </a:r>
          </a:p>
          <a:p>
            <a:pPr marL="342900" lvl="0" indent="-342900">
              <a:spcAft>
                <a:spcPts val="1200"/>
              </a:spcAft>
              <a:buFont typeface="+mj-lt"/>
              <a:buAutoNum type="arabicPeriod"/>
            </a:pPr>
            <a:r>
              <a:rPr lang="tr-TR" sz="1600" dirty="0"/>
              <a:t>Resmi üzerinde silmek istediğiniz bir parça veya parçalar varsa onları seçin ve klavyeden </a:t>
            </a:r>
            <a:r>
              <a:rPr lang="tr-TR" sz="1600" b="1" i="1" dirty="0" err="1"/>
              <a:t>Delete</a:t>
            </a:r>
            <a:r>
              <a:rPr lang="tr-TR" sz="1600" dirty="0"/>
              <a:t> tuşuna basın</a:t>
            </a:r>
            <a:r>
              <a:rPr lang="tr-TR" sz="1600" dirty="0" smtClean="0"/>
              <a:t>.</a:t>
            </a:r>
          </a:p>
          <a:p>
            <a:pPr marL="342900" indent="-342900">
              <a:spcAft>
                <a:spcPts val="1200"/>
              </a:spcAft>
              <a:buFont typeface="+mj-lt"/>
              <a:buAutoNum type="arabicPeriod"/>
            </a:pPr>
            <a:r>
              <a:rPr lang="tr-TR" sz="1600" b="1" i="1" dirty="0"/>
              <a:t>Biçim ek sekmesi &gt; Çizim komut grubu &gt; </a:t>
            </a:r>
            <a:r>
              <a:rPr lang="tr-TR" sz="1600" b="1" i="1" dirty="0" err="1"/>
              <a:t>Şekiller</a:t>
            </a:r>
            <a:r>
              <a:rPr lang="tr-TR" sz="1600" dirty="0" err="1"/>
              <a:t>’den</a:t>
            </a:r>
            <a:r>
              <a:rPr lang="tr-TR" sz="1600" dirty="0"/>
              <a:t> istediğiniz bir şekli seçip ve resminizi üzerinde bu şekli çizebilirsiniz</a:t>
            </a:r>
            <a:r>
              <a:rPr lang="tr-TR" sz="1600" dirty="0" smtClean="0"/>
              <a:t>.</a:t>
            </a:r>
            <a:endParaRPr lang="tr-TR" sz="1600" dirty="0"/>
          </a:p>
        </p:txBody>
      </p:sp>
      <p:pic>
        <p:nvPicPr>
          <p:cNvPr id="13" name="Resim 12"/>
          <p:cNvPicPr/>
          <p:nvPr/>
        </p:nvPicPr>
        <p:blipFill>
          <a:blip r:embed="rId11"/>
          <a:stretch>
            <a:fillRect/>
          </a:stretch>
        </p:blipFill>
        <p:spPr>
          <a:xfrm>
            <a:off x="8064500" y="304800"/>
            <a:ext cx="1079500" cy="1079500"/>
          </a:xfrm>
          <a:prstGeom prst="rect">
            <a:avLst/>
          </a:prstGeom>
        </p:spPr>
      </p:pic>
      <p:pic>
        <p:nvPicPr>
          <p:cNvPr id="14" name="Resim 13"/>
          <p:cNvPicPr/>
          <p:nvPr/>
        </p:nvPicPr>
        <p:blipFill>
          <a:blip r:embed="rId12"/>
          <a:stretch>
            <a:fillRect/>
          </a:stretch>
        </p:blipFill>
        <p:spPr>
          <a:xfrm>
            <a:off x="8053070" y="1384300"/>
            <a:ext cx="1090930" cy="1079500"/>
          </a:xfrm>
          <a:prstGeom prst="rect">
            <a:avLst/>
          </a:prstGeom>
        </p:spPr>
      </p:pic>
      <p:pic>
        <p:nvPicPr>
          <p:cNvPr id="15" name="Resim 14"/>
          <p:cNvPicPr/>
          <p:nvPr/>
        </p:nvPicPr>
        <p:blipFill>
          <a:blip r:embed="rId13"/>
          <a:stretch>
            <a:fillRect/>
          </a:stretch>
        </p:blipFill>
        <p:spPr>
          <a:xfrm>
            <a:off x="8014041" y="2487684"/>
            <a:ext cx="1079500" cy="1079500"/>
          </a:xfrm>
          <a:prstGeom prst="rect">
            <a:avLst/>
          </a:prstGeom>
        </p:spPr>
      </p:pic>
      <p:pic>
        <p:nvPicPr>
          <p:cNvPr id="16" name="Resim 15"/>
          <p:cNvPicPr/>
          <p:nvPr/>
        </p:nvPicPr>
        <p:blipFill>
          <a:blip r:embed="rId14"/>
          <a:stretch>
            <a:fillRect/>
          </a:stretch>
        </p:blipFill>
        <p:spPr>
          <a:xfrm>
            <a:off x="8025016" y="3587656"/>
            <a:ext cx="1087120" cy="1079500"/>
          </a:xfrm>
          <a:prstGeom prst="rect">
            <a:avLst/>
          </a:prstGeom>
        </p:spPr>
      </p:pic>
      <p:pic>
        <p:nvPicPr>
          <p:cNvPr id="17" name="Resim 16"/>
          <p:cNvPicPr/>
          <p:nvPr/>
        </p:nvPicPr>
        <p:blipFill>
          <a:blip r:embed="rId15"/>
          <a:stretch>
            <a:fillRect/>
          </a:stretch>
        </p:blipFill>
        <p:spPr>
          <a:xfrm>
            <a:off x="8010231" y="4667156"/>
            <a:ext cx="1083310" cy="1079500"/>
          </a:xfrm>
          <a:prstGeom prst="rect">
            <a:avLst/>
          </a:prstGeom>
        </p:spPr>
      </p:pic>
      <p:pic>
        <p:nvPicPr>
          <p:cNvPr id="18" name="Resim 17"/>
          <p:cNvPicPr/>
          <p:nvPr/>
        </p:nvPicPr>
        <p:blipFill>
          <a:blip r:embed="rId16"/>
          <a:stretch>
            <a:fillRect/>
          </a:stretch>
        </p:blipFill>
        <p:spPr>
          <a:xfrm>
            <a:off x="1295399" y="6233807"/>
            <a:ext cx="1370965" cy="618490"/>
          </a:xfrm>
          <a:prstGeom prst="rect">
            <a:avLst/>
          </a:prstGeom>
        </p:spPr>
      </p:pic>
      <p:pic>
        <p:nvPicPr>
          <p:cNvPr id="19" name="Resim 18"/>
          <p:cNvPicPr/>
          <p:nvPr/>
        </p:nvPicPr>
        <p:blipFill>
          <a:blip r:embed="rId17"/>
          <a:stretch>
            <a:fillRect/>
          </a:stretch>
        </p:blipFill>
        <p:spPr>
          <a:xfrm>
            <a:off x="8006421" y="5778500"/>
            <a:ext cx="1087120" cy="1079500"/>
          </a:xfrm>
          <a:prstGeom prst="rect">
            <a:avLst/>
          </a:prstGeom>
        </p:spPr>
      </p:pic>
    </p:spTree>
    <p:custDataLst>
      <p:tags r:id="rId1"/>
    </p:custDataLst>
    <p:extLst>
      <p:ext uri="{BB962C8B-B14F-4D97-AF65-F5344CB8AC3E}">
        <p14:creationId xmlns:p14="http://schemas.microsoft.com/office/powerpoint/2010/main" val="1343284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Effect transition="in" filter="fade">
                                      <p:cBhvr>
                                        <p:cTn id="25" dur="500"/>
                                        <p:tgtEl>
                                          <p:spTgt spid="7">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animEffect transition="in" filter="fade">
                                      <p:cBhvr>
                                        <p:cTn id="33" dur="500"/>
                                        <p:tgtEl>
                                          <p:spTgt spid="7">
                                            <p:txEl>
                                              <p:pRg st="4" end="4"/>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
                                            <p:txEl>
                                              <p:pRg st="5" end="5"/>
                                            </p:txEl>
                                          </p:spTgt>
                                        </p:tgtEl>
                                        <p:attrNameLst>
                                          <p:attrName>style.visibility</p:attrName>
                                        </p:attrNameLst>
                                      </p:cBhvr>
                                      <p:to>
                                        <p:strVal val="visible"/>
                                      </p:to>
                                    </p:set>
                                    <p:animEffect transition="in" filter="fade">
                                      <p:cBhvr>
                                        <p:cTn id="41" dur="500"/>
                                        <p:tgtEl>
                                          <p:spTgt spid="7">
                                            <p:txEl>
                                              <p:pRg st="5" end="5"/>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7">
                                            <p:txEl>
                                              <p:pRg st="6" end="6"/>
                                            </p:txEl>
                                          </p:spTgt>
                                        </p:tgtEl>
                                        <p:attrNameLst>
                                          <p:attrName>style.visibility</p:attrName>
                                        </p:attrNameLst>
                                      </p:cBhvr>
                                      <p:to>
                                        <p:strVal val="visible"/>
                                      </p:to>
                                    </p:set>
                                    <p:animEffect transition="in" filter="fade">
                                      <p:cBhvr>
                                        <p:cTn id="49" dur="500"/>
                                        <p:tgtEl>
                                          <p:spTgt spid="7">
                                            <p:txEl>
                                              <p:pRg st="6" end="6"/>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7">
                                            <p:txEl>
                                              <p:pRg st="7" end="7"/>
                                            </p:txEl>
                                          </p:spTgt>
                                        </p:tgtEl>
                                        <p:attrNameLst>
                                          <p:attrName>style.visibility</p:attrName>
                                        </p:attrNameLst>
                                      </p:cBhvr>
                                      <p:to>
                                        <p:strVal val="visible"/>
                                      </p:to>
                                    </p:set>
                                    <p:animEffect transition="in" filter="fade">
                                      <p:cBhvr>
                                        <p:cTn id="57" dur="500"/>
                                        <p:tgtEl>
                                          <p:spTgt spid="7">
                                            <p:txEl>
                                              <p:pRg st="7" end="7"/>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Slayta</a:t>
            </a:r>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 bir resim dosyası </a:t>
            </a: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ekleme</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Slaytlara resim dosyası </a:t>
            </a:r>
            <a:r>
              <a:rPr lang="tr-TR" sz="1400" b="1" dirty="0" smtClean="0">
                <a:solidFill>
                  <a:schemeClr val="bg1"/>
                </a:solidFill>
              </a:rPr>
              <a:t>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33400" y="1371600"/>
            <a:ext cx="5262349" cy="2739211"/>
          </a:xfrm>
          <a:prstGeom prst="rect">
            <a:avLst/>
          </a:prstGeom>
          <a:noFill/>
        </p:spPr>
        <p:txBody>
          <a:bodyPr wrap="square" rtlCol="0">
            <a:spAutoFit/>
          </a:bodyPr>
          <a:lstStyle/>
          <a:p>
            <a:pPr marL="342900" indent="-342900">
              <a:spcAft>
                <a:spcPts val="1200"/>
              </a:spcAft>
              <a:buFont typeface="+mj-lt"/>
              <a:buAutoNum type="arabicPeriod"/>
            </a:pPr>
            <a:r>
              <a:rPr lang="tr-TR" sz="1600" dirty="0" smtClean="0"/>
              <a:t>Resim </a:t>
            </a:r>
            <a:r>
              <a:rPr lang="tr-TR" sz="1600" dirty="0"/>
              <a:t>eklemek istediğiniz </a:t>
            </a:r>
            <a:r>
              <a:rPr lang="tr-TR" sz="1600" dirty="0" err="1"/>
              <a:t>slaytı</a:t>
            </a:r>
            <a:r>
              <a:rPr lang="tr-TR" sz="1600" dirty="0"/>
              <a:t> seçiniz.</a:t>
            </a:r>
          </a:p>
          <a:p>
            <a:pPr marL="342900" indent="-342900">
              <a:spcAft>
                <a:spcPts val="1200"/>
              </a:spcAft>
              <a:buFont typeface="+mj-lt"/>
              <a:buAutoNum type="arabicPeriod"/>
            </a:pPr>
            <a:r>
              <a:rPr lang="tr-TR" sz="1600" b="1" i="1" dirty="0" smtClean="0"/>
              <a:t>Ekle </a:t>
            </a:r>
            <a:r>
              <a:rPr lang="tr-TR" sz="1600" b="1" i="1" dirty="0"/>
              <a:t>sekmesi &gt; Resimler komut grubu &gt; </a:t>
            </a:r>
            <a:r>
              <a:rPr lang="tr-TR" sz="1600" b="1" i="1" dirty="0" err="1"/>
              <a:t>Resim</a:t>
            </a:r>
            <a:r>
              <a:rPr lang="tr-TR" sz="1600" i="1" dirty="0" err="1"/>
              <a:t>'i</a:t>
            </a:r>
            <a:r>
              <a:rPr lang="tr-TR" sz="1600" dirty="0"/>
              <a:t> tıklatın</a:t>
            </a:r>
            <a:r>
              <a:rPr lang="tr-TR" sz="1600" dirty="0" smtClean="0"/>
              <a:t>.</a:t>
            </a:r>
          </a:p>
          <a:p>
            <a:pPr marL="342900" indent="-342900">
              <a:spcAft>
                <a:spcPts val="1200"/>
              </a:spcAft>
              <a:buFont typeface="+mj-lt"/>
              <a:buAutoNum type="arabicPeriod"/>
            </a:pPr>
            <a:r>
              <a:rPr lang="tr-TR" sz="1600" dirty="0"/>
              <a:t>Alternatif olarak içerik eklenebilecek şekilde tasarlanmış slayt düzenlerinde, </a:t>
            </a:r>
            <a:r>
              <a:rPr lang="tr-TR" sz="1600" i="1" dirty="0"/>
              <a:t>Dosyadan Resim Ekle</a:t>
            </a:r>
            <a:r>
              <a:rPr lang="tr-TR" sz="1600" dirty="0"/>
              <a:t> öğesini </a:t>
            </a:r>
            <a:r>
              <a:rPr lang="tr-TR" sz="1600" dirty="0" smtClean="0"/>
              <a:t>(          </a:t>
            </a:r>
            <a:r>
              <a:rPr lang="tr-TR" sz="1600" dirty="0"/>
              <a:t>) tıklatarak Resim </a:t>
            </a:r>
            <a:r>
              <a:rPr lang="tr-TR" sz="1600" dirty="0" smtClean="0"/>
              <a:t>ekleyebilirsiniz.</a:t>
            </a:r>
          </a:p>
          <a:p>
            <a:pPr marL="342900" lvl="0" indent="-342900">
              <a:spcAft>
                <a:spcPts val="1200"/>
              </a:spcAft>
              <a:buFont typeface="+mj-lt"/>
              <a:buAutoNum type="arabicPeriod"/>
            </a:pPr>
            <a:r>
              <a:rPr lang="tr-TR" sz="1600" b="1" i="1" dirty="0"/>
              <a:t>Resim Ekle </a:t>
            </a:r>
            <a:r>
              <a:rPr lang="tr-TR" sz="1600" dirty="0"/>
              <a:t>iletişim kutusundan bilgisayarınızdaki resim bulunup seçilir ve </a:t>
            </a:r>
            <a:r>
              <a:rPr lang="tr-TR" sz="1600" b="1" i="1" dirty="0"/>
              <a:t>Tamam</a:t>
            </a:r>
            <a:r>
              <a:rPr lang="tr-TR" sz="1600" dirty="0"/>
              <a:t>’a tıklanır.</a:t>
            </a:r>
          </a:p>
          <a:p>
            <a:pPr marL="342900" indent="-342900">
              <a:spcAft>
                <a:spcPts val="1200"/>
              </a:spcAft>
              <a:buFont typeface="+mj-lt"/>
              <a:buAutoNum type="arabicPeriod"/>
            </a:pPr>
            <a:endParaRPr lang="tr-TR" sz="1600" dirty="0"/>
          </a:p>
        </p:txBody>
      </p:sp>
      <p:pic>
        <p:nvPicPr>
          <p:cNvPr id="13" name="Resim 12"/>
          <p:cNvPicPr/>
          <p:nvPr/>
        </p:nvPicPr>
        <p:blipFill>
          <a:blip r:embed="rId11"/>
          <a:stretch>
            <a:fillRect/>
          </a:stretch>
        </p:blipFill>
        <p:spPr>
          <a:xfrm>
            <a:off x="5791200" y="1219200"/>
            <a:ext cx="2037715" cy="808990"/>
          </a:xfrm>
          <a:prstGeom prst="rect">
            <a:avLst/>
          </a:prstGeom>
        </p:spPr>
      </p:pic>
      <p:pic>
        <p:nvPicPr>
          <p:cNvPr id="14" name="Resim 13"/>
          <p:cNvPicPr/>
          <p:nvPr/>
        </p:nvPicPr>
        <p:blipFill>
          <a:blip r:embed="rId12"/>
          <a:stretch>
            <a:fillRect/>
          </a:stretch>
        </p:blipFill>
        <p:spPr>
          <a:xfrm>
            <a:off x="5181600" y="2474100"/>
            <a:ext cx="304165" cy="304165"/>
          </a:xfrm>
          <a:prstGeom prst="rect">
            <a:avLst/>
          </a:prstGeom>
        </p:spPr>
      </p:pic>
      <p:pic>
        <p:nvPicPr>
          <p:cNvPr id="15" name="Resim 14"/>
          <p:cNvPicPr/>
          <p:nvPr/>
        </p:nvPicPr>
        <p:blipFill>
          <a:blip r:embed="rId13"/>
          <a:stretch>
            <a:fillRect/>
          </a:stretch>
        </p:blipFill>
        <p:spPr>
          <a:xfrm>
            <a:off x="6238874" y="2119526"/>
            <a:ext cx="1142365" cy="732790"/>
          </a:xfrm>
          <a:prstGeom prst="rect">
            <a:avLst/>
          </a:prstGeom>
        </p:spPr>
      </p:pic>
      <p:pic>
        <p:nvPicPr>
          <p:cNvPr id="16" name="Resim 15"/>
          <p:cNvPicPr/>
          <p:nvPr/>
        </p:nvPicPr>
        <p:blipFill>
          <a:blip r:embed="rId14"/>
          <a:stretch>
            <a:fillRect/>
          </a:stretch>
        </p:blipFill>
        <p:spPr>
          <a:xfrm>
            <a:off x="2395906" y="3733800"/>
            <a:ext cx="3774729" cy="2362200"/>
          </a:xfrm>
          <a:prstGeom prst="rect">
            <a:avLst/>
          </a:prstGeom>
        </p:spPr>
      </p:pic>
    </p:spTree>
    <p:custDataLst>
      <p:tags r:id="rId1"/>
    </p:custDataLst>
    <p:extLst>
      <p:ext uri="{BB962C8B-B14F-4D97-AF65-F5344CB8AC3E}">
        <p14:creationId xmlns:p14="http://schemas.microsoft.com/office/powerpoint/2010/main" val="1343284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par>
                                <p:cTn id="24" presetID="10" presetClass="entr" presetSubtype="0"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500"/>
                                        <p:tgtEl>
                                          <p:spTgt spid="7">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Eklenen resimlere biçim değişikleri yapılması: yeniden renklendirme, renk doygunluğu, efekt ekleme, hazır stilleri </a:t>
            </a:r>
            <a:r>
              <a:rPr lang="tr-TR" sz="20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kullanma </a:t>
            </a:r>
          </a:p>
        </p:txBody>
      </p:sp>
      <p:grpSp>
        <p:nvGrpSpPr>
          <p:cNvPr id="11" name="Grup 10"/>
          <p:cNvGrpSpPr/>
          <p:nvPr/>
        </p:nvGrpSpPr>
        <p:grpSpPr>
          <a:xfrm>
            <a:off x="0" y="0"/>
            <a:ext cx="9144000" cy="276999"/>
            <a:chOff x="0" y="0"/>
            <a:chExt cx="9144000" cy="381000"/>
          </a:xfrm>
        </p:grpSpPr>
        <p:sp>
          <p:nvSpPr>
            <p:cNvPr id="4" name="Dikdörtgen 3"/>
            <p:cNvSpPr/>
            <p:nvPr>
              <p:custDataLst>
                <p:tags r:id="rId8"/>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9"/>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10"/>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Resimlerde  </a:t>
            </a:r>
            <a:r>
              <a:rPr lang="tr-TR" sz="1400" b="1" dirty="0" smtClean="0">
                <a:solidFill>
                  <a:schemeClr val="bg1"/>
                </a:solidFill>
              </a:rPr>
              <a:t>biçim değişikleri 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33400" y="1371600"/>
            <a:ext cx="7772400" cy="1077218"/>
          </a:xfrm>
          <a:prstGeom prst="rect">
            <a:avLst/>
          </a:prstGeom>
          <a:noFill/>
        </p:spPr>
        <p:txBody>
          <a:bodyPr wrap="square" rtlCol="0">
            <a:spAutoFit/>
          </a:bodyPr>
          <a:lstStyle/>
          <a:p>
            <a:pPr marL="342900" lvl="0" indent="-342900">
              <a:buFont typeface="+mj-lt"/>
              <a:buAutoNum type="arabicPeriod"/>
            </a:pPr>
            <a:r>
              <a:rPr lang="tr-TR" sz="1600" dirty="0"/>
              <a:t>Stil vermek istediğiniz resmi seçiniz.</a:t>
            </a:r>
          </a:p>
          <a:p>
            <a:pPr marL="342900" lvl="0" indent="-342900">
              <a:buFont typeface="+mj-lt"/>
              <a:buAutoNum type="arabicPeriod"/>
            </a:pPr>
            <a:r>
              <a:rPr lang="tr-TR" sz="1600" dirty="0"/>
              <a:t>Resim araçları başlığı altında açılan </a:t>
            </a:r>
            <a:r>
              <a:rPr lang="tr-TR" sz="1600" b="1" i="1" dirty="0"/>
              <a:t>Biçim ek sekmesi &gt; Resim Stilleri</a:t>
            </a:r>
            <a:r>
              <a:rPr lang="tr-TR" sz="1600" b="1" dirty="0"/>
              <a:t> </a:t>
            </a:r>
            <a:r>
              <a:rPr lang="tr-TR" sz="1600" dirty="0"/>
              <a:t>komut grubunda yer alan stillerin küçük resimleri üzerine gelindiğinde uygulamadan önce Resim </a:t>
            </a:r>
            <a:r>
              <a:rPr lang="tr-TR" sz="1600" dirty="0" err="1"/>
              <a:t>Stili'nin</a:t>
            </a:r>
            <a:r>
              <a:rPr lang="tr-TR" sz="1600" dirty="0"/>
              <a:t> nasıl göründüğünü görebilirsiniz.</a:t>
            </a:r>
          </a:p>
        </p:txBody>
      </p:sp>
      <p:pic>
        <p:nvPicPr>
          <p:cNvPr id="13" name="Resim 12"/>
          <p:cNvPicPr/>
          <p:nvPr/>
        </p:nvPicPr>
        <p:blipFill>
          <a:blip r:embed="rId13"/>
          <a:stretch>
            <a:fillRect/>
          </a:stretch>
        </p:blipFill>
        <p:spPr>
          <a:xfrm>
            <a:off x="565245" y="2469936"/>
            <a:ext cx="8374338" cy="892635"/>
          </a:xfrm>
          <a:prstGeom prst="rect">
            <a:avLst/>
          </a:prstGeom>
        </p:spPr>
      </p:pic>
      <p:sp>
        <p:nvSpPr>
          <p:cNvPr id="14" name="Metin kutusu 13"/>
          <p:cNvSpPr txBox="1"/>
          <p:nvPr>
            <p:custDataLst>
              <p:tags r:id="rId6"/>
            </p:custDataLst>
          </p:nvPr>
        </p:nvSpPr>
        <p:spPr>
          <a:xfrm>
            <a:off x="533400" y="3505200"/>
            <a:ext cx="7772400" cy="338554"/>
          </a:xfrm>
          <a:prstGeom prst="rect">
            <a:avLst/>
          </a:prstGeom>
          <a:noFill/>
        </p:spPr>
        <p:txBody>
          <a:bodyPr wrap="square" rtlCol="0">
            <a:spAutoFit/>
          </a:bodyPr>
          <a:lstStyle/>
          <a:p>
            <a:pPr marL="342900" lvl="0" indent="-342900">
              <a:buFont typeface="+mj-lt"/>
              <a:buAutoNum type="arabicPeriod" startAt="3"/>
            </a:pPr>
            <a:r>
              <a:rPr lang="tr-TR" sz="1600" dirty="0" smtClean="0"/>
              <a:t>Uygulamak </a:t>
            </a:r>
            <a:r>
              <a:rPr lang="tr-TR" sz="1600" dirty="0"/>
              <a:t>için seçtiğiniz stile tıklayınız.</a:t>
            </a:r>
          </a:p>
        </p:txBody>
      </p:sp>
      <p:sp>
        <p:nvSpPr>
          <p:cNvPr id="15" name="Metin kutusu 14"/>
          <p:cNvSpPr txBox="1"/>
          <p:nvPr>
            <p:custDataLst>
              <p:tags r:id="rId7"/>
            </p:custDataLst>
          </p:nvPr>
        </p:nvSpPr>
        <p:spPr>
          <a:xfrm>
            <a:off x="533400" y="4038600"/>
            <a:ext cx="7772400" cy="2062103"/>
          </a:xfrm>
          <a:prstGeom prst="rect">
            <a:avLst/>
          </a:prstGeom>
          <a:noFill/>
        </p:spPr>
        <p:txBody>
          <a:bodyPr wrap="square" rtlCol="0">
            <a:spAutoFit/>
          </a:bodyPr>
          <a:lstStyle/>
          <a:p>
            <a:r>
              <a:rPr lang="tr-TR" sz="1600" dirty="0" smtClean="0"/>
              <a:t>Resimlerde bu </a:t>
            </a:r>
            <a:r>
              <a:rPr lang="tr-TR" sz="1600" dirty="0"/>
              <a:t>şekilde stil değiştirerek değişik yapabileceği </a:t>
            </a:r>
            <a:r>
              <a:rPr lang="tr-TR" sz="1600" dirty="0" smtClean="0"/>
              <a:t> gibi  </a:t>
            </a:r>
            <a:r>
              <a:rPr lang="tr-TR" sz="1600" b="1" i="1" dirty="0"/>
              <a:t>Biçim ek sekmesi </a:t>
            </a:r>
            <a:r>
              <a:rPr lang="tr-TR" sz="1600" dirty="0"/>
              <a:t>altında yer alan komutlar kullanılarak </a:t>
            </a:r>
            <a:r>
              <a:rPr lang="tr-TR" sz="1600" dirty="0" smtClean="0"/>
              <a:t>ayrı </a:t>
            </a:r>
            <a:r>
              <a:rPr lang="tr-TR" sz="1600" dirty="0"/>
              <a:t>ayrı kendi istediğinize göre de biçimlendirmeler yapılabilir.</a:t>
            </a:r>
          </a:p>
          <a:p>
            <a:r>
              <a:rPr lang="tr-TR" sz="1600" dirty="0"/>
              <a:t> </a:t>
            </a:r>
          </a:p>
          <a:p>
            <a:pPr marL="342900" lvl="0" indent="-342900">
              <a:buFont typeface="+mj-lt"/>
              <a:buAutoNum type="arabicPeriod"/>
            </a:pPr>
            <a:r>
              <a:rPr lang="tr-TR" sz="1600" dirty="0"/>
              <a:t>Stil vermek istediğiniz resmi seçiniz.</a:t>
            </a:r>
          </a:p>
          <a:p>
            <a:pPr marL="342900" lvl="0" indent="-342900">
              <a:buFont typeface="+mj-lt"/>
              <a:buAutoNum type="arabicPeriod"/>
            </a:pPr>
            <a:r>
              <a:rPr lang="tr-TR" sz="1600" b="1" i="1" dirty="0"/>
              <a:t>Biçim ek sekmesi altındaki Renk, Artistik resimler, Resim Kenarlığı, Resim efektleri </a:t>
            </a:r>
            <a:r>
              <a:rPr lang="tr-TR" sz="1600" dirty="0"/>
              <a:t>seçeneklerinden biri kullanılarak resim üzerinde bu şekilde istediğiniz değişikliği yapabilirsiniz.</a:t>
            </a:r>
          </a:p>
          <a:p>
            <a:pPr marL="342900" lvl="0" indent="-342900">
              <a:buFont typeface="+mj-lt"/>
              <a:buAutoNum type="arabicPeriod"/>
            </a:pPr>
            <a:r>
              <a:rPr lang="tr-TR" sz="1600" dirty="0"/>
              <a:t>Bu şekilde yapılan bir değişiklikten sonra istenirse bir diğeri de yapılabilir.</a:t>
            </a:r>
          </a:p>
        </p:txBody>
      </p:sp>
    </p:spTree>
    <p:custDataLst>
      <p:tags r:id="rId1"/>
    </p:custDataLst>
    <p:extLst>
      <p:ext uri="{BB962C8B-B14F-4D97-AF65-F5344CB8AC3E}">
        <p14:creationId xmlns:p14="http://schemas.microsoft.com/office/powerpoint/2010/main" val="1343284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animEffect transition="in" filter="fade">
                                      <p:cBhvr>
                                        <p:cTn id="25" dur="500"/>
                                        <p:tgtEl>
                                          <p:spTgt spid="15">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
                                            <p:txEl>
                                              <p:pRg st="1" end="1"/>
                                            </p:txEl>
                                          </p:spTgt>
                                        </p:tgtEl>
                                        <p:attrNameLst>
                                          <p:attrName>style.visibility</p:attrName>
                                        </p:attrNameLst>
                                      </p:cBhvr>
                                      <p:to>
                                        <p:strVal val="visible"/>
                                      </p:to>
                                    </p:set>
                                    <p:animEffect transition="in" filter="fade">
                                      <p:cBhvr>
                                        <p:cTn id="30" dur="500"/>
                                        <p:tgtEl>
                                          <p:spTgt spid="15">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
                                            <p:txEl>
                                              <p:pRg st="2" end="2"/>
                                            </p:txEl>
                                          </p:spTgt>
                                        </p:tgtEl>
                                        <p:attrNameLst>
                                          <p:attrName>style.visibility</p:attrName>
                                        </p:attrNameLst>
                                      </p:cBhvr>
                                      <p:to>
                                        <p:strVal val="visible"/>
                                      </p:to>
                                    </p:set>
                                    <p:animEffect transition="in" filter="fade">
                                      <p:cBhvr>
                                        <p:cTn id="35" dur="500"/>
                                        <p:tgtEl>
                                          <p:spTgt spid="15">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xEl>
                                              <p:pRg st="3" end="3"/>
                                            </p:txEl>
                                          </p:spTgt>
                                        </p:tgtEl>
                                        <p:attrNameLst>
                                          <p:attrName>style.visibility</p:attrName>
                                        </p:attrNameLst>
                                      </p:cBhvr>
                                      <p:to>
                                        <p:strVal val="visible"/>
                                      </p:to>
                                    </p:set>
                                    <p:animEffect transition="in" filter="fade">
                                      <p:cBhvr>
                                        <p:cTn id="40" dur="500"/>
                                        <p:tgtEl>
                                          <p:spTgt spid="15">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5">
                                            <p:txEl>
                                              <p:pRg st="4" end="4"/>
                                            </p:txEl>
                                          </p:spTgt>
                                        </p:tgtEl>
                                        <p:attrNameLst>
                                          <p:attrName>style.visibility</p:attrName>
                                        </p:attrNameLst>
                                      </p:cBhvr>
                                      <p:to>
                                        <p:strVal val="visible"/>
                                      </p:to>
                                    </p:set>
                                    <p:animEffect transition="in" filter="fade">
                                      <p:cBhvr>
                                        <p:cTn id="45" dur="500"/>
                                        <p:tgtEl>
                                          <p:spTgt spid="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14" grpId="0"/>
      <p:bldP spid="15"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ARTICULATE_PROJECT_OPEN" val="0"/>
  <p:tag name="MMPROD_0PHOTO" val=""/>
  <p:tag name="MMPROD_0LOGO" val=""/>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44300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gkj/76p4jqVIanSHmhmdyAQ/LUqw1OsNSrH9aBFYR07ZVoQ0/yaAKojqRY6tJDuqZLUt2oKM/y6PJrXTTZGRSkTuv95RRPpcsYViDGuf4hQBkNHto8kNVqSaCN9jyRq/93evP+760QqlxDvTa2OjKaAKLR9qDHVxrfuPmprRnpwtAFIw7uaY0dXdtMK/WgCg8O2ovL21oPHUTQ/LQKxQdfY0xl/4FV14aheP/AL5oGX0jqVI/+BU9F9qnSMZ6UMkjSGpBHz0qVI+ORUqR/wCztoAiWE+lSpb7m6fNUyR7uKuJHFbwvPOdkUSFiyjdQA2z0mWYZCFlFeRfFP8AaAs/Bs0ukeHBbalq4O2S5zvht2/u8cOf9mvHfi18ZNT+IWsNBYXF1Z6CnyJbNOQs3+06ptFY2ieHbSSFJA5snc8uys0X/wBale+xqonSReNPGHi67zc65e2sE78/ZZvs8Wf4flHFdFL4Z1XT7ZdQuLm7v0hKqZYr196KTt3fe/h+9V3RobCx06LT3SB7mVNouYl3I+fuh1PBH/Af+BV1/gPwLcah5AnkZUzsaJDuwpb+H2X/AOJq2rHVTpObKp1BNJhi+2oLhSGiDRvuYOMc/wDAht+aom+J1vpdmlvbpJ99lWSc7V2jj5vevovSvg+L4pDcadDLBKPvM4RlzhVO4r/s7v8AgVcd8Uv2SYJNOuL3TALeaIF5Nj+ap9mrK7O14B8vMjhNA+KGn6lIsdw8as3yBY3HD/4V2kapdRLIuGUjcGU7s18u6XHrHhfxG2nxT2unTi42BpbdJYQw7OCuRu/vf9816v4Y1DV7ER3InFl5UhS9sWP7kN/eRenzVqtUeVOm4vlPSHt9tVmjK/7X+9WoGjurZJ4yHRxuDLULw1JkZzR011q48P8AwKonhoC5TdaieOrrx+1QsvpmgC6kdTpHT0Wp0j9qCRiR+1SpD7VMkdTpGd3SgCOC35UVx/7QXiaPwX8JtRlJ23F+RZQL/eLj5vwUbjXoNtD8/PrXy/8Ats69JN4h8NaBFIX+yWj3BiUfKryFVUt6nav+d1JlxPE/DFnca1c+RBHtgjG53x8qj+GvbvA3hG91iVLaOB9n3dzDcpqr4H8Ep4d0S0tCd9w43zsw+Yua+hfhNY20azoQN4T5dv8AFXKqjvoe7h8KpL3yfwL+z/ZRzpPekO2OYohsVj/SvoDw94T0jQbZIreyi342lsbmx/vVh+H2SOZHH3cbfmNd5ocIZ2klcLj5Rz/FWyu2e5TpwpqyRpaXZmTZ5duqqg+8o+9/wGtdNPguIXjMSrkFdy/rWnok1vcIwSJmYjlmFaD6ejcfc/2a6bWQOqk+U+C/2o/gedN1x9Q06I27v+981U+Vv7p/76XBH+0tcHZ6LLfQPJcSCeWWNEMUYDI/3cFe4ON3/j1fcXx70e3vPD7i43okce4T/wBxf4q/PvxP4o1LS/El7LGI2RY0ihlT5Udw3yq69t2773+7UpWPnsVbn5j1LwRHG2jzxxSvKkcm3a4+dOPutWtJHzWJ8KNUGvaVe3ETiWBvLfcw+dWI3bW916N71000fz4qWeRLczXWmGOrbw7TULx0ElN4+1V3jrQdf9moXX5u1BJdRd1Wo46dFCN3+zVmOPvQAyKP2qdI/u1KkftVhI9poFcLSPnpXzV+2HoZh8e+FNbkgRYJIPs4ZT8zlHV/m/P/AMdr6dhUqy15d+1v4bj1T4LT6wE/0rRruG4Rv7qO3lv/AOhLUy2NofEcbaWf75CR94Kfzr2zwN4biumt5YpyjsNv935q+f2h8Q+KJrC20R4rOIWkTvc3J2rnYp+b2XdXR6V8QvEfw5W3/te8s721U/vLy1DmJR/vhcf+PVyU4WPpqVXljsfWUOiy6Xp0sfmo8qQtL8vrXX+FZI7qHN5cRWqwp+8klfav1avEfBHjyf4iLLZ6ZIst5dW5WPaf4v8AerpvGPgPVfCWgrqfi24KWSIiyQQMdpYjo3+FdMZI9Hm0909nb4yfDvQ5lgPiWylvMbVgtn3M3/1v0+Wui8N/ETRvGFs0llJLFMshTZOm3ew/uN0NfBWhftCeGvBfi2yi1K3i0RNQMktrJBo0c3ypnd5s0k0WeAeF/i+Va+o/h98TtP8AF2qLZXFnaPeH/UXlrBJbq395HR1V7aZf7j8HqGI5rp5uZXONe82pPVHo3j/wy/iTw/exo+yfyzjb97Ffl98UfCN/DqF+Z0NqtsCskuflZC7bTt9dyqrfnX62QW7rCplId/8Anovevifxn8Mb3xN8T9b8NWMby3t5HLhJI96bSf4vb5s7uMbfvVk0rnJXp86908n/AGaJPt3hLXLwnaz3qoVVvk+5u+X/AL6r06aMZapbP4LaV8DdC+waL4iPiG1mv5YbrzbU2721yiDMaqeqfK20/wA+tN/1lK9zwK0JU58k1ZlKSM1Xkj9q0njqs8fzf/E1JiZ7x881XlXnOK0po9tVXXbVXA1Ej7Vbij9qSGP1q1FH92mA2NanSOnxx1YjjoJsMij+asX4x6Wdc+CHjixS3N082lSeXGv3twwyn/gO3d/wGuiij5WtnTYw26N0Dq6FCrfdKlfu1DV0axdnqfI9zJJN4R0bT7O5FvLcW9v5jsNy7di5+XvWjq/wT0i41CfxJ/wkbW7TWMdu+mWcJmZ2BQ5Du37vds528nc43YZq3/BOk27TWtvLAu3YItkg28D5cV6D4ujs9D0R3EcNrbxo2FjAVfu1hGThqfVUqCqQVzi/2JvDd5oPxRW38+SdbaNnCyqq9So27RwPpX6NeMvDkPjTw/faPdojxXCMpdo1cI+MK+D3FfGv7GXh3ztcl8UO6s15cC0hjl+VkUfMz19uXcdzFbziExvIynYzn5M9s1vRXNDU6eVJJHyx4d/Zw1TwnrUEmoWXhTXrOxkzZfbrBWaDPPydhz/6DX0dpENxqUa/aLayfaBh7aPbj/d+WvPPh18VrDxlqF7p0qvZ6jbSGKazndWK44/EV7Hp7QWdsgVozs6cda2ppNabDqx5HruNnXyYk4wQo7dq8Vl02V/2gPFN3psccut2vhZTaRSHajvJJhS+OoXaufZq9g1PUhcK6qGbj7uK5PR9Asl8bal4hEUr6tdab/ZxlUsw8vduVdvTrzUSSZgtEeS/Gi/k8V/Di01uSF7XULbUYY9TtXBXyZgjRtjPOPnSvIbb5kr6F+PtlZ+Hvh1cRO6y32tXaZUBuZt6SSuA3QKIsAdt1eAwQ7UWpSa0Z4mNcXUvHsNeP+Kq0se7tWjt7VXkj+tI8ozpI6ryR1pPHw1U5I/agDWijPtVpI6Yi1ajWrAfHHU6R7qEj+7VpI/u0ANSPbt4rRsf3coP901WSOrVsu1lqAPGvE+njRfiHq0YJRGn+0J/uyBX/wDZmqj8W4X1Twx5ayuiuUUsvp/FXX/GSx+y+IdL1MDbHd2vlFl/vof/AIllrlvF1v8A2l4cikZHlihjLmJT8znb92uSeh9dgavNSOP+FnjTxZpfimCPS08+1j2YSAMuNnDM33h8y9RX2R8IbC38YahdeLD4z8S3FnqAkSfw9JOBaQsPlwvGUH8Py4r5T+E/ijxnJqUUfgzRNM0i4wXEmvTomU/iyqo/5V7/AOA7D4nrPPZnxv4R8P6eJGd4LGzN5sc9cD5Mfia6KSSPVhRlOHNexofFv4VnwD4q03x54NHkxRps1LTlI3eX/wA9V917rXtHhLxA2tada3YdHjkRc8/LXmPi3RPiXYi31TTfFuia/YW/F3pkmjvbPOP4ir+a4/4Dt/irrPhosk3hiKOON7dst+6b70Y3dN1VdKTsc1VyW56Qn75mjz82edtcT8S/Eep+CfCt7q2kiJr2zmt3Kyj5Hi3jeG/3l4/4FXZWEaafas8kgdccyKO1eW/HDVFuPh7f7Ol9f20I2n+EOzt/6BWi0R5NWq0rnkXjDxprHxK1pNT1XyokhTZb2kH+qhB+9t3dS3rWckO0VPZ24VF+XtUzR7ajmPn5zc5c0ii8e3cKikWrrx1XdaDMoPHVWWP71X5lqrIvtQUascdWoY/+A0yNauRLVskei+1WEjoijq1HHSuAiL7VYiXmhIanEdSTYyfHXhuTxZ4Tnt7aPzdRtH+1Wq/xOw+8n/Al/VVrxvS9WPkfY3IZWPybh0b+61fQtoxjdcH7prhfi78NYrzTL3xTpH7m/tE869tFHyXabvmdfR1+8fX61lOFz08JivY+6cB4X8D2mtarPF57RbflRIn2sSa+gvhh+zHpHh2eK+iuy+pRYfa3zI2f+BV8u6P4yg0HUoNQJ2yo+4xsPu8V7Non7VWnabq6Sfaz9ldFYqvzbDtwwVaKcEtz6NY9ch9YNpI8iISYEsQ2yMo9Ky4ZItHeVE2RIHXK/wANeJf8NZaRdW7R2kczsRwypu/4Du65rKi1zxL8Urzyp5zo2kZ3+RA+2V/+BdhXW6cOh5NTFTnM9S1zx8de1RNC0PNxdO376VfuW4/iZmrN+OWjnTfAfh63HzL/AGsuWY9cQS/NXXfDrwPaeH7WKOKJYtw/u7mZv96vLv8AgoVrh8F/Db4c6xFcGCWw8Y20skcZ+aSD7NcC4T3Gxv8Ax6i19EctVvkbkcdbQlUXjtTnX61pfZ02K8TiWBwrxup+VkK5Vv8Avmqske3dWJ5ZnyR1WlX1rRkX1qrMvOaVyjOlWqki1oSL2qq8fzUgNaHrVyNaghjq7HH7VRJLGo7VcjX7tMhhq7DbmgBqR1OkNWIrMt0H6Veh0mWTpGzf7ooAowwncOK4z9ov4wWXwJ+C+ra9cRR3epX+7TNMspc7Z53B3M2P4ETc5+ir/FXea9q2heB7WC88Ta7pfhq1mO2OXV71LdZf93e3P/Aa/Oz/AIKD/GHSfil8RdG0/wAL6vDrfhXQNPaKO8tVbyZLyR83DIx++MCFN33fkOKLXHF+8e/p4Z0zxFZWVxbkS29zGksMq/3SoatPQPgze6leKPPCxL13JXhn7OfxOkfwRpVjdSndbIIkLH+EcLX2H8MvHEGpKttJBtlU/JJkbWWsIay5T2lBThzI0fBfwLsrNle5jWWUDd8wr1zw94TstFRY4Iz5uOFX+H/gXaptFt5Ps2R93uqn5v8Avqp7HWI7e52ZjKpnKs+1Ex94sxrtSshKml7x2+keXptvLc3ksVvZ28fmyXMp2rGAPmPPb3r82/2uPjUP2gvH9umnFl8H6IHt9MjYbTcMT+9nP+/tXb7KP7zV2/7SH7R1x8SjceG/D9y8XhSJ9lxeRHb/AGk47L/0xU/99/Tr4Na6ejFP4cn9K9nCYZ255niY3FqX7uGx9C/s1+Kh4o+Hn9h3MqHWfDp+ylGK73tf+WLqvcL9zd/sr/er0G6t2Vm4/wCA18bWnia8+GfxL07WdOuFtby3tZVhVgrJNkrvR17ptxx/LbXufhj9qjRtUmS08WaVLocpO3+07MGW23f3nT76f8B31xYnCyU24HNTrJrlZ6FMtVZI+1bz2sF5aQXdnPFdWc6CWC5tnDxSIfusrDg1nXNuV3cV5mp1GRIu1vxqnMtaM6lapyRnvSKNiFa0bW3LdKrWkPzdK5v42/GLS/gH4DbWbqOC/wBeuj5Oj6PLIwa6kG3e7Y58tA24n/dG7c1a7mdzuNV1LR/Cdgl/4g1nTtBsieJ9Tukt1P8Au725/wCA15j4w/bK+EfglGjs9VuvGV72g8Pwbov+BTSbUH/Ac1+fPjnxdq/xU8Uaj4o8RTi81a+kLlefKgG7iGJWZtiL0Va57d5Ixjan3Tt7VoqYuY+nviF/wUK8e6sssPhDStL8G2fKpO6C+uz/AHfnddgP+6leOX/7TXxh1a5W4vfib4kWVOiWl81un/fKbR/47XEzW4ksZePmQ/pWW8fz4/8AQaVrEp3NzxL4p1jxpq0+teI9Wvdf1qYYa61O5aaX/ZGT0HsK1vFXgu4XwFbagke5IQd7e3y5P/j1clFNHb3nmyLvggQuU9SO3/fVeheDPjv5d5baZ4k0+zPhyYmO4e1ibzURhtY8lgR/eGMmtIct7M0d+gvwcuDDZLbb9kpG6P8A2m9K+wfgt4ueH7PFcvGnP3Zxt5H91q+Y7HwL/Yd3pd7o9wNQ0OSfZFeRHehy3G7HtX0longeSxhkvbt1s7W3HnSTyvsWFP4mZvT3rhcXGoenh5vlPtLw94kgk0pd5EvycrH93/vr0r5T+NPxqk+Il1eeGvDVwU8KRuy6jqUR2/2kf4oUb/nivdv4/p18N+I37X3h28v38I2VzqH/AAi4cRXep2MS/wClr/EqqSD5PqOrfT5a7Wxg07U9BsrvQLmG+0m4T9xc2x+Q46j2IPUNyK97AUI1Z80+nQ4cbieVckNu5gTQiaXZGmEToq1qW1vHpsL3c4DLCjPtztzir0eliELn73fdXOeM5Li8Frpdp965YtN7RD+H/gRb/wAdr6B6K54XxHlutfb/ABFd2RvY5Yr27uJJ7i5YfubW2J3JGrDjLDbXaSaTPrWjReWUtUX5DPKduQPutt710umaTFpMDp992CrJu+7WTqfmtcp/Z4t3TPEsrnyof9lU7/71cqhb3mU3fY6X4cfETXPhPaf2VplzDq2l3BL/AGHU4y0Ub/xPEwZSm7+IdD/drrov2sNPjvPs+s+G9q52vPpF15vl/wB5mV1X/vndXi15Zx6fuuNcu5bpV3YWAHY7emwc/g1c5c69LdQt5Fm+nW4/haP5/wDvntXHVw9KerWprCU11PvCD7Br1n9s0e/tdVs2G4T2MwlXH+1jpWXc25j7V8PeHo9Rtdat9Us9RutLuofnjls38px/wIfyavo7wR+0NaXlulh40DW90CFTWbaD9zIP+myD7h/2lGP9la8iphJwV46nXCqm7SPcftVnoOj6hrOov5WnabayXd1JnbiJAzt/6Dtr8y/iX8TtZ+NXxCuvEeusIZ5kEVjYx/6qztvm2Qp/31y3csxr6Z/b3+It9o/h3Qvh/prtBHqsR1PU3Vtvmwo+yGH/AHS6s7f7i18bXTG+gt7iP5J8hA39yTt+DbayijSTLumw/wCnLbkHaoditS39mqsr7O3K4p/hf/iaeIVmI2q1o7uvo24Ky/nWrc2v2i88v7yp8x57V0JaHPfU5qztz/p9tyyrCso9qzjCYyz7Pug/dro/D8P2zxZqNtyrS27qFUegzViPw+6+flOkYzUcl0PnsefzZbT5Rgl5SuPpWV5bx7SUKq396u+0fw6l5qF1AE+VId236mmal4V8uTy40+VaydN2NlUSK/g3xhrvg1nfRNVn07zDvMa4eJiO7I6sCf8AgNfXnif41wfG39mbQp7t4bTxSusyaZrVtZpt89IYPMhkCbvlEm8H03xPivjxNJT7Gwkljt50k2fOe3X8a6HwzdXPhuK/NkUle/gWLz2jKsmDncue/wDDVwXvJsftXGLS6nG+J7FLfUp0A2bCV2qd3+TXZ/B/4zX3wj1lxsbUPD904+3aYz4z/wBNE/uSD9Rwfae28Dyf2e17cpu3j92v/s1c9p/w9vPEmtJZ2aFXc8sw+VB/eraKqU5qcNyOeDjyyPubQdf0bxz4cTWvD97Hf6e/ys6fK8L7fuOOqP7H/eXctc7q2pWGjzTzvLFvUbPMkkVVTH95jXl/g34Tax8J9dsdZ0bxDcaVKhX7QqYdJ0+9sKHIcf7LLXS3Gg6HHdvfyWUT3ErmVmlTc2S2W2r2r6BVpyh76szzpRipe6ydtcOsMzwB7qLPErBlhH+761VmklW6iLksyEN5bfLurRXWBsxBbP5rfKnmDaq+9ULyaPTw8sp8+6f9WpNiWhFd6hIs/mY33TZUbj8qf7q/1qnHpMniJGkuL24WBHXfc52qPZf/AIqn6Jpb+ILtnndkshu8xl+9L/srWt4r1a30+H7FbYRYRz5Z+VE/3qi11d7F7bFPUvskY8u2VLfycIbtzv8ANYfwtjb5hq4mho0P7w3PT+IhP/HQvFcr4f1yS+kWTT9Pk1e8T/Vy52WlsP8AfP3z/tBTXVWVrrEh8y9vbeJ26xWsbN/48W/9lrWm09TNqx5f+0D8Vo/id8bfEequwl0a2k/srTNp+VbaFmVXX/fbe/8AwOvOZbWO1f8AeDzLOX77KflZG/iX/d/9lqvba4LEoWtvPtXHLpCGb/gOa1tO1qPUoJbOVIL2DDHzLWPyriP/AGjEfv8A/AK+ailY9J33Rf8AAEAXWPEs0rgpAicr/Fnk/wDoP610NnZmFEaVds95ucr6KFri/hnqH/FWXelblljvSF3KflJTdt/Su61i6Efjb7OfuRWWwL6MWrqp2cLmU73OI8PXH2H4kWcjj5JZthX1B+WvXtb8Oi1tp5VAXd827H8NeLeKIzpuu293ESrRyCXd9CtfSXirY3hVr0fdlt1fdn1FXQWkkZ1HseXfDTSRqFzrl4R8qFIhu9ly3/oVVb66itUvZXCsqOcNXV/CK3Fv4DuruQf666dize1cG+nvql7FZ7C63OopEVU/eTflv03UONooSerLGpeGtLtfs92dQtWnngMu65k+VXGz92iqv323Eru4wh+atPwx4Vk1bXHs3MNyiTuhntixR0B4K55ww5+b+9Wj46uLPSW/0C3jiUSKyce9dt4cjt/Dvh661i42weYDKPZaqFJcwnJ2MPxtHHbpFYWyDzcbERf4VH8VbfgDR7bQbZrkgPKTu3fxO1cXrM0801vLKNupatIvlxN96OH/AB29a9BRfsdsiZ2Kg+d2/gX/ABrqp2crmT0Vi5fag91c+ZOQ7x9Fz8sf/wBeud1bxJ88jgApEeWbu1Me8NxtjgyisdqIo+7/ALVZN4sU2q2umIR5CHzZ2atJVHIlI6i3mNrYfbLly0rjhW7f4Vzt3dG8knnncpBbjdM+f++UX3NWdZ1KS+vIoLZN0spEUCKa5Txnq0djLZ6HZv5rJId8q/8ALWbb87f8B+7WcpJI0SOgtfGT2NmxRAjv8kMEQ3MnoFrNik0ia/U+Jb4Xl3uzHotmDMye7hFzn3bH4VhQpHboLrV9RXStLJKPcq376Y/xRw45z/eI6fdHfHTaLdWFjF9j0C3isLLG5765CooX++2eT/vNx/tVMJue5VrI6+21qJbeIQRf2dZKPvSxqm3/AGVXdyf9mr/nSXS5j83yj0aUfO3+FcbpV7aR3onsLS/8TXWcLfMAIR/uyybUA/3FNb1xZ65eQb73V7XRYMf6uzRriX/vuTaP/HK7ovQya1PBdG029uHSSeeW1tfvdfndf9n0rr3vB5wf7FEyjpK0a7uP9qmRWZj+c/O2fvMK19NUdHG5sfxCvHp00lY6ZTucfqGl2unfEHwrrNjCsEd5cbJ40bgSDv7bg1XfEPy/Ee6T1jXDVY8cWY0230e9QeVFDq0LbSPXIbFUvEGf+E5Wcf3Fak1y3Ra9/lMTx/a7rW6kI+7Gfmr2ltQbVPgTpd4OXezRfl7sPlrynxVGLzSr7+LdG2K7P4c6oNU+BVraZLS2t20Trjtn/Bquk+Wcl3Qqi9xepu+GbWTT/hJOI0/eiORwv+1triPA1xHfeItOdzs+xRyXTt/tldi/+hH/AL5r1vw7CJPD11ZABto3bcbdwK7a8i8BeVZ3Ximf+Hz/ALMnH3dnJ/Vq0qKzgYxe47xIp1zxJp2nRjd9pukTbXo/iySLUNXg0xTt0vTQJbjb/G4+4n9a8n0XVHj8fWF/s81baRnC+rfw10HjXXpLHT5xGf8ASJ5Dj+88p/8Aifu1nGWjY3F3SNTwez+LPGd/rko3WVn/AKLbrj5d38Va/iTWPOm+yQPuRT87f3mqvo8cfgvwja2SEeeY9ztj7zn7x/8AHqybDNxcLLJ82SWrojdRt1JkbdpJ9htnuD8r4aual1aPTY7rUJ3f5z93/wBBFWtZvjM62yfdJ5bNc1C39uarEgH+h277U3fdd/WspSs7ISX2jpbLUpdL0SXWrtNmo3QMVlE3/LIfxNXCeFLG68aeM9q3KWVkmLY3kp27Fz85Hux3c1v/ABEuj/Zk8kb/AOpjFvaxZ6kttY/nWJYeHUj0qCzuftWx8M9rafK87f0H+9USvJpdDZWtc2vEmh6dY641va+IbNrsbYhHp1q2oXewdlb7kf8Aurj8a6Sw8P8Ahbw/HDf6g3lXboD9p1+fzbkn/cbp+C0zw94L1iO18jT4rXwvZHqsSbrhx/tSmuhsfBeiaGftN5LFdT/eM9y+9q6qdPW9jNz+yRJ44OoH/iSWcurMPl+0z7ooU/3VPWpodL1vUplkvZYNrDlIs8VcufHGlaeEjgjkuH7RoNq1kXeuazrU32Z4l0izlPEUX727mH+6v3B/tNXVdR3dzHW5xOh6g15bL56bV/vMOtdLpdmLq7QI4XHXd2WiivOh0NZHBfHnX4l0/T9NtycrN5wPsFxn8zVODXLfWntbv706Rqr7jRRXNUk/aM64JckS/Ni4jlGR8w27asfAq42y61oxO1RIJQrf980UU6fxoT+FnpNhrw0XxutnJjbMGyvrha85tdc09PCN1PCj/aLp55kSIfMXdyf/AB1WWiiuiq2c8IqxX8GQpJdpevhkjj83d7mltLgeJvG1uHG2ysG81/4tz/w0UVhHZF9WdFreoHUr3YM+Uv8Adp/2wWceUJVQPu0UV09TLoc9rN86wtFGdtxcnbu9E9abotxBp8M7oVVIU2hl/vUUVj9spDvD2hz6sU1C7u4olMnlWrXZO3P95V6k/wB2u4hWLwq6f8TOS8uFRv3VnGXck/XpRRWtIKg9bzXNUjVItI3RnrLqE7Nn/gIrStdD1VTFJcRWKKo48qBWx+e6iiu2O5iarZjtWKXPlNnhkjVfmrj/ABFNqnlODqMmx2528Fvyooq6vwhT3P/Z"/>
  <p:tag name="MMPROD_44300LOGO" val=""/>
  <p:tag name="MMPROD_UIDATA" val="&lt;database version=&quot;7.0&quot;&gt;&lt;object type=&quot;1&quot; unique_id=&quot;10001&quot;&gt;&lt;property id=&quot;20141&quot; value=&quot;MS PowerPoint 2010&quot;/&gt;&lt;property id=&quot;20142&quot; value=&quot;Kümenin belli bir tanımı yoktur. Ancak küme denilince, belli özellikleri sağlayan nes­neler topluluğu denilebilir. &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C:\Users\zparlak\Documents\My Adobe Presentations\tema_presenter&quot;/&gt;&lt;property id=&quot;20225&quot; value=&quot;C:\Users\zparlak\Desktop\adobe_presenter\&quot;/&gt;&lt;property id=&quot;20226&quot; value=&quot;C:\Users\zparlak\Desktop\powerpoint_ders_notu\modüller\modul4.pptx&quot;/&gt;&lt;property id=&quot;20250&quot; value=&quot;7&quot;/&gt;&lt;property id=&quot;20251&quot; value=&quot;0&quot;/&gt;&lt;property id=&quot;20259&quot; value=&quot;0&quot;/&gt;&lt;property id=&quot;20501&quot; value=&quot;C:\Users\Presenter\Documents\My Adobe Presentations\&quot;/&gt;&lt;object type=&quot;2&quot; unique_id=&quot;10559&quot;&gt;&lt;object type=&quot;3&quot; unique_id=&quot;10560&quot;&gt;&lt;property id=&quot;20148&quot; value=&quot;5&quot;/&gt;&lt;property id=&quot;20300&quot; value=&quot;Slide 1 - &amp;quot;PowerPoint&amp;quot;&quot;/&gt;&lt;property id=&quot;20302&quot; value=&quot;1&quot;/&gt;&lt;property id=&quot;20303&quot; value=&quot;Zekeriya PARLAK&quot;/&gt;&lt;property id=&quot;20307&quot; value=&quot;256&quot;/&gt;&lt;property id=&quot;20309&quot; value=&quot;44300&quot;/&gt;&lt;property id=&quot;20312&quot; value=&quot;0&quot;/&gt;&lt;/object&gt;&lt;object type=&quot;3&quot; unique_id=&quot;10588&quot;&gt;&lt;property id=&quot;20148&quot; value=&quot;5&quot;/&gt;&lt;property id=&quot;20300&quot; value=&quot;Slide 4 - &amp;quot;Küçük resimlerin çevrimiçi olarak aranması ve eklenmesi&amp;quot;&quot;/&gt;&lt;property id=&quot;20302&quot; value=&quot;0&quot;/&gt;&lt;property id=&quot;20303&quot; value=&quot;Zekeriya PARLAK&quot;/&gt;&lt;property id=&quot;20307&quot; value=&quot;257&quot;/&gt;&lt;property id=&quot;20309&quot; value=&quot;44300&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Zekeriya PARLAK&quot;/&gt;&lt;property id=&quot;20307&quot; value=&quot;258&quot;/&gt;&lt;property id=&quot;20309&quot; value=&quot;44300&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Zekeriya PARLAK&quot;/&gt;&lt;property id=&quot;20307&quot; value=&quot;260&quot;/&gt;&lt;property id=&quot;20309&quot; value=&quot;44300&quot;/&gt;&lt;property id=&quot;20312&quot; value=&quot;0&quot;/&gt;&lt;/object&gt;&lt;object type=&quot;3&quot; unique_id=&quot;41411&quot;&gt;&lt;property id=&quot;20148&quot; value=&quot;5&quot;/&gt;&lt;property id=&quot;20300&quot; value=&quot;Slide 5 - &amp;quot;Küçük resimler üzerinde renk ve şekil değişiklerinin yapılması&amp;quot;&quot;/&gt;&lt;property id=&quot;20302&quot; value=&quot;0&quot;/&gt;&lt;property id=&quot;20303&quot; value=&quot;Zekeriya PARLAK&quot;/&gt;&lt;property id=&quot;20307&quot; value=&quot;294&quot;/&gt;&lt;property id=&quot;20309&quot; value=&quot;44300&quot;/&gt;&lt;property id=&quot;20312&quot; value=&quot;0&quot;/&gt;&lt;/object&gt;&lt;object type=&quot;3&quot; unique_id=&quot;41412&quot;&gt;&lt;property id=&quot;20148&quot; value=&quot;5&quot;/&gt;&lt;property id=&quot;20300&quot; value=&quot;Slide 6 - &amp;quot;Slayta bir resim dosyası ekleme&amp;quot;&quot;/&gt;&lt;property id=&quot;20302&quot; value=&quot;0&quot;/&gt;&lt;property id=&quot;20303&quot; value=&quot;Zekeriya PARLAK&quot;/&gt;&lt;property id=&quot;20307&quot; value=&quot;295&quot;/&gt;&lt;property id=&quot;20309&quot; value=&quot;44300&quot;/&gt;&lt;property id=&quot;20312&quot; value=&quot;0&quot;/&gt;&lt;/object&gt;&lt;object type=&quot;3&quot; unique_id=&quot;41413&quot;&gt;&lt;property id=&quot;20148&quot; value=&quot;5&quot;/&gt;&lt;property id=&quot;20300&quot; value=&quot;Slide 7 - &amp;quot;Eklenen resimlere biçim değişikleri yapılması: yeniden renklendirme, renk doygunluğu, efekt ekleme, hazır stilleri &quot;/&gt;&lt;property id=&quot;20302&quot; value=&quot;0&quot;/&gt;&lt;property id=&quot;20303&quot; value=&quot;Zekeriya PARLAK&quot;/&gt;&lt;property id=&quot;20307&quot; value=&quot;296&quot;/&gt;&lt;property id=&quot;20309&quot; value=&quot;44300&quot;/&gt;&lt;property id=&quot;20312&quot; value=&quot;0&quot;/&gt;&lt;/object&gt;&lt;/object&gt;&lt;object type=&quot;8&quot; unique_id=&quot;10563&quot;&gt;&lt;/object&gt;&lt;object type=&quot;4&quot; unique_id=&quot;10695&quot;&gt;&lt;object type=&quot;5&quot; unique_id=&quot;44300&quot;&gt;&lt;property id=&quot;20149&quot; value=&quot;Zekeriya PARLAK&quot;/&gt;&lt;property id=&quot;20150&quot; value=&quot;Öğr.Gör.Dr.&quot;/&gt;&lt;property id=&quot;20151&quot; value=&quot;100_4bdc29d7029a3.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44819&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PRESENTER_SHAPEINFO" val="&lt;ThreeDShapeInfo&gt;&lt;uuid val=&quot;{B2B7B963-0C1E-494D-9842-AB5F05924869}&quot;/&gt;&lt;isInvalidForFieldText val=&quot;0&quot;/&gt;&lt;Image&gt;&lt;filename val=&quot;C:\Users\PRESEN~1\AppData\Local\Temp\PR\data\asimages\{B2B7B963-0C1E-494D-9842-AB5F05924869}_1.png&quot;/&gt;&lt;left val=&quot;-27&quot;/&gt;&lt;top val=&quot;207&quot;/&gt;&lt;width val=&quot;379&quot;/&gt;&lt;height val=&quot;120&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PSNARRATION" val="1,1768330994,C:\Users\Presenter\Desktop\powerpoint_icerikler\moduller\modul4_pptx\Media.ppcx"/>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EAE55630-45B4-4227-A4D8-F615D6FFB521}&quot;/&gt;&lt;isInvalidForFieldText val=&quot;0&quot;/&gt;&lt;Image&gt;&lt;filename val=&quot;C:\Users\PRESEN~1\AppData\Local\Temp\PR\data\asimages\{EAE55630-45B4-4227-A4D8-F615D6FFB521}_2.png&quot;/&gt;&lt;left val=&quot;25&quot;/&gt;&lt;top val=&quot;30&quot;/&gt;&lt;width val=&quot;659&quot;/&gt;&lt;height val=&quot;62&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28&quot;/&gt;&lt;lineCharCount val=&quot;59&quot;/&gt;&lt;lineCharCount val=&quot;31&quot;/&gt;&lt;lineCharCount val=&quot;35&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D9780980-7293-42B1-B74A-9EC063EAB015}&quot;/&gt;&lt;isInvalidForFieldText val=&quot;0&quot;/&gt;&lt;Image&gt;&lt;filename val=&quot;C:\Users\PRESEN~1\AppData\Local\Temp\PR\data\asimages\{D9780980-7293-42B1-B74A-9EC063EAB015}_3.png&quot;/&gt;&lt;left val=&quot;25&quot;/&gt;&lt;top val=&quot;30&quot;/&gt;&lt;width val=&quot;659&quot;/&gt;&lt;height val=&quot;62&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1&quot;/&gt;&lt;lineCharCount val=&quot;31&quot;/&gt;&lt;lineCharCount val=&quot;33&quot;/&gt;&lt;lineCharCount val=&quot;68&quot;/&gt;&lt;lineCharCount val=&quot;83&quot;/&gt;&lt;lineCharCount val=&quot;46&quot;/&gt;&lt;lineCharCount val=&quot;67&quot;/&gt;&lt;lineCharCount val=&quot;92&quot;/&gt;&lt;lineCharCount val=&quot;49&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PSNARRATION" val="2,1768330994,C:\Users\Presenter\Desktop\powerpoint_icerikler\moduller\modul4_pptx\Media.ppcx"/>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5&quot;/&gt;&lt;/TableIndex&gt;&lt;/ShapeTextInfo&gt;"/>
  <p:tag name="PRESENTER_SHAPEINFO" val="&lt;ThreeDShapeInfo&gt;&lt;uuid val=&quot;{4EFDE6C5-CA57-489E-85B8-09C555C72561}&quot;/&gt;&lt;isInvalidForFieldText val=&quot;0&quot;/&gt;&lt;Image&gt;&lt;filename val=&quot;C:\Users\PRESEN~1\AppData\Local\Temp\PR\data\asimages\{4EFDE6C5-CA57-489E-85B8-09C555C72561}_4.png&quot;/&gt;&lt;left val=&quot;36&quot;/&gt;&lt;top val=&quot;36&quot;/&gt;&lt;width val=&quot;649&quot;/&gt;&lt;height val=&quot;51&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7&quot;/&gt;&lt;lineCharCount val=&quot;49&quot;/&gt;&lt;lineCharCount val=&quot;62&quot;/&gt;&lt;lineCharCount val=&quot;65&quot;/&gt;&lt;lineCharCount val=&quot;61&quot;/&gt;&lt;lineCharCount val=&quot;23&quot;/&gt;&lt;lineCharCount val=&quot;63&quot;/&gt;&lt;lineCharCount val=&quot;60&quot;/&gt;&lt;lineCharCount val=&quot;59&quot;/&gt;&lt;lineCharCount val=&quot;7&quot;/&gt;&lt;lineCharCount val=&quot;1&quot;/&gt;&lt;lineCharCount val=&quot;57&quot;/&gt;&lt;lineCharCount val=&quot;65&quot;/&gt;&lt;lineCharCount val=&quot;60&quot;/&gt;&lt;lineCharCount val=&quot;47&quot;/&gt;&lt;lineCharCount val=&quot;16&quot;/&gt;&lt;lineCharCount val=&quot;59&quot;/&gt;&lt;lineCharCount val=&quot;9&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PSNARRATION" val="3,1768330994,C:\Users\Presenter\Desktop\powerpoint_icerikler\moduller\modul4_pptx\Media.ppcx"/>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2&quot;/&gt;&lt;/TableIndex&gt;&lt;/ShapeTextInfo&gt;"/>
  <p:tag name="PRESENTER_SHAPEINFO" val="&lt;ThreeDShapeInfo&gt;&lt;uuid val=&quot;{AC5E4ECB-8E4C-4A26-94CE-68CB0166B515}&quot;/&gt;&lt;isInvalidForFieldText val=&quot;0&quot;/&gt;&lt;Image&gt;&lt;filename val=&quot;C:\Users\PRESEN~1\AppData\Local\Temp\PR\data\asimages\{AC5E4ECB-8E4C-4A26-94CE-68CB0166B515}_5.png&quot;/&gt;&lt;left val=&quot;36&quot;/&gt;&lt;top val=&quot;36&quot;/&gt;&lt;width val=&quot;649&quot;/&gt;&lt;height val=&quot;46&quot;/&gt;&lt;hasText val=&quot;1&quot;/&gt;&lt;/Image&gt;&lt;/ThreeDShape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8&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5&quot;/&gt;&lt;lineCharCount val=&quot;74&quot;/&gt;&lt;lineCharCount val=&quot;82&quot;/&gt;&lt;lineCharCount val=&quot;25&quot;/&gt;&lt;lineCharCount val=&quot;76&quot;/&gt;&lt;lineCharCount val=&quot;83&quot;/&gt;&lt;lineCharCount val=&quot;44&quot;/&gt;&lt;lineCharCount val=&quot;84&quot;/&gt;&lt;lineCharCount val=&quot;30&quot;/&gt;&lt;lineCharCount val=&quot;83&quot;/&gt;&lt;lineCharCount val=&quot;89&quot;/&gt;&lt;lineCharCount val=&quot;65&quot;/&gt;&lt;lineCharCount val=&quot;80&quot;/&gt;&lt;lineCharCount val=&quot;31&quot;/&gt;&lt;lineCharCount val=&quot;83&quot;/&gt;&lt;lineCharCount val=&quot;43&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PSNARRATION" val="4,1768330994,C:\Users\Presenter\Desktop\powerpoint_icerikler\moduller\modul4_pptx\Media.ppcx"/>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 name="PRESENTER_SHAPEINFO" val="&lt;ThreeDShapeInfo&gt;&lt;uuid val=&quot;{79833DB7-D6A6-4206-A69A-2AA98DCE6203}&quot;/&gt;&lt;isInvalidForFieldText val=&quot;0&quot;/&gt;&lt;Image&gt;&lt;filename val=&quot;C:\Users\PRESEN~1\AppData\Local\Temp\PR\data\asimages\{79833DB7-D6A6-4206-A69A-2AA98DCE6203}_6.png&quot;/&gt;&lt;left val=&quot;36&quot;/&gt;&lt;top val=&quot;30&quot;/&gt;&lt;width val=&quot;649&quot;/&gt;&lt;height val=&quot;62&quot;/&gt;&lt;hasText val=&quot;1&quot;/&gt;&lt;/Image&gt;&lt;/ThreeDShape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9&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42&quot;/&gt;&lt;lineCharCount val=&quot;56&quot;/&gt;&lt;lineCharCount val=&quot;59&quot;/&gt;&lt;lineCharCount val=&quot;61&quot;/&gt;&lt;lineCharCount val=&quot;35&quot;/&gt;&lt;lineCharCount val=&quot;56&quot;/&gt;&lt;lineCharCount val=&quot;37&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PSNARRATION" val="5,1768330994,C:\Users\Presenter\Desktop\powerpoint_icerikler\moduller\modul4_pptx\Media.ppcx"/>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9&quot;/&gt;&lt;lineCharCount val=&quot;55&quot;/&gt;&lt;/TableIndex&gt;&lt;/ShapeTextInfo&gt;"/>
  <p:tag name="PRESENTER_SHAPEINFO" val="&lt;ThreeDShapeInfo&gt;&lt;uuid val=&quot;{54074717-7FA7-4BD0-9855-361D69DF5F6B}&quot;/&gt;&lt;isInvalidForFieldText val=&quot;0&quot;/&gt;&lt;Image&gt;&lt;filename val=&quot;C:\Users\PRESEN~1\AppData\Local\Temp\PR\data\asimages\{54074717-7FA7-4BD0-9855-361D69DF5F6B}_7.png&quot;/&gt;&lt;left val=&quot;36&quot;/&gt;&lt;top val=&quot;27&quot;/&gt;&lt;width val=&quot;649&quot;/&gt;&lt;height val=&quot;67&quot;/&gt;&lt;hasText val=&quot;1&quot;/&gt;&lt;/Image&gt;&lt;/ThreeDShape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6&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39&quot;/&gt;&lt;lineCharCount val=&quot;87&quot;/&gt;&lt;lineCharCount val=&quot;89&quot;/&gt;&lt;lineCharCount val=&quot;33&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3&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8&quot;/&gt;&lt;lineCharCount val=&quot;93&quot;/&gt;&lt;lineCharCount val=&quot;98&quot;/&gt;&lt;lineCharCount val=&quot;2&quot;/&gt;&lt;lineCharCount val=&quot;39&quot;/&gt;&lt;lineCharCount val=&quot;85&quot;/&gt;&lt;lineCharCount val=&quot;84&quot;/&gt;&lt;lineCharCount val=&quot;16&quot;/&gt;&lt;lineCharCount val=&quot;79&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1444</TotalTime>
  <Words>601</Words>
  <Application>Microsoft Office PowerPoint</Application>
  <PresentationFormat>Ekran Gösterisi (4:3)</PresentationFormat>
  <Paragraphs>72</Paragraphs>
  <Slides>7</Slides>
  <Notes>4</Notes>
  <HiddenSlides>0</HiddenSlides>
  <MMClips>0</MMClips>
  <ScaleCrop>false</ScaleCrop>
  <HeadingPairs>
    <vt:vector size="4" baseType="variant">
      <vt:variant>
        <vt:lpstr>Tema</vt:lpstr>
      </vt:variant>
      <vt:variant>
        <vt:i4>2</vt:i4>
      </vt:variant>
      <vt:variant>
        <vt:lpstr>Slayt Başlıkları</vt:lpstr>
      </vt:variant>
      <vt:variant>
        <vt:i4>7</vt:i4>
      </vt:variant>
    </vt:vector>
  </HeadingPairs>
  <TitlesOfParts>
    <vt:vector size="9" baseType="lpstr">
      <vt:lpstr>Hava Akımı</vt:lpstr>
      <vt:lpstr>Ofis Teması</vt:lpstr>
      <vt:lpstr>PowerPoint</vt:lpstr>
      <vt:lpstr>Öğrenme Hedefleri</vt:lpstr>
      <vt:lpstr>İçindekiler</vt:lpstr>
      <vt:lpstr>Küçük resimlerin çevrimiçi olarak aranması ve eklenmesi</vt:lpstr>
      <vt:lpstr>Küçük resimler üzerinde renk ve şekil değişiklerinin yapılması</vt:lpstr>
      <vt:lpstr>Slayta bir resim dosyası ekleme</vt:lpstr>
      <vt:lpstr>Eklenen resimlere biçim değişikleri yapılması: yeniden renklendirme, renk doygunluğu, efekt ekleme, hazır stilleri kullanma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Presenter</cp:lastModifiedBy>
  <cp:revision>390</cp:revision>
  <dcterms:created xsi:type="dcterms:W3CDTF">2011-06-08T08:18:11Z</dcterms:created>
  <dcterms:modified xsi:type="dcterms:W3CDTF">2011-09-16T15:39:06Z</dcterms:modified>
</cp:coreProperties>
</file>