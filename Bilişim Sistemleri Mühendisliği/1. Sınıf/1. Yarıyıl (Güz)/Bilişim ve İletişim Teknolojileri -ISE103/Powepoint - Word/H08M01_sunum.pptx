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2.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3.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4.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5.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6.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7.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8.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9.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10.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14"/>
  </p:notesMasterIdLst>
  <p:sldIdLst>
    <p:sldId id="256" r:id="rId3"/>
    <p:sldId id="260" r:id="rId4"/>
    <p:sldId id="258" r:id="rId5"/>
    <p:sldId id="257" r:id="rId6"/>
    <p:sldId id="271" r:id="rId7"/>
    <p:sldId id="275" r:id="rId8"/>
    <p:sldId id="277" r:id="rId9"/>
    <p:sldId id="261" r:id="rId10"/>
    <p:sldId id="276" r:id="rId11"/>
    <p:sldId id="272" r:id="rId12"/>
    <p:sldId id="263" r:id="rId13"/>
  </p:sldIdLst>
  <p:sldSz cx="9144000" cy="6858000" type="screen4x3"/>
  <p:notesSz cx="6669088" cy="9928225"/>
  <p:custDataLst>
    <p:tags r:id="rId15"/>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00"/>
    <a:srgbClr val="AADAF0"/>
    <a:srgbClr val="124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46F890A9-2807-4EBB-B81D-B2AA78EC7F39}" styleName="Koyu Stil 2 - Vurgu 5/Vurgu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9CF1AB2-1976-4502-BF36-3FF5EA218861}" styleName="Orta Stil 4 - Vurgu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042" autoAdjust="0"/>
  </p:normalViewPr>
  <p:slideViewPr>
    <p:cSldViewPr>
      <p:cViewPr>
        <p:scale>
          <a:sx n="60" d="100"/>
          <a:sy n="60" d="100"/>
        </p:scale>
        <p:origin x="-2364" y="-7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889938" cy="496411"/>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777607" y="0"/>
            <a:ext cx="2889938" cy="496411"/>
          </a:xfrm>
          <a:prstGeom prst="rect">
            <a:avLst/>
          </a:prstGeom>
        </p:spPr>
        <p:txBody>
          <a:bodyPr vert="horz" lIns="91440" tIns="45720" rIns="91440" bIns="45720" rtlCol="0"/>
          <a:lstStyle>
            <a:lvl1pPr algn="r">
              <a:defRPr sz="1200"/>
            </a:lvl1pPr>
          </a:lstStyle>
          <a:p>
            <a:fld id="{EFF07403-48BF-4B87-9E20-50CC050AC631}" type="datetimeFigureOut">
              <a:rPr lang="tr-TR" smtClean="0"/>
              <a:t>18.10.2011</a:t>
            </a:fld>
            <a:endParaRPr lang="tr-TR"/>
          </a:p>
        </p:txBody>
      </p:sp>
      <p:sp>
        <p:nvSpPr>
          <p:cNvPr id="4" name="Slayt Görüntüsü Yer Tutucusu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66909" y="4715907"/>
            <a:ext cx="5335270" cy="4467701"/>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9430091"/>
            <a:ext cx="2889938" cy="496411"/>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777607" y="9430091"/>
            <a:ext cx="2889938" cy="496411"/>
          </a:xfrm>
          <a:prstGeom prst="rect">
            <a:avLst/>
          </a:prstGeom>
        </p:spPr>
        <p:txBody>
          <a:bodyPr vert="horz" lIns="91440" tIns="45720" rIns="91440" bIns="45720" rtlCol="0" anchor="b"/>
          <a:lstStyle>
            <a:lvl1pPr algn="r">
              <a:defRPr sz="1200"/>
            </a:lvl1pPr>
          </a:lstStyle>
          <a:p>
            <a:fld id="{07E959F8-A2F4-45FB-B2CC-9E3810D229D2}" type="slidenum">
              <a:rPr lang="tr-TR" smtClean="0"/>
              <a:t>‹#›</a:t>
            </a:fld>
            <a:endParaRPr lang="tr-TR"/>
          </a:p>
        </p:txBody>
      </p:sp>
    </p:spTree>
    <p:extLst>
      <p:ext uri="{BB962C8B-B14F-4D97-AF65-F5344CB8AC3E}">
        <p14:creationId xmlns:p14="http://schemas.microsoft.com/office/powerpoint/2010/main" val="711104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1</a:t>
            </a:fld>
            <a:endParaRPr lang="tr-TR"/>
          </a:p>
        </p:txBody>
      </p:sp>
    </p:spTree>
    <p:extLst>
      <p:ext uri="{BB962C8B-B14F-4D97-AF65-F5344CB8AC3E}">
        <p14:creationId xmlns:p14="http://schemas.microsoft.com/office/powerpoint/2010/main" val="2831107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2</a:t>
            </a:fld>
            <a:endParaRPr lang="tr-TR"/>
          </a:p>
        </p:txBody>
      </p:sp>
    </p:spTree>
    <p:extLst>
      <p:ext uri="{BB962C8B-B14F-4D97-AF65-F5344CB8AC3E}">
        <p14:creationId xmlns:p14="http://schemas.microsoft.com/office/powerpoint/2010/main" val="2503087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3</a:t>
            </a:fld>
            <a:endParaRPr lang="tr-TR"/>
          </a:p>
        </p:txBody>
      </p:sp>
    </p:spTree>
    <p:extLst>
      <p:ext uri="{BB962C8B-B14F-4D97-AF65-F5344CB8AC3E}">
        <p14:creationId xmlns:p14="http://schemas.microsoft.com/office/powerpoint/2010/main" val="4187383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Word belgesi hazırlanırken kullanılan en yaygın biçimlendirmelerden biri belgedeki metnin biçimlendirilmesidir. Yazı tipi, yazı büyüklüğü, yazı rengi, kalınlığı veya italik olması gibi biçimlendirmeleri kapsamaktadır.</a:t>
            </a:r>
          </a:p>
          <a:p>
            <a:r>
              <a:rPr lang="tr-TR" sz="1200" kern="1200" dirty="0" smtClean="0">
                <a:solidFill>
                  <a:schemeClr val="tx1"/>
                </a:solidFill>
                <a:effectLst/>
                <a:latin typeface="+mn-lt"/>
                <a:ea typeface="+mn-ea"/>
                <a:cs typeface="+mn-cs"/>
              </a:rPr>
              <a:t>Belge</a:t>
            </a:r>
            <a:r>
              <a:rPr lang="tr-TR" sz="1200" kern="1200" baseline="0" dirty="0" smtClean="0">
                <a:solidFill>
                  <a:schemeClr val="tx1"/>
                </a:solidFill>
                <a:effectLst/>
                <a:latin typeface="+mn-lt"/>
                <a:ea typeface="+mn-ea"/>
                <a:cs typeface="+mn-cs"/>
              </a:rPr>
              <a:t> içerisinde yazı karakterini ve büyüklüğünü değiştirmek için belgeye veri girmeden önce değişiklik yapabileceğimiz gibi veri girdikten sonra da değiştirebiliriz. Ancak veri girdikten sonra değişiklik yapacaksak önce değişiklik yapacağımız metni seçmemiz gerekir. </a:t>
            </a:r>
            <a:r>
              <a:rPr lang="tr-TR" sz="1200" dirty="0" smtClean="0"/>
              <a:t>Yazı karakteri ve büyüklüğü değiştirilirken</a:t>
            </a:r>
          </a:p>
          <a:p>
            <a:r>
              <a:rPr lang="tr-TR" sz="1200" b="1" dirty="0" smtClean="0"/>
              <a:t>Giriş</a:t>
            </a:r>
            <a:r>
              <a:rPr lang="tr-TR" sz="1200" dirty="0" smtClean="0"/>
              <a:t> sekmesi&gt;</a:t>
            </a:r>
            <a:r>
              <a:rPr lang="tr-TR" sz="1200" b="1" dirty="0" smtClean="0"/>
              <a:t>Yazı tipi </a:t>
            </a:r>
            <a:r>
              <a:rPr lang="tr-TR" sz="1200" dirty="0" smtClean="0"/>
              <a:t>komut grubu</a:t>
            </a:r>
          </a:p>
          <a:p>
            <a:r>
              <a:rPr lang="tr-TR" sz="1200" b="1" dirty="0" smtClean="0"/>
              <a:t>Yazı Tipi </a:t>
            </a:r>
            <a:r>
              <a:rPr lang="tr-TR" sz="1200" dirty="0" smtClean="0"/>
              <a:t>iletişim penceresi</a:t>
            </a:r>
          </a:p>
          <a:p>
            <a:r>
              <a:rPr lang="tr-TR" sz="1200" b="1" dirty="0" smtClean="0"/>
              <a:t>Fare işaretçisi </a:t>
            </a:r>
            <a:r>
              <a:rPr lang="tr-TR" sz="1200" dirty="0" err="1" smtClean="0"/>
              <a:t>kısayol</a:t>
            </a:r>
            <a:r>
              <a:rPr lang="tr-TR" sz="1200" dirty="0" smtClean="0"/>
              <a:t> menüsü kullanılır</a:t>
            </a:r>
          </a:p>
          <a:p>
            <a:r>
              <a:rPr lang="tr-TR" sz="1200" kern="1200" dirty="0" smtClean="0">
                <a:solidFill>
                  <a:schemeClr val="tx1"/>
                </a:solidFill>
                <a:effectLst/>
                <a:latin typeface="+mn-lt"/>
                <a:ea typeface="+mn-ea"/>
                <a:cs typeface="+mn-cs"/>
              </a:rPr>
              <a:t>Giriş sekmesinde bulunan Yazı Tipi komut</a:t>
            </a:r>
            <a:r>
              <a:rPr lang="tr-TR" sz="1200" kern="1200" baseline="0" dirty="0" smtClean="0">
                <a:solidFill>
                  <a:schemeClr val="tx1"/>
                </a:solidFill>
                <a:effectLst/>
                <a:latin typeface="+mn-lt"/>
                <a:ea typeface="+mn-ea"/>
                <a:cs typeface="+mn-cs"/>
              </a:rPr>
              <a:t> grubunda Word’le birlikte gelen yazı tipleri yer almaktadır. Varsayılan yazı karakterinin yanında bulunan açılır oka tıkladığımızda açılacak listeden sizden istenen yazı karakterini veya beğendiğiniz yazı karakterini seçmeniz durumunda yazı tipi değişecektir. Benzer şekilde yazı büyüklüğünü yazı karakterinin hemen yanında bulunan açılır menüden veya A harfiyle gösterilen komutlardan yazı büyüklüğünü arttırmak veya azaltmak mümkündür. </a:t>
            </a:r>
          </a:p>
          <a:p>
            <a:r>
              <a:rPr lang="tr-TR" sz="1200" kern="1200" baseline="0" dirty="0" smtClean="0">
                <a:solidFill>
                  <a:schemeClr val="tx1"/>
                </a:solidFill>
                <a:effectLst/>
                <a:latin typeface="+mn-lt"/>
                <a:ea typeface="+mn-ea"/>
                <a:cs typeface="+mn-cs"/>
              </a:rPr>
              <a:t>Yazı karakteri ve büyüklüğünü Yazı Tipi komut grubunun alt köşesinde bulunan iletişim başlatıcı </a:t>
            </a:r>
            <a:r>
              <a:rPr lang="tr-TR" sz="1200" kern="1200" baseline="0" dirty="0" err="1" smtClean="0">
                <a:solidFill>
                  <a:schemeClr val="tx1"/>
                </a:solidFill>
                <a:effectLst/>
                <a:latin typeface="+mn-lt"/>
                <a:ea typeface="+mn-ea"/>
                <a:cs typeface="+mn-cs"/>
              </a:rPr>
              <a:t>kısayol</a:t>
            </a:r>
            <a:r>
              <a:rPr lang="tr-TR" sz="1200" kern="1200" baseline="0" dirty="0" smtClean="0">
                <a:solidFill>
                  <a:schemeClr val="tx1"/>
                </a:solidFill>
                <a:effectLst/>
                <a:latin typeface="+mn-lt"/>
                <a:ea typeface="+mn-ea"/>
                <a:cs typeface="+mn-cs"/>
              </a:rPr>
              <a:t> komutuna tıkladığımızda açılan Yazı Tipi iletişim penceresinden yapabiliriz.</a:t>
            </a:r>
          </a:p>
          <a:p>
            <a:r>
              <a:rPr lang="tr-TR" sz="1200" kern="1200" baseline="0" dirty="0" smtClean="0">
                <a:solidFill>
                  <a:schemeClr val="tx1"/>
                </a:solidFill>
                <a:effectLst/>
                <a:latin typeface="+mn-lt"/>
                <a:ea typeface="+mn-ea"/>
                <a:cs typeface="+mn-cs"/>
              </a:rPr>
              <a:t>Bir diğer yolda Fare </a:t>
            </a:r>
            <a:r>
              <a:rPr lang="tr-TR" sz="1200" kern="1200" baseline="0" dirty="0" err="1" smtClean="0">
                <a:solidFill>
                  <a:schemeClr val="tx1"/>
                </a:solidFill>
                <a:effectLst/>
                <a:latin typeface="+mn-lt"/>
                <a:ea typeface="+mn-ea"/>
                <a:cs typeface="+mn-cs"/>
              </a:rPr>
              <a:t>kısayol</a:t>
            </a:r>
            <a:r>
              <a:rPr lang="tr-TR" sz="1200" kern="1200" baseline="0" dirty="0" smtClean="0">
                <a:solidFill>
                  <a:schemeClr val="tx1"/>
                </a:solidFill>
                <a:effectLst/>
                <a:latin typeface="+mn-lt"/>
                <a:ea typeface="+mn-ea"/>
                <a:cs typeface="+mn-cs"/>
              </a:rPr>
              <a:t> menüsünü kullanmaktır. Değişiklik yapılacak metin seçildikten sonra farenin sağ tuşuna tıkladığımızda açılan </a:t>
            </a:r>
            <a:r>
              <a:rPr lang="tr-TR" sz="1200" kern="1200" baseline="0" dirty="0" err="1" smtClean="0">
                <a:solidFill>
                  <a:schemeClr val="tx1"/>
                </a:solidFill>
                <a:effectLst/>
                <a:latin typeface="+mn-lt"/>
                <a:ea typeface="+mn-ea"/>
                <a:cs typeface="+mn-cs"/>
              </a:rPr>
              <a:t>kısayol</a:t>
            </a:r>
            <a:r>
              <a:rPr lang="tr-TR" sz="1200" kern="1200" baseline="0" dirty="0" smtClean="0">
                <a:solidFill>
                  <a:schemeClr val="tx1"/>
                </a:solidFill>
                <a:effectLst/>
                <a:latin typeface="+mn-lt"/>
                <a:ea typeface="+mn-ea"/>
                <a:cs typeface="+mn-cs"/>
              </a:rPr>
              <a:t> menüsünde Yazı tipi komut grubundaki gibi yazı karakterini ve büyüklüğünü değiştirebileceğimiz komutlar görünür. Buradan istediğimiz değişiklikleri yapabiliriz.</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Belge içerisinde gövde metinle başlıkları birbirinden ayırmak için kullanılan yöntem başlıkları daha vurgulayıcı ve ön plana çıkaracak biçimlendirme kullanmaktır. Bu amaçla başlıklar veya metin içerisinde vurgulamak istediğimiz metni kalın, italik veya altı çizgili yapılır. </a:t>
            </a:r>
            <a:r>
              <a:rPr lang="tr-TR" sz="1200" dirty="0" smtClean="0"/>
              <a:t>Metni kalın, italik ve altı çizili yapmak için</a:t>
            </a:r>
          </a:p>
          <a:p>
            <a:r>
              <a:rPr lang="tr-TR" sz="1200" b="1" dirty="0" smtClean="0"/>
              <a:t>Giriş</a:t>
            </a:r>
            <a:r>
              <a:rPr lang="tr-TR" sz="1200" dirty="0" smtClean="0"/>
              <a:t> sekmesi&gt;</a:t>
            </a:r>
            <a:r>
              <a:rPr lang="tr-TR" sz="1200" b="1" dirty="0" smtClean="0"/>
              <a:t>Yazı tipi </a:t>
            </a:r>
            <a:r>
              <a:rPr lang="tr-TR" sz="1200" dirty="0" smtClean="0"/>
              <a:t>komut grubu</a:t>
            </a:r>
          </a:p>
          <a:p>
            <a:r>
              <a:rPr lang="tr-TR" sz="1200" b="1" dirty="0" smtClean="0"/>
              <a:t>Yazı Tipi </a:t>
            </a:r>
            <a:r>
              <a:rPr lang="tr-TR" sz="1200" dirty="0" smtClean="0"/>
              <a:t>iletişim penceresi</a:t>
            </a:r>
          </a:p>
          <a:p>
            <a:r>
              <a:rPr lang="tr-TR" sz="1200" b="1" dirty="0" smtClean="0"/>
              <a:t>Fare işaretçisi </a:t>
            </a:r>
            <a:r>
              <a:rPr lang="tr-TR" sz="1200" dirty="0" err="1" smtClean="0"/>
              <a:t>kısayol</a:t>
            </a:r>
            <a:r>
              <a:rPr lang="tr-TR" sz="1200" dirty="0" smtClean="0"/>
              <a:t> menüsü </a:t>
            </a:r>
          </a:p>
          <a:p>
            <a:r>
              <a:rPr lang="tr-TR" sz="1200" b="1" dirty="0" err="1" smtClean="0"/>
              <a:t>Ctrl+K</a:t>
            </a:r>
            <a:r>
              <a:rPr lang="tr-TR" sz="1200" b="1" dirty="0" smtClean="0"/>
              <a:t>, </a:t>
            </a:r>
            <a:r>
              <a:rPr lang="tr-TR" sz="1200" b="1" dirty="0" err="1" smtClean="0"/>
              <a:t>Ctrl+T</a:t>
            </a:r>
            <a:r>
              <a:rPr lang="tr-TR" sz="1200" b="1" dirty="0" smtClean="0"/>
              <a:t> </a:t>
            </a:r>
            <a:r>
              <a:rPr lang="tr-TR" sz="1200" dirty="0" smtClean="0"/>
              <a:t>ve </a:t>
            </a:r>
            <a:r>
              <a:rPr lang="tr-TR" sz="1200" b="1" dirty="0" err="1" smtClean="0"/>
              <a:t>Ctrl+Shift+A</a:t>
            </a:r>
            <a:r>
              <a:rPr lang="tr-TR" sz="1200" b="1" dirty="0" smtClean="0"/>
              <a:t> </a:t>
            </a:r>
            <a:r>
              <a:rPr lang="tr-TR" sz="1200" dirty="0" smtClean="0"/>
              <a:t>tuşları  kullanılır</a:t>
            </a:r>
          </a:p>
          <a:p>
            <a:r>
              <a:rPr lang="tr-TR" sz="1200" kern="1200" dirty="0" smtClean="0">
                <a:solidFill>
                  <a:schemeClr val="tx1"/>
                </a:solidFill>
                <a:effectLst/>
                <a:latin typeface="+mn-lt"/>
                <a:ea typeface="+mn-ea"/>
                <a:cs typeface="+mn-cs"/>
              </a:rPr>
              <a:t>Giriş sekmesinde bulunan K harfi metinleri kalın,</a:t>
            </a:r>
            <a:r>
              <a:rPr lang="tr-TR" sz="1200" kern="1200" baseline="0" dirty="0" smtClean="0">
                <a:solidFill>
                  <a:schemeClr val="tx1"/>
                </a:solidFill>
                <a:effectLst/>
                <a:latin typeface="+mn-lt"/>
                <a:ea typeface="+mn-ea"/>
                <a:cs typeface="+mn-cs"/>
              </a:rPr>
              <a:t> T harfi italik ve altı çizili A harfi altı çizili yapar. A harfinin yanında bulunan açılır oktan çizgi stilini seçebiliriz. Yazı karakterinde olduğu gibi bu işlemleri yapmak için iletişim penceresi ve fare </a:t>
            </a:r>
            <a:r>
              <a:rPr lang="tr-TR" sz="1200" kern="1200" baseline="0" dirty="0" err="1" smtClean="0">
                <a:solidFill>
                  <a:schemeClr val="tx1"/>
                </a:solidFill>
                <a:effectLst/>
                <a:latin typeface="+mn-lt"/>
                <a:ea typeface="+mn-ea"/>
                <a:cs typeface="+mn-cs"/>
              </a:rPr>
              <a:t>kısayol</a:t>
            </a:r>
            <a:r>
              <a:rPr lang="tr-TR" sz="1200" kern="1200" baseline="0" dirty="0" smtClean="0">
                <a:solidFill>
                  <a:schemeClr val="tx1"/>
                </a:solidFill>
                <a:effectLst/>
                <a:latin typeface="+mn-lt"/>
                <a:ea typeface="+mn-ea"/>
                <a:cs typeface="+mn-cs"/>
              </a:rPr>
              <a:t> menüsü de kullanılır. Bunlara ilave olarak klavye </a:t>
            </a:r>
            <a:r>
              <a:rPr lang="tr-TR" sz="1200" kern="1200" baseline="0" dirty="0" err="1" smtClean="0">
                <a:solidFill>
                  <a:schemeClr val="tx1"/>
                </a:solidFill>
                <a:effectLst/>
                <a:latin typeface="+mn-lt"/>
                <a:ea typeface="+mn-ea"/>
                <a:cs typeface="+mn-cs"/>
              </a:rPr>
              <a:t>kısayolları</a:t>
            </a:r>
            <a:r>
              <a:rPr lang="tr-TR" sz="1200" kern="1200" baseline="0" dirty="0" smtClean="0">
                <a:solidFill>
                  <a:schemeClr val="tx1"/>
                </a:solidFill>
                <a:effectLst/>
                <a:latin typeface="+mn-lt"/>
                <a:ea typeface="+mn-ea"/>
                <a:cs typeface="+mn-cs"/>
              </a:rPr>
              <a:t> da metni kalın, italik ve altı çizili yapmak için kullanılmaktadır. Seçilen metni kalın yapmak için </a:t>
            </a:r>
            <a:r>
              <a:rPr lang="tr-TR" sz="1200" kern="1200" baseline="0" dirty="0" err="1" smtClean="0">
                <a:solidFill>
                  <a:schemeClr val="tx1"/>
                </a:solidFill>
                <a:effectLst/>
                <a:latin typeface="+mn-lt"/>
                <a:ea typeface="+mn-ea"/>
                <a:cs typeface="+mn-cs"/>
              </a:rPr>
              <a:t>Ctrl+K</a:t>
            </a:r>
            <a:r>
              <a:rPr lang="tr-TR" sz="1200" kern="1200" baseline="0" dirty="0" smtClean="0">
                <a:solidFill>
                  <a:schemeClr val="tx1"/>
                </a:solidFill>
                <a:effectLst/>
                <a:latin typeface="+mn-lt"/>
                <a:ea typeface="+mn-ea"/>
                <a:cs typeface="+mn-cs"/>
              </a:rPr>
              <a:t>, italik yapmak için </a:t>
            </a:r>
            <a:r>
              <a:rPr lang="tr-TR" sz="1200" kern="1200" baseline="0" dirty="0" err="1" smtClean="0">
                <a:solidFill>
                  <a:schemeClr val="tx1"/>
                </a:solidFill>
                <a:effectLst/>
                <a:latin typeface="+mn-lt"/>
                <a:ea typeface="+mn-ea"/>
                <a:cs typeface="+mn-cs"/>
              </a:rPr>
              <a:t>Ctrl+T</a:t>
            </a:r>
            <a:r>
              <a:rPr lang="tr-TR" sz="1200" kern="1200" baseline="0" dirty="0" smtClean="0">
                <a:solidFill>
                  <a:schemeClr val="tx1"/>
                </a:solidFill>
                <a:effectLst/>
                <a:latin typeface="+mn-lt"/>
                <a:ea typeface="+mn-ea"/>
                <a:cs typeface="+mn-cs"/>
              </a:rPr>
              <a:t> ve altı çizili yapmak için </a:t>
            </a:r>
            <a:r>
              <a:rPr lang="tr-TR" sz="1200" kern="1200" baseline="0" dirty="0" err="1" smtClean="0">
                <a:solidFill>
                  <a:schemeClr val="tx1"/>
                </a:solidFill>
                <a:effectLst/>
                <a:latin typeface="+mn-lt"/>
                <a:ea typeface="+mn-ea"/>
                <a:cs typeface="+mn-cs"/>
              </a:rPr>
              <a:t>Ctrl+Shift+A</a:t>
            </a:r>
            <a:r>
              <a:rPr lang="tr-TR" sz="1200" kern="1200" baseline="0" dirty="0" smtClean="0">
                <a:solidFill>
                  <a:schemeClr val="tx1"/>
                </a:solidFill>
                <a:effectLst/>
                <a:latin typeface="+mn-lt"/>
                <a:ea typeface="+mn-ea"/>
                <a:cs typeface="+mn-cs"/>
              </a:rPr>
              <a:t> klavye </a:t>
            </a:r>
            <a:r>
              <a:rPr lang="tr-TR" sz="1200" kern="1200" baseline="0" dirty="0" err="1" smtClean="0">
                <a:solidFill>
                  <a:schemeClr val="tx1"/>
                </a:solidFill>
                <a:effectLst/>
                <a:latin typeface="+mn-lt"/>
                <a:ea typeface="+mn-ea"/>
                <a:cs typeface="+mn-cs"/>
              </a:rPr>
              <a:t>kısayolları</a:t>
            </a:r>
            <a:r>
              <a:rPr lang="tr-TR" sz="1200" kern="1200" baseline="0" dirty="0" smtClean="0">
                <a:solidFill>
                  <a:schemeClr val="tx1"/>
                </a:solidFill>
                <a:effectLst/>
                <a:latin typeface="+mn-lt"/>
                <a:ea typeface="+mn-ea"/>
                <a:cs typeface="+mn-cs"/>
              </a:rPr>
              <a:t> kullanılır.</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Hazırlanacak olan Word belgesinde bazen kimyasal formül (örneğin su H</a:t>
            </a:r>
            <a:r>
              <a:rPr lang="tr-TR" sz="1200" kern="1200" baseline="-25000" dirty="0" smtClean="0">
                <a:solidFill>
                  <a:schemeClr val="tx1"/>
                </a:solidFill>
                <a:effectLst/>
                <a:latin typeface="+mn-lt"/>
                <a:ea typeface="+mn-ea"/>
                <a:cs typeface="+mn-cs"/>
              </a:rPr>
              <a:t>2</a:t>
            </a:r>
            <a:r>
              <a:rPr lang="tr-TR" sz="1200" kern="1200" dirty="0" smtClean="0">
                <a:solidFill>
                  <a:schemeClr val="tx1"/>
                </a:solidFill>
                <a:effectLst/>
                <a:latin typeface="+mn-lt"/>
                <a:ea typeface="+mn-ea"/>
                <a:cs typeface="+mn-cs"/>
              </a:rPr>
              <a:t>O) veya matematiksel formül (örneğin y=x</a:t>
            </a:r>
            <a:r>
              <a:rPr lang="tr-TR" sz="1200" kern="1200" baseline="30000" dirty="0" smtClean="0">
                <a:solidFill>
                  <a:schemeClr val="tx1"/>
                </a:solidFill>
                <a:effectLst/>
                <a:latin typeface="+mn-lt"/>
                <a:ea typeface="+mn-ea"/>
                <a:cs typeface="+mn-cs"/>
              </a:rPr>
              <a:t>3</a:t>
            </a:r>
            <a:r>
              <a:rPr lang="tr-TR" sz="1200" kern="1200" dirty="0" smtClean="0">
                <a:solidFill>
                  <a:schemeClr val="tx1"/>
                </a:solidFill>
                <a:effectLst/>
                <a:latin typeface="+mn-lt"/>
                <a:ea typeface="+mn-ea"/>
                <a:cs typeface="+mn-cs"/>
              </a:rPr>
              <a:t>) girmemiz gerekebilir. Bu formüllerde bulunan alt ve üst indisleri girmek için </a:t>
            </a:r>
            <a:r>
              <a:rPr lang="tr-TR" sz="1200" dirty="0" smtClean="0"/>
              <a:t>Metni alt veya üst indis yapmak için</a:t>
            </a:r>
          </a:p>
          <a:p>
            <a:r>
              <a:rPr lang="tr-TR" sz="1200" b="1" dirty="0" smtClean="0"/>
              <a:t>Giriş</a:t>
            </a:r>
            <a:r>
              <a:rPr lang="tr-TR" sz="1200" dirty="0" smtClean="0"/>
              <a:t> sekmesi&gt;</a:t>
            </a:r>
            <a:r>
              <a:rPr lang="tr-TR" sz="1200" b="1" dirty="0" smtClean="0"/>
              <a:t>Yazı tipi </a:t>
            </a:r>
            <a:r>
              <a:rPr lang="tr-TR" sz="1200" dirty="0" smtClean="0"/>
              <a:t>komut grubu</a:t>
            </a:r>
          </a:p>
          <a:p>
            <a:r>
              <a:rPr lang="tr-TR" sz="1200" b="1" dirty="0" smtClean="0"/>
              <a:t>Yazı Tipi </a:t>
            </a:r>
            <a:r>
              <a:rPr lang="tr-TR" sz="1200" dirty="0" smtClean="0"/>
              <a:t>iletişim penceresi</a:t>
            </a:r>
          </a:p>
          <a:p>
            <a:r>
              <a:rPr lang="tr-TR" sz="1200" b="1" dirty="0" err="1" smtClean="0"/>
              <a:t>Ctrl</a:t>
            </a:r>
            <a:r>
              <a:rPr lang="tr-TR" sz="1200" b="1" dirty="0" smtClean="0"/>
              <a:t>+% </a:t>
            </a:r>
            <a:r>
              <a:rPr lang="tr-TR" sz="1200" dirty="0" smtClean="0"/>
              <a:t>ve </a:t>
            </a:r>
            <a:r>
              <a:rPr lang="tr-TR" sz="1200" b="1" dirty="0" smtClean="0"/>
              <a:t>Ctrl+Shift+4 </a:t>
            </a:r>
            <a:r>
              <a:rPr lang="tr-TR" sz="1200" b="0" dirty="0" smtClean="0"/>
              <a:t>klavye</a:t>
            </a:r>
            <a:r>
              <a:rPr lang="tr-TR" sz="1200" b="0" baseline="0" dirty="0" smtClean="0"/>
              <a:t> </a:t>
            </a:r>
            <a:r>
              <a:rPr lang="tr-TR" sz="1200" b="0" baseline="0" dirty="0" err="1" smtClean="0"/>
              <a:t>kısayolları</a:t>
            </a:r>
            <a:r>
              <a:rPr lang="tr-TR" sz="1200" b="0" baseline="0" dirty="0" smtClean="0"/>
              <a:t> kullanılır. </a:t>
            </a:r>
          </a:p>
          <a:p>
            <a:r>
              <a:rPr lang="tr-TR" sz="1200" kern="1200" dirty="0" smtClean="0">
                <a:solidFill>
                  <a:schemeClr val="tx1"/>
                </a:solidFill>
                <a:effectLst/>
                <a:latin typeface="+mn-lt"/>
                <a:ea typeface="+mn-ea"/>
                <a:cs typeface="+mn-cs"/>
              </a:rPr>
              <a:t>Metin girerken indis girmeye sıra gelince alt veya üs indis komutu seçili hale getirilir ve indise yazmak istediğimiz karakterleri yazarız. Sonra tekrar aynı indis komutuna tıklayarak normal yazmaya devam ederiz.</a:t>
            </a:r>
            <a:endParaRPr lang="tr-TR" sz="1200" b="1" dirty="0" smtClean="0"/>
          </a:p>
          <a:p>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6</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dirty="0" smtClean="0"/>
              <a:t>Word</a:t>
            </a:r>
            <a:r>
              <a:rPr lang="tr-TR" sz="1200" baseline="0" dirty="0" smtClean="0"/>
              <a:t> belgesi içerisinde bazen tümce yapısında girilmiş verilerin hepsinin kelimelerinin büyük harfli veya tamamı büyük harfli olmasını yapmak isteyebiliriz. Bunun için önce metni seçili hale getirmemiz gerekir.</a:t>
            </a:r>
            <a:endParaRPr lang="tr-TR" sz="1200" dirty="0" smtClean="0"/>
          </a:p>
          <a:p>
            <a:r>
              <a:rPr lang="tr-TR" sz="1200" dirty="0" smtClean="0"/>
              <a:t>Daha sonra metin içerisinde seçilen karakterlerin yapıları </a:t>
            </a:r>
          </a:p>
          <a:p>
            <a:r>
              <a:rPr lang="tr-TR" sz="1200" b="1" dirty="0" smtClean="0"/>
              <a:t>Giriş</a:t>
            </a:r>
            <a:r>
              <a:rPr lang="tr-TR" sz="1200" dirty="0" smtClean="0"/>
              <a:t> sekmesi&gt;</a:t>
            </a:r>
            <a:r>
              <a:rPr lang="tr-TR" sz="1200" b="1" dirty="0" smtClean="0"/>
              <a:t>Yazı tipi </a:t>
            </a:r>
            <a:r>
              <a:rPr lang="tr-TR" sz="1200" dirty="0" smtClean="0"/>
              <a:t>komut grubu</a:t>
            </a:r>
          </a:p>
          <a:p>
            <a:r>
              <a:rPr lang="tr-TR" sz="1200" b="1" dirty="0" smtClean="0"/>
              <a:t>Yazı Tipi </a:t>
            </a:r>
            <a:r>
              <a:rPr lang="tr-TR" sz="1200" dirty="0" smtClean="0"/>
              <a:t>iletişim penceresi kullanılarak değiştirilir.</a:t>
            </a:r>
            <a:endParaRPr lang="tr-TR" sz="1200" b="1" dirty="0" smtClean="0"/>
          </a:p>
          <a:p>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7</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Word belgesine girdiğimiz veya gireceğimiz metnin rengini farklı yazmak istediğimizde </a:t>
            </a:r>
          </a:p>
          <a:p>
            <a:r>
              <a:rPr lang="tr-TR" sz="1200" b="1" dirty="0" smtClean="0"/>
              <a:t>Giriş</a:t>
            </a:r>
            <a:r>
              <a:rPr lang="tr-TR" sz="1200" dirty="0" smtClean="0"/>
              <a:t> sekmesi&gt;</a:t>
            </a:r>
            <a:r>
              <a:rPr lang="tr-TR" sz="1200" b="1" dirty="0" smtClean="0"/>
              <a:t>Yazı tipi </a:t>
            </a:r>
            <a:r>
              <a:rPr lang="tr-TR" sz="1200" dirty="0" smtClean="0"/>
              <a:t>komut grubu</a:t>
            </a:r>
          </a:p>
          <a:p>
            <a:r>
              <a:rPr lang="tr-TR" sz="1200" b="1" dirty="0" smtClean="0"/>
              <a:t>Yazı Tipi </a:t>
            </a:r>
            <a:r>
              <a:rPr lang="tr-TR" sz="1200" dirty="0" smtClean="0"/>
              <a:t>iletişim penceresi</a:t>
            </a:r>
          </a:p>
          <a:p>
            <a:r>
              <a:rPr lang="tr-TR" sz="1200" b="1" dirty="0" smtClean="0"/>
              <a:t>Fare işaretçisi </a:t>
            </a:r>
            <a:r>
              <a:rPr lang="tr-TR" sz="1200" dirty="0" err="1" smtClean="0"/>
              <a:t>kısayol</a:t>
            </a:r>
            <a:r>
              <a:rPr lang="tr-TR" sz="1200" dirty="0" smtClean="0"/>
              <a:t> menüsü kullanılır.</a:t>
            </a:r>
          </a:p>
          <a:p>
            <a:r>
              <a:rPr lang="tr-TR" sz="1200" dirty="0" smtClean="0"/>
              <a:t>Diğer</a:t>
            </a:r>
            <a:r>
              <a:rPr lang="tr-TR" sz="1200" baseline="0" dirty="0" smtClean="0"/>
              <a:t> biçimlendirmelerde olduğu gibi yazı rengini değiştirmek için metin seçili olması gerekir. Metni seçtikten sonra Yazı tipi komut grubundaki, yazı tipi iletişim penceresindeki veya fare </a:t>
            </a:r>
            <a:r>
              <a:rPr lang="tr-TR" sz="1200" baseline="0" dirty="0" err="1" smtClean="0"/>
              <a:t>kısayol</a:t>
            </a:r>
            <a:r>
              <a:rPr lang="tr-TR" sz="1200" baseline="0" dirty="0" smtClean="0"/>
              <a:t> menüsündeki galerilerden istediğimiz rengi seçmemiz gerekir.</a:t>
            </a:r>
            <a:endParaRPr lang="tr-TR"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8</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Word belgesi oluştururken başlıkları veya</a:t>
            </a:r>
            <a:r>
              <a:rPr lang="tr-TR" baseline="0" dirty="0" smtClean="0"/>
              <a:t> gövde metni aynı biçimde düzenlemek isteyebiliriz. Örneğin başlıkları oluştururken ayarladığımız yazı büyüklüğünü ve yazı tipini değiştirmek istediğimizde bunu başlıkları tek tek seçip düzenlemek yerine bir tanesi düzenleyip bunun biçimini diğer başlıklara kopyalayabiliriz. </a:t>
            </a:r>
            <a:r>
              <a:rPr lang="tr-TR" sz="1200" dirty="0" smtClean="0"/>
              <a:t>Oluşturduğumuz metnin biçimini başka bir metne kopyalamak için önce biçimini kopyalayacağımız</a:t>
            </a:r>
            <a:r>
              <a:rPr lang="tr-TR" sz="1200" baseline="0" dirty="0" smtClean="0"/>
              <a:t> metni seçeriz ve</a:t>
            </a:r>
            <a:endParaRPr lang="tr-TR" sz="1200" dirty="0" smtClean="0"/>
          </a:p>
          <a:p>
            <a:pPr marL="342900" indent="-342900">
              <a:buFont typeface="+mj-lt"/>
              <a:buAutoNum type="arabicPeriod"/>
            </a:pPr>
            <a:r>
              <a:rPr lang="tr-TR" sz="1200" b="1" dirty="0" smtClean="0"/>
              <a:t>Giriş sekmesi&gt;Pano </a:t>
            </a:r>
            <a:r>
              <a:rPr lang="tr-TR" sz="1200" dirty="0" smtClean="0"/>
              <a:t>komut grubu</a:t>
            </a:r>
            <a:r>
              <a:rPr lang="tr-TR" sz="1200" b="1" dirty="0" smtClean="0"/>
              <a:t>&gt; Biçim Boyacısı komutu </a:t>
            </a:r>
          </a:p>
          <a:p>
            <a:pPr marL="342900" indent="-342900">
              <a:buFont typeface="+mj-lt"/>
              <a:buAutoNum type="arabicPeriod"/>
            </a:pPr>
            <a:r>
              <a:rPr lang="tr-TR" sz="1200" b="1" dirty="0" err="1" smtClean="0"/>
              <a:t>Ctrl+Shift+C</a:t>
            </a:r>
            <a:r>
              <a:rPr lang="tr-TR" sz="1200" b="1" dirty="0" smtClean="0"/>
              <a:t>  </a:t>
            </a:r>
            <a:r>
              <a:rPr lang="tr-TR" sz="1200" dirty="0" smtClean="0"/>
              <a:t>klavye </a:t>
            </a:r>
            <a:r>
              <a:rPr lang="tr-TR" sz="1200" dirty="0" err="1" smtClean="0"/>
              <a:t>kısayolu</a:t>
            </a:r>
            <a:r>
              <a:rPr lang="tr-TR" sz="1200" dirty="0" smtClean="0"/>
              <a:t> kullanılırız.</a:t>
            </a:r>
          </a:p>
          <a:p>
            <a:pPr marL="0" indent="0">
              <a:buFont typeface="+mj-lt"/>
              <a:buNone/>
            </a:pPr>
            <a:r>
              <a:rPr lang="tr-TR" sz="1200" b="0" dirty="0" smtClean="0"/>
              <a:t>Biçim</a:t>
            </a:r>
            <a:r>
              <a:rPr lang="tr-TR" sz="1200" b="0" baseline="0" dirty="0" smtClean="0"/>
              <a:t> boyacısı komutunu tıkladığımız kopyasını aldığımız metnin biçimini hedef metne kopyalamak için hedef metni seçmemiz gerekir. Biçim kopyalama işlemini birden fazla metne uygulayacaksak Biçim Boyacısı komutuna çift tıklamamız ve kopyalama işlemi bitince Biçim Boyacısı düğmesine bir daha tıklamamız veya sayfada metin olmayan bir yere tıklamama yaparız.</a:t>
            </a:r>
            <a:endParaRPr lang="tr-TR" sz="1200" b="0" dirty="0" smtClean="0"/>
          </a:p>
          <a:p>
            <a:pPr marL="342900" indent="-342900">
              <a:buFont typeface="+mj-lt"/>
              <a:buAutoNum type="arabicPeriod"/>
            </a:pPr>
            <a:endParaRPr lang="tr-TR" sz="1200" b="1"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tr-TR" baseline="0" dirty="0" smtClean="0"/>
              <a:t> </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9</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Metin biçimlendirmesiyle ilgili şu ana kadar öğrendiklerimiz adım adım biçimlendirmenin nasıl yapılacağıdır.</a:t>
            </a:r>
            <a:r>
              <a:rPr lang="tr-TR" sz="1200" kern="1200" baseline="0" dirty="0" smtClean="0">
                <a:solidFill>
                  <a:schemeClr val="tx1"/>
                </a:solidFill>
                <a:effectLst/>
                <a:latin typeface="+mn-lt"/>
                <a:ea typeface="+mn-ea"/>
                <a:cs typeface="+mn-cs"/>
              </a:rPr>
              <a:t> Ancak Word’de içinde yazı büyüklüğü, rengi, tipi gibi birçok biçimi barındıran hazır stiller mevcuttur. </a:t>
            </a:r>
            <a:r>
              <a:rPr lang="tr-TR" sz="1200" dirty="0" smtClean="0"/>
              <a:t>Word’de hazır stillere </a:t>
            </a:r>
          </a:p>
          <a:p>
            <a:r>
              <a:rPr lang="tr-TR" sz="1200" b="1" dirty="0" smtClean="0"/>
              <a:t>Giriş </a:t>
            </a:r>
            <a:r>
              <a:rPr lang="tr-TR" sz="1200" dirty="0" smtClean="0"/>
              <a:t>sekmesi</a:t>
            </a:r>
            <a:r>
              <a:rPr lang="tr-TR" sz="1200" b="1" dirty="0" smtClean="0"/>
              <a:t>&gt;Stiller galerisinden </a:t>
            </a:r>
            <a:r>
              <a:rPr lang="tr-TR" sz="1200" dirty="0" smtClean="0"/>
              <a:t>ulaşabiliriz</a:t>
            </a:r>
            <a:r>
              <a:rPr lang="tr-TR" sz="1200" b="1"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Microsoft Office Word 2010 uygulamasındaki Hızlı Stiller, profesyonel görünümlü ve çekici belgeler oluşturmak üzere birlikte çalışacak şekilde tasarlanmış stil kümeleridir. Veri</a:t>
            </a:r>
            <a:r>
              <a:rPr lang="tr-TR" sz="1200" kern="1200" baseline="0" dirty="0" smtClean="0">
                <a:solidFill>
                  <a:schemeClr val="tx1"/>
                </a:solidFill>
                <a:effectLst/>
                <a:latin typeface="+mn-lt"/>
                <a:ea typeface="+mn-ea"/>
                <a:cs typeface="+mn-cs"/>
              </a:rPr>
              <a:t> girmeye başlarken veya girilmiş olan metni seçtikten sonra galeriden stile tıkladığımızda metin o stile uygun biçim alır. </a:t>
            </a:r>
            <a:r>
              <a:rPr lang="tr-TR" sz="1200" kern="1200" dirty="0" smtClean="0">
                <a:solidFill>
                  <a:schemeClr val="tx1"/>
                </a:solidFill>
                <a:effectLst/>
                <a:latin typeface="+mn-lt"/>
                <a:ea typeface="+mn-ea"/>
                <a:cs typeface="+mn-cs"/>
              </a:rPr>
              <a:t>Yeni bir belge üzerinde çalışmaya başladığınızda, Stiller Komut Grubunda bulunan varsayılan stillerin yanında Stilleri Değiştir düğmesinden ulaştığımız Stil Kümesinden Modern gibi önceden tanımlanmış birkaç Hızlı Stil kümesi arasından seçim yapabilirsiniz. </a:t>
            </a:r>
          </a:p>
          <a:p>
            <a:pPr marL="0" marR="0" indent="0" algn="l" defTabSz="914400" rtl="0" eaLnBrk="1" fontAlgn="auto" latinLnBrk="0" hangingPunct="1">
              <a:lnSpc>
                <a:spcPct val="100000"/>
              </a:lnSpc>
              <a:spcBef>
                <a:spcPts val="0"/>
              </a:spcBef>
              <a:spcAft>
                <a:spcPts val="0"/>
              </a:spcAft>
              <a:buClrTx/>
              <a:buSzTx/>
              <a:buFontTx/>
              <a:buNone/>
              <a:tabLst/>
              <a:defRPr/>
            </a:pPr>
            <a:endParaRPr lang="tr-TR"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10</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Belgeye veri girerken satır sonuna geldiğimizde sözcük satıra sığmadığı zaman otomatik olarak bir alt satıra geçtiğini belirtmiştik. Ancak satırdaki son kelime çok uzunsa oluşacak boşluk ve uzun bir metinde kalacak boşluklar düşünülürse çıktı olarak kullanılacak kâğıt miktarı artacağı bir gerçektir. Bunun önüne geçmek için kelimelere heceleme yaptırmak uygun olacaktır. </a:t>
            </a:r>
            <a:r>
              <a:rPr lang="tr-TR" sz="1200" kern="1200" smtClean="0">
                <a:solidFill>
                  <a:schemeClr val="tx1"/>
                </a:solidFill>
                <a:effectLst/>
                <a:latin typeface="+mn-lt"/>
                <a:ea typeface="+mn-ea"/>
                <a:cs typeface="+mn-cs"/>
              </a:rPr>
              <a:t>Bu amaçla Word 2010’da Sayfa Düzeni sekmesinde bulunan Sayfa Yapısı komut grubundaki Heceleme komutu kullanılır. </a:t>
            </a:r>
            <a:endParaRPr lang="tr-TR" sz="1200" kern="120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11</a:t>
            </a:fld>
            <a:endParaRPr lang="tr-TR"/>
          </a:p>
        </p:txBody>
      </p:sp>
    </p:spTree>
    <p:extLst>
      <p:ext uri="{BB962C8B-B14F-4D97-AF65-F5344CB8AC3E}">
        <p14:creationId xmlns:p14="http://schemas.microsoft.com/office/powerpoint/2010/main" val="953275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slideMaster" Target="../slideMasters/slideMaster1.xml"/><Relationship Id="rId4" Type="http://schemas.openxmlformats.org/officeDocument/2006/relationships/tags" Target="../tags/tag14.xml"/><Relationship Id="rId9" Type="http://schemas.openxmlformats.org/officeDocument/2006/relationships/tags" Target="../tags/tag1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2.xml"/><Relationship Id="rId5" Type="http://schemas.openxmlformats.org/officeDocument/2006/relationships/tags" Target="../tags/tag34.xml"/><Relationship Id="rId4" Type="http://schemas.openxmlformats.org/officeDocument/2006/relationships/tags" Target="../tags/tag3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1" name="Rectangle 10"/>
          <p:cNvSpPr/>
          <p:nvPr>
            <p:custDataLst>
              <p:tags r:id="rId1"/>
            </p:custDataLst>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custDataLst>
              <p:tags r:id="rId2"/>
            </p:custDataLst>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custDataLst>
              <p:tags r:id="rId3"/>
            </p:custDataLst>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custDataLst>
              <p:tags r:id="rId4"/>
            </p:custDataLst>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custDataLst>
              <p:tags r:id="rId5"/>
            </p:custDataLst>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custDataLst>
              <p:tags r:id="rId6"/>
            </p:custDataLst>
          </p:nvPr>
        </p:nvSpPr>
        <p:spPr/>
        <p:txBody>
          <a:bodyPr/>
          <a:lstStyle/>
          <a:p>
            <a:fld id="{33211F5A-2E08-43CC-ADB2-AE0E31144EA2}" type="datetime1">
              <a:rPr lang="tr-TR" smtClean="0"/>
              <a:t>18.10.2011</a:t>
            </a:fld>
            <a:endParaRPr lang="tr-TR"/>
          </a:p>
        </p:txBody>
      </p:sp>
      <p:sp>
        <p:nvSpPr>
          <p:cNvPr id="5" name="Footer Placeholder 4"/>
          <p:cNvSpPr>
            <a:spLocks noGrp="1"/>
          </p:cNvSpPr>
          <p:nvPr>
            <p:ph type="ftr" sz="quarter" idx="11"/>
            <p:custDataLst>
              <p:tags r:id="rId7"/>
            </p:custDataLst>
          </p:nvPr>
        </p:nvSpPr>
        <p:spPr/>
        <p:txBody>
          <a:bodyPr/>
          <a:lstStyle/>
          <a:p>
            <a:endParaRPr lang="tr-TR"/>
          </a:p>
        </p:txBody>
      </p:sp>
      <p:sp>
        <p:nvSpPr>
          <p:cNvPr id="6" name="Slide Number Placeholder 5"/>
          <p:cNvSpPr>
            <a:spLocks noGrp="1"/>
          </p:cNvSpPr>
          <p:nvPr>
            <p:ph type="sldNum" sz="quarter" idx="12"/>
            <p:custDataLst>
              <p:tags r:id="rId8"/>
            </p:custDataLst>
          </p:nvPr>
        </p:nvSpPr>
        <p:spPr/>
        <p:txBody>
          <a:bodyPr/>
          <a:lstStyle/>
          <a:p>
            <a:fld id="{C1FA2219-9131-49AD-A1B5-1FFD48A79E7F}" type="slidenum">
              <a:rPr lang="tr-TR" smtClean="0"/>
              <a:t>‹#›</a:t>
            </a:fld>
            <a:endParaRPr lang="tr-TR"/>
          </a:p>
        </p:txBody>
      </p:sp>
      <p:sp>
        <p:nvSpPr>
          <p:cNvPr id="2" name="Title 1"/>
          <p:cNvSpPr>
            <a:spLocks noGrp="1"/>
          </p:cNvSpPr>
          <p:nvPr>
            <p:ph type="ctrTitle"/>
            <p:custDataLst>
              <p:tags r:id="rId9"/>
            </p:custDataLst>
          </p:nvPr>
        </p:nvSpPr>
        <p:spPr>
          <a:xfrm>
            <a:off x="817581" y="3132290"/>
            <a:ext cx="7175351" cy="1793167"/>
          </a:xfrm>
          <a:effectLst/>
        </p:spPr>
        <p:txBody>
          <a:bodyPr>
            <a:noAutofit/>
          </a:bodyPr>
          <a:lstStyle>
            <a:lvl1pPr marL="640080" indent="-457200" algn="l">
              <a:defRPr sz="5400"/>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4" name="Date Placeholder 3"/>
          <p:cNvSpPr>
            <a:spLocks noGrp="1"/>
          </p:cNvSpPr>
          <p:nvPr>
            <p:ph type="dt" sz="half" idx="10"/>
            <p:custDataLst>
              <p:tags r:id="rId1"/>
            </p:custDataLst>
          </p:nvPr>
        </p:nvSpPr>
        <p:spPr/>
        <p:txBody>
          <a:bodyPr/>
          <a:lstStyle/>
          <a:p>
            <a:fld id="{3FF96886-1644-4805-922F-2BDD80B5EC23}" type="datetime1">
              <a:rPr lang="tr-TR" smtClean="0"/>
              <a:t>18.10.2011</a:t>
            </a:fld>
            <a:endParaRPr lang="tr-TR"/>
          </a:p>
        </p:txBody>
      </p:sp>
      <p:sp>
        <p:nvSpPr>
          <p:cNvPr id="5" name="Footer Placeholder 4"/>
          <p:cNvSpPr>
            <a:spLocks noGrp="1"/>
          </p:cNvSpPr>
          <p:nvPr>
            <p:ph type="ftr" sz="quarter" idx="11"/>
            <p:custDataLst>
              <p:tags r:id="rId2"/>
            </p:custDataLst>
          </p:nvPr>
        </p:nvSpPr>
        <p:spPr/>
        <p:txBody>
          <a:bodyPr/>
          <a:lstStyle/>
          <a:p>
            <a:endParaRPr lang="tr-TR"/>
          </a:p>
        </p:txBody>
      </p:sp>
      <p:sp>
        <p:nvSpPr>
          <p:cNvPr id="6" name="Slide Number Placeholder 5"/>
          <p:cNvSpPr>
            <a:spLocks noGrp="1"/>
          </p:cNvSpPr>
          <p:nvPr>
            <p:ph type="sldNum" sz="quarter" idx="12"/>
            <p:custDataLst>
              <p:tags r:id="rId3"/>
            </p:custDataLst>
          </p:nvPr>
        </p:nvSpPr>
        <p:spPr/>
        <p:txBody>
          <a:bodyPr/>
          <a:lstStyle/>
          <a:p>
            <a:fld id="{C1FA2219-9131-49AD-A1B5-1FFD48A79E7F}" type="slidenum">
              <a:rPr lang="tr-TR" smtClean="0"/>
              <a:t>‹#›</a:t>
            </a:fld>
            <a:endParaRPr lang="tr-TR"/>
          </a:p>
        </p:txBody>
      </p:sp>
      <p:sp>
        <p:nvSpPr>
          <p:cNvPr id="8" name="Title 7"/>
          <p:cNvSpPr>
            <a:spLocks noGrp="1"/>
          </p:cNvSpPr>
          <p:nvPr>
            <p:ph type="title"/>
            <p:custDataLst>
              <p:tags r:id="rId4"/>
            </p:custDataLst>
          </p:nvPr>
        </p:nvSpPr>
        <p:spPr/>
        <p:txBody>
          <a:bodyPr/>
          <a:lstStyle/>
          <a:p>
            <a:r>
              <a:rPr lang="tr-TR" smtClean="0"/>
              <a:t>Asıl başlık stili için tıklatın</a:t>
            </a:r>
            <a:endParaRPr lang="en-US"/>
          </a:p>
        </p:txBody>
      </p:sp>
      <p:sp>
        <p:nvSpPr>
          <p:cNvPr id="10" name="Content Placeholder 9"/>
          <p:cNvSpPr>
            <a:spLocks noGrp="1"/>
          </p:cNvSpPr>
          <p:nvPr>
            <p:ph sz="quarter" idx="13"/>
            <p:custDataLst>
              <p:tags r:id="rId5"/>
            </p:custDataLst>
          </p:nvPr>
        </p:nvSpPr>
        <p:spPr>
          <a:xfrm>
            <a:off x="1143000" y="731520"/>
            <a:ext cx="6400800"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8BA02361-8417-4EAF-964E-6B3AF1721E64}"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23E45B0-EA10-4B07-8566-CE20F9188C4B}"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tr-TR" smtClean="0"/>
              <a:t>Asıl metin stillerini düzenlemek için tıklatın</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60A03491-EA27-4E3B-A7B3-0119A26FB22B}" type="datetime1">
              <a:rPr lang="tr-TR" smtClean="0"/>
              <a:t>18.10.2011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A2219-9131-49AD-A1B5-1FFD48A79E7F}" type="slidenum">
              <a:rPr lang="tr-TR" smtClean="0"/>
              <a:t>‹#›</a:t>
            </a:fld>
            <a:endParaRPr lang="tr-TR"/>
          </a:p>
        </p:txBody>
      </p:sp>
      <p:sp>
        <p:nvSpPr>
          <p:cNvPr id="10" name="Title 9"/>
          <p:cNvSpPr>
            <a:spLocks noGrp="1"/>
          </p:cNvSpPr>
          <p:nvPr>
            <p:ph type="title"/>
          </p:nvPr>
        </p:nvSpPr>
        <p:spPr/>
        <p:txBody>
          <a:body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3E781847-CA54-4811-B1DC-01FAF672C498}" type="datetime1">
              <a:rPr lang="tr-TR" smtClean="0"/>
              <a:t>18.10.2011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63337-47B6-4C69-84FB-6ACB4B0D9006}" type="datetime1">
              <a:rPr lang="tr-TR" smtClean="0"/>
              <a:t>18.10.2011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tr-TR" smtClean="0"/>
              <a:t>Asıl başlık stili için tıklatın</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521C6A0F-F9B9-46DA-8227-49B509E26861}"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9639F51-7D0A-41C3-861F-9485E53EC16C}"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84EC70DB-3665-4FAF-BEE4-5BD6964DBE41}"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7E68E074-8273-4A0D-B6A2-87AB7BAC7D23}"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AAF7DEBA-5971-409F-A79B-19F780977668}"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185634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custDataLst>
              <p:tags r:id="rId1"/>
            </p:custDataLst>
          </p:nvPr>
        </p:nvSpPr>
        <p:spPr/>
        <p:txBody>
          <a:bodyPr/>
          <a:lstStyle/>
          <a:p>
            <a:r>
              <a:rPr lang="tr-TR" smtClean="0"/>
              <a:t>Asıl başlık stili için tıklatın</a:t>
            </a:r>
            <a:endParaRPr lang="tr-TR"/>
          </a:p>
        </p:txBody>
      </p:sp>
      <p:sp>
        <p:nvSpPr>
          <p:cNvPr id="3" name="İçerik Yer Tutucusu 2"/>
          <p:cNvSpPr>
            <a:spLocks noGrp="1"/>
          </p:cNvSpPr>
          <p:nvPr>
            <p:ph idx="1"/>
            <p:custDataLst>
              <p:tags r:id="rId2"/>
            </p:custDataLst>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custDataLst>
              <p:tags r:id="rId3"/>
            </p:custDataLst>
          </p:nvPr>
        </p:nvSpPr>
        <p:spPr/>
        <p:txBody>
          <a:bodyPr/>
          <a:lstStyle/>
          <a:p>
            <a:fld id="{412E2A92-3D34-4C2A-BF77-419B813C51FB}" type="datetime1">
              <a:rPr lang="tr-TR" smtClean="0"/>
              <a:t>18.10.2011</a:t>
            </a:fld>
            <a:endParaRPr lang="tr-TR"/>
          </a:p>
        </p:txBody>
      </p:sp>
      <p:sp>
        <p:nvSpPr>
          <p:cNvPr id="5" name="Altbilgi Yer Tutucusu 4"/>
          <p:cNvSpPr>
            <a:spLocks noGrp="1"/>
          </p:cNvSpPr>
          <p:nvPr>
            <p:ph type="ftr" sz="quarter" idx="11"/>
            <p:custDataLst>
              <p:tags r:id="rId4"/>
            </p:custDataLst>
          </p:nvPr>
        </p:nvSpPr>
        <p:spPr/>
        <p:txBody>
          <a:bodyPr/>
          <a:lstStyle/>
          <a:p>
            <a:endParaRPr lang="tr-TR"/>
          </a:p>
        </p:txBody>
      </p:sp>
      <p:sp>
        <p:nvSpPr>
          <p:cNvPr id="6" name="Slayt Numarası Yer Tutucusu 5"/>
          <p:cNvSpPr>
            <a:spLocks noGrp="1"/>
          </p:cNvSpPr>
          <p:nvPr>
            <p:ph type="sldNum" sz="quarter" idx="12"/>
            <p:custDataLst>
              <p:tags r:id="rId5"/>
            </p:custDataLst>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1539291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E356C50D-6847-4CE8-96A0-0F64178FC928}"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5755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215D0BC6-87A8-456B-A25D-9C643A571D87}"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781901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3A8AE344-31CC-436B-808B-03C782EA0E02}" type="datetime1">
              <a:rPr lang="tr-TR" smtClean="0"/>
              <a:t>18.10.2011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2745902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D8C5D3EB-549B-47E2-A459-895304C4B8AB}" type="datetime1">
              <a:rPr lang="tr-TR" smtClean="0"/>
              <a:t>18.10.2011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749751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DA1C76A-13F0-4DCE-BB0A-885A6F0195A5}" type="datetime1">
              <a:rPr lang="tr-TR" smtClean="0"/>
              <a:t>18.10.2011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934022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D356B32-8E86-4D76-9AC6-1E615511D280}"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37624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811BDF59-8B1D-414D-9D5F-DCDB33DB2071}"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61245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6FBEDAB1-641D-41E7-BB6B-E0C1FBCE2522}"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29149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63332F-F009-4965-802E-83610E9E7A41}"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65253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5.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29.xml"/><Relationship Id="rId2" Type="http://schemas.openxmlformats.org/officeDocument/2006/relationships/slideLayout" Target="../slideLayouts/slideLayout13.xml"/><Relationship Id="rId16" Type="http://schemas.openxmlformats.org/officeDocument/2006/relationships/tags" Target="../tags/tag2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27.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custDataLst>
              <p:tags r:id="rId13"/>
            </p:custDataLst>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custDataLst>
              <p:tags r:id="rId14"/>
            </p:custDataLst>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custDataLst>
              <p:tags r:id="rId15"/>
            </p:custDataLst>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custDataLst>
              <p:tags r:id="rId16"/>
            </p:custDataLst>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custDataLst>
              <p:tags r:id="rId17"/>
            </p:custDataLst>
          </p:nvPr>
        </p:nvSpPr>
        <p:spPr>
          <a:xfrm>
            <a:off x="1793289" y="4372168"/>
            <a:ext cx="6512511" cy="1143000"/>
          </a:xfrm>
          <a:prstGeom prst="rect">
            <a:avLst/>
          </a:prstGeom>
          <a:effectLst/>
        </p:spPr>
        <p:txBody>
          <a:bodyPr vert="horz" lIns="91440" tIns="45720" rIns="91440" bIns="45720" rtlCol="0" anchor="t" anchorCtr="0">
            <a:noAutofit/>
          </a:bodyPr>
          <a:lstStyle/>
          <a:p>
            <a:r>
              <a:rPr lang="tr-TR" smtClean="0"/>
              <a:t>Asıl başlık stili için tıklatın</a:t>
            </a:r>
            <a:endParaRPr lang="en-US" dirty="0"/>
          </a:p>
        </p:txBody>
      </p:sp>
      <p:sp>
        <p:nvSpPr>
          <p:cNvPr id="3" name="Text Placeholder 2"/>
          <p:cNvSpPr>
            <a:spLocks noGrp="1"/>
          </p:cNvSpPr>
          <p:nvPr>
            <p:ph type="body" idx="1"/>
            <p:custDataLst>
              <p:tags r:id="rId18"/>
            </p:custDataLst>
          </p:nvPr>
        </p:nvSpPr>
        <p:spPr>
          <a:xfrm>
            <a:off x="1143000" y="732260"/>
            <a:ext cx="6400800" cy="347472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custDataLst>
              <p:tags r:id="rId19"/>
            </p:custDataLst>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2CE80751-1508-4B30-8CAE-152919EC98AB}" type="datetime1">
              <a:rPr lang="tr-TR" smtClean="0"/>
              <a:t>18.10.2011</a:t>
            </a:fld>
            <a:endParaRPr lang="tr-TR"/>
          </a:p>
        </p:txBody>
      </p:sp>
      <p:sp>
        <p:nvSpPr>
          <p:cNvPr id="5" name="Footer Placeholder 4"/>
          <p:cNvSpPr>
            <a:spLocks noGrp="1"/>
          </p:cNvSpPr>
          <p:nvPr>
            <p:ph type="ftr" sz="quarter" idx="3"/>
            <p:custDataLst>
              <p:tags r:id="rId20"/>
            </p:custDataLst>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tr-TR"/>
          </a:p>
        </p:txBody>
      </p:sp>
      <p:sp>
        <p:nvSpPr>
          <p:cNvPr id="6" name="Slide Number Placeholder 5"/>
          <p:cNvSpPr>
            <a:spLocks noGrp="1"/>
          </p:cNvSpPr>
          <p:nvPr>
            <p:ph type="sldNum" sz="quarter" idx="4"/>
            <p:custDataLst>
              <p:tags r:id="rId21"/>
            </p:custDataLst>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C1FA2219-9131-49AD-A1B5-1FFD48A79E7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custDataLst>
              <p:tags r:id="rId13"/>
            </p:custDataLst>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custDataLst>
              <p:tags r:id="rId14"/>
            </p:custDataLst>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custDataLst>
              <p:tags r:id="rId15"/>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DD0B-BAA1-4B61-9F7E-305C5CC1739C}" type="datetime1">
              <a:rPr lang="tr-TR" smtClean="0"/>
              <a:t>18.10.2011</a:t>
            </a:fld>
            <a:endParaRPr lang="tr-TR"/>
          </a:p>
        </p:txBody>
      </p:sp>
      <p:sp>
        <p:nvSpPr>
          <p:cNvPr id="5" name="Altbilgi Yer Tutucusu 4"/>
          <p:cNvSpPr>
            <a:spLocks noGrp="1"/>
          </p:cNvSpPr>
          <p:nvPr>
            <p:ph type="ftr" sz="quarter" idx="3"/>
            <p:custDataLst>
              <p:tags r:id="rId16"/>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custDataLst>
              <p:tags r:id="rId17"/>
            </p:custDataLst>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A2219-9131-49AD-A1B5-1FFD48A79E7F}" type="slidenum">
              <a:rPr lang="tr-TR" smtClean="0"/>
              <a:t>‹#›</a:t>
            </a:fld>
            <a:endParaRPr lang="tr-TR"/>
          </a:p>
        </p:txBody>
      </p:sp>
    </p:spTree>
    <p:extLst>
      <p:ext uri="{BB962C8B-B14F-4D97-AF65-F5344CB8AC3E}">
        <p14:creationId xmlns:p14="http://schemas.microsoft.com/office/powerpoint/2010/main" val="3703312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image" Target="../media/image2.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image" Target="../media/image1.wmf"/><Relationship Id="rId5" Type="http://schemas.openxmlformats.org/officeDocument/2006/relationships/tags" Target="../tags/tag39.xml"/><Relationship Id="rId10" Type="http://schemas.openxmlformats.org/officeDocument/2006/relationships/notesSlide" Target="../notesSlides/notesSlide1.xml"/><Relationship Id="rId4" Type="http://schemas.openxmlformats.org/officeDocument/2006/relationships/tags" Target="../tags/tag38.xml"/><Relationship Id="rId9"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tags" Target="../tags/tag45.xml"/><Relationship Id="rId7" Type="http://schemas.openxmlformats.org/officeDocument/2006/relationships/notesSlide" Target="../notesSlides/notesSlide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slideLayout" Target="../slideLayouts/slideLayout2.xml"/><Relationship Id="rId5" Type="http://schemas.openxmlformats.org/officeDocument/2006/relationships/tags" Target="../tags/tag47.xml"/><Relationship Id="rId4" Type="http://schemas.openxmlformats.org/officeDocument/2006/relationships/tags" Target="../tags/tag46.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50.xml"/><Relationship Id="rId7"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9"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image" Target="../media/image7.png"/><Relationship Id="rId3" Type="http://schemas.openxmlformats.org/officeDocument/2006/relationships/tags" Target="../tags/tag56.xml"/><Relationship Id="rId7" Type="http://schemas.openxmlformats.org/officeDocument/2006/relationships/tags" Target="../tags/tag60.xml"/><Relationship Id="rId12" Type="http://schemas.openxmlformats.org/officeDocument/2006/relationships/image" Target="../media/image6.png"/><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5.png"/><Relationship Id="rId5" Type="http://schemas.openxmlformats.org/officeDocument/2006/relationships/tags" Target="../tags/tag58.xml"/><Relationship Id="rId10" Type="http://schemas.openxmlformats.org/officeDocument/2006/relationships/notesSlide" Target="../notesSlides/notesSlide4.xml"/><Relationship Id="rId4" Type="http://schemas.openxmlformats.org/officeDocument/2006/relationships/tags" Target="../tags/tag57.xml"/><Relationship Id="rId9" Type="http://schemas.openxmlformats.org/officeDocument/2006/relationships/slideLayout" Target="../slideLayouts/slideLayout13.xml"/><Relationship Id="rId1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tags" Target="../tags/tag69.xml"/><Relationship Id="rId13" Type="http://schemas.openxmlformats.org/officeDocument/2006/relationships/image" Target="../media/image8.png"/><Relationship Id="rId3" Type="http://schemas.openxmlformats.org/officeDocument/2006/relationships/tags" Target="../tags/tag64.xml"/><Relationship Id="rId7" Type="http://schemas.openxmlformats.org/officeDocument/2006/relationships/tags" Target="../tags/tag68.xml"/><Relationship Id="rId12" Type="http://schemas.openxmlformats.org/officeDocument/2006/relationships/image" Target="../media/image10.pn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image" Target="../media/image9.png"/><Relationship Id="rId5" Type="http://schemas.openxmlformats.org/officeDocument/2006/relationships/tags" Target="../tags/tag66.xml"/><Relationship Id="rId10" Type="http://schemas.openxmlformats.org/officeDocument/2006/relationships/notesSlide" Target="../notesSlides/notesSlide5.xml"/><Relationship Id="rId4" Type="http://schemas.openxmlformats.org/officeDocument/2006/relationships/tags" Target="../tags/tag65.xml"/><Relationship Id="rId9"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tags" Target="../tags/tag77.xml"/><Relationship Id="rId3" Type="http://schemas.openxmlformats.org/officeDocument/2006/relationships/tags" Target="../tags/tag72.xml"/><Relationship Id="rId7" Type="http://schemas.openxmlformats.org/officeDocument/2006/relationships/tags" Target="../tags/tag76.xml"/><Relationship Id="rId12" Type="http://schemas.openxmlformats.org/officeDocument/2006/relationships/image" Target="../media/image12.png"/><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image" Target="../media/image11.png"/><Relationship Id="rId5" Type="http://schemas.openxmlformats.org/officeDocument/2006/relationships/tags" Target="../tags/tag74.xml"/><Relationship Id="rId10" Type="http://schemas.openxmlformats.org/officeDocument/2006/relationships/notesSlide" Target="../notesSlides/notesSlide6.xml"/><Relationship Id="rId4" Type="http://schemas.openxmlformats.org/officeDocument/2006/relationships/tags" Target="../tags/tag73.xml"/><Relationship Id="rId9"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tags" Target="../tags/tag85.xml"/><Relationship Id="rId13" Type="http://schemas.openxmlformats.org/officeDocument/2006/relationships/image" Target="../media/image15.png"/><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media/image14.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image" Target="../media/image13.png"/><Relationship Id="rId5" Type="http://schemas.openxmlformats.org/officeDocument/2006/relationships/tags" Target="../tags/tag82.xml"/><Relationship Id="rId10" Type="http://schemas.openxmlformats.org/officeDocument/2006/relationships/notesSlide" Target="../notesSlides/notesSlide7.xml"/><Relationship Id="rId4" Type="http://schemas.openxmlformats.org/officeDocument/2006/relationships/tags" Target="../tags/tag81.xml"/><Relationship Id="rId9"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tags" Target="../tags/tag93.xml"/><Relationship Id="rId13" Type="http://schemas.openxmlformats.org/officeDocument/2006/relationships/image" Target="../media/image17.png"/><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image" Target="../media/image8.png"/><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image" Target="../media/image16.png"/><Relationship Id="rId5" Type="http://schemas.openxmlformats.org/officeDocument/2006/relationships/tags" Target="../tags/tag90.xml"/><Relationship Id="rId10" Type="http://schemas.openxmlformats.org/officeDocument/2006/relationships/notesSlide" Target="../notesSlides/notesSlide8.xml"/><Relationship Id="rId4" Type="http://schemas.openxmlformats.org/officeDocument/2006/relationships/tags" Target="../tags/tag89.xml"/><Relationship Id="rId9"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tags" Target="../tags/tag101.xml"/><Relationship Id="rId3" Type="http://schemas.openxmlformats.org/officeDocument/2006/relationships/tags" Target="../tags/tag96.xml"/><Relationship Id="rId7" Type="http://schemas.openxmlformats.org/officeDocument/2006/relationships/tags" Target="../tags/tag100.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image" Target="../media/image18.png"/><Relationship Id="rId5" Type="http://schemas.openxmlformats.org/officeDocument/2006/relationships/tags" Target="../tags/tag98.xml"/><Relationship Id="rId10" Type="http://schemas.openxmlformats.org/officeDocument/2006/relationships/notesSlide" Target="../notesSlides/notesSlide9.xml"/><Relationship Id="rId4" Type="http://schemas.openxmlformats.org/officeDocument/2006/relationships/tags" Target="../tags/tag97.xml"/><Relationship Id="rId9"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tags" Target="../tags/tag109.xml"/><Relationship Id="rId3" Type="http://schemas.openxmlformats.org/officeDocument/2006/relationships/tags" Target="../tags/tag104.xml"/><Relationship Id="rId7" Type="http://schemas.openxmlformats.org/officeDocument/2006/relationships/tags" Target="../tags/tag108.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image" Target="../media/image19.png"/><Relationship Id="rId5" Type="http://schemas.openxmlformats.org/officeDocument/2006/relationships/tags" Target="../tags/tag106.xml"/><Relationship Id="rId10" Type="http://schemas.openxmlformats.org/officeDocument/2006/relationships/notesSlide" Target="../notesSlides/notesSlide10.xml"/><Relationship Id="rId4" Type="http://schemas.openxmlformats.org/officeDocument/2006/relationships/tags" Target="../tags/tag105.xml"/><Relationship Id="rId9"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openxmlformats.org/officeDocument/2006/relationships/tags" Target="../tags/tag117.xml"/><Relationship Id="rId3" Type="http://schemas.openxmlformats.org/officeDocument/2006/relationships/tags" Target="../tags/tag112.xml"/><Relationship Id="rId7" Type="http://schemas.openxmlformats.org/officeDocument/2006/relationships/tags" Target="../tags/tag116.xml"/><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image" Target="../media/image20.png"/><Relationship Id="rId5" Type="http://schemas.openxmlformats.org/officeDocument/2006/relationships/tags" Target="../tags/tag114.xml"/><Relationship Id="rId10" Type="http://schemas.openxmlformats.org/officeDocument/2006/relationships/notesSlide" Target="../notesSlides/notesSlide11.xml"/><Relationship Id="rId4" Type="http://schemas.openxmlformats.org/officeDocument/2006/relationships/tags" Target="../tags/tag113.xml"/><Relationship Id="rId9"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0 Resim" descr="sau_logo.wmf"/>
          <p:cNvPicPr/>
          <p:nvPr/>
        </p:nvPicPr>
        <p:blipFill>
          <a:blip r:embed="rId11"/>
          <a:stretch>
            <a:fillRect/>
          </a:stretch>
        </p:blipFill>
        <p:spPr>
          <a:xfrm>
            <a:off x="189107" y="4572000"/>
            <a:ext cx="8765785" cy="2188205"/>
          </a:xfrm>
          <a:prstGeom prst="rect">
            <a:avLst/>
          </a:prstGeom>
          <a:noFill/>
          <a:ln>
            <a:noFill/>
          </a:ln>
        </p:spPr>
      </p:pic>
      <p:sp>
        <p:nvSpPr>
          <p:cNvPr id="7" name="Dikdörtgen 6"/>
          <p:cNvSpPr/>
          <p:nvPr>
            <p:custDataLst>
              <p:tags r:id="rId2"/>
            </p:custDataLst>
          </p:nvPr>
        </p:nvSpPr>
        <p:spPr>
          <a:xfrm>
            <a:off x="0" y="2895600"/>
            <a:ext cx="7696200" cy="1219200"/>
          </a:xfrm>
          <a:prstGeom prst="rect">
            <a:avLst/>
          </a:prstGeom>
          <a:solidFill>
            <a:schemeClr val="tx2">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Alt Başlık 2"/>
          <p:cNvSpPr>
            <a:spLocks noGrp="1"/>
          </p:cNvSpPr>
          <p:nvPr>
            <p:ph type="subTitle" idx="1"/>
            <p:custDataLst>
              <p:tags r:id="rId3"/>
            </p:custDataLst>
          </p:nvPr>
        </p:nvSpPr>
        <p:spPr>
          <a:xfrm>
            <a:off x="64207" y="3733800"/>
            <a:ext cx="3974393" cy="609600"/>
          </a:xfrm>
        </p:spPr>
        <p:txBody>
          <a:bodyPr>
            <a:normAutofit/>
          </a:bodyPr>
          <a:lstStyle/>
          <a:p>
            <a:pPr>
              <a:spcBef>
                <a:spcPts val="0"/>
              </a:spcBef>
              <a:spcAft>
                <a:spcPts val="0"/>
              </a:spcAft>
            </a:pPr>
            <a:r>
              <a:rPr lang="tr-TR" sz="1800" dirty="0" smtClean="0">
                <a:solidFill>
                  <a:srgbClr val="AADAF0"/>
                </a:solidFill>
              </a:rPr>
              <a:t>Temel Bilgi Teknolojisi Kullanımı</a:t>
            </a:r>
            <a:endParaRPr lang="tr-TR" sz="1800" dirty="0">
              <a:solidFill>
                <a:srgbClr val="AADAF0"/>
              </a:solidFill>
            </a:endParaRPr>
          </a:p>
        </p:txBody>
      </p:sp>
      <p:sp>
        <p:nvSpPr>
          <p:cNvPr id="2" name="Başlık 1"/>
          <p:cNvSpPr>
            <a:spLocks noGrp="1"/>
          </p:cNvSpPr>
          <p:nvPr>
            <p:ph type="ctrTitle"/>
            <p:custDataLst>
              <p:tags r:id="rId4"/>
            </p:custDataLst>
          </p:nvPr>
        </p:nvSpPr>
        <p:spPr>
          <a:xfrm>
            <a:off x="0" y="2827491"/>
            <a:ext cx="7696200" cy="795454"/>
          </a:xfrm>
          <a:effectLst/>
        </p:spPr>
        <p:txBody>
          <a:bodyPr/>
          <a:lstStyle/>
          <a:p>
            <a:pPr marL="0" indent="0">
              <a:buNone/>
            </a:pPr>
            <a:r>
              <a:rPr lang="tr-TR"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Kelime İşlemci Word </a:t>
            </a:r>
            <a:endParaRPr lang="tr-TR"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8" name="Dikdörtgen 7"/>
          <p:cNvSpPr/>
          <p:nvPr>
            <p:custDataLst>
              <p:tags r:id="rId5"/>
            </p:custDataLst>
          </p:nvPr>
        </p:nvSpPr>
        <p:spPr>
          <a:xfrm>
            <a:off x="0" y="4114800"/>
            <a:ext cx="7696200" cy="381000"/>
          </a:xfrm>
          <a:prstGeom prst="rect">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Alt Başlık 2"/>
          <p:cNvSpPr txBox="1">
            <a:spLocks/>
          </p:cNvSpPr>
          <p:nvPr>
            <p:custDataLst>
              <p:tags r:id="rId6"/>
            </p:custDataLst>
          </p:nvPr>
        </p:nvSpPr>
        <p:spPr>
          <a:xfrm>
            <a:off x="64207" y="4152900"/>
            <a:ext cx="3974393" cy="3048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tr-TR" sz="1600" i="1" dirty="0" err="1" smtClean="0">
                <a:solidFill>
                  <a:schemeClr val="bg1"/>
                </a:solidFill>
              </a:rPr>
              <a:t>Öğr</a:t>
            </a:r>
            <a:r>
              <a:rPr lang="tr-TR" sz="1600" i="1" dirty="0" smtClean="0">
                <a:solidFill>
                  <a:schemeClr val="bg1"/>
                </a:solidFill>
              </a:rPr>
              <a:t>. Gör. Mustafa YILMAZ</a:t>
            </a:r>
            <a:endParaRPr lang="tr-TR" sz="1600" i="1" dirty="0">
              <a:solidFill>
                <a:schemeClr val="bg1"/>
              </a:solidFill>
            </a:endParaRPr>
          </a:p>
        </p:txBody>
      </p:sp>
      <p:sp>
        <p:nvSpPr>
          <p:cNvPr id="9" name="Dikdörtgen 8"/>
          <p:cNvSpPr/>
          <p:nvPr>
            <p:custDataLst>
              <p:tags r:id="rId7"/>
            </p:custDataLst>
          </p:nvPr>
        </p:nvSpPr>
        <p:spPr>
          <a:xfrm>
            <a:off x="7696200" y="2895600"/>
            <a:ext cx="1447800" cy="1600200"/>
          </a:xfrm>
          <a:prstGeom prst="rect">
            <a:avLst/>
          </a:prstGeom>
          <a:solidFill>
            <a:schemeClr val="accent5">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Metin kutusu 9"/>
          <p:cNvSpPr txBox="1"/>
          <p:nvPr>
            <p:custDataLst>
              <p:tags r:id="rId8"/>
            </p:custDataLst>
          </p:nvPr>
        </p:nvSpPr>
        <p:spPr>
          <a:xfrm>
            <a:off x="6045933" y="6629400"/>
            <a:ext cx="2678938" cy="261610"/>
          </a:xfrm>
          <a:prstGeom prst="rect">
            <a:avLst/>
          </a:prstGeom>
          <a:noFill/>
        </p:spPr>
        <p:txBody>
          <a:bodyPr wrap="none" rtlCol="0">
            <a:spAutoFit/>
          </a:bodyPr>
          <a:lstStyle/>
          <a:p>
            <a:r>
              <a:rPr lang="tr-TR" sz="1100" i="1" dirty="0" smtClean="0">
                <a:latin typeface="Calibri" pitchFamily="34" charset="0"/>
                <a:cs typeface="Calibri" pitchFamily="34" charset="0"/>
              </a:rPr>
              <a:t>Bilgisayar ve Bilişim Bilimleri Fakültesi</a:t>
            </a:r>
            <a:r>
              <a:rPr lang="tr-TR" sz="1100" i="1" smtClean="0">
                <a:latin typeface="Calibri" pitchFamily="34" charset="0"/>
                <a:cs typeface="Calibri" pitchFamily="34" charset="0"/>
              </a:rPr>
              <a:t>| YBS </a:t>
            </a:r>
            <a:endParaRPr lang="tr-TR" sz="1100" i="1" dirty="0">
              <a:latin typeface="Calibri" pitchFamily="34" charset="0"/>
              <a:cs typeface="Calibri" pitchFamily="34" charset="0"/>
            </a:endParaRPr>
          </a:p>
        </p:txBody>
      </p:sp>
      <p:pic>
        <p:nvPicPr>
          <p:cNvPr id="1026"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6431" y="2872952"/>
            <a:ext cx="1587569" cy="1622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024001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ikdörtgen 13"/>
          <p:cNvSpPr/>
          <p:nvPr>
            <p:custDataLst>
              <p:tags r:id="rId2"/>
            </p:custDataLst>
          </p:nvPr>
        </p:nvSpPr>
        <p:spPr>
          <a:xfrm>
            <a:off x="381000" y="1524000"/>
            <a:ext cx="6096000" cy="3276600"/>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Öğrenme Hedefleri</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6" name="Metin kutusu 5"/>
          <p:cNvSpPr txBox="1"/>
          <p:nvPr>
            <p:custDataLst>
              <p:tags r:id="rId4"/>
            </p:custDataLst>
          </p:nvPr>
        </p:nvSpPr>
        <p:spPr>
          <a:xfrm>
            <a:off x="381000" y="1599658"/>
            <a:ext cx="6096000" cy="3378104"/>
          </a:xfrm>
          <a:prstGeom prst="rect">
            <a:avLst/>
          </a:prstGeom>
          <a:noFill/>
        </p:spPr>
        <p:txBody>
          <a:bodyPr wrap="square" rtlCol="0">
            <a:spAutoFit/>
          </a:bodyPr>
          <a:lstStyle/>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a:t>
            </a:r>
            <a:r>
              <a:rPr lang="tr-TR" sz="1600" dirty="0">
                <a:solidFill>
                  <a:schemeClr val="tx1">
                    <a:lumMod val="75000"/>
                    <a:lumOff val="25000"/>
                  </a:schemeClr>
                </a:solidFill>
                <a:latin typeface="Calibri" pitchFamily="34" charset="0"/>
                <a:cs typeface="Calibri" pitchFamily="34" charset="0"/>
              </a:rPr>
              <a:t>Yazı karakterini ve büyüklüğünü değiştirir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Metni </a:t>
            </a:r>
            <a:r>
              <a:rPr lang="tr-TR" sz="1600" dirty="0">
                <a:solidFill>
                  <a:schemeClr val="tx1">
                    <a:lumMod val="75000"/>
                    <a:lumOff val="25000"/>
                  </a:schemeClr>
                </a:solidFill>
                <a:latin typeface="Calibri" pitchFamily="34" charset="0"/>
                <a:cs typeface="Calibri" pitchFamily="34" charset="0"/>
              </a:rPr>
              <a:t>koyu, italik ve altı çizili yapar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Metni </a:t>
            </a:r>
            <a:r>
              <a:rPr lang="tr-TR" sz="1600" dirty="0">
                <a:solidFill>
                  <a:schemeClr val="tx1">
                    <a:lumMod val="75000"/>
                    <a:lumOff val="25000"/>
                  </a:schemeClr>
                </a:solidFill>
                <a:latin typeface="Calibri" pitchFamily="34" charset="0"/>
                <a:cs typeface="Calibri" pitchFamily="34" charset="0"/>
              </a:rPr>
              <a:t>alt veya üst indis yapar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Girilmiş </a:t>
            </a:r>
            <a:r>
              <a:rPr lang="tr-TR" sz="1600" dirty="0">
                <a:solidFill>
                  <a:schemeClr val="tx1">
                    <a:lumMod val="75000"/>
                    <a:lumOff val="25000"/>
                  </a:schemeClr>
                </a:solidFill>
                <a:latin typeface="Calibri" pitchFamily="34" charset="0"/>
                <a:cs typeface="Calibri" pitchFamily="34" charset="0"/>
              </a:rPr>
              <a:t>metni büyük/küçük harf yapar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Metne </a:t>
            </a:r>
            <a:r>
              <a:rPr lang="tr-TR" sz="1600" dirty="0">
                <a:solidFill>
                  <a:schemeClr val="tx1">
                    <a:lumMod val="75000"/>
                    <a:lumOff val="25000"/>
                  </a:schemeClr>
                </a:solidFill>
                <a:latin typeface="Calibri" pitchFamily="34" charset="0"/>
                <a:cs typeface="Calibri" pitchFamily="34" charset="0"/>
              </a:rPr>
              <a:t>farklı renkler uygular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Bir </a:t>
            </a:r>
            <a:r>
              <a:rPr lang="tr-TR" sz="1600" dirty="0">
                <a:solidFill>
                  <a:schemeClr val="tx1">
                    <a:lumMod val="75000"/>
                    <a:lumOff val="25000"/>
                  </a:schemeClr>
                </a:solidFill>
                <a:latin typeface="Calibri" pitchFamily="34" charset="0"/>
                <a:cs typeface="Calibri" pitchFamily="34" charset="0"/>
              </a:rPr>
              <a:t>metnin biçimini başka bir metne kopyalar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Stil </a:t>
            </a:r>
            <a:r>
              <a:rPr lang="tr-TR" sz="1600" dirty="0">
                <a:solidFill>
                  <a:schemeClr val="tx1">
                    <a:lumMod val="75000"/>
                    <a:lumOff val="25000"/>
                  </a:schemeClr>
                </a:solidFill>
                <a:latin typeface="Calibri" pitchFamily="34" charset="0"/>
                <a:cs typeface="Calibri" pitchFamily="34" charset="0"/>
              </a:rPr>
              <a:t>galerisindeki stilleri metne uygular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Metne </a:t>
            </a:r>
            <a:r>
              <a:rPr lang="tr-TR" sz="1600" dirty="0">
                <a:solidFill>
                  <a:schemeClr val="tx1">
                    <a:lumMod val="75000"/>
                    <a:lumOff val="25000"/>
                  </a:schemeClr>
                </a:solidFill>
                <a:latin typeface="Calibri" pitchFamily="34" charset="0"/>
                <a:cs typeface="Calibri" pitchFamily="34" charset="0"/>
              </a:rPr>
              <a:t>heceleme yaptırır</a:t>
            </a:r>
          </a:p>
          <a:p>
            <a:pPr marL="217170" indent="-171450">
              <a:lnSpc>
                <a:spcPct val="150000"/>
              </a:lnSpc>
              <a:buClr>
                <a:schemeClr val="accent6">
                  <a:lumMod val="75000"/>
                </a:schemeClr>
              </a:buClr>
              <a:buSzPct val="130000"/>
              <a:buBlip>
                <a:blip r:embed="rId8"/>
              </a:buBlip>
              <a:tabLst>
                <a:tab pos="182563" algn="l"/>
              </a:tabLst>
            </a:pPr>
            <a:endParaRPr lang="tr-TR" sz="1600" dirty="0">
              <a:solidFill>
                <a:schemeClr val="tx1">
                  <a:lumMod val="75000"/>
                  <a:lumOff val="25000"/>
                </a:schemeClr>
              </a:solidFill>
              <a:latin typeface="Calibri" pitchFamily="34" charset="0"/>
              <a:cs typeface="Calibri" pitchFamily="34" charset="0"/>
            </a:endParaRPr>
          </a:p>
        </p:txBody>
      </p:sp>
      <p:sp>
        <p:nvSpPr>
          <p:cNvPr id="15" name="Slayt Numarası Yer Tutucusu 14"/>
          <p:cNvSpPr>
            <a:spLocks noGrp="1"/>
          </p:cNvSpPr>
          <p:nvPr>
            <p:ph type="sldNum" sz="quarter" idx="12"/>
            <p:custDataLst>
              <p:tags r:id="rId5"/>
            </p:custDataLst>
          </p:nvPr>
        </p:nvSpPr>
        <p:spPr/>
        <p:txBody>
          <a:bodyPr/>
          <a:lstStyle/>
          <a:p>
            <a:fld id="{C1FA2219-9131-49AD-A1B5-1FFD48A79E7F}" type="slidenum">
              <a:rPr lang="tr-TR" smtClean="0"/>
              <a:t>2</a:t>
            </a:fld>
            <a:endParaRPr lang="tr-TR"/>
          </a:p>
        </p:txBody>
      </p:sp>
    </p:spTree>
    <p:custDataLst>
      <p:tags r:id="rId1"/>
    </p:custDataLst>
    <p:extLst>
      <p:ext uri="{BB962C8B-B14F-4D97-AF65-F5344CB8AC3E}">
        <p14:creationId xmlns:p14="http://schemas.microsoft.com/office/powerpoint/2010/main" val="526640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kdörtgen 12"/>
          <p:cNvSpPr/>
          <p:nvPr>
            <p:custDataLst>
              <p:tags r:id="rId1"/>
            </p:custDataLst>
          </p:nvPr>
        </p:nvSpPr>
        <p:spPr>
          <a:xfrm>
            <a:off x="457200" y="2362200"/>
            <a:ext cx="4114800" cy="3124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5" name="Dikdörtgen 4"/>
          <p:cNvSpPr/>
          <p:nvPr>
            <p:custDataLst>
              <p:tags r:id="rId2"/>
            </p:custDataLst>
          </p:nvPr>
        </p:nvSpPr>
        <p:spPr>
          <a:xfrm>
            <a:off x="457200" y="1826156"/>
            <a:ext cx="4114800" cy="4191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İçindekiler</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3" name="İçerik Yer Tutucusu 2"/>
          <p:cNvSpPr>
            <a:spLocks noGrp="1"/>
          </p:cNvSpPr>
          <p:nvPr>
            <p:ph idx="4294967295"/>
            <p:custDataLst>
              <p:tags r:id="rId4"/>
            </p:custDataLst>
          </p:nvPr>
        </p:nvSpPr>
        <p:spPr>
          <a:xfrm>
            <a:off x="457200" y="2362199"/>
            <a:ext cx="4114800" cy="3048001"/>
          </a:xfrm>
          <a:prstGeom prst="rect">
            <a:avLst/>
          </a:prstGeom>
        </p:spPr>
        <p:txBody>
          <a:bodyPr>
            <a:normAutofit fontScale="70000" lnSpcReduction="20000"/>
          </a:bodyPr>
          <a:lstStyle/>
          <a:p>
            <a:pPr marL="0" lvl="1" indent="0">
              <a:buFont typeface="Arial" pitchFamily="34" charset="0"/>
              <a:buNone/>
            </a:pPr>
            <a:endParaRPr lang="tr-TR" sz="1200" b="1" dirty="0">
              <a:latin typeface="Calibri" pitchFamily="34" charset="0"/>
              <a:cs typeface="Calibri" pitchFamily="34" charset="0"/>
            </a:endParaRPr>
          </a:p>
          <a:p>
            <a:pPr marL="265113" lvl="1" indent="-265113">
              <a:buFont typeface="Arial" pitchFamily="34" charset="0"/>
              <a:buNone/>
            </a:pPr>
            <a:r>
              <a:rPr lang="tr-TR" sz="1600" dirty="0">
                <a:latin typeface="Calibri" pitchFamily="34" charset="0"/>
                <a:cs typeface="Calibri" pitchFamily="34" charset="0"/>
              </a:rPr>
              <a:t>3.3	Biçimlendirme</a:t>
            </a:r>
          </a:p>
          <a:p>
            <a:pPr marL="627063" lvl="1" indent="-446088">
              <a:buFont typeface="Arial" pitchFamily="34" charset="0"/>
              <a:buNone/>
            </a:pPr>
            <a:r>
              <a:rPr lang="tr-TR" sz="1600" dirty="0">
                <a:latin typeface="Calibri" pitchFamily="34" charset="0"/>
                <a:cs typeface="Calibri" pitchFamily="34" charset="0"/>
              </a:rPr>
              <a:t>3.3.1	Metin Biçimlendirme</a:t>
            </a:r>
          </a:p>
          <a:p>
            <a:pPr marL="803275" lvl="1" indent="-441325">
              <a:buFont typeface="Arial" pitchFamily="34" charset="0"/>
              <a:buNone/>
            </a:pPr>
            <a:r>
              <a:rPr lang="tr-TR" sz="1600" dirty="0">
                <a:latin typeface="Calibri" pitchFamily="34" charset="0"/>
                <a:cs typeface="Calibri" pitchFamily="34" charset="0"/>
              </a:rPr>
              <a:t>3.3.1.1	Metnin görünümünü değiştirmek: yazı karakteri türü veya büyüklüğünü.</a:t>
            </a:r>
          </a:p>
          <a:p>
            <a:pPr marL="803275" lvl="1" indent="-441325">
              <a:buFont typeface="Arial" pitchFamily="34" charset="0"/>
              <a:buNone/>
            </a:pPr>
            <a:r>
              <a:rPr lang="tr-TR" sz="1600" dirty="0">
                <a:latin typeface="Calibri" pitchFamily="34" charset="0"/>
                <a:cs typeface="Calibri" pitchFamily="34" charset="0"/>
              </a:rPr>
              <a:t>3.3.1.2	Metni koyu, italik veya altı-çizgili yapmak.</a:t>
            </a:r>
          </a:p>
          <a:p>
            <a:pPr marL="803275" lvl="1" indent="-441325">
              <a:buFont typeface="Arial" pitchFamily="34" charset="0"/>
              <a:buNone/>
            </a:pPr>
            <a:r>
              <a:rPr lang="tr-TR" sz="1600" dirty="0">
                <a:latin typeface="Calibri" pitchFamily="34" charset="0"/>
                <a:cs typeface="Calibri" pitchFamily="34" charset="0"/>
              </a:rPr>
              <a:t>3.3.1.3	Metne üst-indis veya alt-indis özelliğini uygulamak.</a:t>
            </a:r>
          </a:p>
          <a:p>
            <a:pPr marL="803275" lvl="1" indent="-441325">
              <a:buFont typeface="Arial" pitchFamily="34" charset="0"/>
              <a:buNone/>
            </a:pPr>
            <a:r>
              <a:rPr lang="tr-TR" sz="1600" dirty="0">
                <a:latin typeface="Calibri" pitchFamily="34" charset="0"/>
                <a:cs typeface="Calibri" pitchFamily="34" charset="0"/>
              </a:rPr>
              <a:t>3.3.1.4	Büyük/küçük harf özelliğini metne veya parçasına uygulanması.</a:t>
            </a:r>
          </a:p>
          <a:p>
            <a:pPr marL="803275" lvl="1" indent="-441325">
              <a:buFont typeface="Arial" pitchFamily="34" charset="0"/>
              <a:buNone/>
            </a:pPr>
            <a:r>
              <a:rPr lang="tr-TR" sz="1600" dirty="0">
                <a:latin typeface="Calibri" pitchFamily="34" charset="0"/>
                <a:cs typeface="Calibri" pitchFamily="34" charset="0"/>
              </a:rPr>
              <a:t>3.3.1.5	Farklı renkleri metne uygulamak.</a:t>
            </a:r>
          </a:p>
          <a:p>
            <a:pPr marL="803275" lvl="1" indent="-441325">
              <a:buFont typeface="Arial" pitchFamily="34" charset="0"/>
              <a:buNone/>
            </a:pPr>
            <a:r>
              <a:rPr lang="tr-TR" sz="1600" dirty="0">
                <a:latin typeface="Calibri" pitchFamily="34" charset="0"/>
                <a:cs typeface="Calibri" pitchFamily="34" charset="0"/>
              </a:rPr>
              <a:t>3.3.1.6	Geçerli biçimlendirmeyi metnin bir parçasından diğer bir parçasına kopyalamak.</a:t>
            </a:r>
          </a:p>
          <a:p>
            <a:pPr marL="803275" lvl="1" indent="-441325">
              <a:buFont typeface="Arial" pitchFamily="34" charset="0"/>
              <a:buNone/>
            </a:pPr>
            <a:r>
              <a:rPr lang="tr-TR" sz="1600" dirty="0">
                <a:latin typeface="Calibri" pitchFamily="34" charset="0"/>
                <a:cs typeface="Calibri" pitchFamily="34" charset="0"/>
              </a:rPr>
              <a:t>3.3.1.7	Var olan stilin sözcük, satır veya paragrafa uygulanması.</a:t>
            </a:r>
          </a:p>
          <a:p>
            <a:pPr marL="803275" lvl="1" indent="-441325">
              <a:buFont typeface="Arial" pitchFamily="34" charset="0"/>
              <a:buNone/>
            </a:pPr>
            <a:r>
              <a:rPr lang="tr-TR" sz="1600" dirty="0">
                <a:latin typeface="Calibri" pitchFamily="34" charset="0"/>
                <a:cs typeface="Calibri" pitchFamily="34" charset="0"/>
              </a:rPr>
              <a:t>3.3.1.8	Heceleme yaptırılması</a:t>
            </a:r>
            <a:r>
              <a:rPr lang="tr-TR" sz="1600" dirty="0" smtClean="0">
                <a:latin typeface="Calibri" pitchFamily="34" charset="0"/>
                <a:cs typeface="Calibri" pitchFamily="34" charset="0"/>
              </a:rPr>
              <a:t>.</a:t>
            </a:r>
            <a:endParaRPr lang="tr-TR" sz="1200" dirty="0" smtClean="0">
              <a:latin typeface="Calibri" pitchFamily="34" charset="0"/>
              <a:cs typeface="Calibri" pitchFamily="34" charset="0"/>
            </a:endParaRPr>
          </a:p>
        </p:txBody>
      </p:sp>
      <p:sp>
        <p:nvSpPr>
          <p:cNvPr id="7" name="Metin kutusu 6"/>
          <p:cNvSpPr txBox="1"/>
          <p:nvPr>
            <p:custDataLst>
              <p:tags r:id="rId5"/>
            </p:custDataLst>
          </p:nvPr>
        </p:nvSpPr>
        <p:spPr>
          <a:xfrm>
            <a:off x="533400" y="1961881"/>
            <a:ext cx="2667000" cy="242631"/>
          </a:xfrm>
          <a:prstGeom prst="rect">
            <a:avLst/>
          </a:prstGeom>
          <a:noFill/>
        </p:spPr>
        <p:txBody>
          <a:bodyPr wrap="square" rtlCol="0">
            <a:spAutoFit/>
          </a:bodyPr>
          <a:lstStyle/>
          <a:p>
            <a:pPr marL="228600" indent="-182880">
              <a:lnSpc>
                <a:spcPct val="80000"/>
              </a:lnSpc>
              <a:spcBef>
                <a:spcPct val="20000"/>
              </a:spcBef>
              <a:spcAft>
                <a:spcPts val="300"/>
              </a:spcAft>
              <a:buClr>
                <a:schemeClr val="accent6">
                  <a:lumMod val="75000"/>
                </a:schemeClr>
              </a:buClr>
              <a:buSzPct val="130000"/>
              <a:buFont typeface="Wingdings" pitchFamily="2" charset="2"/>
              <a:buChar char="§"/>
              <a:tabLst>
                <a:tab pos="182563" algn="l"/>
              </a:tabLst>
            </a:pPr>
            <a:r>
              <a:rPr lang="tr-TR" sz="1200" dirty="0" smtClean="0">
                <a:solidFill>
                  <a:schemeClr val="tx1">
                    <a:lumMod val="75000"/>
                    <a:lumOff val="25000"/>
                  </a:schemeClr>
                </a:solidFill>
                <a:latin typeface="Calibri" pitchFamily="34" charset="0"/>
                <a:cs typeface="Calibri" pitchFamily="34" charset="0"/>
              </a:rPr>
              <a:t>Öğrenme Hedefleri</a:t>
            </a:r>
            <a:endParaRPr lang="tr-TR" dirty="0"/>
          </a:p>
        </p:txBody>
      </p:sp>
      <p:sp>
        <p:nvSpPr>
          <p:cNvPr id="15" name="Slayt Numarası Yer Tutucusu 14"/>
          <p:cNvSpPr>
            <a:spLocks noGrp="1"/>
          </p:cNvSpPr>
          <p:nvPr>
            <p:ph type="sldNum" sz="quarter" idx="12"/>
            <p:custDataLst>
              <p:tags r:id="rId6"/>
            </p:custDataLst>
          </p:nvPr>
        </p:nvSpPr>
        <p:spPr/>
        <p:txBody>
          <a:bodyPr/>
          <a:lstStyle/>
          <a:p>
            <a:fld id="{C1FA2219-9131-49AD-A1B5-1FFD48A79E7F}" type="slidenum">
              <a:rPr lang="tr-TR" smtClean="0"/>
              <a:t>3</a:t>
            </a:fld>
            <a:endParaRPr lang="tr-TR"/>
          </a:p>
        </p:txBody>
      </p:sp>
      <p:pic>
        <p:nvPicPr>
          <p:cNvPr id="9" name="Resim 8" descr="C:\Users\YILMAZ\AppData\Local\Temp\SNAGHTML51bdf3.PNG"/>
          <p:cNvPicPr/>
          <p:nvPr/>
        </p:nvPicPr>
        <p:blipFill>
          <a:blip r:embed="rId9">
            <a:extLst>
              <a:ext uri="{28A0092B-C50C-407E-A947-70E740481C1C}">
                <a14:useLocalDpi xmlns:a14="http://schemas.microsoft.com/office/drawing/2010/main" val="0"/>
              </a:ext>
            </a:extLst>
          </a:blip>
          <a:srcRect/>
          <a:stretch>
            <a:fillRect/>
          </a:stretch>
        </p:blipFill>
        <p:spPr bwMode="auto">
          <a:xfrm>
            <a:off x="4678680" y="1295400"/>
            <a:ext cx="4465320" cy="4342130"/>
          </a:xfrm>
          <a:prstGeom prst="rect">
            <a:avLst/>
          </a:prstGeom>
          <a:noFill/>
          <a:ln>
            <a:noFill/>
          </a:ln>
        </p:spPr>
      </p:pic>
    </p:spTree>
    <p:extLst>
      <p:ext uri="{BB962C8B-B14F-4D97-AF65-F5344CB8AC3E}">
        <p14:creationId xmlns:p14="http://schemas.microsoft.com/office/powerpoint/2010/main" val="3243369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Metnin Yazı Karakteri Türü veya Büyüklüğünü Değiştirmek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err="1">
                <a:solidFill>
                  <a:schemeClr val="bg1"/>
                </a:solidFill>
              </a:rPr>
              <a:t>Yazı</a:t>
            </a:r>
            <a:r>
              <a:rPr lang="de-DE" sz="1400" b="1" dirty="0">
                <a:solidFill>
                  <a:schemeClr val="bg1"/>
                </a:solidFill>
              </a:rPr>
              <a:t> </a:t>
            </a:r>
            <a:r>
              <a:rPr lang="de-DE" sz="1400" b="1" dirty="0" err="1">
                <a:solidFill>
                  <a:schemeClr val="bg1"/>
                </a:solidFill>
              </a:rPr>
              <a:t>karakterini</a:t>
            </a:r>
            <a:r>
              <a:rPr lang="de-DE" sz="1400" b="1" dirty="0">
                <a:solidFill>
                  <a:schemeClr val="bg1"/>
                </a:solidFill>
              </a:rPr>
              <a:t> </a:t>
            </a:r>
            <a:r>
              <a:rPr lang="de-DE" sz="1400" b="1" dirty="0" err="1">
                <a:solidFill>
                  <a:schemeClr val="bg1"/>
                </a:solidFill>
              </a:rPr>
              <a:t>ve</a:t>
            </a:r>
            <a:r>
              <a:rPr lang="de-DE" sz="1400" b="1" dirty="0">
                <a:solidFill>
                  <a:schemeClr val="bg1"/>
                </a:solidFill>
              </a:rPr>
              <a:t> </a:t>
            </a:r>
            <a:r>
              <a:rPr lang="de-DE" sz="1400" b="1" dirty="0" err="1">
                <a:solidFill>
                  <a:schemeClr val="bg1"/>
                </a:solidFill>
              </a:rPr>
              <a:t>büyüklüğünü</a:t>
            </a:r>
            <a:r>
              <a:rPr lang="de-DE" sz="1400" b="1" dirty="0">
                <a:solidFill>
                  <a:schemeClr val="bg1"/>
                </a:solidFill>
              </a:rPr>
              <a:t> </a:t>
            </a:r>
            <a:r>
              <a:rPr lang="de-DE" sz="1400" b="1" dirty="0" err="1">
                <a:solidFill>
                  <a:schemeClr val="bg1"/>
                </a:solidFill>
              </a:rPr>
              <a:t>değiştirir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4</a:t>
            </a:fld>
            <a:endParaRPr lang="tr-TR"/>
          </a:p>
        </p:txBody>
      </p:sp>
      <p:sp>
        <p:nvSpPr>
          <p:cNvPr id="7" name="Metin kutusu 6"/>
          <p:cNvSpPr txBox="1"/>
          <p:nvPr>
            <p:custDataLst>
              <p:tags r:id="rId5"/>
            </p:custDataLst>
          </p:nvPr>
        </p:nvSpPr>
        <p:spPr>
          <a:xfrm>
            <a:off x="381014" y="962925"/>
            <a:ext cx="7772400" cy="1077218"/>
          </a:xfrm>
          <a:prstGeom prst="rect">
            <a:avLst/>
          </a:prstGeom>
          <a:noFill/>
        </p:spPr>
        <p:txBody>
          <a:bodyPr wrap="square" rtlCol="0">
            <a:spAutoFit/>
          </a:bodyPr>
          <a:lstStyle/>
          <a:p>
            <a:r>
              <a:rPr lang="tr-TR" sz="1600" dirty="0" smtClean="0"/>
              <a:t>Yazı karakteri ve büyüklüğü değiştirilirken</a:t>
            </a:r>
          </a:p>
          <a:p>
            <a:r>
              <a:rPr lang="tr-TR" sz="1600" b="1" dirty="0" smtClean="0"/>
              <a:t>Giriş</a:t>
            </a:r>
            <a:r>
              <a:rPr lang="tr-TR" sz="1600" dirty="0" smtClean="0"/>
              <a:t> sekmesi&gt;</a:t>
            </a:r>
            <a:r>
              <a:rPr lang="tr-TR" sz="1600" b="1" dirty="0" smtClean="0"/>
              <a:t>Yazı tipi </a:t>
            </a:r>
            <a:r>
              <a:rPr lang="tr-TR" sz="1600" dirty="0" smtClean="0"/>
              <a:t>komut grubu</a:t>
            </a:r>
          </a:p>
          <a:p>
            <a:r>
              <a:rPr lang="tr-TR" sz="1600" b="1" dirty="0" smtClean="0"/>
              <a:t>Yazı Tipi </a:t>
            </a:r>
            <a:r>
              <a:rPr lang="tr-TR" sz="1600" dirty="0" smtClean="0"/>
              <a:t>iletişim penceresi</a:t>
            </a:r>
          </a:p>
          <a:p>
            <a:r>
              <a:rPr lang="tr-TR" sz="1600" b="1" dirty="0" smtClean="0"/>
              <a:t>Fare işaretçisi </a:t>
            </a:r>
            <a:r>
              <a:rPr lang="tr-TR" sz="1600" dirty="0" err="1" smtClean="0"/>
              <a:t>kısayol</a:t>
            </a:r>
            <a:r>
              <a:rPr lang="tr-TR" sz="1600" dirty="0" smtClean="0"/>
              <a:t> menüsü kullanılır</a:t>
            </a:r>
            <a:endParaRPr lang="tr-TR" sz="1600" dirty="0"/>
          </a:p>
        </p:txBody>
      </p:sp>
      <p:pic>
        <p:nvPicPr>
          <p:cNvPr id="14" name="Resim 13"/>
          <p:cNvPicPr/>
          <p:nvPr/>
        </p:nvPicPr>
        <p:blipFill>
          <a:blip r:embed="rId11">
            <a:extLst>
              <a:ext uri="{28A0092B-C50C-407E-A947-70E740481C1C}">
                <a14:useLocalDpi xmlns:a14="http://schemas.microsoft.com/office/drawing/2010/main" val="0"/>
              </a:ext>
            </a:extLst>
          </a:blip>
          <a:srcRect/>
          <a:stretch>
            <a:fillRect/>
          </a:stretch>
        </p:blipFill>
        <p:spPr bwMode="auto">
          <a:xfrm>
            <a:off x="600340" y="3810000"/>
            <a:ext cx="2847975" cy="2714625"/>
          </a:xfrm>
          <a:prstGeom prst="rect">
            <a:avLst/>
          </a:prstGeom>
          <a:noFill/>
          <a:ln>
            <a:noFill/>
          </a:ln>
        </p:spPr>
      </p:pic>
      <p:pic>
        <p:nvPicPr>
          <p:cNvPr id="6" name="Picture 2" descr="C:\Users\MY\AppData\Local\Temp\SNAGHTML19c4706.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0340" y="2209800"/>
            <a:ext cx="4962525" cy="13525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MY\AppData\Local\Temp\SNAGHTML19e80fa.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0340" y="2212415"/>
            <a:ext cx="4276460" cy="4645585"/>
          </a:xfrm>
          <a:prstGeom prst="rect">
            <a:avLst/>
          </a:prstGeom>
          <a:noFill/>
          <a:extLst>
            <a:ext uri="{909E8E84-426E-40DD-AFC4-6F175D3DCCD1}">
              <a14:hiddenFill xmlns:a14="http://schemas.microsoft.com/office/drawing/2010/main">
                <a:solidFill>
                  <a:srgbClr val="FFFFFF"/>
                </a:solidFill>
              </a14:hiddenFill>
            </a:ext>
          </a:extLst>
        </p:spPr>
      </p:pic>
      <p:pic>
        <p:nvPicPr>
          <p:cNvPr id="19" name="Resim 18"/>
          <p:cNvPicPr/>
          <p:nvPr/>
        </p:nvPicPr>
        <p:blipFill>
          <a:blip r:embed="rId14">
            <a:extLst>
              <a:ext uri="{28A0092B-C50C-407E-A947-70E740481C1C}">
                <a14:useLocalDpi xmlns:a14="http://schemas.microsoft.com/office/drawing/2010/main" val="0"/>
              </a:ext>
            </a:extLst>
          </a:blip>
          <a:srcRect/>
          <a:stretch>
            <a:fillRect/>
          </a:stretch>
        </p:blipFill>
        <p:spPr bwMode="auto">
          <a:xfrm>
            <a:off x="2286000" y="2789183"/>
            <a:ext cx="3600450" cy="1600200"/>
          </a:xfrm>
          <a:prstGeom prst="rect">
            <a:avLst/>
          </a:prstGeom>
          <a:noFill/>
          <a:ln>
            <a:noFill/>
          </a:ln>
        </p:spPr>
      </p:pic>
    </p:spTree>
    <p:custDataLst>
      <p:tags r:id="rId1"/>
    </p:custDataLst>
    <p:extLst>
      <p:ext uri="{BB962C8B-B14F-4D97-AF65-F5344CB8AC3E}">
        <p14:creationId xmlns:p14="http://schemas.microsoft.com/office/powerpoint/2010/main" val="6968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02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Metni Koyu, İtalik veya Altı-Çizgili Yapmak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err="1">
                <a:solidFill>
                  <a:schemeClr val="bg1"/>
                </a:solidFill>
              </a:rPr>
              <a:t>Metni</a:t>
            </a:r>
            <a:r>
              <a:rPr lang="de-DE" sz="1400" b="1" dirty="0">
                <a:solidFill>
                  <a:schemeClr val="bg1"/>
                </a:solidFill>
              </a:rPr>
              <a:t> </a:t>
            </a:r>
            <a:r>
              <a:rPr lang="de-DE" sz="1400" b="1" dirty="0" err="1">
                <a:solidFill>
                  <a:schemeClr val="bg1"/>
                </a:solidFill>
              </a:rPr>
              <a:t>koyu</a:t>
            </a:r>
            <a:r>
              <a:rPr lang="de-DE" sz="1400" b="1" dirty="0">
                <a:solidFill>
                  <a:schemeClr val="bg1"/>
                </a:solidFill>
              </a:rPr>
              <a:t>, </a:t>
            </a:r>
            <a:r>
              <a:rPr lang="de-DE" sz="1400" b="1" dirty="0" err="1">
                <a:solidFill>
                  <a:schemeClr val="bg1"/>
                </a:solidFill>
              </a:rPr>
              <a:t>italik</a:t>
            </a:r>
            <a:r>
              <a:rPr lang="de-DE" sz="1400" b="1" dirty="0">
                <a:solidFill>
                  <a:schemeClr val="bg1"/>
                </a:solidFill>
              </a:rPr>
              <a:t> </a:t>
            </a:r>
            <a:r>
              <a:rPr lang="de-DE" sz="1400" b="1" dirty="0" err="1">
                <a:solidFill>
                  <a:schemeClr val="bg1"/>
                </a:solidFill>
              </a:rPr>
              <a:t>ve</a:t>
            </a:r>
            <a:r>
              <a:rPr lang="de-DE" sz="1400" b="1" dirty="0">
                <a:solidFill>
                  <a:schemeClr val="bg1"/>
                </a:solidFill>
              </a:rPr>
              <a:t> </a:t>
            </a:r>
            <a:r>
              <a:rPr lang="de-DE" sz="1400" b="1" dirty="0" err="1">
                <a:solidFill>
                  <a:schemeClr val="bg1"/>
                </a:solidFill>
              </a:rPr>
              <a:t>altı</a:t>
            </a:r>
            <a:r>
              <a:rPr lang="de-DE" sz="1400" b="1" dirty="0">
                <a:solidFill>
                  <a:schemeClr val="bg1"/>
                </a:solidFill>
              </a:rPr>
              <a:t> </a:t>
            </a:r>
            <a:r>
              <a:rPr lang="de-DE" sz="1400" b="1" dirty="0" err="1">
                <a:solidFill>
                  <a:schemeClr val="bg1"/>
                </a:solidFill>
              </a:rPr>
              <a:t>çizili</a:t>
            </a:r>
            <a:r>
              <a:rPr lang="de-DE" sz="1400" b="1" dirty="0">
                <a:solidFill>
                  <a:schemeClr val="bg1"/>
                </a:solidFill>
              </a:rPr>
              <a:t> </a:t>
            </a:r>
            <a:r>
              <a:rPr lang="de-DE" sz="1400" b="1" dirty="0" err="1">
                <a:solidFill>
                  <a:schemeClr val="bg1"/>
                </a:solidFill>
              </a:rPr>
              <a:t>yapar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5</a:t>
            </a:fld>
            <a:endParaRPr lang="tr-TR"/>
          </a:p>
        </p:txBody>
      </p:sp>
      <p:sp>
        <p:nvSpPr>
          <p:cNvPr id="7" name="Metin kutusu 6"/>
          <p:cNvSpPr txBox="1"/>
          <p:nvPr>
            <p:custDataLst>
              <p:tags r:id="rId5"/>
            </p:custDataLst>
          </p:nvPr>
        </p:nvSpPr>
        <p:spPr>
          <a:xfrm>
            <a:off x="503325" y="1146117"/>
            <a:ext cx="7772400" cy="1323439"/>
          </a:xfrm>
          <a:prstGeom prst="rect">
            <a:avLst/>
          </a:prstGeom>
          <a:noFill/>
        </p:spPr>
        <p:txBody>
          <a:bodyPr wrap="square" rtlCol="0">
            <a:spAutoFit/>
          </a:bodyPr>
          <a:lstStyle/>
          <a:p>
            <a:r>
              <a:rPr lang="tr-TR" sz="1600" dirty="0" smtClean="0"/>
              <a:t>Metni kalın, italik ve altı çizili yapmak için</a:t>
            </a:r>
            <a:endParaRPr lang="tr-TR" sz="1600" dirty="0"/>
          </a:p>
          <a:p>
            <a:r>
              <a:rPr lang="tr-TR" sz="1600" b="1" dirty="0"/>
              <a:t>Giriş</a:t>
            </a:r>
            <a:r>
              <a:rPr lang="tr-TR" sz="1600" dirty="0"/>
              <a:t> sekmesi&gt;</a:t>
            </a:r>
            <a:r>
              <a:rPr lang="tr-TR" sz="1600" b="1" dirty="0"/>
              <a:t>Yazı tipi </a:t>
            </a:r>
            <a:r>
              <a:rPr lang="tr-TR" sz="1600" dirty="0"/>
              <a:t>komut grubu</a:t>
            </a:r>
          </a:p>
          <a:p>
            <a:r>
              <a:rPr lang="tr-TR" sz="1600" b="1" dirty="0"/>
              <a:t>Yazı Tipi </a:t>
            </a:r>
            <a:r>
              <a:rPr lang="tr-TR" sz="1600" dirty="0"/>
              <a:t>iletişim penceresi</a:t>
            </a:r>
          </a:p>
          <a:p>
            <a:r>
              <a:rPr lang="tr-TR" sz="1600" b="1" dirty="0"/>
              <a:t>Fare işaretçisi </a:t>
            </a:r>
            <a:r>
              <a:rPr lang="tr-TR" sz="1600" dirty="0" err="1"/>
              <a:t>kısayol</a:t>
            </a:r>
            <a:r>
              <a:rPr lang="tr-TR" sz="1600" dirty="0"/>
              <a:t> menüsü </a:t>
            </a:r>
            <a:endParaRPr lang="tr-TR" sz="1600" dirty="0" smtClean="0"/>
          </a:p>
          <a:p>
            <a:r>
              <a:rPr lang="tr-TR" sz="1600" b="1" dirty="0" err="1" smtClean="0"/>
              <a:t>Ctrl+K</a:t>
            </a:r>
            <a:r>
              <a:rPr lang="tr-TR" sz="1600" b="1" dirty="0" smtClean="0"/>
              <a:t>, </a:t>
            </a:r>
            <a:r>
              <a:rPr lang="tr-TR" sz="1600" b="1" dirty="0" err="1" smtClean="0"/>
              <a:t>Ctrl+T</a:t>
            </a:r>
            <a:r>
              <a:rPr lang="tr-TR" sz="1600" b="1" dirty="0" smtClean="0"/>
              <a:t> </a:t>
            </a:r>
            <a:r>
              <a:rPr lang="tr-TR" sz="1600" dirty="0" smtClean="0"/>
              <a:t>ve </a:t>
            </a:r>
            <a:r>
              <a:rPr lang="tr-TR" sz="1600" b="1" dirty="0" err="1" smtClean="0"/>
              <a:t>Ctrl+Shift+A</a:t>
            </a:r>
            <a:r>
              <a:rPr lang="tr-TR" sz="1600" b="1" dirty="0" smtClean="0"/>
              <a:t> </a:t>
            </a:r>
            <a:r>
              <a:rPr lang="tr-TR" sz="1600" dirty="0" smtClean="0"/>
              <a:t>tuşları  kullanılır</a:t>
            </a:r>
            <a:endParaRPr lang="tr-TR" sz="1600" dirty="0"/>
          </a:p>
        </p:txBody>
      </p:sp>
      <p:pic>
        <p:nvPicPr>
          <p:cNvPr id="3" name="Picture 2" descr="C:\Users\MY\AppData\Local\Temp\SNAGHTML1bae45e.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0" y="1943099"/>
            <a:ext cx="4524375" cy="491490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MY\AppData\Local\Temp\SNAGHTML1bb4e18.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3325" y="2743200"/>
            <a:ext cx="4962525" cy="1352550"/>
          </a:xfrm>
          <a:prstGeom prst="rect">
            <a:avLst/>
          </a:prstGeom>
          <a:noFill/>
          <a:extLst>
            <a:ext uri="{909E8E84-426E-40DD-AFC4-6F175D3DCCD1}">
              <a14:hiddenFill xmlns:a14="http://schemas.microsoft.com/office/drawing/2010/main">
                <a:solidFill>
                  <a:srgbClr val="FFFFFF"/>
                </a:solidFill>
              </a14:hiddenFill>
            </a:ext>
          </a:extLst>
        </p:spPr>
      </p:pic>
      <p:pic>
        <p:nvPicPr>
          <p:cNvPr id="16" name="Resim 15"/>
          <p:cNvPicPr/>
          <p:nvPr/>
        </p:nvPicPr>
        <p:blipFill>
          <a:blip r:embed="rId13">
            <a:extLst>
              <a:ext uri="{28A0092B-C50C-407E-A947-70E740481C1C}">
                <a14:useLocalDpi xmlns:a14="http://schemas.microsoft.com/office/drawing/2010/main" val="0"/>
              </a:ext>
            </a:extLst>
          </a:blip>
          <a:srcRect/>
          <a:stretch>
            <a:fillRect/>
          </a:stretch>
        </p:blipFill>
        <p:spPr bwMode="auto">
          <a:xfrm>
            <a:off x="537607" y="4267200"/>
            <a:ext cx="3600450" cy="1600200"/>
          </a:xfrm>
          <a:prstGeom prst="rect">
            <a:avLst/>
          </a:prstGeom>
          <a:noFill/>
          <a:ln>
            <a:noFill/>
          </a:ln>
        </p:spPr>
      </p:pic>
    </p:spTree>
    <p:custDataLst>
      <p:tags r:id="rId1"/>
    </p:custDataLst>
    <p:extLst>
      <p:ext uri="{BB962C8B-B14F-4D97-AF65-F5344CB8AC3E}">
        <p14:creationId xmlns:p14="http://schemas.microsoft.com/office/powerpoint/2010/main" val="2954482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a:bodyPr>
          <a:lstStyle/>
          <a:p>
            <a:r>
              <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Metne Üst-İndis veya Alt-İndis Özelliğini Uygulamak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err="1">
                <a:solidFill>
                  <a:schemeClr val="bg1"/>
                </a:solidFill>
              </a:rPr>
              <a:t>Metni</a:t>
            </a:r>
            <a:r>
              <a:rPr lang="de-DE" sz="1400" b="1" dirty="0">
                <a:solidFill>
                  <a:schemeClr val="bg1"/>
                </a:solidFill>
              </a:rPr>
              <a:t> alt </a:t>
            </a:r>
            <a:r>
              <a:rPr lang="de-DE" sz="1400" b="1" dirty="0" err="1">
                <a:solidFill>
                  <a:schemeClr val="bg1"/>
                </a:solidFill>
              </a:rPr>
              <a:t>veya</a:t>
            </a:r>
            <a:r>
              <a:rPr lang="de-DE" sz="1400" b="1" dirty="0">
                <a:solidFill>
                  <a:schemeClr val="bg1"/>
                </a:solidFill>
              </a:rPr>
              <a:t> </a:t>
            </a:r>
            <a:r>
              <a:rPr lang="de-DE" sz="1400" b="1" dirty="0" err="1">
                <a:solidFill>
                  <a:schemeClr val="bg1"/>
                </a:solidFill>
              </a:rPr>
              <a:t>üst</a:t>
            </a:r>
            <a:r>
              <a:rPr lang="de-DE" sz="1400" b="1" dirty="0">
                <a:solidFill>
                  <a:schemeClr val="bg1"/>
                </a:solidFill>
              </a:rPr>
              <a:t> </a:t>
            </a:r>
            <a:r>
              <a:rPr lang="de-DE" sz="1400" b="1" dirty="0" err="1">
                <a:solidFill>
                  <a:schemeClr val="bg1"/>
                </a:solidFill>
              </a:rPr>
              <a:t>indis</a:t>
            </a:r>
            <a:r>
              <a:rPr lang="de-DE" sz="1400" b="1" dirty="0">
                <a:solidFill>
                  <a:schemeClr val="bg1"/>
                </a:solidFill>
              </a:rPr>
              <a:t> </a:t>
            </a:r>
            <a:r>
              <a:rPr lang="de-DE" sz="1400" b="1" dirty="0" err="1">
                <a:solidFill>
                  <a:schemeClr val="bg1"/>
                </a:solidFill>
              </a:rPr>
              <a:t>yapar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6</a:t>
            </a:fld>
            <a:endParaRPr lang="tr-TR"/>
          </a:p>
        </p:txBody>
      </p:sp>
      <p:sp>
        <p:nvSpPr>
          <p:cNvPr id="7" name="Metin kutusu 6"/>
          <p:cNvSpPr txBox="1"/>
          <p:nvPr>
            <p:custDataLst>
              <p:tags r:id="rId5"/>
            </p:custDataLst>
          </p:nvPr>
        </p:nvSpPr>
        <p:spPr>
          <a:xfrm>
            <a:off x="503325" y="1146117"/>
            <a:ext cx="7772400" cy="1077218"/>
          </a:xfrm>
          <a:prstGeom prst="rect">
            <a:avLst/>
          </a:prstGeom>
          <a:noFill/>
        </p:spPr>
        <p:txBody>
          <a:bodyPr wrap="square" rtlCol="0">
            <a:spAutoFit/>
          </a:bodyPr>
          <a:lstStyle/>
          <a:p>
            <a:r>
              <a:rPr lang="tr-TR" sz="1600" dirty="0"/>
              <a:t>Metni </a:t>
            </a:r>
            <a:r>
              <a:rPr lang="tr-TR" sz="1600" dirty="0" smtClean="0"/>
              <a:t>alt veya üst indis yapmak için</a:t>
            </a:r>
          </a:p>
          <a:p>
            <a:r>
              <a:rPr lang="tr-TR" sz="1600" b="1" dirty="0"/>
              <a:t>Giriş</a:t>
            </a:r>
            <a:r>
              <a:rPr lang="tr-TR" sz="1600" dirty="0"/>
              <a:t> sekmesi&gt;</a:t>
            </a:r>
            <a:r>
              <a:rPr lang="tr-TR" sz="1600" b="1" dirty="0"/>
              <a:t>Yazı tipi </a:t>
            </a:r>
            <a:r>
              <a:rPr lang="tr-TR" sz="1600" dirty="0"/>
              <a:t>komut grubu</a:t>
            </a:r>
          </a:p>
          <a:p>
            <a:r>
              <a:rPr lang="tr-TR" sz="1600" b="1" dirty="0"/>
              <a:t>Yazı Tipi </a:t>
            </a:r>
            <a:r>
              <a:rPr lang="tr-TR" sz="1600" dirty="0"/>
              <a:t>iletişim </a:t>
            </a:r>
            <a:r>
              <a:rPr lang="tr-TR" sz="1600" dirty="0" smtClean="0"/>
              <a:t>penceresi</a:t>
            </a:r>
          </a:p>
          <a:p>
            <a:r>
              <a:rPr lang="tr-TR" sz="1600" b="1" dirty="0" err="1" smtClean="0"/>
              <a:t>Ctrl</a:t>
            </a:r>
            <a:r>
              <a:rPr lang="tr-TR" sz="1600" b="1" dirty="0" smtClean="0"/>
              <a:t>+% </a:t>
            </a:r>
            <a:r>
              <a:rPr lang="tr-TR" sz="1600" dirty="0" smtClean="0"/>
              <a:t>ve </a:t>
            </a:r>
            <a:r>
              <a:rPr lang="tr-TR" sz="1600" b="1" dirty="0" smtClean="0"/>
              <a:t>Ctrl+Shift+4</a:t>
            </a:r>
            <a:r>
              <a:rPr lang="tr-TR" sz="1600" dirty="0" smtClean="0"/>
              <a:t> kullanılır</a:t>
            </a:r>
            <a:endParaRPr lang="tr-TR" sz="1600" b="1" dirty="0"/>
          </a:p>
        </p:txBody>
      </p:sp>
      <p:pic>
        <p:nvPicPr>
          <p:cNvPr id="3074" name="Picture 2" descr="C:\Users\MY\AppData\Local\Temp\SNAGHTML1c63387.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9831" y="2438400"/>
            <a:ext cx="4962525" cy="13525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Users\MY\AppData\Local\Temp\SNAGHTML1c6dffb.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62400" y="1927333"/>
            <a:ext cx="4524375" cy="491490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682811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307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Büyük/Küçük Harf Özelliğini Metne veya Parçasına Uygulanması</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err="1">
                <a:solidFill>
                  <a:schemeClr val="bg1"/>
                </a:solidFill>
              </a:rPr>
              <a:t>Girilmiş</a:t>
            </a:r>
            <a:r>
              <a:rPr lang="de-DE" sz="1400" b="1" dirty="0">
                <a:solidFill>
                  <a:schemeClr val="bg1"/>
                </a:solidFill>
              </a:rPr>
              <a:t> </a:t>
            </a:r>
            <a:r>
              <a:rPr lang="de-DE" sz="1400" b="1" dirty="0" err="1">
                <a:solidFill>
                  <a:schemeClr val="bg1"/>
                </a:solidFill>
              </a:rPr>
              <a:t>metni</a:t>
            </a:r>
            <a:r>
              <a:rPr lang="de-DE" sz="1400" b="1" dirty="0">
                <a:solidFill>
                  <a:schemeClr val="bg1"/>
                </a:solidFill>
              </a:rPr>
              <a:t> </a:t>
            </a:r>
            <a:r>
              <a:rPr lang="de-DE" sz="1400" b="1" dirty="0" err="1">
                <a:solidFill>
                  <a:schemeClr val="bg1"/>
                </a:solidFill>
              </a:rPr>
              <a:t>büyük</a:t>
            </a:r>
            <a:r>
              <a:rPr lang="de-DE" sz="1400" b="1" dirty="0">
                <a:solidFill>
                  <a:schemeClr val="bg1"/>
                </a:solidFill>
              </a:rPr>
              <a:t>/</a:t>
            </a:r>
            <a:r>
              <a:rPr lang="de-DE" sz="1400" b="1" dirty="0" err="1">
                <a:solidFill>
                  <a:schemeClr val="bg1"/>
                </a:solidFill>
              </a:rPr>
              <a:t>küçük</a:t>
            </a:r>
            <a:r>
              <a:rPr lang="de-DE" sz="1400" b="1" dirty="0">
                <a:solidFill>
                  <a:schemeClr val="bg1"/>
                </a:solidFill>
              </a:rPr>
              <a:t> harf </a:t>
            </a:r>
            <a:r>
              <a:rPr lang="de-DE" sz="1400" b="1" dirty="0" err="1">
                <a:solidFill>
                  <a:schemeClr val="bg1"/>
                </a:solidFill>
              </a:rPr>
              <a:t>yapar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7</a:t>
            </a:fld>
            <a:endParaRPr lang="tr-TR"/>
          </a:p>
        </p:txBody>
      </p:sp>
      <p:sp>
        <p:nvSpPr>
          <p:cNvPr id="7" name="Metin kutusu 6"/>
          <p:cNvSpPr txBox="1"/>
          <p:nvPr>
            <p:custDataLst>
              <p:tags r:id="rId5"/>
            </p:custDataLst>
          </p:nvPr>
        </p:nvSpPr>
        <p:spPr>
          <a:xfrm>
            <a:off x="503325" y="1146117"/>
            <a:ext cx="7772400" cy="830997"/>
          </a:xfrm>
          <a:prstGeom prst="rect">
            <a:avLst/>
          </a:prstGeom>
          <a:noFill/>
        </p:spPr>
        <p:txBody>
          <a:bodyPr wrap="square" rtlCol="0">
            <a:spAutoFit/>
          </a:bodyPr>
          <a:lstStyle/>
          <a:p>
            <a:r>
              <a:rPr lang="tr-TR" sz="1600" dirty="0" smtClean="0"/>
              <a:t>Metin içerisinde seçilen karakterlerin yapıları </a:t>
            </a:r>
          </a:p>
          <a:p>
            <a:r>
              <a:rPr lang="tr-TR" sz="1600" b="1" dirty="0"/>
              <a:t>Giriş</a:t>
            </a:r>
            <a:r>
              <a:rPr lang="tr-TR" sz="1600" dirty="0"/>
              <a:t> sekmesi&gt;</a:t>
            </a:r>
            <a:r>
              <a:rPr lang="tr-TR" sz="1600" b="1" dirty="0"/>
              <a:t>Yazı tipi </a:t>
            </a:r>
            <a:r>
              <a:rPr lang="tr-TR" sz="1600" dirty="0"/>
              <a:t>komut grubu</a:t>
            </a:r>
          </a:p>
          <a:p>
            <a:r>
              <a:rPr lang="tr-TR" sz="1600" b="1" dirty="0"/>
              <a:t>Yazı Tipi </a:t>
            </a:r>
            <a:r>
              <a:rPr lang="tr-TR" sz="1600" dirty="0"/>
              <a:t>iletişim </a:t>
            </a:r>
            <a:r>
              <a:rPr lang="tr-TR" sz="1600" dirty="0" smtClean="0"/>
              <a:t>penceresi kullanılarak değiştirilir</a:t>
            </a:r>
            <a:endParaRPr lang="tr-TR" sz="1600" b="1" dirty="0"/>
          </a:p>
        </p:txBody>
      </p:sp>
      <p:pic>
        <p:nvPicPr>
          <p:cNvPr id="4098" name="Picture 2" descr="C:\Users\MY\AppData\Local\Temp\SNAGHTML1cd8261.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3325" y="2438400"/>
            <a:ext cx="4962525" cy="13525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Users\MY\AppData\Local\Temp\SNAGHTML1ce0066.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69372" y="1943099"/>
            <a:ext cx="4524375" cy="4914901"/>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70062" y="3918059"/>
            <a:ext cx="1914525"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068051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410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Farklı Renkleri Metne Uygulamak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8763000" cy="307777"/>
          </a:xfrm>
          <a:prstGeom prst="rect">
            <a:avLst/>
          </a:prstGeom>
          <a:noFill/>
        </p:spPr>
        <p:txBody>
          <a:bodyPr wrap="square" rtlCol="0">
            <a:spAutoFit/>
          </a:bodyPr>
          <a:lstStyle/>
          <a:p>
            <a:r>
              <a:rPr lang="pt-BR" sz="1400" b="1" dirty="0">
                <a:solidFill>
                  <a:schemeClr val="bg1"/>
                </a:solidFill>
              </a:rPr>
              <a:t>Metne farklı renkler uygular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8</a:t>
            </a:fld>
            <a:endParaRPr lang="tr-TR"/>
          </a:p>
        </p:txBody>
      </p:sp>
      <p:sp>
        <p:nvSpPr>
          <p:cNvPr id="7" name="Metin kutusu 6"/>
          <p:cNvSpPr txBox="1"/>
          <p:nvPr>
            <p:custDataLst>
              <p:tags r:id="rId5"/>
            </p:custDataLst>
          </p:nvPr>
        </p:nvSpPr>
        <p:spPr>
          <a:xfrm>
            <a:off x="533400" y="1143000"/>
            <a:ext cx="7772400" cy="1077218"/>
          </a:xfrm>
          <a:prstGeom prst="rect">
            <a:avLst/>
          </a:prstGeom>
          <a:noFill/>
        </p:spPr>
        <p:txBody>
          <a:bodyPr wrap="square" rtlCol="0">
            <a:spAutoFit/>
          </a:bodyPr>
          <a:lstStyle/>
          <a:p>
            <a:r>
              <a:rPr lang="tr-TR" sz="1600" dirty="0"/>
              <a:t>Metni </a:t>
            </a:r>
            <a:r>
              <a:rPr lang="tr-TR" sz="1600" dirty="0" smtClean="0"/>
              <a:t>rengini değiştirmek için</a:t>
            </a:r>
            <a:endParaRPr lang="tr-TR" sz="1600" dirty="0"/>
          </a:p>
          <a:p>
            <a:r>
              <a:rPr lang="tr-TR" sz="1600" b="1" dirty="0"/>
              <a:t>Giriş</a:t>
            </a:r>
            <a:r>
              <a:rPr lang="tr-TR" sz="1600" dirty="0"/>
              <a:t> sekmesi&gt;</a:t>
            </a:r>
            <a:r>
              <a:rPr lang="tr-TR" sz="1600" b="1" dirty="0"/>
              <a:t>Yazı tipi </a:t>
            </a:r>
            <a:r>
              <a:rPr lang="tr-TR" sz="1600" dirty="0"/>
              <a:t>komut grubu</a:t>
            </a:r>
          </a:p>
          <a:p>
            <a:r>
              <a:rPr lang="tr-TR" sz="1600" b="1" dirty="0"/>
              <a:t>Yazı Tipi </a:t>
            </a:r>
            <a:r>
              <a:rPr lang="tr-TR" sz="1600" dirty="0"/>
              <a:t>iletişim penceresi</a:t>
            </a:r>
          </a:p>
          <a:p>
            <a:r>
              <a:rPr lang="tr-TR" sz="1600" b="1" dirty="0"/>
              <a:t>Fare işaretçisi </a:t>
            </a:r>
            <a:r>
              <a:rPr lang="tr-TR" sz="1600" dirty="0" err="1"/>
              <a:t>kısayol</a:t>
            </a:r>
            <a:r>
              <a:rPr lang="tr-TR" sz="1600" dirty="0"/>
              <a:t> menüsü </a:t>
            </a:r>
            <a:r>
              <a:rPr lang="tr-TR" sz="1600" dirty="0" smtClean="0"/>
              <a:t>kullanılır</a:t>
            </a:r>
            <a:endParaRPr lang="tr-TR" sz="1600" dirty="0"/>
          </a:p>
        </p:txBody>
      </p:sp>
      <p:pic>
        <p:nvPicPr>
          <p:cNvPr id="14" name="Resim 13" descr="Açıklama: Açıklama: Açıklama: C:\Users\MY\AppData\Local\Temp\SNAGHTML45802f3.PNG"/>
          <p:cNvPicPr/>
          <p:nvPr/>
        </p:nvPicPr>
        <p:blipFill>
          <a:blip r:embed="rId11">
            <a:extLst>
              <a:ext uri="{28A0092B-C50C-407E-A947-70E740481C1C}">
                <a14:useLocalDpi xmlns:a14="http://schemas.microsoft.com/office/drawing/2010/main" val="0"/>
              </a:ext>
            </a:extLst>
          </a:blip>
          <a:srcRect/>
          <a:stretch>
            <a:fillRect/>
          </a:stretch>
        </p:blipFill>
        <p:spPr bwMode="auto">
          <a:xfrm>
            <a:off x="600340" y="2220218"/>
            <a:ext cx="5476875" cy="3276600"/>
          </a:xfrm>
          <a:prstGeom prst="rect">
            <a:avLst/>
          </a:prstGeom>
          <a:noFill/>
          <a:ln>
            <a:noFill/>
          </a:ln>
        </p:spPr>
      </p:pic>
      <p:pic>
        <p:nvPicPr>
          <p:cNvPr id="15" name="Resim 14"/>
          <p:cNvPicPr/>
          <p:nvPr/>
        </p:nvPicPr>
        <p:blipFill>
          <a:blip r:embed="rId12">
            <a:extLst>
              <a:ext uri="{28A0092B-C50C-407E-A947-70E740481C1C}">
                <a14:useLocalDpi xmlns:a14="http://schemas.microsoft.com/office/drawing/2010/main" val="0"/>
              </a:ext>
            </a:extLst>
          </a:blip>
          <a:srcRect/>
          <a:stretch>
            <a:fillRect/>
          </a:stretch>
        </p:blipFill>
        <p:spPr bwMode="auto">
          <a:xfrm>
            <a:off x="608224" y="2514600"/>
            <a:ext cx="3600450" cy="1600200"/>
          </a:xfrm>
          <a:prstGeom prst="rect">
            <a:avLst/>
          </a:prstGeom>
          <a:noFill/>
          <a:ln>
            <a:noFill/>
          </a:ln>
        </p:spPr>
      </p:pic>
      <p:pic>
        <p:nvPicPr>
          <p:cNvPr id="5122"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91075" y="1943100"/>
            <a:ext cx="4352925" cy="491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910005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512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1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Geçerli Biçimlendirmeyi Metnin Bir Parçasından Diğer Bir Parçasına Kopyalamak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pt-BR" sz="1400" b="1" dirty="0">
                <a:solidFill>
                  <a:schemeClr val="bg1"/>
                </a:solidFill>
              </a:rPr>
              <a:t>Bir metnin biçimini başka bir metne kopyalar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9</a:t>
            </a:fld>
            <a:endParaRPr lang="tr-TR"/>
          </a:p>
        </p:txBody>
      </p:sp>
      <p:sp>
        <p:nvSpPr>
          <p:cNvPr id="7" name="Metin kutusu 6"/>
          <p:cNvSpPr txBox="1"/>
          <p:nvPr>
            <p:custDataLst>
              <p:tags r:id="rId5"/>
            </p:custDataLst>
          </p:nvPr>
        </p:nvSpPr>
        <p:spPr>
          <a:xfrm>
            <a:off x="533400" y="1143000"/>
            <a:ext cx="7772400" cy="830997"/>
          </a:xfrm>
          <a:prstGeom prst="rect">
            <a:avLst/>
          </a:prstGeom>
          <a:noFill/>
        </p:spPr>
        <p:txBody>
          <a:bodyPr wrap="square" rtlCol="0">
            <a:spAutoFit/>
          </a:bodyPr>
          <a:lstStyle/>
          <a:p>
            <a:r>
              <a:rPr lang="tr-TR" sz="1600" dirty="0" smtClean="0"/>
              <a:t>Oluşturduğumuz metnin biçimini başka bir metne kopyalamak için </a:t>
            </a:r>
          </a:p>
          <a:p>
            <a:pPr marL="342900" indent="-342900">
              <a:buFont typeface="+mj-lt"/>
              <a:buAutoNum type="arabicPeriod"/>
            </a:pPr>
            <a:r>
              <a:rPr lang="tr-TR" sz="1600" b="1" dirty="0" smtClean="0"/>
              <a:t>Giriş sekmesi&gt;Pano </a:t>
            </a:r>
            <a:r>
              <a:rPr lang="tr-TR" sz="1600" dirty="0" smtClean="0"/>
              <a:t>komut grubu</a:t>
            </a:r>
            <a:r>
              <a:rPr lang="tr-TR" sz="1600" b="1" dirty="0" smtClean="0"/>
              <a:t>&gt; Biçim Boyacısı komutu </a:t>
            </a:r>
          </a:p>
          <a:p>
            <a:pPr marL="342900" indent="-342900">
              <a:buFont typeface="+mj-lt"/>
              <a:buAutoNum type="arabicPeriod"/>
            </a:pPr>
            <a:r>
              <a:rPr lang="tr-TR" sz="1600" b="1" dirty="0" err="1" smtClean="0"/>
              <a:t>Ctrl+Shift+C</a:t>
            </a:r>
            <a:r>
              <a:rPr lang="tr-TR" sz="1600" b="1" dirty="0" smtClean="0"/>
              <a:t>  </a:t>
            </a:r>
            <a:r>
              <a:rPr lang="tr-TR" sz="1600" dirty="0" smtClean="0"/>
              <a:t>klavye </a:t>
            </a:r>
            <a:r>
              <a:rPr lang="tr-TR" sz="1600" dirty="0" err="1" smtClean="0"/>
              <a:t>kısayolu</a:t>
            </a:r>
            <a:r>
              <a:rPr lang="tr-TR" sz="1600" dirty="0" smtClean="0"/>
              <a:t> kullanılır</a:t>
            </a:r>
            <a:endParaRPr lang="tr-TR" sz="1600" b="1" dirty="0"/>
          </a:p>
        </p:txBody>
      </p:sp>
      <p:pic>
        <p:nvPicPr>
          <p:cNvPr id="13" name="Resim 12" descr="Açıklama: Açıklama: Açıklama: C:\Users\MY\AppData\Local\Temp\SNAGHTML454d7ed.PNG"/>
          <p:cNvPicPr/>
          <p:nvPr/>
        </p:nvPicPr>
        <p:blipFill>
          <a:blip r:embed="rId11">
            <a:extLst>
              <a:ext uri="{28A0092B-C50C-407E-A947-70E740481C1C}">
                <a14:useLocalDpi xmlns:a14="http://schemas.microsoft.com/office/drawing/2010/main" val="0"/>
              </a:ext>
            </a:extLst>
          </a:blip>
          <a:srcRect/>
          <a:stretch>
            <a:fillRect/>
          </a:stretch>
        </p:blipFill>
        <p:spPr bwMode="auto">
          <a:xfrm>
            <a:off x="600341" y="2286000"/>
            <a:ext cx="2695575" cy="3114675"/>
          </a:xfrm>
          <a:prstGeom prst="rect">
            <a:avLst/>
          </a:prstGeom>
          <a:noFill/>
          <a:ln>
            <a:noFill/>
          </a:ln>
        </p:spPr>
      </p:pic>
    </p:spTree>
    <p:custDataLst>
      <p:tags r:id="rId1"/>
    </p:custDataLst>
    <p:extLst>
      <p:ext uri="{BB962C8B-B14F-4D97-AF65-F5344CB8AC3E}">
        <p14:creationId xmlns:p14="http://schemas.microsoft.com/office/powerpoint/2010/main" val="10864931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6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Var Olan Stilin Sözcük, Satır veya Paragrafa Uygulanması</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nn-NO" sz="1400" b="1" dirty="0">
                <a:solidFill>
                  <a:schemeClr val="bg1"/>
                </a:solidFill>
              </a:rPr>
              <a:t>Stil galerisindeki stilleri metne uygular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10</a:t>
            </a:fld>
            <a:endParaRPr lang="tr-TR"/>
          </a:p>
        </p:txBody>
      </p:sp>
      <p:sp>
        <p:nvSpPr>
          <p:cNvPr id="7" name="Metin kutusu 6"/>
          <p:cNvSpPr txBox="1"/>
          <p:nvPr>
            <p:custDataLst>
              <p:tags r:id="rId5"/>
            </p:custDataLst>
          </p:nvPr>
        </p:nvSpPr>
        <p:spPr>
          <a:xfrm>
            <a:off x="228600" y="1033046"/>
            <a:ext cx="7772400" cy="584775"/>
          </a:xfrm>
          <a:prstGeom prst="rect">
            <a:avLst/>
          </a:prstGeom>
          <a:noFill/>
        </p:spPr>
        <p:txBody>
          <a:bodyPr wrap="square" rtlCol="0">
            <a:spAutoFit/>
          </a:bodyPr>
          <a:lstStyle/>
          <a:p>
            <a:r>
              <a:rPr lang="tr-TR" sz="1600" dirty="0" smtClean="0"/>
              <a:t>Word’de hazır stillere </a:t>
            </a:r>
          </a:p>
          <a:p>
            <a:r>
              <a:rPr lang="tr-TR" sz="1600" b="1" dirty="0" smtClean="0"/>
              <a:t>Giriş </a:t>
            </a:r>
            <a:r>
              <a:rPr lang="tr-TR" sz="1600" dirty="0" smtClean="0"/>
              <a:t>sekmesi</a:t>
            </a:r>
            <a:r>
              <a:rPr lang="tr-TR" sz="1600" b="1" dirty="0" smtClean="0"/>
              <a:t>&gt;Stiller galerisinden </a:t>
            </a:r>
            <a:r>
              <a:rPr lang="tr-TR" sz="1600" dirty="0" smtClean="0"/>
              <a:t>ulaşabiliriz</a:t>
            </a:r>
            <a:r>
              <a:rPr lang="tr-TR" sz="1600" b="1" dirty="0" smtClean="0"/>
              <a:t>.</a:t>
            </a:r>
            <a:endParaRPr lang="tr-TR" sz="1600" b="1" dirty="0"/>
          </a:p>
        </p:txBody>
      </p:sp>
      <p:pic>
        <p:nvPicPr>
          <p:cNvPr id="17" name="Resim 16"/>
          <p:cNvPicPr/>
          <p:nvPr/>
        </p:nvPicPr>
        <p:blipFill>
          <a:blip r:embed="rId11">
            <a:extLst>
              <a:ext uri="{28A0092B-C50C-407E-A947-70E740481C1C}">
                <a14:useLocalDpi xmlns:a14="http://schemas.microsoft.com/office/drawing/2010/main" val="0"/>
              </a:ext>
            </a:extLst>
          </a:blip>
          <a:srcRect/>
          <a:stretch>
            <a:fillRect/>
          </a:stretch>
        </p:blipFill>
        <p:spPr bwMode="auto">
          <a:xfrm>
            <a:off x="381014" y="1752600"/>
            <a:ext cx="4714875" cy="4486275"/>
          </a:xfrm>
          <a:prstGeom prst="rect">
            <a:avLst/>
          </a:prstGeom>
          <a:noFill/>
          <a:ln>
            <a:noFill/>
          </a:ln>
        </p:spPr>
      </p:pic>
    </p:spTree>
    <p:custDataLst>
      <p:tags r:id="rId1"/>
    </p:custDataLst>
    <p:extLst>
      <p:ext uri="{BB962C8B-B14F-4D97-AF65-F5344CB8AC3E}">
        <p14:creationId xmlns:p14="http://schemas.microsoft.com/office/powerpoint/2010/main" val="25152928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Heceleme Yaptırılması</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Metne heceleme yaptırır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11</a:t>
            </a:fld>
            <a:endParaRPr lang="tr-TR"/>
          </a:p>
        </p:txBody>
      </p:sp>
      <p:sp>
        <p:nvSpPr>
          <p:cNvPr id="7" name="Metin kutusu 6"/>
          <p:cNvSpPr txBox="1"/>
          <p:nvPr>
            <p:custDataLst>
              <p:tags r:id="rId5"/>
            </p:custDataLst>
          </p:nvPr>
        </p:nvSpPr>
        <p:spPr>
          <a:xfrm>
            <a:off x="533400" y="1371600"/>
            <a:ext cx="7772400" cy="584775"/>
          </a:xfrm>
          <a:prstGeom prst="rect">
            <a:avLst/>
          </a:prstGeom>
          <a:noFill/>
        </p:spPr>
        <p:txBody>
          <a:bodyPr wrap="square" rtlCol="0">
            <a:spAutoFit/>
          </a:bodyPr>
          <a:lstStyle/>
          <a:p>
            <a:r>
              <a:rPr lang="tr-TR" sz="1600" dirty="0" smtClean="0"/>
              <a:t>Belgede heceleme yapmak için </a:t>
            </a:r>
          </a:p>
          <a:p>
            <a:r>
              <a:rPr lang="tr-TR" sz="1600" b="1" dirty="0" smtClean="0"/>
              <a:t>Sayfa Düzeni&gt;Sayfa Yapısı </a:t>
            </a:r>
            <a:r>
              <a:rPr lang="tr-TR" sz="1600" dirty="0" smtClean="0"/>
              <a:t>komut grubu&gt;</a:t>
            </a:r>
            <a:r>
              <a:rPr lang="tr-TR" sz="1600" b="1" dirty="0" smtClean="0"/>
              <a:t>Heceleme</a:t>
            </a:r>
            <a:r>
              <a:rPr lang="tr-TR" sz="1600" dirty="0" smtClean="0"/>
              <a:t> komutu</a:t>
            </a:r>
            <a:endParaRPr lang="tr-TR" sz="1600" dirty="0"/>
          </a:p>
        </p:txBody>
      </p:sp>
      <p:pic>
        <p:nvPicPr>
          <p:cNvPr id="15" name="Resim 14" descr="Açıklama: Açıklama: Açıklama: C:\Users\MY\AppData\Local\Temp\SNAGHTML879046f.PNG"/>
          <p:cNvPicPr/>
          <p:nvPr/>
        </p:nvPicPr>
        <p:blipFill>
          <a:blip r:embed="rId11">
            <a:extLst>
              <a:ext uri="{28A0092B-C50C-407E-A947-70E740481C1C}">
                <a14:useLocalDpi xmlns:a14="http://schemas.microsoft.com/office/drawing/2010/main" val="0"/>
              </a:ext>
            </a:extLst>
          </a:blip>
          <a:srcRect/>
          <a:stretch>
            <a:fillRect/>
          </a:stretch>
        </p:blipFill>
        <p:spPr bwMode="auto">
          <a:xfrm>
            <a:off x="533400" y="2133600"/>
            <a:ext cx="4486275" cy="2305050"/>
          </a:xfrm>
          <a:prstGeom prst="rect">
            <a:avLst/>
          </a:prstGeom>
          <a:noFill/>
          <a:ln>
            <a:noFill/>
          </a:ln>
        </p:spPr>
      </p:pic>
    </p:spTree>
    <p:custDataLst>
      <p:tags r:id="rId1"/>
    </p:custDataLst>
    <p:extLst>
      <p:ext uri="{BB962C8B-B14F-4D97-AF65-F5344CB8AC3E}">
        <p14:creationId xmlns:p14="http://schemas.microsoft.com/office/powerpoint/2010/main" val="61233383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VIDEO_FILES_RECORD" val="&lt;Videos&gt;&lt;Video Name=&quot;Math 142 Venn diagrams logic_271_1_60529.flv&quot; Position=&quot;1&quot; SlideID=&quot;271&quot;/&gt;&lt;/Videos&gt;&#10;"/>
  <p:tag name="ISPRING_RESOURCE_PATHS_HASH" val="94b0f9a2ce84e864a328139283993d548c239c2d"/>
  <p:tag name="MMPROD_NEXTUNIQUEID" val="10105"/>
  <p:tag name="MMPROD_10697PHOTO" val=""/>
  <p:tag name="MMPROD_10697LOGO" val="iVBORw0KGgoAAAANSUhEUgAAAJYAAAAnCAMAAADaSUEAAAAAA3NCSVQICAjb4U/gAAABgFBMVEUKAoV5c7pFQpzLyNghHIW0sM9xa67k4+mhnsJhW6gzL5QMB4SWkr3X1t6+vNWBfLRTUKMZEYbv7/AoJo2ppsc+OJfe3eaKhr3EwdlQSp1qZK17dbYMBYudnb4pIYu2tM729veJhbasrNY1L5sWDIzOzd6koMualr1bV5tKQptybbIQCIW8uNYIAIxpZrbe3uzFwtavrceDfr5iXa4vKI6RjLzW1eYbFoxRSqV8ea0jHYxLSJ5HPZ/v7/Y4M5UmGpK2tdbQz+Ps6vG/vd+ZmcyTk8URDYRXUqUNAIulo82PjLZtaa0+OZqMi72DgbZBO5x2c7UQCIve1uZLRKRlYayurc5cWK3Fxd0xKJkgGo08OJealMOzsNZzcakZEI2mpcN7eLVXUaspI5XT0d9WTKrj4ezKx9yEgb3p6PMbFYTZ2Oy1s9uko9V+fb05MZusqM9cWKZkYaYsJ5PDv98OA4dsabaSjriUkMMkIJIIAJTm5e8UDYzHx+MvJZecnMQwKJRRYdU1AAAAgHRSTlP//////////////////////////////////////////wD//////////////////////////////////////////////////////////////////////////////////////////////////////////////////////////////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oWph2o3zmE9Uo7KoDcuShbCKSIUzrN8iKYq2MDLsNONQvyAbMpGphyQ6fT2SzCO0P6thVPbDw/GfzsRwMSQJFW1VHni1DmxVFttdsrGSMJAjZ5ixghd+CtCCSqBlzsQSeIKzAKIGU2THImz6DMxYxF8tGVIuAlY3CoxJelyg2sWJ5M7E+10Sxi1aSfGpJpYa1TRWbPTURKxKLNXSM0NbTL6sKkj5frC3H5mHlfOKChDqfgBJZCBm2u6GKVc0KqwyCYi2LHJ8EdlQN8VQHVSxmVhZi5DOxipKTXH6DtSB6eIsqNnbvieMbnFW6P9b4pHgGjQ8gzh4bAesWVWzz3hOnk1rl/juGeVITr+I4XlSifBkztClvge0rbcXC1LTU7rgL3/O5/twyB2jpYntAuOsJ6R9BW6InmUPj7RVJGOgd6BJCu5O3sSa5lm7ZIWmjM61O/aT8HSw9ckW5vn7e/pCyunqH5qiTgLnOkaeDMphrCv6jfbw3sdHHeby1WgdWKtrSHZ6jh9tZUki9/w4WwimyAndThsiB0B2KGfrCX7Y6Ry5yZK02APs8/Xvv6/neQsbLdhgs3tKdSwWNBVHK/mQJ0dRj+H8FLJ+Cp+iet+fO7fkRl7JehMUfLLawPLSIdXTnyzMVCeMzoUJwCz1+Hb1babjzaY/1lPu07nFl4+jju6ahzczoEPrWM65suQOLFmyurPUm5qekzPPDm8H291JNMZslA1eU1ANE+XfY4BBc0G3bKPCRZEPavIKSgDcSevTnLSyNPxAmd5Dls3BeIjSAfEV+GMfhZdImLH72ZBFWKSgl9dMIN7aovIjbe3F2JHdikYTL9un113Uus8G2fKxtLRTWfL4tjKxqh2uU21cGaPMH8ktnR3BPhunvOPu+X0M2kalOtLAumliS8yMmJvCYX8FK6qKfg2rtP/Hi61cF8osUzf52FhfE/OHQk2+4q1dpWpiJG9+6kZ3P3UPz/jfdnFGuimKqHU+JwvLyCPBn9yvkW4v8Bxqs94X34HbuGgpH1Wny76mps+uYEuYNawWaWLZNwqqjtL8zhBL7qqCFcESuCs+CbwVv93ExuYrdlMAtwT5LpE2s2dg3YpW10ZE3r93uNfL9yaUWllcHRqryXLioGtZ69yy1jKAzFDas9dxQGKE6Dd4FyXbW1H9Vo80yNA5J/Q2Ns6a1MMbT2Cz9r+DlDu3WHmVz0LDWMr+KYwpPcLuKexHM7ZFvnXdk5muJ4gMvlU8yRnW43w4327ucVimjkfJXB11DfEA5udS9bOLplcTxi4ZCaPAL2Z8fGKZSkmSpYcsN+RU6srxSHl3KWUq5WLbRbAE1kuAUZ0RBqaKNBV3bqhK67OrXJ9SN8T+eaL8cY3iQAyN8k25iVM0/4C3YH4bOi9tt1wpxliGKLu6cfBpFIcehO10s5UrFnFy02JsaU4ZWTglZrr+kmN1KU8s9rvUIdpdkMUJTM0gsz3igCwKtOJcmT7ILPZDSJegrZM/MtIVG7AVK1Zu3qSbttHvWEOIrCNVq+TuizbeijWYKP6j6Q8LgwW1rpen4c0AV6oIbG2LN84PTLNl+bmnGQOiMnmwdxQYdfxyzS8jWxL2f+q5/hYXNjvS8BdeB0w0vna/TdPAYMREr8PdepFpwjo4/CapzPE5R3L8rkf0XWBhuG8sLVFgBK+oITgfJhgmzqJpYnmZAF8WKcRURoKNiELotZvo5EQmj+hMX5ebxx7izwSL1nZrJWLD6fL4DnfL8M0pim3Kzz6fNo2pfJFkZWxFp1UtBizJEklaVNfUmqYWFAY0CmANywyk1j9mPLGZSdVxSSiolwC4KD3GG4XdNCw3Xwty0SmUXKryAcbWaNNHZr+UvRc6TFskuISEAAAAASUVORK5CYII="/>
  <p:tag name="MMPROD_DATA" val="&lt;object type=&quot;10002&quot; unique_id=&quot;901&quot;&gt;&lt;property id=&quot;10007&quot; value=&quot;Next&quot;/&gt;&lt;property id=&quot;10008&quot; value=&quot;Back&quot;/&gt;&lt;property id=&quot;10009&quot; value=&quot;Gönder&quot;/&gt;&lt;property id=&quot;10012&quot; value=&quot;0&quot;/&gt;&lt;property id=&quot;10022&quot; value=&quot;Tekrar deneyin&quot;/&gt;&lt;property id=&quot;10068&quot; value=&quot;Doğru - Devam etmek için tıklayınız&quot;/&gt;&lt;property id=&quot;10069&quot; value=&quot;Yanlış - Devam etmek için tıklayınız&quot;/&gt;&lt;property id=&quot;10124&quot; value=&quot;Click to continue&quot;/&gt;&lt;property id=&quot;10125&quot; value=&quot;Click to submit answer&quot;/&gt;&lt;property id=&quot;10126&quot; value=&quot;Click to go back&quot;/&gt;&lt;property id=&quot;10127&quot; value=&quot;Temizle&quot;/&gt;&lt;property id=&quot;10128&quot; value=&quot;Click to clear&quot;/&gt;&lt;property id=&quot;10133&quot; value=&quot;1&quot;/&gt;&lt;property id=&quot;10134&quot; value=&quot;0&quot;/&gt;&lt;property id=&quot;10135&quot; value=&quot;,&quot;/&gt;&lt;property id=&quot;10136&quot; value=&quot;2&quot;/&gt;&lt;property id=&quot;10156&quot; value=&quot;1&quot;/&gt;&lt;property id=&quot;10157&quot; value=&quot;1&quot;/&gt;&lt;property id=&quot;10158&quot; value=&quot;1&quot;/&gt;&lt;property id=&quot;10177&quot; value=&quot;0&quot;/&gt;&lt;property id=&quot;10183&quot; value=&quot;Devam etmeden önce bu soruyu cevaplamalısınız&quot;/&gt;&lt;property id=&quot;10185&quot; value=&quot;1&quot;/&gt;&lt;property id=&quot;10188&quot; value=&quot;The time to answer this question has expired.&quot;/&gt;&lt;property id=&quot;10189&quot; value=&quot;1&quot;/&gt;&lt;property id=&quot;10194&quot; value=&quot;1&quot;/&gt;&lt;property id=&quot;10195&quot; value=&quot;1&quot;/&gt;&lt;property id=&quot;10196&quot; value=&quot;0&quot;/&gt;&lt;property id=&quot;10198&quot; value=&quot;100&quot;/&gt;&lt;property id=&quot;10200&quot; value=&quot;1&quot;/&gt;&lt;property id=&quot;10212&quot; value=&quot;1&quot;/&gt;&lt;property id=&quot;10213&quot; value=&quot;1&quot;/&gt;&lt;property id=&quot;10214&quot; value=&quot;0&quot;/&gt;&lt;property id=&quot;10215&quot; value=&quot;0&quot;/&gt;&lt;property id=&quot;10216&quot; value=&quot;0&quot;/&gt;&lt;property id=&quot;10217&quot; value=&quot;1&quot;/&gt;&lt;property id=&quot;10218&quot; value=&quot;0&quot;/&gt;&lt;property id=&quot;10219&quot; value=&quot;0&quot;/&gt;&lt;property id=&quot;10220&quot; value=&quot;&amp;lt;Format Name=&amp;quot;Presentation Default&amp;quot;&amp;gt;&amp;lt;Question FontName=&amp;quot;Trebuchet MS&amp;quot; IsBold=&amp;quot;1&amp;quot; IsItalic=&amp;quot;0&amp;quot; IsUnderline=&amp;quot;0&amp;quot; FontSize=&amp;quot;46&amp;quot; UseDefFont=&amp;quot;1&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quot;/&gt;&lt;property id=&quot;10221&quot; value=&quot;&amp;lt;Format Name=&amp;quot;Presentation Default&amp;quot;&amp;gt;&amp;lt;Question FontName=&amp;quot;Trebuchet MS&amp;quot; IsBold=&amp;quot;1&amp;quot; IsItalic=&amp;quot;0&amp;quot; IsUnderline=&amp;quot;0&amp;quot; FontSize=&amp;quot;46&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 &quot;/&gt;&lt;property id=&quot;10227&quot; value=&quot;1&quot;/&gt;&lt;property id=&quot;10229&quot; value=&quot;0&quot;/&gt;&lt;object type=&quot;10054&quot; unique_id=&quot;10002&quot;&gt;&lt;property id=&quot;10139&quot; value=&quot;1.0&quot;/&gt;&lt;property id=&quot;10141&quot; value=&quot;80&quot;/&gt;&lt;property id=&quot;10143&quot; value=&quot;0&quot;/&gt;&lt;property id=&quot;10144&quot; value=&quot;0&quot;/&gt;&lt;property id=&quot;10145&quot; value=&quot;0&quot;/&gt;&lt;property id=&quot;10146&quot; value=&quot;1&quot;/&gt;&lt;property id=&quot;10147&quot; value=&quot;0&quot;/&gt;&lt;property id=&quot;10148&quot; value=&quot;0&quot;/&gt;&lt;property id=&quot;10149&quot; value=&quot;0&quot;/&gt;&lt;property id=&quot;10150&quot; value=&quot;0&quot;/&gt;&lt;/object&gt;&lt;object type=&quot;10042&quot; unique_id=&quot;903&quot;&gt;&lt;object type=&quot;10003&quot; unique_id=&quot;10009&quot;&gt;&lt;property id=&quot;10002&quot; value=&quot;Değerlendirme Sınavı&quot;/&gt;&lt;property id=&quot;10003&quot; value=&quot;0&quot;/&gt;&lt;property id=&quot;10004&quot; value=&quot;0&quot;/&gt;&lt;property id=&quot;10005&quot; value=&quot;0&quot;/&gt;&lt;property id=&quot;10006&quot; value=&quot;0&quot;/&gt;&lt;property id=&quot;10010&quot; value=&quot;1&quot;/&gt;&lt;property id=&quot;10014&quot; value=&quot;1&quot;/&gt;&lt;property id=&quot;10015&quot; value=&quot;1&quot;/&gt;&lt;property id=&quot;10016&quot; value=&quot;1&quot;/&gt;&lt;property id=&quot;10017&quot; value=&quot;1&quot;/&gt;&lt;property id=&quot;10018&quot; value=&quot;1&quot;/&gt;&lt;property id=&quot;10029&quot; value=&quot;2&quot;/&gt;&lt;property id=&quot;10072&quot; value=&quot;Quiz10009&quot;/&gt;&lt;property id=&quot;10123&quot; value=&quot;1&quot;/&gt;&lt;property id=&quot;10129&quot; value=&quot;0&quot;/&gt;&lt;property id=&quot;10130&quot; value=&quot;80&quot;/&gt;&lt;property id=&quot;10160&quot; value=&quot;1&quot;/&gt;&lt;property id=&quot;10161&quot; value=&quot;1&quot;/&gt;&lt;property id=&quot;10162&quot; value=&quot;1&quot;/&gt;&lt;property id=&quot;10163&quot; value=&quot;0&quot;/&gt;&lt;property id=&quot;10164&quot; value=&quot;0&quot;/&gt;&lt;property id=&quot;10165&quot; value=&quot;Başarılı&quot;/&gt;&lt;property id=&quot;10166&quot; value=&quot;Başarısız&quot;/&gt;&lt;property id=&quot;10167&quot; value=&quot;FFFFFFFF&quot;/&gt;&lt;property id=&quot;10169&quot; value=&quot;Question %d of %d&quot;/&gt;&lt;property id=&quot;10170&quot; value=&quot;Send E-mail&quot;/&gt;&lt;property id=&quot;10171&quot; value=&quot;Doğru cevapladınız&quot;/&gt;&lt;property id=&quot;10172&quot; value=&quot;Yanlış cevapladınız&quot;/&gt;&lt;property id=&quot;10173&quot; value=&quot;Cevabınız:&quot;/&gt;&lt;property id=&quot;10174&quot; value=&quot;Doğru cevap:&quot;/&gt;&lt;property id=&quot;10208&quot; value=&quot;0&quot;/&gt;&lt;property id=&quot;10222&quot; value=&quot;0&quot;/&gt;&lt;property id=&quot;10223&quot; value=&quot;1&quot;/&gt;&lt;property id=&quot;10224&quot; value=&quot;1&quot;/&gt;&lt;property id=&quot;10225&quot; value=&quot;Instruction Slide Title&quot;/&gt;&lt;property id=&quot;10226&quot; value=&quot;Write instructions for quiz takers here...&quot;/&gt;&lt;property id=&quot;10228&quot; value=&quot;0&quot;/&gt;&lt;object type=&quot;10062&quot; unique_id=&quot;10010&quot;&gt;&lt;object type=&quot;10050&quot; unique_id=&quot;10011&quot;&gt;&lt;property id=&quot;10020&quot; value=&quot;2&quot;/&gt;&lt;property id=&quot;10102&quot; value=&quot;0&quot;/&gt;&lt;property id=&quot;10191&quot; value=&quot;-1&quot;/&gt;&lt;/object&gt;&lt;object type=&quot;10051&quot; unique_id=&quot;10012&quot;&gt;&lt;property id=&quot;10020&quot; value=&quot;2&quot;/&gt;&lt;property id=&quot;10102&quot; value=&quot;0&quot;/&gt;&lt;property id=&quot;10191&quot; value=&quot;-1&quot;/&gt;&lt;/object&gt;&lt;/object&gt;&lt;object type=&quot;10061&quot; unique_id=&quot;20000&quot;&gt;&lt;object type=&quot;10058&quot; unique_id=&quot;10089&quot;&gt;&lt;property id=&quot;10201&quot; value=&quot;Question Group&quot;/&gt;&lt;property id=&quot;10202&quot; value=&quot;1&quot;/&gt;&lt;property id=&quot;10204&quot; value=&quot;5&quot;/&gt;&lt;property id=&quot;10205&quot; value=&quot;10&quot;/&gt;&lt;object type=&quot;10064&quot; unique_id=&quot;10090&quot;&gt;&lt;object type=&quot;10059&quot; unique_id=&quot;10091&quot;&gt;&lt;object type=&quot;10060&quot; unique_id=&quot;10093&quot;&gt;&lt;property id=&quot;10020&quot; value=&quot;2&quot;/&gt;&lt;property id=&quot;10102&quot; value=&quot;0&quot;/&gt;&lt;property id=&quot;10191&quot; value=&quot;-1&quot;/&gt;&lt;property id=&quot;10210&quot; value=&quot;0&quot;/&gt;&lt;property id=&quot;10211&quot; value=&quot;49&quot;/&gt;&lt;/object&gt;&lt;object type=&quot;10060&quot; unique_id=&quot;10094&quot;&gt;&lt;property id=&quot;10020&quot; value=&quot;2&quot;/&gt;&lt;property id=&quot;10102&quot; value=&quot;0&quot;/&gt;&lt;property id=&quot;10191&quot; value=&quot;-1&quot;/&gt;&lt;property id=&quot;10210&quot; value=&quot;50&quot;/&gt;&lt;property id=&quot;10211&quot; value=&quot;100&quot;/&gt;&lt;/object&gt;&lt;/object&gt;&lt;/object&gt;&lt;/object&gt;&lt;/object&gt;&lt;/object&gt;&lt;/object&gt;&lt;/object&gt;&#10;"/>
  <p:tag name="MMPROD_THEME_BG_IMAGE" val=""/>
  <p:tag name="MMPROD_38498PHOTO" val="/9j/4AAQSkZJRgABAQAAAQABAAD/2wBDAAMCAgMCAgMDAwMEAwMEBQgFBQQEBQoHBwYIDAoMDAsKCwsNDhIQDQ4RDgsLEBYQERMUFRUVDA8XGBYUGBIUFRT/2wBDAQMEBAUEBQkFBQkUDQsNFBQUFBQUFBQUFBQUFBQUFBQUFBQUFBQUFBQUFBQUFBQUFBQUFBQUFBQUFBQUFBQUFBT/wAARCADIAK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NSOtG2h+Wo4Yea0YYdtfKHo7jUj/4DViKGpEh9qsJDQVsMSGrCR09I/8AvmpUWqsZ35iHyaesfpVoW5YrVqGxLc4rTQLFJbc1E1uVNb6afwxxwOrN91apX0kFrcpbySRJcSjdHE0iq7j/AGV3ZNaKMiTN8sN2208Q1fhs5LjgROzd1UbttSmx2r33f7VFgMjyR81RvD7VpyWZzVWWMrxipAoGGoHhrRMf03VAY6AM54/mqvJHWpNHVN46kDMkj71Tlj2tWrJHzVK5joKRfhhq7FH92oo19quQrWKRWyHJHtqxHHQkftViGGqRPxAkO7rVqCz3N0qeC39q1LO1RQxchEQb3kb5VCj7zNV7j2IobOOFGllkjggiBaSWV1VEA+8WZvuivBviX+1xpGg2k8PhGzXVrtJAgvrwbYWz/FEgbL+uWwPl/irzL48fHi/+KmpPonhx3tfCVtNsjZQfN1B/u73X+5n7iN16/Sl4V+H8U2sQXOqRo+EDvuT5t5+bbt6Db92vUpYdQhz1DCMnWnyQM65X4ofHC98zWNZuX0452W0aCKFF/uqibR+LZq5c/sw6nGkVxPd3c86JtH7xmbA/hXNfSvhKaz02FLeCBIlxtCqK9LsrOO+tU3w/NnlVHzGodXXQ9ylgI294+M7H9nvxppNn5+n6pqunpcHZttp3XzlT7u7Dcla35PGHxg+Gs/73V4/GGlxBGK3MCu+30Ztu8fXcfu19veHvCsUltLFLAJYid3lt3qLVfgLpsl6t3BA8DZ3mJ3+V/mzg+1HMp7o0lgIbRPFvh38UtA+Jlp/xLrkJqkMKvdabL8ssLfxfUbu61001vu3HHzVQ+Ln7J4a8t/GHgZB4f8b6e/mwsp/0e/X+KGZR03fd3f7XzVF4P8WR+NvD0Gox27WF0rvb32nyt+9s7lOJY291b9Ntc0oreJ5VWhOi9R7x7TyKjeP5ulXrlTvziq7x96yMCnNGP+BVUmWrsymqr0mBSK1Vmj3VoOtVXj+9SAvRx1bjjpIY6tRR1BXxCxx1ft4aihhrRhjoWppsS20PtXmn7VPiiTwv8Hri3t5ZYrjVp0stsBw7x/ecf8CVcf8AAq9Xs49x714P+2ZDHdaf4LsRI6Tma5lH8S7dqL/OuuhFOokY1HofO3gFpJr61uLa3EXlDyVlkCthj8zfXaPlr3OaxFvbW8ifLsAQ8LXlnhLSxY6lAkW6VvM3bsc//Wr2GaMyWjx4DN/KvQxdRu0DfAUkryLejSXEc8En3kA+9Xvfw3jF9NbiVyqsN2+vJvDOima1i8xBGgx8znbur2LwTara7BGSr5ChlfctcEIyZ9JCcUrHu2m6PZ2Ig2JI7uOdu3/IrpodHtb5TKUVONsa55H1xWDolrczWls4bfgbSzen92tI3kzJ5YjXzUO0bY/l/wDQq7YWS1RyNTk9yl4k0X7NbPkhkP8AKvkDxhYnwf8AtD3CInkaX4s00XUe0fK95B8r/js2n/gVfYOu3E1xbeXISxYcqydK+Z/2kNLgV/BuquNs9hrsKxsp2tiRGRh/wJttcuntOVGWJTlR97oZssYbdkVVlh+9WtNCVdhj5s1A8frXNJWPG+yY00Py/wB7iqDrs4rZnj21Skh71BJnND/wGqskfzcVpOtVZo6AL0S1ft46qwrWlBHtFYmkdiWKP7tXYYxUMS81dt491bL4Si7ZR7dvBr56/a4kS18aeCo5HDq1lMxRQGWP51Pzehb+H2WvpPSoRJcxIf4nVWr4o1m8HjLxR4lvr2Odp7nXJ0XaW3Q4dlX6BQqrWlGXJUTN6WFeIhLW1jO8JRyr4guLjz/P3/c3H7v+7XpF/cT2emtLbwefdY4Xd8u6vL/BUwh8Y6pZ5+S2c7tw9fu/+O19AeANPstYScXKb3cMic9K7KjUp8zOihBqlyrc89t9L0RiNT+Ivi+WysscRLOYkjH91FFRarY+Do2g8QfCn4z6q8nmbBZ6raXCQl/7iXDqqH7rcbv4a9Guf2a4da1u31GeC3v9RhJVFupG8pV/2Owr1v4ffBbRfCHhLUvD9x4O0xNE1aQXF/BFcuPPkH3X2oqnevzbTu+XdXXTqK3Yh0pcxxvwN+P3ixdWg07xFfxXkrExFoBs/wD1n/ar3n4ufFTWPhloEV9BAbq6nTMCsfvtivi7XPDMHw/+KL3OhvPFpzXaKLWebe8X/Au5r6r+MfwlP7Qnw90W0k1W60ieC0laN7V+ZH2qu3du4+rVzqU29D1uS1K557oX7Tnxv8dToLP4VT+RHnzrqJFaFk/vby3X/d5/2ateK/E0Hxc8IeF5Liyl0jUYfElpa6ppk52vDMm9+/OGCq49mryXwz+z18RPhVomPAXi3xB/wk9td7xbam7xW08AHzQvFueNyWLfvFYfdWvadNsbi6urDWb22lsr2+k864ikTbyls6fN/utK3/fNXWcY+p5T5/ZvsWrmPdIxI+8fSqtxH/3zWhOvzZqpOvFeXc8xGPOv0qpNH8taU0e5lqncLtHSkyzLmXjFVX96vT1VmWpuQX7aP561EX7tUbSP5qvovSst2bE9uvNaVvHVK2/hrShWtLgX7L5XQ/xKa+Hf2itJ1Dwn8TPEMVl5q6dLqT3120A+eKGcJKr7R2++N3+zX3FB8tecfG34Q3PjKS18U6HHF/ben2rwXaOdvn2w5+XPBK/N8rdRThozuwlVU5OL6nzWLOzh8UXGp2c5lgnt4kj2/dZNu5W/KvTPAt5Jp8qTEnb3rzN9kl+s6fMroNrKNu75f7vau30O6NvYJH97ncGavRS5kbwqKnOx9H+C/FAuJ4EPzKx3hcV6/qrRQ6Bdaje3nkJHAcN6fLXzP8M5nmnil/5ZgrlmO2u58efECy1LwxcWQkzmMxbZB8rfw/ifmojf4T0KlWkrM+c11qfxVrzauiRvobzZTzc7pAD9/wBq+5vh5fbvB3hy+E0P2Tz/AC02SbiFIb71fnTYfs86xr98Ro11qDw6ZB/ojNcSDyY933eDg46DI/76r6n+AHgkrp2mS614nvp7e6tPPs7aIhIUmO4Avjk7PT1b/ZrZQklsYfWYzfLfQ+qtWsbSeJpJIo9/Z8fN/wDXrxD4hWpuPEmjOJXW3so7h0iU7VdnCp83rt+avUNO1GX+w4rW4kEt1D8jyKRj615f4lmF1qpx91E27fT5jXLV1Ma7VOm7dTDkXdxVW4X5atdmqCX7tcV7ngmXMu2qVytaE681UkXcuaGykZMy1Vf0q7cL/wACqlJ1qQZr233avItU7fpV+KoQyzbrzWlCtULdecDNaFv1qyy5bLtbit7SofMfy3wyOCp4/hK7ayLZa5z4ufELXPhz4Nlv/C2jWviHxKwd7fTrssqyImN/yjaSfm4HeqpU51JWjuZyaitT4+jj8t2Cjd5Llf8AawDXUWFxG1n5W/a4Zfm/2a5jR75NYsIb+IhluU811Ufcc/MyY7bW+Xa1TrIY7vptVf4s16VL3fdkdUpdT6I+Dlnb+ItHurB5/st1GN6OoX5z6NmvLPiTpvjvw743ntRLpV/pchDWS3kjQr/tbnCsD+la3w38WR2c3lEpE5Krvx8y16DeWo8bJLZahEv2V9v73+JT6rWjTjqgpTU37xk/Dm++OWm/vNO8HaFq+kon+kQQX0S5T+Ftz7c/xfMrV3d5rnj3RbBLK8+E0lhpEMTvZf2LeQSzQtjOf9b8+7/a7tXnUPwV8YeHZUk8GeM761ieTlVnKY/754r1zwP4d8X+H7H7Z4z8UXGvSxn5IJX+7j6df4f4a1ckoX6nqOtTcOVxRH8Lvig3jrwo+viO6tUUbJIrtGiljf0ZT3q/FIbiFZz/AMtBv+b0rDmbzr+60+zQImq3Rmk2pswu7Lv+X/oVdLMojXCDagG0L/s159Z6HjVKnMlDsZzqPm+tV5etW3XluarzL8rVxowM2delUZl3ZrRnqm/3aopGVcruZqoSfeNaVyvzcZqhJ8p7VBUtjXt4/wDgNaMaj5RVWBavwxluxqIFFq3X5lrRt4/QVBa2pbbx/wABWqvifxx4Y+HwT/hI9WjsrhxujsYo3uLuT/dhjVn/ABZcf7VdMacpu0dybnS2Nq8zqiJuLdFWvJfH+vQeIPES3ul38d7Z2CJDBPbTBonfDvLtYcH5lYf8Brxb44ftparqVhq/hzwHZW2kabeQvaPr1zJ5t8FK4fYiNshPzMAdzn+L5W6eB/C34+678JVi0TWI/wC2fC+d2z/ltb/IyZRv4h83Svfy3Deyqc9XQ4cS3OFon11r3wv0T4jXDXmkarF4L8Xz4lMkqbrHUWIPyzIPuO3yjzV+b5m3Z6V4v4qXXPhj4sTQPHvh+Xw/qTjfBJ5m+2vYt3+shlHDof73X1Va9a03WNL8XeF4tY0a8S6sN7NHOny7Yyfl3ehR2wV9JWruvBfxC0HxFpf/AAgXxV0mDxN4LupdsbXw3TabM21Fkjk+/HtG7oQy/wAPpXt4vAwqrnpb/mc1DFTh7stUeA3NmWs4rzTJ/NTG8bD/AOO1f0f4iXGnwobl5GiJRd6n0Ofwr0L4mfszXHwKuJ9X8FeI4vFnggwJezWNzMv9oabC5+VnUf6yPay/OuD83K45Pnb+HbLWl81PkZxyyHa1eBZwfJNHp251zwZ7b4b+P2nx+GpbeCeOCdHDxtIdyu275h7Vv6x8atL1TTPtMEiyyv8AI6xndvP+z7/7K185WfgHSPOl827uIFYfeyu4f7tek/DfwPo+m3UR09Jrh0Rpri+vJC32eEDc5XsPl3Vb5bCi5t8p618PfDGq/wDCOT+NdQtSLfUJ3soJV2/ukRudy9tz7v8Avn6VtStywre/Zm14R+EH0vVI3vLO7t08yC6+ZSh+8GPqu4DPdWiNTeN/A9x4Q1x7ZfMn06T57Wc9SODsfb/GuR9flP8AFXBicPOKVSOzJulJw6nJnrVeVR/u1pTW5Xqh/KqE8JVeleaWZtz/AOPVRlrQnjbd0qjMtBSM6461nS/erQvc1nP8zVncqWx0tjC7HAH0qv4r8feG/hzatJruoxQXCorixSRPOcH7vyllCBtrfMzD7teI/Hj9rGx+HGozeFfB3k6v4jgdotQ1DO6308/xRoekk3r/AAp/tNwvznqWvJ8QLhJLy5L3RcyurTmZ5Zj96R2dmLv/ACG0BQvFe1gsv9p79R2X5mUqiWh7P48/bC8R6hc3Fl4bsk07TvmBubOTdMB/v9f94rs/2f71eLajr134iunNzqkyTu5cwS/ulcn7zM2794fd2JrP1HwNDeRboZ3sbpG/d3Vv+6dD/tA9f/Har2160F9HoXiy3SKeT/j01JBiO4/wPtX0lKhGjpFWOdzb3Fm8Ny2rPPYDypU/1lt/D/8AWrJu7WPUkaKePyrjDYVhtzXQ3V5eeC7iJNRLXmku4QXWPng/3var+s6DBdQ/aIijREbhJEf/AEGtnS5tjM4rwB8UvEHwM1+f7KBe6LdN/p2lSn91Mu3DbW7HBK5/nX1L4S8b6J8SfDy6rolybiJG8meCfiaFtuV3j1x/F91ijf3q+ZtQ0WPUFWz1H5P4Y7rHy/7Iaud0l/FPwd8RHVNGdsYHmwON0U8ecgOv8Q757UU6s6Oj2MZ009VufpL4Y8YLa6Ba6yIUvIhAnh/XNPnga4iuU8orbzMnYPCrQn3iznLCsHxX8PbDTbS013Q45rvwjqQf7LOrF2spEOJbWZuodG+6zffQg9d1eb/s8fErTfjR/amhWSXFve6pYSpc6PG+Zo5oP9IhkRurBTGQCPm+Yg/er1j4e+Nbj4QeIptB1xpdV8H65CJZigDSQzIVUXKH5cuueRxvRlzzini6UcRSTh8S2/yOjCVfZT126mN4Y8L6PdXSPcSyXUrjiNX3Z/4DXpXjWzHgf4UatOkQt7rU0TTLWJ/l+adxF83f+KvZrT4f2ek3DuLCCKXu6R7Wb/arwz4nrc+PvizouniaS38M+EbuLUL6VEZlmvCD9nh/D/WN/uj+9Xy8YznNQR7z9nH94etfDDQLWCHWVvbk6NpFtpfnNqaTrbnTVRG2TM78IVUOMtx+5BNfD3xS/aAsvD3it9G+F2saoNBSd76/8UXcztLrN26KnnIHbIhUK2GPLs7n7u2ur/bg+NM2qeEpfhN4fV4Cklve+KLz5ttzIQJY7OM4UtCMrMT0JYBejV83/DqGPxFolxYSgfarZHVdo/g/iH519HToytyvY8Jrnqc7Ou8K/tGfE3QfE72//CWzalv+eO01MLcW8v8AdXnkBv8AZI+9XvHhH9sjw9rFg6eJ9Cv9J1S3P7/+zALiE+rKrsrj6c18cXljc31owtU36zprk26q23zk/ij+v8S+/wDvVdg8RRX01hr9uN9re/urhf8AnlcD72703fe/76rnq4OlP4kUqjR90+Fvj98PfGzP9i19LBlBbbqqfZlbH3vmPH/Ad1dRbX2n6xbtcaZf2mo2+dpns50mRT/dyGavzs03Sxb32rx26L5COsrwM25Dn/8Aax/wKt/4A+PLr4Sa94hu9Mje9062y1xpjuyrNCRvVQ3qv8JrzK2W2j+7Zqqh9zX8dZUi1d0HxFpnjjwrpfiDRp/tWk6lCJoJGG1sfxKy9ipVgf8AdqCeP5q+dceWXKb7o/MPT7NJnijOFQvs3f3Sf/r1pN4Xnk4gutkqfL/d2tWfYNuili/ixuH1FdJ9o+0W6Xce7e6btqn5c/db/wAer7imk4nCRWHiTW9F222qRtdWo+YNjdiuxtr3Q/Gmmf2XqADQzH5N33kPqh7Yqhp9xaatbLh0WXG0xyfK1P8A7L0+N2ScNZuTuKuPkLf3t3au2Ckut0QaWgSzWdzP4O8RkXEnlk6ffSruW6g/u/Ud6y9InuPh54nTQtRcyaHqBIs5ZR8sT/3Gat+Xw6df0kac07JLC3nWF/n57WYdOe6HoR6f8BqR7GH4p+CLywvV+za5CjKYmPzW11G3+R9Grp5X03X9WLsGo6PHIj20uVRjtH95GrL0pvLn/szUccH9zct8zL/s7e4/2a0PBGsHxX4NguLkhb+yf7FfJIdrhx91vrT9W003UKyjCyxnaWX1H3TVOKmudAYNz4JtbHV1v7SWXQ9XhcgXljOYSO24FGyM+v8AtV6ZoHxe1jT9DXw/4tiOvWaSJLBquf8ASIuNjK/ZwyM249fu9a5kQz61pH2mD/kKWafPE3/LaMdvqtU7OSPUtP8AtNlh0z++tnHzI38W30HtTglDYEj9Kvgr8X5fHvwchFmTrXiaxuE0FNjbvtRIb7NMzehQfP3HlNupf2hPip4b/Zk+FOm2K6PYeJPFdyxmtbW+DeXLcOMvczY5f/c44YLlV6fnp4C8eeJvhpr0WteDtcvNB1SMq7rbP8syg9JUO5JE/wB5T96rPxN8d6/8XvHF74m8T3/23VJD5flIuIYE+XakabuBj/LVxLCQVVzXwv8AMqUpzSh0Rzusa5qvii91HXNbuxdavqt21xdS+WFRnPZQPuIo2qB2CqKy/DDf8Ir8QonQ/uJ/ldV9/vda3rqx+y6dasMNiTcVWuf8RL5mppcx5Voj95a7pLks+xOxe8S6f/Z/iGUxfK4kbDKP8/7Nc9qmnR6dqFxqsUW7SNRIi1O1Vf8AUTfwzJ6fNz9frXZ+JGN9NBcAH99AJQyn+Po1Ztyws0ivZ4w9lMPs97E3bP8AFWcqauwaK2gwiHxdLpkkoZ7ixRoJf76n7rfmq1m/CtnkF1PcEPO8EMM+4dw8m6ta/h/sO0TVxln0nKrLn78BKt/47/7M1ZEOoxeFtJ8S3JXzHfUXS1jb70jnGwf+PUkoprm6Bsez/szfF60+HPhDS/CWvY/sOS4uGtdQUfPauZT9/wBUb5ee1fTl/b+SeoZT8wZTuVl9Vr4TTT4LGzsLZ3DywxrEF9/4q+iv2dPiM+sWT+C9UkDXlnGZdNlY/NLCPvw/VPvL7bv7tfL5pgFFe2pfM6YvSx8L2EiQ3aOT8mefpXQWcL2tzLaIe/2iBm/i/vD+v/Aa5BWKtn/x2up0rVEvI7dA6peW53QN7j+H+lerTf2TjNyO1t74sYJDa3gG5GU/e9qvW/iSPT5Psmv2/wC6cbROqbkpxsUvIILu3CQM43BcfMP7y1o2eySJYLmFLhPuncNystdsE0wGTzXHhuD+2tLI1fSYxm6gRsypH6r/ALta76xYWut6d4hsZybO+SFLrb829H+WKRvdW+Q/8Brn08Lra3yT6JdzaXKDwqfNF/u7aTW/Ct3qelS2tlbW+n6wIpvLjtuLe+UjLIF/gfeode25e2c1snOPQvUseB3Hh74x+K/Dr/8AHpqatPGrfdyV37v/AB6uyjt/LuWgk/iGwq3/AI6a8e1TxA0nirwJ4rQ7HuoFtp9o4WRDsbP/AH2Pyr2DVJBJdRSeeG37cKo+b7taUJppxBWKUMZ0PU4LyI7ufnVT97tWB4nU+CfE1vrlohXSL47biBX3KHNdNcrDcI0bnarH7zfw1VvLeDxFoN5pc4DS43JIo6N61rUjeOhVie402Ka3nuLMlonQXEEin5k/vBe4rO+2SLKkskW/zYQHlT5V3jj5l+ny/L/drN+GetS2skuhX5/fwblDMeq+la95G9rM0b/Kufur92oi04poFqi9fsGSzPKqx54+WsG9tXuJ3iOVXBrZnhkm0jB3b0O9dorNTF1tkJG5U2nn5mrWWpZa09v7Q0GAEtE9tIe3Y1M9vAoxvV7eQeU6tVDSW8m5lgP3HHKsanRSqvHJ8mPl20JXQGBdQ3C6VrmhSP5kT2snkMx6Ag7f++W21ytxP/bPjHw3ZO4a3hZLuXd93cI1f/Cuz1Jt2wgnzVDRHj+Eg7a82tbq4k1rVGtklnvTZxWNtDBGzuXMabyFHPy7ea86s7NGLR6XZXwvt+pz5aIB3j/3f71TaD4kufDPiHS/ENu/lXtpOJrSDG5nYfwt7MNyn2atH4S/DfXPjFdWuh+HntYoPMisTeXkm2FJHX5E43ElsMTtXjq1YPifQdX8F/EPV9B1dIYNU0p1t5pIpPNiVAN2+Ju4dWUg+jUOpCa5JG1pxV+h4yJAwwe9WbVirjB7/dqicR7jn5akjYqy49a81M5D0LwlrgaX7Ncksz/NHI394fw/5/u1vXkZZkeORlXP3Vry9LiRdsqEq+R83oa7/R9UGoWsTqfLc587b/A9d9Gd1Zlm3YKLd0dJ3Zgd3y/+zZrp7e6k1aJ7dJYlusfu2b5cH+FlYdDXEySJDuCFtx2/drW0NlUoTLsYHhWG2u2nLWxaZx/xA0e4tfDWqSPFJBKt2uoiLG3yZ92JVH+yQ+8f8C/u13q6k9xpFrLHIVV05VvvVoeKkj8SeG722VgZTA+1OrHhgf0Zq4LwlqH2jwvYZJY+SN/H8X8VJx9nU9UGzO3e4jZl2EP/ABbW3UlvcfZbpX+6jdeKx7O8ChQ8hZj8vzGrLTBovuHYPl+U1spFJmF4rUaH4pstXjO1JH2naK6zXmS8jinD/wCsQOFUVj+KLePVPC08ez96nzozfM1Q6VqBuPCunTkb2T5C2fm21kvdbj3JNnQb4zWcse4eYmUO6qKKY7yXBCqf4c/dqlol4LfWJQnypIOdx71PqDfZ7mU7Aq/zq73iVfQsWsm2Rtj7dy+tWJpnkTO75s1ljYr5TGSONx3UpvivmB8ruHDLTTRZW1y+Szheec7UjG8svtX1B+yd4Isvgp4IuvHmsWxt9Z2SatPdTx/MmVbyoU9vmXI7lv8AZWvBfhb4TT4gePbdLi2lutL0nZd3SKNyySk/uY29shnI/wBn3r63+KWpXGsW2jeCoIvls0Gp38Gf9Y/3reFvbcu/b/sivncdXcp2h0PQwsNeeSI/grpY8AeFde8b6xptrFa3N1da7eojhXjkm3k7l/3WVRtrl/Enw20K/wDgL8TPHHjPRbRte1K1bUF1duLi2m8tmVEPX73kwhPu4Fdn46mGteF/CvhSTS5LOfVZ0u9Ug+632aHB2Nj+9Js+X0Vqy/j14BbxpoegfDLQ9Y/sWLW5Y5dSurlDMtpaxlnXam5c5dPXojVw0pST0O2crrl5dT8zbyPa7MM7CMhqiik/2hux6VagnXU9NWcDbKDiVfR//r9aos3lt3ruTPmWadhIGDJyzdt1bWj3RsZtxfbA42yKv/jrf8B/+KrlLa68mVXH3e9bFtdBnXA3N/tVvTZJ3CzCMtI5G0FcbvSrulx3OqXKAfu4vvHaPmrlNMvtsiWxf7x2xtn/AMc/+Jrq/Dl0be5c7yiqN2/0rtpu8i0dl4fmsNP1OKNztdiyb5T1z94V5fpTP4buLjS5B81pO8O5v4gGwtdoniqC8lWwtokusld8s7bkSneKvB9xrj+bptjPNq0YCIixhlvV+6oG1vv9h6/LXVVXPC8ehb1MxL4bf+BcbTUkGoBdwIHX171pJ+zf8ariJSvw31q1Ujhrwx26/wDj7rRe/s+/FrS7Z57zw5FapECx3X8DMo/3Q7ZrzfrSh8TBRn2M1LwXSz2gy1w6HYifeP8AwGqPg+4uF8NXkVzBLb7JCQroyfKC3PPau/0bV4tP8PWR0KBbho0MtwqRulzcTwvsMzFEZ2hD8YDYH8XNd38AfhP4f8aNdeKdXkuoNL0p4vI0/TNGuGhvpCzbYWmmZYI0ZtyBWxksvfdWyrKbUkzknXcHqj52j1aJtTUJIjqf7pro9Qke4tllUFmHVdtfpH+2D8APB3iH4FL408DaFp2iS2FrFqEC6ZapCk9s6hhtSNcZG9DuHGM5J2jH5pWvih7hFLySQP3ZT8tb0ZqUL33N6croImnkRCI5WbH3fLPy1cm0nVFhglksJooJvmSWRNqP/wAC9f8AZpkmvXkiMDJvi7N5n3vyq7aXl1J4M8QAZZLOaC72R7e+6N/0Zf8Avla3ioPQ10R7j+ynrHhL4a6Xc6r4t8QWmlzz3ct3PHteV9o+SFNqKxPyrn5f71XvAf7RXw41L4w6trHijxBLpralevcRtc2kyqqJ8sKbgvoq18v6Try28NlcJLI9rcjhmHrWpqsNhq1u0V5apL/vfeX/AHa8x4OnOXNc6YV3GFon0j48/aQ8OalqviHU9PsL7VNSmcRaU04a2hSAcYdt2cN8z/KuQWXpXkd3+018XNN8RXevxR6LM88KW7LZ2yyvDGgYKFWTJO3cTnvmvLE+1+FZfkkkv9GJ+7L80sP+76itqO8jmiWeCRGQ9GU1cMJSXqEq85dbHhsF0dE1FpMf6LJjfEp6j29xV+8RXCSxsHicbg6r1H+f4aKK8un8JxMz3zlhmrNvcFW/2f7rUUVrHcg0PtRmCjO3H8Oa1v8AhIjcW/lyylX7sp/1g/xoorpUmaIuXXiCbw3o1ubIf8TK9O1JHwwgj9V9/wCVaOjaVp91fQajPZyR3FsApnluHlaaT+9y1FFdS3Qj0Xw38UPFnhGa9uLTxRqlhHOApjjuGZAoHy7lfcK9u+D/AO15odxB9i8eahJa3UT/AOj6x9n3LKD/AATKi8H/AG1X/e9SUVOIowa1R0qTPRfiN8EdA+IGiRfEz4XzWd14m00G7ju9MuikV+g+aWEtHyCy7vQg1zHib9pDwzp+g2t3rvjfxTreoT24f7LoepR6ZplgSFfy7ddjSTlPlXLqQdp3IvSiiuTD/C0eNjIrnifRPg74i2mofsX3UVnZ3Ws2Fv4fmt7iG1l82WGEq/kuj/xoilA4XoBkcdfyekbzLmcRDYiSMoZv7oNFFdcYpQdv60RpQbdx9vqwh2hEZ37sprqPCVxHdWfiuN5ViVtK3Bc/MzedGaKK2o/19x1s4XR5Hm8C2G/DIrso9q2fD+uvqOjQXD43AmF2X1FFFZwbv8ho1EvCyKD909VqpJC+mu0tqdqZ3PEw+VqKKuRZ/9k="/>
  <p:tag name="MMPROD_38498LOGO" val=""/>
  <p:tag name="MMPROD_UIDATA" val="&lt;database version=&quot;7.0&quot;&gt;&lt;object type=&quot;1&quot; unique_id=&quot;10001&quot;&gt;&lt;property id=&quot;20141&quot; value=&quot;MS Word 2010&quot;/&gt;&lt;property id=&quot;20144&quot; value=&quot;1&quot;/&gt;&lt;property id=&quot;20146&quot; value=&quot;0&quot;/&gt;&lt;property id=&quot;20147&quot; value=&quot;0&quot;/&gt;&lt;property id=&quot;20148&quot; value=&quot;5&quot;/&gt;&lt;property id=&quot;20180&quot; value=&quot;1&quot;/&gt;&lt;property id=&quot;20181&quot; value=&quot;1&quot;/&gt;&lt;property id=&quot;20182&quot; value=&quot;0&quot;/&gt;&lt;property id=&quot;20183&quot; value=&quot;1&quot;/&gt;&lt;property id=&quot;20184&quot; value=&quot;7&quot;/&gt;&lt;property id=&quot;20193&quot; value=&quot;-1&quot;/&gt;&lt;property id=&quot;20221&quot; value=&quot;C:\Users\zparlak\Desktop\adobe_presenter\&quot;/&gt;&lt;property id=&quot;20224&quot; value=&quot;D:\Ders Materyali\İçerik\Temel Bilgi Teknolojisi Kullanımı&quot;/&gt;&lt;property id=&quot;20225&quot; value=&quot;D:\Ders Materyali\İçerik\Temel Bilgi Teknolojisi Kullanımı\TBTK\&quot;/&gt;&lt;property id=&quot;20226&quot; value=&quot;D:\Ders Materyali\İçerik\Temel Bilgi Teknolojisi Kullanımı\TBTK\Kelime İşlemci Modül 3.pptx&quot;/&gt;&lt;property id=&quot;20250&quot; value=&quot;0&quot;/&gt;&lt;property id=&quot;20251&quot; value=&quot;1&quot;/&gt;&lt;property id=&quot;20259&quot; value=&quot;0&quot;/&gt;&lt;property id=&quot;20501&quot; value=&quot;C:\Users\YILMAZ\Documents\My Adobe Presentations\&quot;/&gt;&lt;object type=&quot;2&quot; unique_id=&quot;10559&quot;&gt;&lt;object type=&quot;3&quot; unique_id=&quot;10560&quot;&gt;&lt;property id=&quot;20148&quot; value=&quot;5&quot;/&gt;&lt;property id=&quot;20300&quot; value=&quot;Slide 1 - &amp;quot;Kelime İşlemci Word &amp;quot;&quot;/&gt;&lt;property id=&quot;20302&quot; value=&quot;0&quot;/&gt;&lt;property id=&quot;20303&quot; value=&quot;Mustafa YILMAZ&quot;/&gt;&lt;property id=&quot;20307&quot; value=&quot;256&quot;/&gt;&lt;property id=&quot;20309&quot; value=&quot;38498&quot;/&gt;&lt;property id=&quot;20312&quot; value=&quot;0&quot;/&gt;&lt;/object&gt;&lt;object type=&quot;3&quot; unique_id=&quot;10588&quot;&gt;&lt;property id=&quot;20148&quot; value=&quot;5&quot;/&gt;&lt;property id=&quot;20300&quot; value=&quot;Slide 4 - &amp;quot;Metnin Yazı Karakteri Türü veya Büyüklüğünü Değiştirmek&amp;quot;&quot;/&gt;&lt;property id=&quot;20302&quot; value=&quot;0&quot;/&gt;&lt;property id=&quot;20303&quot; value=&quot;Mustafa YILMAZ&quot;/&gt;&lt;property id=&quot;20307&quot; value=&quot;257&quot;/&gt;&lt;property id=&quot;20309&quot; value=&quot;38498&quot;/&gt;&lt;property id=&quot;20312&quot; value=&quot;0&quot;/&gt;&lt;/object&gt;&lt;object type=&quot;3&quot; unique_id=&quot;10726&quot;&gt;&lt;property id=&quot;20148&quot; value=&quot;5&quot;/&gt;&lt;property id=&quot;20300&quot; value=&quot;Slide 3 - &amp;quot;İçindekiler&amp;quot;&quot;/&gt;&lt;property id=&quot;20302&quot; value=&quot;1&quot;/&gt;&lt;property id=&quot;20303&quot; value=&quot;Mustafa YILMAZ&quot;/&gt;&lt;property id=&quot;20307&quot; value=&quot;258&quot;/&gt;&lt;property id=&quot;20309&quot; value=&quot;38498&quot;/&gt;&lt;property id=&quot;20312&quot; value=&quot;0&quot;/&gt;&lt;/object&gt;&lt;object type=&quot;3&quot; unique_id=&quot;10780&quot;&gt;&lt;property id=&quot;20148&quot; value=&quot;5&quot;/&gt;&lt;property id=&quot;20300&quot; value=&quot;Slide 2 - &amp;quot;Öğrenme Hedefleri&amp;quot;&quot;/&gt;&lt;property id=&quot;20302&quot; value=&quot;0&quot;/&gt;&lt;property id=&quot;20303&quot; value=&quot;Mustafa YILMAZ&quot;/&gt;&lt;property id=&quot;20307&quot; value=&quot;260&quot;/&gt;&lt;property id=&quot;20309&quot; value=&quot;38498&quot;/&gt;&lt;property id=&quot;20312&quot; value=&quot;0&quot;/&gt;&lt;/object&gt;&lt;object type=&quot;3&quot; unique_id=&quot;36872&quot;&gt;&lt;property id=&quot;20148&quot; value=&quot;5&quot;/&gt;&lt;property id=&quot;20300&quot; value=&quot;Slide 8 - &amp;quot;Farklı Renkleri Metne Uygulamak&amp;quot;&quot;/&gt;&lt;property id=&quot;20302&quot; value=&quot;0&quot;/&gt;&lt;property id=&quot;20303&quot; value=&quot;Mustafa YILMAZ&quot;/&gt;&lt;property id=&quot;20307&quot; value=&quot;261&quot;/&gt;&lt;property id=&quot;20309&quot; value=&quot;38498&quot;/&gt;&lt;property id=&quot;20312&quot; value=&quot;0&quot;/&gt;&lt;/object&gt;&lt;object type=&quot;3&quot; unique_id=&quot;36949&quot;&gt;&lt;property id=&quot;20148&quot; value=&quot;5&quot;/&gt;&lt;property id=&quot;20300&quot; value=&quot;Slide 11 - &amp;quot;Heceleme Yaptırılması&amp;quot;&quot;/&gt;&lt;property id=&quot;20302&quot; value=&quot;0&quot;/&gt;&lt;property id=&quot;20303&quot; value=&quot;Mustafa YILMAZ&quot;/&gt;&lt;property id=&quot;20307&quot; value=&quot;263&quot;/&gt;&lt;property id=&quot;20309&quot; value=&quot;38498&quot;/&gt;&lt;property id=&quot;20312&quot; value=&quot;0&quot;/&gt;&lt;/object&gt;&lt;object type=&quot;3&quot; unique_id=&quot;37836&quot;&gt;&lt;property id=&quot;20148&quot; value=&quot;5&quot;/&gt;&lt;property id=&quot;20300&quot; value=&quot;Slide 5 - &amp;quot;Metni Koyu, İtalik veya Altı-Çizgili Yapmak&amp;quot;&quot;/&gt;&lt;property id=&quot;20302&quot; value=&quot;0&quot;/&gt;&lt;property id=&quot;20303&quot; value=&quot;Mustafa YILMAZ&quot;/&gt;&lt;property id=&quot;20307&quot; value=&quot;271&quot;/&gt;&lt;property id=&quot;20309&quot; value=&quot;38498&quot;/&gt;&lt;property id=&quot;20312&quot; value=&quot;0&quot;/&gt;&lt;/object&gt;&lt;object type=&quot;3&quot; unique_id=&quot;37837&quot;&gt;&lt;property id=&quot;20148&quot; value=&quot;5&quot;/&gt;&lt;property id=&quot;20300&quot; value=&quot;Slide 10 - &amp;quot;Var Olan Stilin Sözcük, Satır veya Paragrafa Uygulanması&amp;quot;&quot;/&gt;&lt;property id=&quot;20302&quot; value=&quot;0&quot;/&gt;&lt;property id=&quot;20303&quot; value=&quot;Mustafa YILMAZ&quot;/&gt;&lt;property id=&quot;20307&quot; value=&quot;272&quot;/&gt;&lt;property id=&quot;20309&quot; value=&quot;38498&quot;/&gt;&lt;property id=&quot;20312&quot; value=&quot;0&quot;/&gt;&lt;/object&gt;&lt;object type=&quot;3&quot; unique_id=&quot;37865&quot;&gt;&lt;property id=&quot;20148&quot; value=&quot;5&quot;/&gt;&lt;property id=&quot;20300&quot; value=&quot;Slide 6 - &amp;quot;Metne Üst-İndis veya Alt-İndis Özelliğini Uygulamak&amp;quot;&quot;/&gt;&lt;property id=&quot;20302&quot; value=&quot;0&quot;/&gt;&lt;property id=&quot;20303&quot; value=&quot;Mustafa YILMAZ&quot;/&gt;&lt;property id=&quot;20307&quot; value=&quot;275&quot;/&gt;&lt;property id=&quot;20309&quot; value=&quot;38498&quot;/&gt;&lt;property id=&quot;20312&quot; value=&quot;0&quot;/&gt;&lt;/object&gt;&lt;object type=&quot;3&quot; unique_id=&quot;37986&quot;&gt;&lt;property id=&quot;20148&quot; value=&quot;5&quot;/&gt;&lt;property id=&quot;20300&quot; value=&quot;Slide 9 - &amp;quot;Geçerli Biçimlendirmeyi Metnin Bir Parçasından Diğer Bir Parçasına Kopyalamak&amp;quot;&quot;/&gt;&lt;property id=&quot;20302&quot; value=&quot;0&quot;/&gt;&lt;property id=&quot;20303&quot; value=&quot;Mustafa YILMAZ&quot;/&gt;&lt;property id=&quot;20307&quot; value=&quot;276&quot;/&gt;&lt;property id=&quot;20309&quot; value=&quot;38498&quot;/&gt;&lt;property id=&quot;20312&quot; value=&quot;0&quot;/&gt;&lt;/object&gt;&lt;object type=&quot;3&quot; unique_id=&quot;38826&quot;&gt;&lt;property id=&quot;20148&quot; value=&quot;5&quot;/&gt;&lt;property id=&quot;20300&quot; value=&quot;Slide 7 - &amp;quot;Büyük/Küçük Harf Özelliğini Metne veya Parçasına Uygulanması&amp;quot;&quot;/&gt;&lt;property id=&quot;20307&quot; value=&quot;277&quot;/&gt;&lt;property id=&quot;20309&quot; value=&quot;-1&quot;/&gt;&lt;/object&gt;&lt;/object&gt;&lt;object type=&quot;8&quot; unique_id=&quot;10563&quot;&gt;&lt;object type=&quot;9&quot; unique_id=&quot;38835&quot;&gt;&lt;property id=&quot;20000&quot; value=&quot;0&quot;/&gt;&lt;property id=&quot;20400&quot; value=&quot;Kelime Islemci 3.Unite&quot;/&gt;&lt;property id=&quot;20401&quot; value=&quot;3. Unite.pdf&quot;/&gt;&lt;property id=&quot;20402&quot; value=&quot;0&quot;/&gt;&lt;property id=&quot;20404&quot; value=&quot;1022870&quot;/&gt;&lt;property id=&quot;20405&quot; value=&quot;0&quot;/&gt;&lt;/object&gt;&lt;/object&gt;&lt;object type=&quot;4&quot; unique_id=&quot;10695&quot;&gt;&lt;object type=&quot;5&quot; unique_id=&quot;10697&quot;&gt;&lt;property id=&quot;20149&quot; value=&quot;Esrin Palas&quot;/&gt;&lt;property id=&quot;20150&quot; value=&quot;Öğr. Gör.&quot;/&gt;&lt;property id=&quot;20153&quot; value=&quot;epalas@sakarya.edu.tr&quot;/&gt;&lt;property id=&quot;20159&quot; value=&quot;logo_sau.png&quot;/&gt;&lt;/object&gt;&lt;object type=&quot;5&quot; unique_id=&quot;38498&quot;&gt;&lt;property id=&quot;20149&quot; value=&quot;Mustafa YILMAZ&quot;/&gt;&lt;property id=&quot;20150&quot; value=&quot;Öğr.Gör.&quot;/&gt;&lt;property id=&quot;20151&quot; value=&quot;mustafa-yilmaz.jpg&quot;/&gt;&lt;/object&gt;&lt;/object&gt;&lt;object type=&quot;10&quot; unique_id=&quot;33809&quot;&gt;&lt;object type=&quot;11&quot; unique_id=&quot;33810&quot;&gt;&lt;property id=&quot;20180&quot; value=&quot;1&quot;/&gt;&lt;property id=&quot;20181&quot; value=&quot;1&quot;/&gt;&lt;property id=&quot;20182&quot; value=&quot;0&quot;/&gt;&lt;property id=&quot;20183&quot; value=&quot;1&quot;/&gt;&lt;/object&gt;&lt;object type=&quot;12&quot; unique_id=&quot;33812&quot;&gt;&lt;/object&gt;&lt;object type=&quot;13&quot; unique_id=&quot;38499&quot;&gt;&lt;/object&gt;&lt;/object&gt;&lt;/object&gt;&lt;/database&gt;"/>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DQoJCTx1aXNob3cgbmFtZT0idGh1bWJuYWlsIiB2YWx1ZT0idHJ1ZSIvPg0KCQk8dWlzaG93IG5hbWU9Im5vdGVzIiB2YWx1ZT0iZmFsc2UiLz4NCgkJPHVpc2hvdyBuYW1lPSJzZWFyY2giIHZhbHVlPSJ0cnVlIi8+DQoJCTx1aXNob3cgbmFtZT0icXVpeiIgdmFsdWU9InRydWUiLz4NCgkJPHVpc2hvdyBuYW1lPSJhdHRhY2htZW50cyIgdmFsdWU9InRydWUiLz4NCgkJPHVpc2hvdyBuYW1lPSJ1dGlscyIgdmFsdWU9InRydWUiLz4NCgkJPHVpc2hvdyBuYW1lPSJ2b2x1bWUiIHZhbHVlPSJ0cnVlIi8+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DQoJCTx1aXRleHQgbmFtZT0iVEFCX1FVSVoiIHZhbHVlPSJRdWl6Ii8+DQoJCTx1aXRleHQgbmFtZT0iVEFCX09VVExJTkUiIHZhbHVlPSJPdXRsaW5lIi8+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DQoJCTx1aXRleHQgbmFtZT0iU0xJREVfTk9URVMiIHZhbHVlPSJTbGlkZSBOb3RlcyIvPg0KCQk8IS0tcXVpeiBwb2QgYW5kIG1lc3NhZ2UgYm94IHRleHRzLS0+DQoJCTx1aXRleHQgbmFtZT0iUVVJWlBPRF9RVUlaX0FUVEVNUFQiIHZhbHVlPSJRdWl6IEF0dGVtcHQ6Ii8+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DQoJCTx1aXRleHQgbmFtZT0iUVVJWlBPRF9RVUVTQVRNUFRfU1RSIiB2YWx1ZT0iQXR0ZW1wdDogJW4gb2YgJXQiLz4NCgkJPHVpdGV4dCBuYW1lPSJRVUlaUE9EX1FVRVNUWVBFX1NUUiIgdmFsdWU9IlR5cGU6ICVzIi8+DQoJCTx1aXRleHQgbmFtZT0iUVVJWlBPRF9RVUVTVFlQRV9HUkQiIHZhbHVlPSJHcmFkZWQiLz4NCgkJPHVpdGV4dCBuYW1lPSJRVUlaUE9EX1FVRVNUWVBFX1NWWSIgdmFsdWU9IlN1cnZleSIvPg0KCQk8dWl0ZXh0IG5hbWU9IlFVSVpQT0RfUVVJWkFUTVBUX0lORiIgdmFsdWU9IkluZmluaXRlIi8+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DQoJCTx1aXRleHQgbmFtZT0iRE9DV1JBUF9NU0ciIHZhbHVlPSJTYXZlIHRvIE15IENvbXB1dGVyIi8+DQoJCTx1aXRleHQgbmFtZT0iRE9DV1JBUF9QUk9NUFQiIHZhbHVlPSJDbGljayB0byBEb3dubG9hZCIvPg0KCTwvbGFuZ3VhZ2U+DQoJPGxhbmd1YWdlIGlkPSJkZ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DQoJCTx1aXRleHQgbmFtZT0iU0NSVUJCQVJTVEFUVVNfQlVGRkVSSU5HIiB2YWx1ZT0iTWlzZSBlbiBtw6ltb2lyZSIvPg0KCQk8dWl0ZXh0IG5hbWU9IlNDUlVCQkFSU1RBVFVTX1FVRVNUSU9OIiB2YWx1ZT0iUsOpcG9uZHJlIMOgIGxhIHF1ZXN0aW9uIi8+DQoJCTx1aXRleHQgbmFtZT0iU0NSVUJCQVJTVEFUVVNfUkVWSUVXUVVJWiIgdmFsdWU9IlLDqXZpc2lvbiBkdSBxdWVzdGlvbm5haXJlIi8+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DQoJCTx1aXRleHQgbmFtZT0iQVRUQUNITUVOVFMiIHZhbHVlPSJQacOoY2VzIGpvaW50ZXMiLz4NCgkJPCEtLSBzdWJzdGl0dXRpb246ICVwID09IGN1cnJlbnQgc3BlYWtlcidzIHRpdGxlIC0tPg0KCQk8dWl0ZXh0IG5hbWU9IkJJT1dJTl9USVRMRSIgdmFsdWU9IkJpbyA6ICVwIi8+DQoJCTx1aXRleHQgbmFtZT0iQklPQlROX1RJVExFIiB2YWx1ZT0iQmlvIDoiLz4NCgkJPHVpdGV4dCBuYW1lPSJESVZJREVSQlROX1RJVExFIiB2YWx1ZT0ifCIvPg0KCQk8dWl0ZXh0IG5hbWU9IkNPTlRBQ1RCVE5fVElUTEUiIHZhbHVlPSJDb250YWN0Ii8+DQoJCTx1aXRleHQgbmFtZT0iVEFCX1FVSVoiIHZhbHVlPSJRdWl6Ii8+DQoJCTx1aXRleHQgbmFtZT0iVEFCX09VVExJTkUiIHZhbHVlPSJQbGFuIi8+DQoJCTx1aXRleHQgbmFtZT0iVEFCX1RIVU1CIiB2YWx1ZT0iRGlhcG9zIi8+DQoJCTx1aXRleHQgbmFtZT0iVEFCX05PVEVTIiB2YWx1ZT0iTm90ZXMiLz4NCgkJPHVpdGV4dCBuYW1lPSJUQUJfU0VBUkNIIiB2YWx1ZT0iUmVjaGVyY2hlIi8+DQoJCTx1aXRleHQgbmFtZT0iU0xJREVfSEVBRElORyIgdmFsdWU9IlRpdHJlIGRlIGxhIGRpYXBvc2l0aXZlIi8+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DQoJCTx1aXRleHQgbmFtZT0iQVRUQUNITkFNRV9IRUFESU5HIiB2YWx1ZT0iTm9tIGRlIGZpY2hpZXIiLz4NCgkJPHVpdGV4dCBuYW1lPSJBVFRBQ0hTSVpFX0hFQURJTkciIHZhbHVlPSJUYWlsbGUiLz4NCgkJPHVpdGV4dCBuYW1lPSJTTElERV9OT1RFUyIgdmFsdWU9IkNvbW1lbnRhaXJlcyBkZXMgZGlhcG9zaXRpdmVzIi8+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250cmVyIGwnZW5jYWRyw6kgYXV4IHBhcnRpY2lwYW50cyIvPg0KCQk8dWl0ZXh0IG5hbWU9Ik1VVEUiIHZhbHVlPSJNdWV0Ii8+DQoJCTx1aXRleHQgbmFtZT0iRE9DV1JBUF9USVRMRSIgdmFsdWU9IlBpw6hjZSBqb2ludGUgUHJlc2VudGVyIi8+DQoJCTx1aXRleHQgbmFtZT0iRE9DV1JBUF9NU0ciIHZhbHVlPSJFbnJlZ2lzdHJlciBzdXIgbW9uIG9yZGluYXRldXIiLz4NCgkJPHVpdGV4dCBuYW1lPSJET0NXUkFQX1BST01QVCIgdmFsdWU9IkNsaXF1ZXIgcG91ciB0w6lsw6ljaGFyZ2VyIi8+DQoJPC9sYW5ndWFnZT4NCgk8bGFuZ3VhZ2UgaWQ9Imph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7Iqs65287J2065OcICVuIi8+DQoJCTwhLS0gc3Vic3RpdHV0aW9uOiAlbiA9PSBzbGlkZSBudW1iZXIgLS0+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DQoJCTx1aXRleHQgbmFtZT0iU0NSVUJCQVJTVEFUVVNfTk9BVURJTyIgdmFsdWU9IuyYpOuUlOyYpCDsl4bsnYwiLz4NCgkJPHVpdGV4dCBuYW1lPSJTQ1JVQkJBUlNUQVRVU19WSURQTEFZSU5HIiB2YWx1ZT0i67mE65SU7JikIOyerOyDnSDspJEiLz4NCgkJPHVpdGV4dCBuYW1lPSJTQ1JVQkJBUlNUQVRVU19MT0FESU5HIiB2YWx1ZT0i66Gc65SpIi8+DQoJCTx1aXRleHQgbmFtZT0iU0NSVUJCQVJTVEFUVVNfQlVGRkVSSU5HIiB2YWx1ZT0i67KE7Y2866eBIi8+DQoJCTx1aXRleHQgbmFtZT0iU0NSVUJCQVJTVEFUVVNfUVVFU1RJT04iIHZhbHVlPSLsp4jrrLjsl5Ag64u17ZWY6riwIi8+DQoJCTx1aXRleHQgbmFtZT0iU0NSVUJCQVJTVEFUVVNfUkVWSUVXUVVJWiIgdmFsdWU9IuyniOusuCDri6Tsi5zrs7TquLAiLz4NCgkJPCEtLSBzdWJzdGl0dXRpb246ICVtID09IG1pbnV0ZXMgcmVtYWluaW5nIC0tPg0KCQk8IS0tIHN1YnN0aXR1dGlvbjogJXMgPT0gc2Vjb25kcyByZW1haW5pbmcgLS0+DQoJCTx1aXRleHQgbmFtZT0iRUxBUFNFRCIgdmFsdWU9IiVt67aEICVz7LSIIOuCqOydjCIvPg0KCQk8dWl0ZXh0IG5hbWU9Ik5PVEZPVU5EIiB2YWx1ZT0i7JeG7J2MIi8+DQoJCTx1aXRleHQgbmFtZT0iQVRUQUNITUVOVFMiIHZhbHVlPSLssqjrtoAg7YyM7J28Ii8+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DQoJCTx1aXRleHQgbmFtZT0iVEFCX1RIVU1CIiB2YWx1ZT0i7LaV7IaM7YyQIi8+DQoJCTx1aXRleHQgbmFtZT0iVEFCX05PVEVTIiB2YWx1ZT0i64W47Yq4Ii8+DQoJCTx1aXRleHQgbmFtZT0iVEFCX1NFQVJDSCIgdmFsdWU9IuqygOyDiSIvPg0KCQk8dWl0ZXh0IG5hbWU9IlNMSURFX0hFQURJTkciIHZhbHVlPSLsiqzrnbzsnbTrk5wg7KCc66qpIi8+DQoJCTx1aXRleHQgbmFtZT0iRFVSQVRJT05fSEVBRElORyIgdmFsdWU9IuyerOyDneyLnOqwhCIvPg0KCQk8dWl0ZXh0IG5hbWU9IlNFQVJDSF9IRUFESU5HIiB2YWx1ZT0i7YWN7Iqk7Yq4IOqygOyDiToiLz4NCgkJPHVpdGV4dCBuYW1lPSJUSFVNQl9IRUFESU5HIiB2YWx1ZT0i7Iqs65287J2065OcIi8+DQoJCTx1aXRleHQgbmFtZT0iVEhVTUJfSU5GTyIgdmFsdWU9IuygnOuqqS/snqzsg53si5zqsIQiLz4NCgkJPHVpdGV4dCBuYW1lPSJBVFRBQ0hOQU1FX0hFQURJTkciIHZhbHVlPSLtjIzsnbwg7J2066aEIi8+DQoJCTx1aXRleHQgbmFtZT0iQVRUQUNIU0laRV9IRUFESU5HIiB2YWx1ZT0i7YGs6riwIi8+DQoJCTx1aXRleHQgbmFtZT0iU0xJREVfTk9URVMiIHZhbHVlPSLsiqzrnbzsnbTrk5wg64W47Yq4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DQoJCTx1aXRleHQgbmFtZT0iUVVJWlBPRF9RVUlaX0FUVEVNUFRfVkFMVUUiIHZhbHVlPSIlbiBkZSAldCIvPg0KCQk8dWl0ZXh0IG5hbWU9IlFVSVpQT0RfUVVJWl9TQ09SRSIgdmFsdWU9IlB1bnR1YWNpw7NuOiIvPg0KCQk8dWl0ZXh0IG5hbWU9IlFVSVpQT0RfUVVJWl9QQVNTU0NPUkUiIHZhbHVlPSJQdW50dWFjacOzbiBwYXJhIGFwcm9iYXI6Ii8+DQoJCTx1aXRleHQgbmFtZT0iUVVJWlBPRF9RVUlaX01BWFNDT1JFIiB2YWx1ZT0iUHVudHVhY2nDs24gbcOheGltYToiLz4NCgkJPHVpdGV4dCBuYW1lPSJRVUlaUE9EX1FVRVNBVE1QVF9TVFIiIHZhbHVlPSJJbnRlbnRvczogJW4gZGUgJXQiLz4NCgkJPHVpdGV4dCBuYW1lPSJRVUlaUE9EX1FVRVNUWVBFX1NUUiIgdmFsdWU9IlRpcG86ICVzIi8+DQoJCTx1aXRleHQgbmFtZT0iUVVJWlBPRF9RVUVTVFlQRV9HUkQiIHZhbHVlPSJDb24gcHVudHVhY2nDs24iLz4NCgkJPHVpdGV4dCBuYW1lPSJRVUlaUE9EX1FVRVNUWVBFX1NWWSIgdmFsdWU9IkVuY3Vlc3RhIi8+DQoJCTx1aXRleHQgbmFtZT0iUVVJWlBPRF9RVUlaQVRNUFRfSU5GIiB2YWx1ZT0iSW5maW5pdG8iLz4NCgkJPHVpdGV4dCBuYW1lPSJRVUlaUE9EX1FVRVNBVE1QVF9JTkYiIHZhbHVlPSJJbmZpbml0byIvPg0KCQk8dWl0ZXh0IG5hbWU9IldBUk5JTkdNU0dfWUVTU1RSSU5HIiB2YWx1ZT0iU8OtIi8+DQoJCTx1aXRleHQgbmFtZT0iV0FSTklOR01TR19OT1NUUklORyIgdmFsdWU9Ik5vIi8+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DQoJCTwhLS0gc3Vic3RpdHV0aW9uOiAlcCA9PSBwcmVzZW50YXRpb24gdGl0bGUgLS0+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IS0tIHN1YnN0aXR1dGlvbjogJW4gPT0gc2xpZGUgbnVtYmVyIC0tPg0KCQk8IS0tIHN1YnN0aXR1dGlvbjogJXQgPT0gdG90YWwgc2xpZGUgY291bnQgLS0+DQoJCTx1aXRleHQgbmFtZT0iU0NSVUJCQVJTVEFUVVNfU0xJREVJTkZPIiB2YWx1ZT0iU2xpZGUgJW4gLyAldCB8ICIvPg0KCQk8dWl0ZXh0IG5hbWU9IlNDUlVCQkFSU1RBVFVTX1NUT1BQRUQiIHZhbHVlPSJQYXJhZG8iLz4NCgkJPHVpdGV4dCBuYW1lPSJTQ1JVQkJBUlNUQVRVU19QTEFZSU5HIiB2YWx1ZT0iUmVwcm9kdXppbmRvIi8+DQoJCTx1aXRleHQgbmFtZT0iU0NSVUJCQVJTVEFUVVNfTk9BVURJTyIgdmFsdWU9IlNlbSDDoXVkaW8iLz4NCgkJPHVpdGV4dCBuYW1lPSJTQ1JVQkJBUlNUQVRVU19WSURQTEFZSU5HIiB2YWx1ZT0iVsOtZGVvIGVtIHJlcHJvZHXDp8OjbyIvPg0KCQk8dWl0ZXh0IG5hbWU9IlNDUlVCQkFSU1RBVFVTX0xPQURJTkciIHZhbHVlPSJDYXJyZWdhbmRvIi8+DQoJCTx1aXRleHQgbmFtZT0iU0NSVUJCQVJTVEFUVVNfQlVGRkVSSU5HIiB2YWx1ZT0iQXJtYXplbmFuZG8gZW0gYnVmZmVyIi8+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DQoJCTx1aXRleHQgbmFtZT0iRUxBUFNFRCIgdmFsdWU9IiVtIG1pbnV0b3MgJXMgc2VndW5kb3MgcmVzdGFudGVzIi8+DQoJCTx1aXRleHQgbmFtZT0iTk9URk9VTkQiIHZhbHVlPSJOYWRhIGVuY29udHJhZG8iLz4NCgkJPHVpdGV4dCBuYW1lPSJBVFRBQ0hNRU5UUyIgdmFsdWU9IkFuZXhv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DQoJCTx1aXRleHQgbmFtZT0iRFVSQVRJT05fSEVBRElORyIgdmFsdWU9IkR1cmHDp8OjbyIvPg0KCQk8dWl0ZXh0IG5hbWU9IlNFQVJDSF9IRUFESU5HIiB2YWx1ZT0iUHJvY3VyYXIgdGV4dG86Ii8+DQoJCTx1aXRleHQgbmFtZT0iVEhVTUJfSEVBRElORyIgdmFsdWU9IlNsaWRlIi8+DQoJCTx1aXRleHQgbmFtZT0iVEhVTUJfSU5GTyIgdmFsdWU9IlTDrXR1bG8vRHVyYcOnw6NvIGRvIHNsaWRlIi8+DQoJCTx1aXRleHQgbmFtZT0iQVRUQUNITkFNRV9IRUFESU5HIiB2YWx1ZT0iTm9tZSBkbyBhcnF1aXZvIi8+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DQoJCTx1aXRleHQgbmFtZT0iUVVJWlBPRF9RVUVTVFlQRV9HUkQiIHZhbHVlPSJDbGFzc2lmaWNhdMOzcmlhIi8+DQoJCTx1aXRleHQgbmFtZT0iUVVJWlBPRF9RVUVTVFlQRV9TVlkiIHZhbHVlPSJQZXNxdWlzYSIvPg0KCQk8dWl0ZXh0IG5hbWU9IlFVSVpQT0RfUVVJWkFUTVBUX0lORiIgdmFsdWU9IkluZmluaXRvIi8+DQoJCTx1aXRleHQgbmFtZT0iUVVJWlBPRF9RVUVTQVRNUFRfSU5GIiB2YWx1ZT0iSW5maW5pdG8iLz4NCgkJPHVpdGV4dCBuYW1lPSJXQVJOSU5HTVNHX1lFU1NUUklORyIgdmFsdWU9IlNpbSIvPg0KCQk8dWl0ZXh0IG5hbWU9IldBUk5JTkdNU0dfTk9TVFJJTkciIHZhbHVlPSJOw6NvIi8+DQoJCTx1aXRleHQgbmFtZT0iV0FSTklOR01TR19USVRMRVNUUklORyIgdmFsdWU9IkFsZXJ0YSBkZSBuYXZlZ2HDp8OjbyBkbyBxdWVzdGlvbsOhcmlvIi8+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FyIGJhcnJhIGxhdGVyYWwgYW8gcGFydGljaXBhbnRlcyIvPg0KCQk8dWl0ZXh0IG5hbWU9Ik1VVEUiIHZhbHVlPSJNdWRvIi8+DQoJCTx1aXRleHQgbmFtZT0iRE9DV1JBUF9USVRMRSIgdmFsdWU9IkFuZXhvIGRlIGFycXVpdm8gZG8gUHJlc2VudGVyIi8+DQoJCTx1aXRleHQgbmFtZT0iRE9DV1JBUF9NU0ciIHZhbHVlPSJTYWx2YXIgZW0gTWV1IGNvbXB1dGFkb3IiLz4NCgkJPHVpdGV4dCBuYW1lPSJET0NXUkFQX1BST01QVCIgdmFsdWU9IkNsaXF1ZSBwYXJhIGJhaXhhciIvPg0KCTwvbGFuZ3VhZ2U+DQoJPGxhbmd1YWdlIGlkPSJp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JbnRlcnJvdHRvIi8+DQoJCTx1aXRleHQgbmFtZT0iU0NSVUJCQVJTVEFUVVNfUExBWUlORyIgdmFsdWU9IlJpcHJvZHV6aW9uZSIvPg0KCQk8dWl0ZXh0IG5hbWU9IlNDUlVCQkFSU1RBVFVTX05PQVVESU8iIHZhbHVlPSJBdWRpbyBpbmF0dC4iLz4NCgkJPHVpdGV4dCBuYW1lPSJTQ1JVQkJBUlNUQVRVU19WSURQTEFZSU5HIiB2YWx1ZT0iVmlkZW8gaW4gcmlwcm9kdXppb25lIi8+DQoJCTx1aXRleHQgbmFtZT0iU0NSVUJCQVJTVEFUVVNfTE9BRElORyIgdmFsdWU9IkNhcmljYW1lbnRvIi8+DQoJCTx1aXRleHQgbmFtZT0iU0NSVUJCQVJTVEFUVVNfQlVGRkVSSU5HIiB2YWx1ZT0iQnVmZmVyaW5nIi8+DQoJCTx1aXRleHQgbmFtZT0iU0NSVUJCQVJTVEFUVVNfUVVFU1RJT04iIHZhbHVlPSJSaXNwb25kaSBhIGRvbWFuZGEiLz4NCgkJPHVpdGV4dCBuYW1lPSJTQ1JVQkJBUlNUQVRVU19SRVZJRVdRVUlaIiB2YWx1ZT0iUmV2aXNpb25lIGRlbCBxdWl6Ii8+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DQoJCTx1aXRleHQgbmFtZT0iQVRUQUNITUVOVFMiIHZhbHVlPSJBbGxlZ2F0aS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QuIi8+DQoJCTx1aXRleHQgbmFtZT0iVEFCX1FVSVoiIHZhbHVlPSJRdWl6Ii8+DQoJCTx1aXRleHQgbmFtZT0iVEFCX09VVExJTkUiIHZhbHVlPSJTdHJ1dHR1cmEiLz4NCgkJPHVpdGV4dCBuYW1lPSJUQUJfVEhVTUIiIHZhbHVlPSJNaW5pYXR1cmUiLz4NCgkJPHVpdGV4dCBuYW1lPSJUQUJfTk9URVMiIHZhbHVlPSJOb3RlIi8+DQoJCTx1aXRleHQgbmFtZT0iVEFCX1NFQVJDSCIgdmFsdWU9IkNlcmNhIi8+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DQoJCTx1aXRleHQgbmFtZT0iU0xJREVfTk9URVMiIHZhbHVlPSJOb3RlIGRpYXBvc2l0aXZh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IS0tcXVpeiBwb2QgYW5kIG1lc3NhZ2UgYm94IHRleHRzLS0+DQoJCTx1aXRleHQgbmFtZT0iUVVJWlBPRF9RVUlaX0FUVEVNUFQiIHZhbHVlPSJRdWl6cG9naW5nOiIvPg0KCQk8dWl0ZXh0IG5hbWU9IlFVSVpQT0RfUVVJWl9BVFRFTVBUX1ZBTFVFIiB2YWx1ZT0iJW4gdmFuICV0Ii8+DQoJCTx1aXRleHQgbmFtZT0iUVVJWlBPRF9RVUlaX1NDT1JFIiB2YWx1ZT0iQmVoYWFsZGUgc2NvcmU6Ii8+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DQoJCTx1aXRleHQgbmFtZT0iRE9DV1JBUF9USVRMRSIgdmFsdWU9IlByZXNlbnRlci1iZXN0YW5kc2JpamxhZ2UiLz4NCgkJPHVpdGV4dCBuYW1lPSJET0NXUkFQX01TRyIgdmFsdWU9Ik9wc2xhYW4gaW4gRGV6ZSBjb21wdXRlciIvPg0KCQk8dWl0ZXh0IG5hbWU9IkRPQ1dSQVBfUFJPTVBUIiB2YWx1ZT0iS2xpayBvbSB0ZSBkb3dubG9hZGVuIi8+DQoJPC9sYW5ndWFnZT4NCgk8bGFuZ3VhZ2UgaWQ9ImNuIj4NCgkJPCEtLSBmb3JtYXQgZm9yIHVpZm9udCB2YWx1ZSBpcyAiZm9udCxzaXplLGlzYm9sZCxpc2l0YWxpYyxpc3NoYWRvd2VkIiAtLT4NCgkJPHVpZm9udCBuYW1lPSJGT05UX1FVSVpaSU5HIiB2YWx1ZT0i5a6L5L2TLTE4MDMwLDEwLGZhbHNlLGZhbHNlLGZhbHNlIi8+DQoJCTx1aWZvbnQgbmFtZT0iRk9OVF9TQ1JVQlNUQVRVUyIgdmFsdWU9IuWui+S9ky0xODAzMCwxMCx0cnVlLGZhbHNlLHRydWUiLz4NCgkJPHVpZm9udCBuYW1lPSJGT05UX1NDUlVCVElNRSIgdmFsdWU9IuWui+S9ky0xODAzMCwxMCxmYWxzZSxmYWxzZSx0cnVlIi8+DQoJCTx1aWZvbnQgbmFtZT0iRk9OVF9FTEFQU0VEVElNRSIgdmFsdWU9IuWui+S9ky0xODAzMCwxMCx0cnVlLGZhbHNlLHRydWUiLz4NCgkJPHVpZm9udCBuYW1lPSJGT05UX1VUSUxTTUVOVSIgdmFsdWU9IuWui+S9ky0xODAzMCwxMCx0cnVlLGZhbHNlLGZhbHNlIi8+DQoJCTx1aWZvbnQgbmFtZT0iRk9OVF9UQUJTIiB2YWx1ZT0i5a6L5L2TLTE4MDMwLDE0LHRydWUsZmFsc2UsdHJ1ZSIvPg0KCQk8dWlmb250IG5hbWU9IkZPTlRfUFJFU0VOVEFUSU9OTkFNRSIgdmFsdWU9IuWui+S9ky0xODAzMCwxNCxmYWxzZSxmYWxzZSx0cnVlIi8+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DQoJCTx1aWZvbnQgbmFtZT0iRk9OVF9PVVRMSU5FIiB2YWx1ZT0i5a6L5L2TLTE4MDMwLDEyLGZhbHNlLGZhbHNlLHRydWUiLz4NCgkJPHVpZm9udCBuYW1lPSJGT05UX1NFQVJDSCIgdmFsdWU9IuWui+S9ky0xODAzMCwxMixmYWxzZSxmYWxzZSx0cnVlIi8+DQoJCTx1aWZvbnQgbmFtZT0iRk9OVF9USFVNQiIgdmFsdWU9IuWui+S9ky0xODAzMCwxMCxmYWxzZSxmYWxzZSx0cnVlIi8+DQoJCTx1aWZvbnQgbmFtZT0iRk9OVF9CSU9XSU4iIHZhbHVlPSLlrovkvZMtMTgwMzAsMTIsZmFsc2UsZmFsc2UsZmFsc2UiLz4NCgkJPHVpZm9udCBuYW1lPSJGT05UX0xJU1RIRUFESU5HIiB2YWx1ZT0i5a6L5L2TLTE4MDMwLDEwLGZhbHNlLGZhbHNlLGZhbHNlIi8+DQoJCTx1aWZvbnQgbmFtZT0iRk9OVF9XSU5USVRMRSIgdmFsdWU9IuWui+S9ky0xODAzMCwxMCxmYWxzZSxmYWxzZSx0cnVlIi8+DQoJCTx1aWZvbnQgbmFtZT0iRk9OVF9BVFRBQ0hNRU5UUyIgdmFsdWU9IuWui+S9ky0xODAzMCwxMixmYWxzZSxmYWxzZSx0cnVlIi8+DQoJCTwhLS1xdWl6IHBvZCBhbmQgbWVzc2FnZSBib3ggdGV4dCBmb250cy0tPg0KCQk8dWlmb250IG5hbWU9IkZPTlRfTVNHQk9YX1dJTlRJVExFIiB2YWx1ZT0i5a6L5L2TLTE4MDMwLDEyLHRydWUsZmFsc2UsdHJ1ZSIvPg0KCQk8dWlmb250IG5hbWU9IkZPTlRfTVNHQk9YX01TRyIgdmFsdWU9IuWui+S9ky0xODAzMCwxMixmYWxzZSxmYWxzZSx0cnVlIi8+DQoJCTx1aWZvbnQgbmFtZT0iRk9OVF9NU0dCT1hfT1BUSU9OUyIgdmFsdWU9IuWui+S9ky0xODAzMCwxMCx0cnVlLGZhbHNlLHRydWUiLz4NCgkJPHVpZm9udCBuYW1lPSJGT05UX1FVSVpQT0RfUVVJWl9USVRMRSIgdmFsdWU9IuWui+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S9ky0xODAzMCwxMCxmYWxzZSxmYWxzZSx0cnVlIi8+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S9ky0xODAzMCwxMCx0cnVlLGZhbHNlLHRydWUiLz4NCgkJPHVpZm9udCBuYW1lPSJGT05UX1FVSVpQT0RfUVVJWl9RVUVTVElPTl9BVFRFTVBURUQiIHZhbHVlPSLlrovkvZMtMTgwMzAsMTAsZmFsc2UsZmFsc2UsdHJ1ZSIvPg0KCQk8dWlmb250IG5hbWU9IkZPTlRfUVVJWlBPRF9RVUlaX1FVRVNUSU9OX0FUVEVNUFRFRF9WQUxVRSIgdmFsdWU9IuWui+S9ky0xODAzMCwxMCx0cnVlLGZhbHNlLHRydWUiLz4NCgkJPHVpZm9udCBuYW1lPSJGT05UX1FVSVpQT0RfUVVJWl9TQ09SRV9UQUciIHZhbHVlPSLlrovkvZMtMTgwMzAsMTIsdHJ1ZSxmYWxzZSx0cnVlIi8+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S9ky0xODAzMCwxMCx0cnVlLGZhbHNlLHRydWUiLz4NCgkJPHVpZm9udCBuYW1lPSJGT05UX1FVSVpQT0RfUVVJWl9QQVNTU0NPUkUiIHZhbHVlPSLlrovkvZMtMTgwMzAsMTAsZmFsc2UsZmFsc2UsdHJ1ZSIvPg0KCQk8dWlmb250IG5hbWU9IkZPTlRfUVVJWlBPRF9RVUlaX1BBU1NTQ09SRV9WQUxVRSIgdmFsdWU9IuWui+S9ky0xODAzMCwxMCx0cnVlLGZhbHNlLHRydWUiLz4NCgkJPCEtLSB1aXRleHQgLS0+DQoJCTwhLS0gc3Vic3RpdHV0aW9uOiAlbiA9PSBzbGlkZSBudW1iZXIgLS0+DQoJCTx1aXRleHQgbmFtZT0iVU5OQU1FRFNMSURFVElUTEUiIHZhbHVlPSLlubvnga/niYcgJW4iLz4NCgkJPCEtLSBzdWJzdGl0dXRpb246ICVuID09IHNsaWRlIG51bWJlciAtLT4NCgkJPCEtLSBzdWJzdGl0dXRpb246ICV0ID09IHRvdGFsIHNsaWRlIGNvdW50IC0tPg0KCQk8dWl0ZXh0IG5hbWU9IlNDUlVCQkFSU1RBVFVTX1NMSURFSU5GTyIgdmFsdWU9IuW5u+eBr+eJhyAlbiAvICV0IHwgIi8+DQoJCTx1aXRleHQgbmFtZT0iU0NSVUJCQVJTVEFUVVNfU1RPUFBFRCIgdmFsdWU9IuW3suWBnOatoiIvPg0KCQk8dWl0ZXh0IG5hbWU9IlNDUlVCQkFSU1RBVFVTX1BMQVlJTkciIHZhbHVlPSLmraPlnKjmkq3mlL4iLz4NCgkJPHVpdGV4dCBuYW1lPSJTQ1JVQkJBUlNUQVRVU19OT0FVRElPIiB2YWx1ZT0i5peg6Z+z6aKRIi8+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DQoJCTx1aXRleHQgbmFtZT0iRUxBUFNFRCIgdmFsdWU9IuWJqeS9mSAlbSDliIbpkp8gJXMg56eSIi8+DQoJCTx1aXRleHQgbmFtZT0iTk9URk9VTkQiIHZhbHVlPSLmnKrmib7liLDku7vkvZXlhoXlrrkiLz4NCgkJPHVpdGV4dCBuYW1lPSJBVFRBQ0hNRU5UUyIgdmFsdWU9IumZhOS7tiIvPg0KCQk8IS0tIHN1YnN0aXR1dGlvbjogJXAgPT0gY3VycmVudCBzcGVha2VyJ3MgdGl0bGUgLS0+DQoJCTx1aXRleHQgbmFtZT0iQklPV0lOX1RJVExFIiB2YWx1ZT0i5Liq5Lq6566A5LuLOiAlcCIvPg0KCQk8dWl0ZXh0IG5hbWU9IkJJT0JUTl9USVRMRSIgdmFsdWU9IuS4quS6uueugOS7iyIvPg0KCQk8dWl0ZXh0IG5hbWU9IkRJVklERVJCVE5fVElUTEUiIHZhbHVlPSJ8Ii8+DQoJCTx1aXRleHQgbmFtZT0iQ09OVEFDVEJUTl9USVRMRSIgdmFsdWU9IuiBlOezu+aWueW8jyIvPg0KCQk8dWl0ZXh0IG5hbWU9IlRBQl9RVUlaIiB2YWx1ZT0i5rWL6aqMIi8+DQoJCTx1aXRleHQgbmFtZT0iVEFCX09VVExJTkUiIHZhbHVlPSLlpKfnurIiLz4NCgkJPHVpdGV4dCBuYW1lPSJUQUJfVEhVTUIiIHZhbHVlPSLnvKnnlaXlm74iLz4NCgkJPHVpdGV4dCBuYW1lPSJUQUJfTk9URVMiIHZhbHVlPSLlpIfms6giLz4NCgkJPHVpdGV4dCBuYW1lPSJUQUJfU0VBUkNIIiB2YWx1ZT0i5pCc57SiIi8+DQoJCTx1aXRleHQgbmFtZT0iU0xJREVfSEVBRElORyIgdmFsdWU9IuW5u+eBr+eJh+agh+mimCIvPg0KCQk8dWl0ZXh0IG5hbWU9IkRVUkFUSU9OX0hFQURJTkciIHZhbHVlPSLmjIHnu63ml7bpl7QiLz4NCgkJPHVpdGV4dCBuYW1lPSJTRUFSQ0hfSEVBRElORyIgdmFsdWU9IuaQnOe0ouaWh+acrDoiLz4NCgkJPHVpdGV4dCBuYW1lPSJUSFVNQl9IRUFESU5HIiB2YWx1ZT0i5bm754Gv54mHIi8+DQoJCTx1aXRleHQgbmFtZT0iVEhVTUJfSU5GTyIgdmFsdWU9IuW5u+eBr+eJh+agh+mimC/mjIHnu63ml7bpl7QiLz4NCgkJPHVpdGV4dCBuYW1lPSJBVFRBQ0hOQU1FX0hFQURJTkciIHZhbHVlPSLmlofku7blkI0iLz4NCgkJPHVpdGV4dCBuYW1lPSJBVFRBQ0hTSVpFX0hFQURJTkciIHZhbHVlPSLlpKflsI8iLz4NCgkJPHVpdGV4dCBuYW1lPSJTTElERV9OT1RFUyIgdmFsdWU9IuW5u+eBr+eJh+Wkh+azqCIvPg0KCQk8IS0tcXVpeiBwb2QgYW5kIG1lc3NhZ2UgYm94IHRleHRzLS0+DQoJCTx1aXRleHQgbmFtZT0iUVVJWlBPRF9RVUlaX0FUVEVNUFQiIHZhbHVlPSLmtYvpqozlsJ3or5XmrKHmlbA6Ii8+DQoJCTx1aXRleHQgbmFtZT0iUVVJWlBPRF9RVUlaX0FUVEVNUFRfVkFMVUUiIHZhbHVlPSLnrKwgJW4g5qyh77yM5YWxICV0IOasoSIvPg0KCQk8dWl0ZXh0IG5hbWU9IlFVSVpQT0RfUVVJWl9TQ09SRSIgdmFsdWU9IuW+l+WIhjoiLz4NCgkJPHVpdGV4dCBuYW1lPSJRVUlaUE9EX1FVSVpfUEFTU1NDT1JFIiB2YWx1ZT0i5Y+K5qC85YiG5pWwOiIvPg0KCQk8dWl0ZXh0IG5hbWU9IlFVSVpQT0RfUVVJWl9NQVhTQ09SRSIgdmFsdWU9IuacgOmrmOWIhuaVsDoiLz4NCgkJPHVpdGV4dCBuYW1lPSJRVUlaUE9EX1FVRVNBVE1QVF9TVFIiIHZhbHVlPSLlsJ3or5XmrKHmlbA6IOesrCAlbiDmrKHvvIzlhbEgJXQg5qyhIi8+DQoJCTx1aXRleHQgbmFtZT0iUVVJWlBPRF9RVUVTVFlQRV9TVFIiIHZhbHVlPSLnsbvlnos6ICVzIi8+DQoJCTx1aXRleHQgbmFtZT0iUVVJWlBPRF9RVUVTVFlQRV9HUkQiIHZhbHVlPSLor4TnuqciLz4NCgkJPHVpdGV4dCBuYW1lPSJRVUlaUE9EX1FVRVNUWVBFX1NWWSIgdmFsdWU9Iuiwg+afpSIvPg0KCQk8dWl0ZXh0IG5hbWU9IlFVSVpQT0RfUVVJWkFUTVBUX0lORiIgdmFsdWU9IuaXoOmZkCIvPg0KCQk8dWl0ZXh0IG5hbWU9IlFVSVpQT0RfUVVFU0FUTVBUX0lORiIgdmFsdWU9IuaXoOmZkCIvPg0KCQk8dWl0ZXh0IG5hbWU9IldBUk5JTkdNU0dfWUVTU1RSSU5HIiB2YWx1ZT0i5pivIi8+DQoJCTx1aXRleHQgbmFtZT0iV0FSTklOR01TR19OT1NUUklORyIgdmFsdWU9IuWQpiIvPg0KCQk8dWl0ZXh0IG5hbWU9IldBUk5JTkdNU0dfVElUTEVTVFJJTkciIHZhbHVlPSLmtYvpqozlr7zoiKrorablkYoiLz4NCgkJPHVpdGV4dCBuYW1lPSJXQVJOSU5HTVNHX01TR1NUUklORyIgdmFsdWU9IuatpOa1i+mqjOS4reacieacquWwneivleS9nOetlOeahOmXrumimOOAgiYjeEE7JiN4QTvljZXlh7vigJzmmK/igJ3pgIDlh7rmraTmtYvpqozjgILljZXlh7vigJzlkKbigJ3nu6fnu63mtYvpqozjgIIiLz4NCgkJPHVpdGV4dCBuYW1lPSJJTkZPUk1BVElPTl9IMjY0X0ZMQVNIUExBWUVSIiB2YWx1ZT0i5b2T5YmN5a6J6KOF5Zyo5oKo55qE6K6h566X5py65LiK55qEIEZsYXNoIFBsYXllciDniYjmnKzkuI3mlK/mjIHor6Xop4bpopHjgILljZXlh7vop4bpopHljLrln5/kuIvovb3mnIDmlrDniYjmnKznmoQgRmxhc2ggUGxheWVy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S7tumZhOS7tiIvPg0KCQk8dWl0ZXh0IG5hbWU9IkRPQ1dSQVBfTVNHIiB2YWx1ZT0i5L+d5a2Y5Yiw5oiR55qE6K6h566X5py6Ii8+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DQoJCTx1aXRleHQgbmFtZT0iVEFCX09VVExJTkUiIHZhbHVlPSJBbmEgSGF0Ii8+DQoJCTx1aXRleHQgbmFtZT0iVEFCX1RIVU1CIiB2YWx1ZT0iUmVzaW0iLz4NCgkJPHVpdGV4dCBuYW1lPSJUQUJfTk9URVMiIHZhbHVlPSJOb3RsYXIiLz4NCgkJPHVpdGV4dCBuYW1lPSJUQUJfU0VBUkNIIiB2YWx1ZT0iQXJhIi8+DQoJCTx1aXRleHQgbmFtZT0iU0xJREVfSEVBRElORyIgdmFsdWU9IlNsYXl0IEJhxZ9sxLHEn8SxIi8+DQoJCTx1aXRleHQgbmFtZT0iRFVSQVRJT05fSEVBRElORyIgdmFsdWU9IlPDvHJlIi8+DQoJCTx1aXRleHQgbmFtZT0iU0VBUkNIX0hFQURJTkciIHZhbHVlPSJNZXRuaSBhcmE6Ii8+DQoJCTx1aXRleHQgbmFtZT0iVEhVTUJfSEVBRElORyIgdmFsdWU9IlNsYXl0Ii8+DQoJCTx1aXRleHQgbmFtZT0iVEhVTUJfSU5GTyIgdmFsdWU9IlNsYXl0IEJhxZ9sxLHEn8SxL1PDvHJlc2kiLz4NCgkJPHVpdGV4dCBuYW1lPSJBVFRBQ0hOQU1FX0hFQURJTkciIHZhbHVlPSJEb3N5YSBBZMSxIi8+DQoJCTx1aXRleHQgbmFtZT0iQVRUQUNIU0laRV9IRUFESU5HIiB2YWx1ZT0iQm95dXQiLz4NCgkJPHVpdGV4dCBuYW1lPSJTTElERV9OT1RFUyIgdmFsdWU9IlNsYXl0IE5vdGxhcsSx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QodC70LDQudC0ICVu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DQoJCTx1aXRleHQgbmFtZT0iUVVJWlBPRF9RVUlaX0FUVEVNUFQiIHZhbHVlPSLQn9C+0L/Ri9GC0LrQsCDQv9GA0L7QudGC0Lgg0L7Qv9GA0L7RgToiLz4NCgkJPHVpdGV4dCBuYW1lPSJRVUlaUE9EX1FVSVpfQVRURU1QVF9WQUxVRSIgdmFsdWU9IiVuINC40LcgJXQiLz4NCgkJPHVpdGV4dCBuYW1lPSJRVUlaUE9EX1FVSVpfU0NPUkUiIHZhbHVlPSLQndCw0LHRgNCw0L3QviDQsdCw0LvQu9C+0LI6Ii8+DQoJCTx1aXRleHQgbmFtZT0iUVVJWlBPRF9RVUlaX1BBU1NTQ09SRSIgdmFsdWU9ItCf0YDQvtGF0L7QtNC90L7QuSDRgNC10LfRg9C70YzRgtCw0YI6Ii8+DQoJCTx1aXRleHQgbmFtZT0iUVVJWlBPRF9RVUlaX01BWFNDT1JFIiB2YWx1ZT0i0JzQsNC60YHQuNC80LDQu9GM0L3Ri9C5INGA0LXQt9GD0LvRjNGC0LDRgjoiLz4NCgkJPHVpdGV4dCBuYW1lPSJRVUlaUE9EX1FVRVNBVE1QVF9TVFIiIHZhbHVlPSLQn9C+0L/Ri9GC0LrQsDogJW4g0LjQtyAldCIvPg0KCQk8dWl0ZXh0IG5hbWU9IlFVSVpQT0RfUVVFU1RZUEVfU1RSIiB2YWx1ZT0i0KLQuNC/OiAlcyIvPg0KCQk8dWl0ZXh0IG5hbWU9IlFVSVpQT0RfUVVFU1RZUEVfR1JEIiB2YWx1ZT0i0KEg0L7RhtC10L3QutC+0LkiLz4NCgkJPHVpdGV4dCBuYW1lPSJRVUlaUE9EX1FVRVNUWVBFX1NWWSIgdmFsdWU9ItCe0LHQt9C+0YAiLz4NCgkJPHVpdGV4dCBuYW1lPSJRVUlaUE9EX1FVSVpBVE1QVF9JTkYiIHZhbHVlPSLQkdC+0LvRjNGI0L7QtSDRh9C40YHQu9C+Ii8+DQoJCTx1aXRleHQgbmFtZT0iUVVJWlBPRF9RVUVTQVRNUFRfSU5GIiB2YWx1ZT0i0JHQvtC70YzRiNC+0LUg0YfQuNGB0LvQviIvPg0KCQk8dWl0ZXh0IG5hbWU9IldBUk5JTkdNU0dfWUVTU1RSSU5HIiB2YWx1ZT0i0JTQsCIvPg0KCQk8dWl0ZXh0IG5hbWU9IldBUk5JTkdNU0dfTk9TVFJJTkciIHZhbHVlPSLQndC10YIiLz4NCgkJPHVpdGV4dCBuYW1lPSJXQVJOSU5HTVNHX1RJVExFU1RSSU5HIiB2YWx1ZT0i0J/RgNC10LTRg9C/0YDQtdC20LTQtdC90LjQtSDQviDQvdCw0LLQuNCz0LDRhtC40Lgg0LIg0L7Qv9GA0L7RgdC1Ii8+DQoJCTx1aXRleHQgbmFtZT0iV0FSTklOR01TR19NU0dTVFJJTkciIHZhbHVlPSLQkiDQvtC/0YDQvtGB0LUg0L7RgdGC0LDQu9C40YHRjCDQvdC10L7RgtCy0LXRh9C10L3QvdGL0LUg0LLQvtC/0YDQvtGB0Ysu0J3QsNC20LDRgtC40LUg0LrQvdC+0L/QutC4ICZxdW90O9CU0LAmcXVvdDsg0L/RgNC40LLQtdC00LXRgiDQuiDQt9Cw0LrRgNGL0YLQuNGOINC+0L/RgNC+0YHQsC4g0J3QsNC20LDRgtC40LUg0LrQvdC+0L/QutC4ICZxdW90O9Cd0LXRgiZxdW90OyDQv9GA0L7QtNC+0LvQttC40YIg0L7Qv9GA0L7RgS4iLz4NCgkJPHVpdGV4dCBuYW1lPSJJTkZPUk1BVElPTl9IMjY0X0ZMQVNIUExBWUVSIiB2YWx1ZT0i0KLQtdC60YPRidCw0Y8g0LLQtdGA0YHQuNGPINC/0YDQvtC40LPRgNGL0LLQsNGC0LXQu9GPIEZsYXNoIFBsYXllciwg0YPRgdGC0LDQvdC+0LLQu9C10L3QvdCw0Y8g0L3QsCDRjdGC0L7QvCDQutC+0LzQv9GM0Y7RgtC10YDQtSwg0L3QtSDQv9C+0LTQtNC10YDQttC40LLQsNC10YIg0Y3RgtC+INCy0LjQtNC10L4uINCp0LXQu9C60L3QuNGC0LUg0LIg0L7QsdC70LDRgdGC0Lgg0LLQuNC00LXQviwg0YfRgtC+0LHRiyDQt9Cw0LPRgNGD0LfQuNGC0Ywg0L/QvtGB0LvQtdC00L3RjtGOINCy0LXRgNGB0LjRjiDQv9GA0L7QuNCz0YDRi9Cy0LDRgtC10LvRj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0LbQtdC90LjQtSDQsiDRhNCw0LnQuyBBZG9iZSBQcmVzZW50ZXIiLz4NCgkJPHVpdGV4dCBuYW1lPSJET0NXUkFQX01TRyIgdmFsdWU9ItCh0L7RhdGA0LDQvdC40YLRjCDQsiDQv9Cw0L/QutGDICZxdW90O9Cc0L7QuSDQutC+0LzQv9GM0Y7RgtC10YAmcXVvdDsiLz4NCgkJPHVpdGV4dCBuYW1lPSJET0NXUkFQX1BST01QVCIgdmFsdWU9ItCp0LXQu9C60L3Rg9GC0Ywg0LTQu9GPINC30LDQs9GA0YPQt9C60LgiLz4NCgk8L2xhbmd1YWdlPg0KPC9jb25maWd1cmF0aW9uPg0K"/>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0&quot;/&gt;&lt;lineCharCount val=&quot;8&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PSNARRATION" val="1,1577045797,D:\Ders Materyali\İçerik\Temel Bilgi Teknolojisi Kullanımı\TBTK\Kelime İşlemci Modül 3_pptx\Media.ppcx"/>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45A9CC2A-220D-4A87-8694-F8C12A9AC821}&quot;/&gt;&lt;isInvalidForFieldText val=&quot;0&quot;/&gt;&lt;Image&gt;&lt;filename val=&quot;C:\Users\YILMAZ\AppData\Local\Temp\PR\data\asimages\{45A9CC2A-220D-4A87-8694-F8C12A9AC821}_1.png&quot;/&gt;&lt;left val=&quot;-27&quot;/&gt;&lt;top val=&quot;207&quot;/&gt;&lt;width val=&quot;634&quot;/&gt;&lt;height val=&quot;120&quot;/&gt;&lt;hasText val=&quot;1&quot;/&gt;&lt;/Image&gt;&lt;/ThreeDShape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4&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7&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PPSNARRATION" val="2,1577045797,D:\Ders Materyali\İçerik\Temel Bilgi Teknolojisi Kullanımı\TBTK\Kelime İşlemci Modül 3_pptx\Media.ppcx"/>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PRESENTER_SHAPEINFO" val="&lt;ThreeDShapeInfo&gt;&lt;uuid val=&quot;{0EE4C4D8-D7FC-4A04-B063-6DA388C82667}&quot;/&gt;&lt;isInvalidForFieldText val=&quot;0&quot;/&gt;&lt;Image&gt;&lt;filename val=&quot;C:\Users\YILMAZ\AppData\Local\Temp\PR\data\asimages\{0EE4C4D8-D7FC-4A04-B063-6DA388C82667}_2.png&quot;/&gt;&lt;left val=&quot;25&quot;/&gt;&lt;top val=&quot;30&quot;/&gt;&lt;width val=&quot;659&quot;/&gt;&lt;height val=&quot;62&quot;/&gt;&lt;hasText val=&quot;1&quot;/&gt;&lt;/Image&gt;&lt;/ThreeDShape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44&quot;/&gt;&lt;lineCharCount val=&quot;41&quot;/&gt;&lt;lineCharCount val=&quot;32&quot;/&gt;&lt;lineCharCount val=&quot;39&quot;/&gt;&lt;lineCharCount val=&quot;30&quot;/&gt;&lt;lineCharCount val=&quot;46&quot;/&gt;&lt;lineCharCount val=&quot;43&quot;/&gt;&lt;lineCharCount val=&quot;25&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PRESENTER_SHAPEINFO" val="&lt;ThreeDShapeInfo&gt;&lt;uuid val=&quot;{B4316B6F-380F-4238-A873-4D854AC1D94A}&quot;/&gt;&lt;isInvalidForFieldText val=&quot;0&quot;/&gt;&lt;Image&gt;&lt;filename val=&quot;C:\Users\YILMAZ\AppData\Local\Temp\PR\data\asimages\{B4316B6F-380F-4238-A873-4D854AC1D94A}_3.png&quot;/&gt;&lt;left val=&quot;25&quot;/&gt;&lt;top val=&quot;30&quot;/&gt;&lt;width val=&quot;659&quot;/&gt;&lt;height val=&quot;62&quot;/&gt;&lt;hasText val=&quot;1&quot;/&gt;&lt;/Image&gt;&lt;/ThreeDShape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5&quot;/&gt;&lt;lineCharCount val=&quot;1&quot;/&gt;&lt;lineCharCount val=&quot;18&quot;/&gt;&lt;lineCharCount val=&quot;26&quot;/&gt;&lt;lineCharCount val=&quot;59&quot;/&gt;&lt;lineCharCount val=&quot;18&quot;/&gt;&lt;lineCharCount val=&quot;53&quot;/&gt;&lt;lineCharCount val=&quot;61&quot;/&gt;&lt;lineCharCount val=&quot;57&quot;/&gt;&lt;lineCharCount val=&quot;13&quot;/&gt;&lt;lineCharCount val=&quot;41&quot;/&gt;&lt;lineCharCount val=&quot;61&quot;/&gt;&lt;lineCharCount val=&quot;26&quot;/&gt;&lt;lineCharCount val=&quot;53&quot;/&gt;&lt;lineCharCount val=&quot;13&quot;/&gt;&lt;lineCharCount val=&quot;30&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PSNARRATION" val="3,1577045797,D:\Ders Materyali\İçerik\Temel Bilgi Teknolojisi Kullanımı\TBTK\Kelime İşlemci Modül 3_pptx\Media.ppcx"/>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5&quot;/&gt;&lt;/TableIndex&gt;&lt;/ShapeTextInfo&gt;"/>
  <p:tag name="PRESENTER_SHAPEINFO" val="&lt;ThreeDShapeInfo&gt;&lt;uuid val=&quot;{C1E8E3C0-894F-4875-A577-0FAD5C10111E}&quot;/&gt;&lt;isInvalidForFieldText val=&quot;0&quot;/&gt;&lt;Image&gt;&lt;filename val=&quot;C:\Users\YILMAZ\AppData\Local\Temp\PR\data\asimages\{C1E8E3C0-894F-4875-A577-0FAD5C10111E}_4.png&quot;/&gt;&lt;left val=&quot;36&quot;/&gt;&lt;top val=&quot;36&quot;/&gt;&lt;width val=&quot;649&quot;/&gt;&lt;height val=&quot;51&quot;/&gt;&lt;hasText val=&quot;1&quot;/&gt;&lt;/Image&gt;&lt;/ThreeDShape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2&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44&quot;/&gt;&lt;lineCharCount val=&quot;36&quot;/&gt;&lt;lineCharCount val=&quot;29&quot;/&gt;&lt;lineCharCount val=&quot;41&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PSNARRATION" val="4,1577045797,D:\Ders Materyali\İçerik\Temel Bilgi Teknolojisi Kullanımı\TBTK\Kelime İşlemci Modül 3_pptx\Media.ppcx"/>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3&quot;/&gt;&lt;/TableIndex&gt;&lt;/ShapeTextInfo&gt;"/>
  <p:tag name="PRESENTER_SHAPEINFO" val="&lt;ThreeDShapeInfo&gt;&lt;uuid val=&quot;{D3987C2E-65FB-4330-AB83-4CC562C5BD8A}&quot;/&gt;&lt;isInvalidForFieldText val=&quot;0&quot;/&gt;&lt;Image&gt;&lt;filename val=&quot;C:\Users\YILMAZ\AppData\Local\Temp\PR\data\asimages\{D3987C2E-65FB-4330-AB83-4CC562C5BD8A}_5.png&quot;/&gt;&lt;left val=&quot;36&quot;/&gt;&lt;top val=&quot;30&quot;/&gt;&lt;width val=&quot;649&quot;/&gt;&lt;height val=&quot;62&quot;/&gt;&lt;hasText val=&quot;1&quot;/&gt;&lt;/Image&gt;&lt;/ThreeDShape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9&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36&quot;/&gt;&lt;lineCharCount val=&quot;29&quot;/&gt;&lt;lineCharCount val=&quot;32&quot;/&gt;&lt;lineCharCount val=&quot;50&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PSNARRATION" val="5,1577045797,D:\Ders Materyali\İçerik\Temel Bilgi Teknolojisi Kullanımı\TBTK\Kelime İşlemci Modül 3_pptx\Media.ppcx"/>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1&quot;/&gt;&lt;/TableIndex&gt;&lt;/ShapeTextInfo&gt;"/>
  <p:tag name="PRESENTER_SHAPEINFO" val="&lt;ThreeDShapeInfo&gt;&lt;uuid val=&quot;{8DC9B54E-C880-423D-8515-29F6F3D8BFF7}&quot;/&gt;&lt;isInvalidForFieldText val=&quot;0&quot;/&gt;&lt;Image&gt;&lt;filename val=&quot;C:\Users\YILMAZ\AppData\Local\Temp\PR\data\asimages\{8DC9B54E-C880-423D-8515-29F6F3D8BFF7}_6.png&quot;/&gt;&lt;left val=&quot;29&quot;/&gt;&lt;top val=&quot;32&quot;/&gt;&lt;width val=&quot;661&quot;/&gt;&lt;height val=&quot;59&quot;/&gt;&lt;hasText val=&quot;1&quot;/&gt;&lt;/Image&gt;&lt;/ThreeDShape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0&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37&quot;/&gt;&lt;lineCharCount val=&quot;36&quot;/&gt;&lt;lineCharCount val=&quot;29&quot;/&gt;&lt;lineCharCount val=&quot;33&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PSNARRATION" val="6,1577045797,D:\Ders Materyali\İçerik\Temel Bilgi Teknolojisi Kullanımı\TBTK\Kelime İşlemci Modül 3_pptx\Media.ppcx"/>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0&quot;/&gt;&lt;/TableIndex&gt;&lt;/ShapeTextInfo&gt;"/>
  <p:tag name="PRESENTER_SHAPEINFO" val="&lt;ThreeDShapeInfo&gt;&lt;uuid val=&quot;{111AF587-0ECF-4247-8010-5F7CF1D8B8A0}&quot;/&gt;&lt;isInvalidForFieldText val=&quot;0&quot;/&gt;&lt;Image&gt;&lt;filename val=&quot;C:\Users\YILMAZ\AppData\Local\Temp\PR\data\asimages\{111AF587-0ECF-4247-8010-5F7CF1D8B8A0}_7.png&quot;/&gt;&lt;left val=&quot;36&quot;/&gt;&lt;top val=&quot;36&quot;/&gt;&lt;width val=&quot;649&quot;/&gt;&lt;height val=&quot;48&quot;/&gt;&lt;hasText val=&quot;1&quot;/&gt;&lt;/Image&gt;&lt;/ThreeDShape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7&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49&quot;/&gt;&lt;lineCharCount val=&quot;36&quot;/&gt;&lt;lineCharCount val=&quot;54&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PSNARRATION" val="7,1577045797,D:\Ders Materyali\İçerik\Temel Bilgi Teknolojisi Kullanımı\TBTK\Kelime İşlemci Modül 3_pptx\Media.ppcx"/>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 name="PRESENTER_SHAPEINFO" val="&lt;ThreeDShapeInfo&gt;&lt;uuid val=&quot;{31E73526-787D-47C6-B108-54D8FF13ADB2}&quot;/&gt;&lt;isInvalidForFieldText val=&quot;0&quot;/&gt;&lt;Image&gt;&lt;filename val=&quot;C:\Users\YILMAZ\AppData\Local\Temp\PR\data\asimages\{31E73526-787D-47C6-B108-54D8FF13ADB2}_8.png&quot;/&gt;&lt;left val=&quot;36&quot;/&gt;&lt;top val=&quot;30&quot;/&gt;&lt;width val=&quot;649&quot;/&gt;&lt;height val=&quot;62&quot;/&gt;&lt;hasText val=&quot;1&quot;/&gt;&lt;/Image&gt;&lt;/ThreeDShapeInfo&gt;"/>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8&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31&quot;/&gt;&lt;lineCharCount val=&quot;36&quot;/&gt;&lt;lineCharCount val=&quot;29&quot;/&gt;&lt;lineCharCount val=&quot;41&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PSNARRATION" val="8,1577045797,D:\Ders Materyali\İçerik\Temel Bilgi Teknolojisi Kullanımı\TBTK\Kelime İşlemci Modül 3_pptx\Media.ppcx"/>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7&quot;/&gt;&lt;/TableIndex&gt;&lt;/ShapeTextInfo&gt;"/>
  <p:tag name="PRESENTER_SHAPEINFO" val="&lt;ThreeDShapeInfo&gt;&lt;uuid val=&quot;{0A435850-8050-4481-9860-DD54E4EC6697}&quot;/&gt;&lt;isInvalidForFieldText val=&quot;0&quot;/&gt;&lt;Image&gt;&lt;filename val=&quot;C:\Users\YILMAZ\AppData\Local\Temp\PR\data\asimages\{0A435850-8050-4481-9860-DD54E4EC6697}_9.png&quot;/&gt;&lt;left val=&quot;32&quot;/&gt;&lt;top val=&quot;36&quot;/&gt;&lt;width val=&quot;657&quot;/&gt;&lt;height val=&quot;43&quot;/&gt;&lt;hasText val=&quot;1&quot;/&gt;&lt;/Image&gt;&lt;/ThreeDShapeInfo&gt;"/>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64&quot;/&gt;&lt;lineCharCount val=&quot;55&quot;/&gt;&lt;lineCharCount val=&quot;40&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PSNARRATION" val="9,1577045797,D:\Ders Materyali\İçerik\Temel Bilgi Teknolojisi Kullanımı\TBTK\Kelime İşlemci Modül 3_pptx\Media.ppcx"/>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6&quot;/&gt;&lt;/TableIndex&gt;&lt;/ShapeTextInfo&gt;"/>
  <p:tag name="PRESENTER_SHAPEINFO" val="&lt;ThreeDShapeInfo&gt;&lt;uuid val=&quot;{6FF500D9-C436-45CE-AD1C-2FBC79C23769}&quot;/&gt;&lt;isInvalidForFieldText val=&quot;0&quot;/&gt;&lt;Image&gt;&lt;filename val=&quot;C:\Users\YILMAZ\AppData\Local\Temp\PR\data\asimages\{6FF500D9-C436-45CE-AD1C-2FBC79C23769}_10.png&quot;/&gt;&lt;left val=&quot;27&quot;/&gt;&lt;top val=&quot;33&quot;/&gt;&lt;width val=&quot;667&quot;/&gt;&lt;height val=&quot;56&quot;/&gt;&lt;hasText val=&quot;1&quot;/&gt;&lt;/Image&gt;&lt;/ThreeDShape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4&quot;/&gt;&lt;lineCharCount val=&quot;48&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PSNARRATION" val="10,1577045797,D:\Ders Materyali\İçerik\Temel Bilgi Teknolojisi Kullanımı\TBTK\Kelime İşlemci Modül 3_pptx\Media.ppcx"/>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PRESENTER_SHAPEINFO" val="&lt;ThreeDShapeInfo&gt;&lt;uuid val=&quot;{65654115-DB99-45C9-956C-E4B52B4A865C}&quot;/&gt;&lt;isInvalidForFieldText val=&quot;0&quot;/&gt;&lt;Image&gt;&lt;filename val=&quot;C:\Users\YILMAZ\AppData\Local\Temp\PR\data\asimages\{65654115-DB99-45C9-956C-E4B52B4A865C}_11.png&quot;/&gt;&lt;left val=&quot;36&quot;/&gt;&lt;top val=&quot;30&quot;/&gt;&lt;width val=&quot;649&quot;/&gt;&lt;height val=&quot;62&quot;/&gt;&lt;hasText val=&quot;1&quot;/&gt;&lt;/Image&gt;&lt;/ThreeDShapeInfo&gt;"/>
</p:tagLst>
</file>

<file path=ppt/tags/tag1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Lst>
</file>

<file path=ppt/tags/tag1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30&quot;/&gt;&lt;lineCharCount val=&quot;53&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Hava Akımı">
  <a:themeElements>
    <a:clrScheme name="Hava Akımı">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Hava Akımı">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va Akımı">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2760</TotalTime>
  <Words>1178</Words>
  <Application>Microsoft Office PowerPoint</Application>
  <PresentationFormat>Ekran Gösterisi (4:3)</PresentationFormat>
  <Paragraphs>128</Paragraphs>
  <Slides>11</Slides>
  <Notes>11</Notes>
  <HiddenSlides>0</HiddenSlides>
  <MMClips>0</MMClips>
  <ScaleCrop>false</ScaleCrop>
  <HeadingPairs>
    <vt:vector size="4" baseType="variant">
      <vt:variant>
        <vt:lpstr>Tema</vt:lpstr>
      </vt:variant>
      <vt:variant>
        <vt:i4>2</vt:i4>
      </vt:variant>
      <vt:variant>
        <vt:lpstr>Slayt Başlıkları</vt:lpstr>
      </vt:variant>
      <vt:variant>
        <vt:i4>11</vt:i4>
      </vt:variant>
    </vt:vector>
  </HeadingPairs>
  <TitlesOfParts>
    <vt:vector size="13" baseType="lpstr">
      <vt:lpstr>Hava Akımı</vt:lpstr>
      <vt:lpstr>Ofis Teması</vt:lpstr>
      <vt:lpstr>Kelime İşlemci Word </vt:lpstr>
      <vt:lpstr>Öğrenme Hedefleri</vt:lpstr>
      <vt:lpstr>İçindekiler</vt:lpstr>
      <vt:lpstr>Metnin Yazı Karakteri Türü veya Büyüklüğünü Değiştirmek</vt:lpstr>
      <vt:lpstr>Metni Koyu, İtalik veya Altı-Çizgili Yapmak</vt:lpstr>
      <vt:lpstr>Metne Üst-İndis veya Alt-İndis Özelliğini Uygulamak</vt:lpstr>
      <vt:lpstr>Büyük/Küçük Harf Özelliğini Metne veya Parçasına Uygulanması</vt:lpstr>
      <vt:lpstr>Farklı Renkleri Metne Uygulamak</vt:lpstr>
      <vt:lpstr>Geçerli Biçimlendirmeyi Metnin Bir Parçasından Diğer Bir Parçasına Kopyalamak</vt:lpstr>
      <vt:lpstr>Var Olan Stilin Sözcük, Satır veya Paragrafa Uygulanması</vt:lpstr>
      <vt:lpstr>Heceleme Yaptırılması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zparlak</dc:creator>
  <cp:lastModifiedBy>YILMAZ</cp:lastModifiedBy>
  <cp:revision>409</cp:revision>
  <cp:lastPrinted>2011-09-23T15:10:57Z</cp:lastPrinted>
  <dcterms:created xsi:type="dcterms:W3CDTF">2011-06-08T08:18:11Z</dcterms:created>
  <dcterms:modified xsi:type="dcterms:W3CDTF">2011-10-18T13:37:14Z</dcterms:modified>
</cp:coreProperties>
</file>