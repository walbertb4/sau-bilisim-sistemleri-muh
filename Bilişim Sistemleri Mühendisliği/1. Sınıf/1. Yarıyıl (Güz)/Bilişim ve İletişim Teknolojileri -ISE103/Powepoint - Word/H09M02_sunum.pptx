
<file path=[Content_Types].xml><?xml version="1.0" encoding="utf-8"?>
<Types xmlns="http://schemas.openxmlformats.org/package/2006/content-types">
  <Default Extension="png" ContentType="image/png"/>
  <Default Extension="wmf" ContentType="image/x-wmf"/>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heme/theme3.xml" ContentType="application/vnd.openxmlformats-officedocument.theme+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notesSlides/notesSlide1.xml" ContentType="application/vnd.openxmlformats-officedocument.presentationml.notesSlid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notesSlides/notesSlide2.xml" ContentType="application/vnd.openxmlformats-officedocument.presentationml.notesSlide+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notesSlides/notesSlide3.xml" ContentType="application/vnd.openxmlformats-officedocument.presentationml.notesSlide+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notesSlides/notesSlide4.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5.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notesSlides/notesSlide6.xml" ContentType="application/vnd.openxmlformats-officedocument.presentationml.notesSlide+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notesSlides/notesSlide7.xml" ContentType="application/vnd.openxmlformats-officedocument.presentationml.notesSlide+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notesSlides/notesSlide8.xml" ContentType="application/vnd.openxmlformats-officedocument.presentationml.notesSlide+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 id="2147483672" r:id="rId2"/>
  </p:sldMasterIdLst>
  <p:notesMasterIdLst>
    <p:notesMasterId r:id="rId12"/>
  </p:notesMasterIdLst>
  <p:sldIdLst>
    <p:sldId id="256" r:id="rId3"/>
    <p:sldId id="260" r:id="rId4"/>
    <p:sldId id="258" r:id="rId5"/>
    <p:sldId id="257" r:id="rId6"/>
    <p:sldId id="271" r:id="rId7"/>
    <p:sldId id="275" r:id="rId8"/>
    <p:sldId id="277" r:id="rId9"/>
    <p:sldId id="261" r:id="rId10"/>
    <p:sldId id="276" r:id="rId11"/>
  </p:sldIdLst>
  <p:sldSz cx="9144000" cy="6858000" type="screen4x3"/>
  <p:notesSz cx="6669088" cy="9928225"/>
  <p:custDataLst>
    <p:tags r:id="rId13"/>
  </p:custDataLst>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0EA00"/>
    <a:srgbClr val="AADAF0"/>
    <a:srgbClr val="124D6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Açık Stil 2 - Vurgu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46F890A9-2807-4EBB-B81D-B2AA78EC7F39}" styleName="Koyu Stil 2 - Vurgu 5/Vurgu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69CF1AB2-1976-4502-BF36-3FF5EA218861}" styleName="Orta Stil 4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042" autoAdjust="0"/>
  </p:normalViewPr>
  <p:slideViewPr>
    <p:cSldViewPr>
      <p:cViewPr varScale="1">
        <p:scale>
          <a:sx n="92" d="100"/>
          <a:sy n="92" d="100"/>
        </p:scale>
        <p:origin x="-1464"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tags" Target="tags/tag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viewProps" Target="viewProp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889938" cy="496411"/>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777607" y="0"/>
            <a:ext cx="2889938" cy="496411"/>
          </a:xfrm>
          <a:prstGeom prst="rect">
            <a:avLst/>
          </a:prstGeom>
        </p:spPr>
        <p:txBody>
          <a:bodyPr vert="horz" lIns="91440" tIns="45720" rIns="91440" bIns="45720" rtlCol="0"/>
          <a:lstStyle>
            <a:lvl1pPr algn="r">
              <a:defRPr sz="1200"/>
            </a:lvl1pPr>
          </a:lstStyle>
          <a:p>
            <a:fld id="{EFF07403-48BF-4B87-9E20-50CC050AC631}" type="datetimeFigureOut">
              <a:rPr lang="tr-TR" smtClean="0"/>
              <a:t>18.10.2011</a:t>
            </a:fld>
            <a:endParaRPr lang="tr-TR"/>
          </a:p>
        </p:txBody>
      </p:sp>
      <p:sp>
        <p:nvSpPr>
          <p:cNvPr id="4" name="Slayt Görüntüsü Yer Tutucusu 3"/>
          <p:cNvSpPr>
            <a:spLocks noGrp="1" noRot="1" noChangeAspect="1"/>
          </p:cNvSpPr>
          <p:nvPr>
            <p:ph type="sldImg" idx="2"/>
          </p:nvPr>
        </p:nvSpPr>
        <p:spPr>
          <a:xfrm>
            <a:off x="854075" y="744538"/>
            <a:ext cx="4960938" cy="37226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66909" y="4715907"/>
            <a:ext cx="5335270" cy="4467701"/>
          </a:xfrm>
          <a:prstGeom prst="rect">
            <a:avLst/>
          </a:prstGeom>
        </p:spPr>
        <p:txBody>
          <a:bodyPr vert="horz" lIns="91440" tIns="45720" rIns="91440" bIns="45720" rtlCol="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Altbilgi Yer Tutucusu 5"/>
          <p:cNvSpPr>
            <a:spLocks noGrp="1"/>
          </p:cNvSpPr>
          <p:nvPr>
            <p:ph type="ftr" sz="quarter" idx="4"/>
          </p:nvPr>
        </p:nvSpPr>
        <p:spPr>
          <a:xfrm>
            <a:off x="0" y="9430091"/>
            <a:ext cx="2889938" cy="496411"/>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777607" y="9430091"/>
            <a:ext cx="2889938" cy="496411"/>
          </a:xfrm>
          <a:prstGeom prst="rect">
            <a:avLst/>
          </a:prstGeom>
        </p:spPr>
        <p:txBody>
          <a:bodyPr vert="horz" lIns="91440" tIns="45720" rIns="91440" bIns="45720" rtlCol="0" anchor="b"/>
          <a:lstStyle>
            <a:lvl1pPr algn="r">
              <a:defRPr sz="1200"/>
            </a:lvl1pPr>
          </a:lstStyle>
          <a:p>
            <a:fld id="{07E959F8-A2F4-45FB-B2CC-9E3810D229D2}" type="slidenum">
              <a:rPr lang="tr-TR" smtClean="0"/>
              <a:t>‹#›</a:t>
            </a:fld>
            <a:endParaRPr lang="tr-TR"/>
          </a:p>
        </p:txBody>
      </p:sp>
    </p:spTree>
    <p:extLst>
      <p:ext uri="{BB962C8B-B14F-4D97-AF65-F5344CB8AC3E}">
        <p14:creationId xmlns:p14="http://schemas.microsoft.com/office/powerpoint/2010/main" val="7111048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1</a:t>
            </a:fld>
            <a:endParaRPr lang="tr-TR"/>
          </a:p>
        </p:txBody>
      </p:sp>
    </p:spTree>
    <p:extLst>
      <p:ext uri="{BB962C8B-B14F-4D97-AF65-F5344CB8AC3E}">
        <p14:creationId xmlns:p14="http://schemas.microsoft.com/office/powerpoint/2010/main" val="28311072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2</a:t>
            </a:fld>
            <a:endParaRPr lang="tr-TR"/>
          </a:p>
        </p:txBody>
      </p:sp>
    </p:spTree>
    <p:extLst>
      <p:ext uri="{BB962C8B-B14F-4D97-AF65-F5344CB8AC3E}">
        <p14:creationId xmlns:p14="http://schemas.microsoft.com/office/powerpoint/2010/main" val="25030872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10"/>
          </p:nvPr>
        </p:nvSpPr>
        <p:spPr/>
        <p:txBody>
          <a:bodyPr/>
          <a:lstStyle/>
          <a:p>
            <a:fld id="{07E959F8-A2F4-45FB-B2CC-9E3810D229D2}" type="slidenum">
              <a:rPr lang="tr-TR" smtClean="0"/>
              <a:t>3</a:t>
            </a:fld>
            <a:endParaRPr lang="tr-TR"/>
          </a:p>
        </p:txBody>
      </p:sp>
    </p:spTree>
    <p:extLst>
      <p:ext uri="{BB962C8B-B14F-4D97-AF65-F5344CB8AC3E}">
        <p14:creationId xmlns:p14="http://schemas.microsoft.com/office/powerpoint/2010/main" val="4187383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Zaman ve kâğıt israfı yapmadan çıktı almak için, yapılması gereken bazı kontrol ve işlemler vardır. Bu işlemler belge biçimlendirmesi, yazım denetimi ve başlıkların konumları gibi belge görünümünü ve estetiğini ilgilendiren düzenlemelerdir. Buradan</a:t>
            </a:r>
            <a:r>
              <a:rPr lang="tr-TR" sz="1200" kern="1200" baseline="0" dirty="0" smtClean="0">
                <a:solidFill>
                  <a:schemeClr val="tx1"/>
                </a:solidFill>
                <a:effectLst/>
                <a:latin typeface="+mn-lt"/>
                <a:ea typeface="+mn-ea"/>
                <a:cs typeface="+mn-cs"/>
              </a:rPr>
              <a:t> kağıt yönü, kenar boşluklarını kontrol etmek, kullandığı karakter büyüklüğünün uygun olup olmadığının denetlemek gerekir. Gerek duyulursa bunlar tekrar ayarlanmalıdır. </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4</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Belgeyi yazdırmadan önce Word belgesi ile çalışırken kullanıcılar için büyük kolaylık sağlayan özelliklerden biri Yazım ve Dilbilgisini denetlemesidir. Varsayılan olarak, Microsoft Word, olası yazım yanlışları için dalgalı kırmızı alt çizgiler ve olası dilbilgisi yanlışları için de dalgalı yeşil alt çizgiler kullanarak, yazarken otomatik olarak dilbilgisi ve yazım denetimi uygular. Bu hataları belge içerisinde farenin sağ tuşuna</a:t>
            </a:r>
            <a:r>
              <a:rPr lang="tr-TR" sz="1200" kern="1200" baseline="0" dirty="0" smtClean="0">
                <a:solidFill>
                  <a:schemeClr val="tx1"/>
                </a:solidFill>
                <a:effectLst/>
                <a:latin typeface="+mn-lt"/>
                <a:ea typeface="+mn-ea"/>
                <a:cs typeface="+mn-cs"/>
              </a:rPr>
              <a:t> tıklayıp Word’ün önerdiği doğru yazılmış sözcüklerden birini seçerek düzeltebiliriz. </a:t>
            </a:r>
            <a:r>
              <a:rPr lang="tr-TR" sz="1200" kern="1200" dirty="0" smtClean="0">
                <a:solidFill>
                  <a:schemeClr val="tx1"/>
                </a:solidFill>
                <a:effectLst/>
                <a:latin typeface="+mn-lt"/>
                <a:ea typeface="+mn-ea"/>
                <a:cs typeface="+mn-cs"/>
              </a:rPr>
              <a:t>Ancak bazen yazarken yazım yanlışlarının düzeltilmesi daha sonraya bırakılabilir veya gözden kaçabilir. Bu durumlarda yazım denetimini belgeyi yazdırmadan önce tek seferde yapılabilir. </a:t>
            </a:r>
            <a:r>
              <a:rPr lang="tr-TR" sz="1200" dirty="0" smtClean="0"/>
              <a:t>Belge yazdırılmadan önce yazım denetimi yapmak için</a:t>
            </a:r>
          </a:p>
          <a:p>
            <a:r>
              <a:rPr lang="tr-TR" sz="1200" b="1" dirty="0" smtClean="0"/>
              <a:t>Gözden Geçir </a:t>
            </a:r>
            <a:r>
              <a:rPr lang="tr-TR" sz="1200" dirty="0" smtClean="0"/>
              <a:t>sekmesi</a:t>
            </a:r>
            <a:r>
              <a:rPr lang="tr-TR" sz="1200" b="1" dirty="0" smtClean="0"/>
              <a:t>&gt;Yazım Denetleme</a:t>
            </a:r>
            <a:r>
              <a:rPr lang="tr-TR" sz="1200" dirty="0" smtClean="0"/>
              <a:t> komut grubun bulunan komutlar</a:t>
            </a:r>
          </a:p>
          <a:p>
            <a:pPr marL="0" marR="0" indent="0" algn="l" defTabSz="914400" rtl="0" eaLnBrk="1" fontAlgn="auto" latinLnBrk="0" hangingPunct="1">
              <a:lnSpc>
                <a:spcPct val="100000"/>
              </a:lnSpc>
              <a:spcBef>
                <a:spcPts val="0"/>
              </a:spcBef>
              <a:spcAft>
                <a:spcPts val="0"/>
              </a:spcAft>
              <a:buClrTx/>
              <a:buSzTx/>
              <a:buFontTx/>
              <a:buNone/>
              <a:tabLst/>
              <a:defRPr/>
            </a:pPr>
            <a:r>
              <a:rPr lang="tr-TR" sz="1200" b="1" dirty="0" smtClean="0"/>
              <a:t>Fare</a:t>
            </a:r>
            <a:r>
              <a:rPr lang="tr-TR" sz="1200" dirty="0" smtClean="0"/>
              <a:t> </a:t>
            </a:r>
            <a:r>
              <a:rPr lang="tr-TR" sz="1200" dirty="0" err="1" smtClean="0"/>
              <a:t>kısayol</a:t>
            </a:r>
            <a:r>
              <a:rPr lang="tr-TR" sz="1200" dirty="0" smtClean="0"/>
              <a:t> menüsü&gt; </a:t>
            </a:r>
            <a:r>
              <a:rPr lang="tr-TR" sz="1200" b="1" dirty="0" smtClean="0"/>
              <a:t>Yazım Denetimi </a:t>
            </a:r>
            <a:r>
              <a:rPr lang="tr-TR" sz="1200" dirty="0" smtClean="0"/>
              <a:t>komutu kullanılır </a:t>
            </a:r>
          </a:p>
          <a:p>
            <a:r>
              <a:rPr lang="tr-TR" sz="1200" kern="1200" dirty="0" smtClean="0">
                <a:solidFill>
                  <a:schemeClr val="tx1"/>
                </a:solidFill>
                <a:effectLst/>
                <a:latin typeface="+mn-lt"/>
                <a:ea typeface="+mn-ea"/>
                <a:cs typeface="+mn-cs"/>
              </a:rPr>
              <a:t>Burada bulunan yazım ve dilbilgisi komutuna tıkladığımızda açılan Yazım Denetimi ve Dilbilgisi iletişim penceresinden belge içerisindeki yazım hatalarını denetleriz.</a:t>
            </a:r>
            <a:r>
              <a:rPr lang="tr-TR" sz="1200" kern="1200" baseline="0" dirty="0" smtClean="0">
                <a:solidFill>
                  <a:schemeClr val="tx1"/>
                </a:solidFill>
                <a:effectLst/>
                <a:latin typeface="+mn-lt"/>
                <a:ea typeface="+mn-ea"/>
                <a:cs typeface="+mn-cs"/>
              </a:rPr>
              <a:t> Hatalı yazılmış veya tekrar eden sözcükleri bu denetlemede sileriz.</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5</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b="0" baseline="0" dirty="0" smtClean="0"/>
              <a:t>Belge içerisinde yazılmış hatalı sözcükleri Word algılayıp altını kırmızı dalgalı çizgili olarak gösterebilir. Ancak Word otomatik yazım denetiminin hatalı olarak gösterdiği sözcüğü kontrol ettiğimizde sözcüğün doğru yazılmış olduğunu görebiliriz.  Bu durumla ister belgeye veri girerken karşılaşalım ve fare  </a:t>
            </a:r>
            <a:r>
              <a:rPr lang="tr-TR" sz="1200" b="0" baseline="0" dirty="0" err="1" smtClean="0"/>
              <a:t>kısayol</a:t>
            </a:r>
            <a:r>
              <a:rPr lang="tr-TR" sz="1200" b="0" baseline="0" dirty="0" smtClean="0"/>
              <a:t> menüsünden önerilen sözcükleri seçelim isterse,  </a:t>
            </a:r>
            <a:r>
              <a:rPr lang="tr-TR" sz="1200" kern="1200" dirty="0" smtClean="0">
                <a:solidFill>
                  <a:schemeClr val="tx1"/>
                </a:solidFill>
                <a:effectLst/>
                <a:latin typeface="+mn-lt"/>
                <a:ea typeface="+mn-ea"/>
                <a:cs typeface="+mn-cs"/>
              </a:rPr>
              <a:t>Yazım Denetimi ve Dilbilgisi iletişim penceresinden denetleme yaparken bu durumla karşılaşalım bu sözcüğü Word’dün bir daha hatalı olarak göstermemesi için Sözlüğe</a:t>
            </a:r>
            <a:r>
              <a:rPr lang="tr-TR" sz="1200" kern="1200" baseline="0" dirty="0" smtClean="0">
                <a:solidFill>
                  <a:schemeClr val="tx1"/>
                </a:solidFill>
                <a:effectLst/>
                <a:latin typeface="+mn-lt"/>
                <a:ea typeface="+mn-ea"/>
                <a:cs typeface="+mn-cs"/>
              </a:rPr>
              <a:t> ekle komutunu kullanırız. Böylece Word bir daha bu sözcüğü hatalı olarak algılamayacaktır. </a:t>
            </a:r>
            <a:endParaRPr lang="tr-TR" sz="1200" b="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6</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Zaman ve kâğıt israfı yapmadan çıktı almak için, yapılması gereken bazı kontrol ve işlemler vardır. Bu işlemler belge biçimlendirmesi, yazım denetimi ve başlıkların konumları gibi belge görünümünü ve estetiğini ilgilendiren düzenlemelerdir. Buradan</a:t>
            </a:r>
            <a:r>
              <a:rPr lang="tr-TR" sz="1200" kern="1200" baseline="0" dirty="0" smtClean="0">
                <a:solidFill>
                  <a:schemeClr val="tx1"/>
                </a:solidFill>
                <a:effectLst/>
                <a:latin typeface="+mn-lt"/>
                <a:ea typeface="+mn-ea"/>
                <a:cs typeface="+mn-cs"/>
              </a:rPr>
              <a:t> kağıt yönü, kenar boşluklarını kontrol etmek, kullandığı karakter büyüklüğünün görülmesi için belgenin </a:t>
            </a:r>
            <a:r>
              <a:rPr lang="tr-TR" sz="1200" kern="1200" baseline="0" dirty="0" err="1" smtClean="0">
                <a:solidFill>
                  <a:schemeClr val="tx1"/>
                </a:solidFill>
                <a:effectLst/>
                <a:latin typeface="+mn-lt"/>
                <a:ea typeface="+mn-ea"/>
                <a:cs typeface="+mn-cs"/>
              </a:rPr>
              <a:t>Baskstage</a:t>
            </a:r>
            <a:r>
              <a:rPr lang="tr-TR" sz="1200" kern="1200" baseline="0" dirty="0" smtClean="0">
                <a:solidFill>
                  <a:schemeClr val="tx1"/>
                </a:solidFill>
                <a:effectLst/>
                <a:latin typeface="+mn-lt"/>
                <a:ea typeface="+mn-ea"/>
                <a:cs typeface="+mn-cs"/>
              </a:rPr>
              <a:t> görünümünde </a:t>
            </a:r>
            <a:r>
              <a:rPr lang="tr-TR" sz="1200" kern="1200" baseline="0" dirty="0" err="1" smtClean="0">
                <a:solidFill>
                  <a:schemeClr val="tx1"/>
                </a:solidFill>
                <a:effectLst/>
                <a:latin typeface="+mn-lt"/>
                <a:ea typeface="+mn-ea"/>
                <a:cs typeface="+mn-cs"/>
              </a:rPr>
              <a:t>önizleme</a:t>
            </a:r>
            <a:r>
              <a:rPr lang="tr-TR" sz="1200" kern="1200" baseline="0" dirty="0" smtClean="0">
                <a:solidFill>
                  <a:schemeClr val="tx1"/>
                </a:solidFill>
                <a:effectLst/>
                <a:latin typeface="+mn-lt"/>
                <a:ea typeface="+mn-ea"/>
                <a:cs typeface="+mn-cs"/>
              </a:rPr>
              <a:t> bölümünden sayfaların tek tek kontrol edilmesinde büyük fayda vardır. Bu bölmeden gerekirse belgeyi yakınlaştırıp uzaklaştırarak sayfalarda ilerlemek suretiyle kontrol yapılmalıdır. </a:t>
            </a:r>
            <a:endParaRPr lang="tr-TR" sz="1200" kern="1200" dirty="0" smtClean="0">
              <a:solidFill>
                <a:schemeClr val="tx1"/>
              </a:solidFill>
              <a:effectLst/>
              <a:latin typeface="+mn-lt"/>
              <a:ea typeface="+mn-ea"/>
              <a:cs typeface="+mn-cs"/>
            </a:endParaRPr>
          </a:p>
          <a:p>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7</a:t>
            </a:fld>
            <a:endParaRPr lang="tr-TR"/>
          </a:p>
        </p:txBody>
      </p:sp>
    </p:spTree>
    <p:extLst>
      <p:ext uri="{BB962C8B-B14F-4D97-AF65-F5344CB8AC3E}">
        <p14:creationId xmlns:p14="http://schemas.microsoft.com/office/powerpoint/2010/main" val="4187942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sz="1200" kern="1200" dirty="0" smtClean="0">
                <a:solidFill>
                  <a:schemeClr val="tx1"/>
                </a:solidFill>
                <a:effectLst/>
                <a:latin typeface="+mn-lt"/>
                <a:ea typeface="+mn-ea"/>
                <a:cs typeface="+mn-cs"/>
              </a:rPr>
              <a:t>Geçerli Word belgesine son halini verdikten sonra sıra bu belgenin çıktısına almaya gelir. Belgenin tamamının çıktısını almak istiyorsak ve bilgisayarımızda ayarlanmış bir yazıcı varsa bu işlem çok kolay. Klavye kısa yolundan </a:t>
            </a:r>
            <a:r>
              <a:rPr lang="tr-TR" sz="1200" kern="1200" dirty="0" err="1" smtClean="0">
                <a:solidFill>
                  <a:schemeClr val="tx1"/>
                </a:solidFill>
                <a:effectLst/>
                <a:latin typeface="+mn-lt"/>
                <a:ea typeface="+mn-ea"/>
                <a:cs typeface="+mn-cs"/>
              </a:rPr>
              <a:t>Ctrl+P</a:t>
            </a:r>
            <a:r>
              <a:rPr lang="tr-TR" sz="1200" kern="1200" dirty="0" smtClean="0">
                <a:solidFill>
                  <a:schemeClr val="tx1"/>
                </a:solidFill>
                <a:effectLst/>
                <a:latin typeface="+mn-lt"/>
                <a:ea typeface="+mn-ea"/>
                <a:cs typeface="+mn-cs"/>
              </a:rPr>
              <a:t> tuşlarına basarak veya Dosya sekmesi Yazdır komutun tıklayarak yazdırmayla ilgili ayarlamaları yapabileceğimiz </a:t>
            </a:r>
            <a:r>
              <a:rPr lang="tr-TR" sz="1200" kern="1200" dirty="0" err="1" smtClean="0">
                <a:solidFill>
                  <a:schemeClr val="tx1"/>
                </a:solidFill>
                <a:effectLst/>
                <a:latin typeface="+mn-lt"/>
                <a:ea typeface="+mn-ea"/>
                <a:cs typeface="+mn-cs"/>
              </a:rPr>
              <a:t>Backstage</a:t>
            </a:r>
            <a:r>
              <a:rPr lang="tr-TR" sz="1200" kern="1200" dirty="0" smtClean="0">
                <a:solidFill>
                  <a:schemeClr val="tx1"/>
                </a:solidFill>
                <a:effectLst/>
                <a:latin typeface="+mn-lt"/>
                <a:ea typeface="+mn-ea"/>
                <a:cs typeface="+mn-cs"/>
              </a:rPr>
              <a:t> görünümü açılır. Burada Ayarlar</a:t>
            </a:r>
            <a:r>
              <a:rPr lang="tr-TR" sz="1200" kern="1200" baseline="0" dirty="0" smtClean="0">
                <a:solidFill>
                  <a:schemeClr val="tx1"/>
                </a:solidFill>
                <a:effectLst/>
                <a:latin typeface="+mn-lt"/>
                <a:ea typeface="+mn-ea"/>
                <a:cs typeface="+mn-cs"/>
              </a:rPr>
              <a:t> sekmesinde bulunan Tüm Sayfaları Yazdır komutuna tıklayarak açılan menüden yazdırılacak sayfalar belirlenmelidir. </a:t>
            </a:r>
            <a:endParaRPr lang="tr-TR" sz="1200" kern="1200" dirty="0">
              <a:solidFill>
                <a:schemeClr val="tx1"/>
              </a:solidFill>
              <a:effectLst/>
              <a:latin typeface="+mn-lt"/>
              <a:ea typeface="+mn-ea"/>
              <a:cs typeface="+mn-cs"/>
            </a:endParaRPr>
          </a:p>
        </p:txBody>
      </p:sp>
      <p:sp>
        <p:nvSpPr>
          <p:cNvPr id="4" name="Slayt Numarası Yer Tutucusu 3"/>
          <p:cNvSpPr>
            <a:spLocks noGrp="1"/>
          </p:cNvSpPr>
          <p:nvPr>
            <p:ph type="sldNum" sz="quarter" idx="10"/>
          </p:nvPr>
        </p:nvSpPr>
        <p:spPr/>
        <p:txBody>
          <a:bodyPr/>
          <a:lstStyle/>
          <a:p>
            <a:fld id="{07E959F8-A2F4-45FB-B2CC-9E3810D229D2}" type="slidenum">
              <a:rPr lang="tr-TR" smtClean="0"/>
              <a:t>8</a:t>
            </a:fld>
            <a:endParaRPr lang="tr-TR"/>
          </a:p>
        </p:txBody>
      </p:sp>
    </p:spTree>
    <p:extLst>
      <p:ext uri="{BB962C8B-B14F-4D97-AF65-F5344CB8AC3E}">
        <p14:creationId xmlns:p14="http://schemas.microsoft.com/office/powerpoint/2010/main" val="9532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Görüntüsü Yer Tutucusu 1"/>
          <p:cNvSpPr>
            <a:spLocks noGrp="1" noRot="1" noChangeAspect="1"/>
          </p:cNvSpPr>
          <p:nvPr>
            <p:ph type="sldImg"/>
          </p:nvPr>
        </p:nvSpPr>
        <p:spPr/>
      </p:sp>
      <p:sp>
        <p:nvSpPr>
          <p:cNvPr id="3" name="Not Yer Tutucusu 2"/>
          <p:cNvSpPr>
            <a:spLocks noGrp="1"/>
          </p:cNvSpPr>
          <p:nvPr>
            <p:ph type="body" idx="1"/>
          </p:nvPr>
        </p:nvSpPr>
        <p:spPr/>
        <p:txBody>
          <a:bodyPr/>
          <a:lstStyle/>
          <a:p>
            <a:r>
              <a:rPr lang="tr-TR" dirty="0" smtClean="0"/>
              <a:t>Yazım denetimi</a:t>
            </a:r>
            <a:r>
              <a:rPr lang="tr-TR" baseline="0" dirty="0" smtClean="0"/>
              <a:t> ve </a:t>
            </a:r>
            <a:r>
              <a:rPr lang="tr-TR" dirty="0" smtClean="0"/>
              <a:t>Baskı </a:t>
            </a:r>
            <a:r>
              <a:rPr lang="tr-TR" dirty="0" err="1" smtClean="0"/>
              <a:t>önizleme</a:t>
            </a:r>
            <a:r>
              <a:rPr lang="tr-TR" dirty="0" smtClean="0"/>
              <a:t> yapıldıktan sonra yapılacak</a:t>
            </a:r>
            <a:r>
              <a:rPr lang="tr-TR" baseline="0" dirty="0" smtClean="0"/>
              <a:t> olan ayarlamalardan biri çıktının sayfanın tek yüzüne mi yoksa çift yüzüne mi yazdırılacağıdır. Yazıcıların bazıları sadece otomatik olarak sadece kağıdın tek yüzüne çıktı alabilirken, bazıları iki yüze çıktı alabilmektedir. Çift yüze yazdırma özelliği olan yazıcılarda çıktının nasıl alınacağının belirlenmesi gerekir. Bir diğer ayarlama da çıktının hangi yazıcıdan alınacağıyla ilgilidir. İş yerlerinde bilgisayarınızın bağlı olduğu ağda birden fazla yazıcı olabilir. Varsayılan olarak atanan yazıcı siyah beyaz çıktı, başka bir yazıcı da renkli çıktı aldığını varsayarsak, alacağımız çıktı siyah beyazsa yazıcı değişikliği yapmamıza gerek yok. Yazdır komutuna tıkladığımızda varsayılan yazıcıdan çıktı alınır. Ancak renkli çıktı almak istiyorsak Yazıcı sekmesinin altındaki açılır menüden renkli çıktı alan yazıcıyı seçip yazdır komutuna </a:t>
            </a:r>
            <a:r>
              <a:rPr lang="tr-TR" baseline="0" smtClean="0"/>
              <a:t>tıklamamız gerekiyor.</a:t>
            </a:r>
            <a:endParaRPr lang="tr-TR" dirty="0"/>
          </a:p>
        </p:txBody>
      </p:sp>
      <p:sp>
        <p:nvSpPr>
          <p:cNvPr id="4" name="Slayt Numarası Yer Tutucusu 3"/>
          <p:cNvSpPr>
            <a:spLocks noGrp="1"/>
          </p:cNvSpPr>
          <p:nvPr>
            <p:ph type="sldNum" sz="quarter" idx="10"/>
          </p:nvPr>
        </p:nvSpPr>
        <p:spPr/>
        <p:txBody>
          <a:bodyPr/>
          <a:lstStyle/>
          <a:p>
            <a:fld id="{07E959F8-A2F4-45FB-B2CC-9E3810D229D2}" type="slidenum">
              <a:rPr lang="tr-TR" smtClean="0"/>
              <a:t>9</a:t>
            </a:fld>
            <a:endParaRPr lang="tr-TR"/>
          </a:p>
        </p:txBody>
      </p:sp>
    </p:spTree>
    <p:extLst>
      <p:ext uri="{BB962C8B-B14F-4D97-AF65-F5344CB8AC3E}">
        <p14:creationId xmlns:p14="http://schemas.microsoft.com/office/powerpoint/2010/main" val="953275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tags" Target="../tags/tag18.xml"/><Relationship Id="rId3" Type="http://schemas.openxmlformats.org/officeDocument/2006/relationships/tags" Target="../tags/tag13.xml"/><Relationship Id="rId7" Type="http://schemas.openxmlformats.org/officeDocument/2006/relationships/tags" Target="../tags/tag17.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slideMaster" Target="../slideMasters/slideMaster1.xml"/><Relationship Id="rId4" Type="http://schemas.openxmlformats.org/officeDocument/2006/relationships/tags" Target="../tags/tag14.xml"/><Relationship Id="rId9" Type="http://schemas.openxmlformats.org/officeDocument/2006/relationships/tags" Target="../tags/tag19.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tags" Target="../tags/tag20.xml"/><Relationship Id="rId6" Type="http://schemas.openxmlformats.org/officeDocument/2006/relationships/slideMaster" Target="../slideMasters/slideMaster1.xml"/><Relationship Id="rId5" Type="http://schemas.openxmlformats.org/officeDocument/2006/relationships/tags" Target="../tags/tag24.xml"/><Relationship Id="rId4" Type="http://schemas.openxmlformats.org/officeDocument/2006/relationships/tags" Target="../tags/tag23.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tags" Target="../tags/tag32.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slideMaster" Target="../slideMasters/slideMaster2.xml"/><Relationship Id="rId5" Type="http://schemas.openxmlformats.org/officeDocument/2006/relationships/tags" Target="../tags/tag34.xml"/><Relationship Id="rId4" Type="http://schemas.openxmlformats.org/officeDocument/2006/relationships/tags" Target="../tags/tag3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11" name="Rectangle 10"/>
          <p:cNvSpPr/>
          <p:nvPr>
            <p:custDataLst>
              <p:tags r:id="rId1"/>
            </p:custDataLst>
          </p:nvPr>
        </p:nvSpPr>
        <p:spPr>
          <a:xfrm>
            <a:off x="0" y="3866920"/>
            <a:ext cx="9144000" cy="299108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custDataLst>
              <p:tags r:id="rId2"/>
            </p:custDataLst>
          </p:nvPr>
        </p:nvSpPr>
        <p:spPr>
          <a:xfrm>
            <a:off x="0" y="0"/>
            <a:ext cx="9144000" cy="386692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p:cNvSpPr/>
          <p:nvPr>
            <p:custDataLst>
              <p:tags r:id="rId3"/>
            </p:custDataLst>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p:cNvSpPr/>
          <p:nvPr>
            <p:custDataLst>
              <p:tags r:id="rId4"/>
            </p:custDataLst>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p:cNvSpPr>
            <a:spLocks noGrp="1"/>
          </p:cNvSpPr>
          <p:nvPr>
            <p:ph type="subTitle" idx="1"/>
            <p:custDataLst>
              <p:tags r:id="rId5"/>
            </p:custDataLst>
          </p:nvPr>
        </p:nvSpPr>
        <p:spPr>
          <a:xfrm>
            <a:off x="1473795" y="5052545"/>
            <a:ext cx="5637010" cy="882119"/>
          </a:xfrm>
        </p:spPr>
        <p:txBody>
          <a:bodyPr>
            <a:normAutofit/>
          </a:bodyPr>
          <a:lstStyle>
            <a:lvl1pPr marL="0" indent="0" algn="l">
              <a:buNone/>
              <a:defRPr sz="22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custDataLst>
              <p:tags r:id="rId6"/>
            </p:custDataLst>
          </p:nvPr>
        </p:nvSpPr>
        <p:spPr/>
        <p:txBody>
          <a:bodyPr/>
          <a:lstStyle/>
          <a:p>
            <a:fld id="{33211F5A-2E08-43CC-ADB2-AE0E31144EA2}" type="datetime1">
              <a:rPr lang="tr-TR" smtClean="0"/>
              <a:t>18.10.2011</a:t>
            </a:fld>
            <a:endParaRPr lang="tr-TR"/>
          </a:p>
        </p:txBody>
      </p:sp>
      <p:sp>
        <p:nvSpPr>
          <p:cNvPr id="5" name="Footer Placeholder 4"/>
          <p:cNvSpPr>
            <a:spLocks noGrp="1"/>
          </p:cNvSpPr>
          <p:nvPr>
            <p:ph type="ftr" sz="quarter" idx="11"/>
            <p:custDataLst>
              <p:tags r:id="rId7"/>
            </p:custDataLst>
          </p:nvPr>
        </p:nvSpPr>
        <p:spPr/>
        <p:txBody>
          <a:bodyPr/>
          <a:lstStyle/>
          <a:p>
            <a:endParaRPr lang="tr-TR"/>
          </a:p>
        </p:txBody>
      </p:sp>
      <p:sp>
        <p:nvSpPr>
          <p:cNvPr id="6" name="Slide Number Placeholder 5"/>
          <p:cNvSpPr>
            <a:spLocks noGrp="1"/>
          </p:cNvSpPr>
          <p:nvPr>
            <p:ph type="sldNum" sz="quarter" idx="12"/>
            <p:custDataLst>
              <p:tags r:id="rId8"/>
            </p:custDataLst>
          </p:nvPr>
        </p:nvSpPr>
        <p:spPr/>
        <p:txBody>
          <a:bodyPr/>
          <a:lstStyle/>
          <a:p>
            <a:fld id="{C1FA2219-9131-49AD-A1B5-1FFD48A79E7F}" type="slidenum">
              <a:rPr lang="tr-TR" smtClean="0"/>
              <a:t>‹#›</a:t>
            </a:fld>
            <a:endParaRPr lang="tr-TR"/>
          </a:p>
        </p:txBody>
      </p:sp>
      <p:sp>
        <p:nvSpPr>
          <p:cNvPr id="2" name="Title 1"/>
          <p:cNvSpPr>
            <a:spLocks noGrp="1"/>
          </p:cNvSpPr>
          <p:nvPr>
            <p:ph type="ctrTitle"/>
            <p:custDataLst>
              <p:tags r:id="rId9"/>
            </p:custDataLst>
          </p:nvPr>
        </p:nvSpPr>
        <p:spPr>
          <a:xfrm>
            <a:off x="817581" y="3132290"/>
            <a:ext cx="7175351" cy="1793167"/>
          </a:xfrm>
          <a:effectLst/>
        </p:spPr>
        <p:txBody>
          <a:bodyPr>
            <a:noAutofit/>
          </a:bodyPr>
          <a:lstStyle>
            <a:lvl1pPr marL="640080" indent="-457200" algn="l">
              <a:defRPr sz="5400"/>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4" name="Date Placeholder 3"/>
          <p:cNvSpPr>
            <a:spLocks noGrp="1"/>
          </p:cNvSpPr>
          <p:nvPr>
            <p:ph type="dt" sz="half" idx="10"/>
            <p:custDataLst>
              <p:tags r:id="rId1"/>
            </p:custDataLst>
          </p:nvPr>
        </p:nvSpPr>
        <p:spPr/>
        <p:txBody>
          <a:bodyPr/>
          <a:lstStyle/>
          <a:p>
            <a:fld id="{3FF96886-1644-4805-922F-2BDD80B5EC23}" type="datetime1">
              <a:rPr lang="tr-TR" smtClean="0"/>
              <a:t>18.10.2011</a:t>
            </a:fld>
            <a:endParaRPr lang="tr-TR"/>
          </a:p>
        </p:txBody>
      </p:sp>
      <p:sp>
        <p:nvSpPr>
          <p:cNvPr id="5" name="Footer Placeholder 4"/>
          <p:cNvSpPr>
            <a:spLocks noGrp="1"/>
          </p:cNvSpPr>
          <p:nvPr>
            <p:ph type="ftr" sz="quarter" idx="11"/>
            <p:custDataLst>
              <p:tags r:id="rId2"/>
            </p:custDataLst>
          </p:nvPr>
        </p:nvSpPr>
        <p:spPr/>
        <p:txBody>
          <a:bodyPr/>
          <a:lstStyle/>
          <a:p>
            <a:endParaRPr lang="tr-TR"/>
          </a:p>
        </p:txBody>
      </p:sp>
      <p:sp>
        <p:nvSpPr>
          <p:cNvPr id="6" name="Slide Number Placeholder 5"/>
          <p:cNvSpPr>
            <a:spLocks noGrp="1"/>
          </p:cNvSpPr>
          <p:nvPr>
            <p:ph type="sldNum" sz="quarter" idx="12"/>
            <p:custDataLst>
              <p:tags r:id="rId3"/>
            </p:custDataLst>
          </p:nvPr>
        </p:nvSpPr>
        <p:spPr/>
        <p:txBody>
          <a:bodyPr/>
          <a:lstStyle/>
          <a:p>
            <a:fld id="{C1FA2219-9131-49AD-A1B5-1FFD48A79E7F}" type="slidenum">
              <a:rPr lang="tr-TR" smtClean="0"/>
              <a:t>‹#›</a:t>
            </a:fld>
            <a:endParaRPr lang="tr-TR"/>
          </a:p>
        </p:txBody>
      </p:sp>
      <p:sp>
        <p:nvSpPr>
          <p:cNvPr id="8" name="Title 7"/>
          <p:cNvSpPr>
            <a:spLocks noGrp="1"/>
          </p:cNvSpPr>
          <p:nvPr>
            <p:ph type="title"/>
            <p:custDataLst>
              <p:tags r:id="rId4"/>
            </p:custDataLst>
          </p:nvPr>
        </p:nvSpPr>
        <p:spPr/>
        <p:txBody>
          <a:bodyPr/>
          <a:lstStyle/>
          <a:p>
            <a:r>
              <a:rPr lang="tr-TR" smtClean="0"/>
              <a:t>Asıl başlık stili için tıklatın</a:t>
            </a:r>
            <a:endParaRPr lang="en-US"/>
          </a:p>
        </p:txBody>
      </p:sp>
      <p:sp>
        <p:nvSpPr>
          <p:cNvPr id="10" name="Content Placeholder 9"/>
          <p:cNvSpPr>
            <a:spLocks noGrp="1"/>
          </p:cNvSpPr>
          <p:nvPr>
            <p:ph sz="quarter" idx="13"/>
            <p:custDataLst>
              <p:tags r:id="rId5"/>
            </p:custDataLst>
          </p:nvPr>
        </p:nvSpPr>
        <p:spPr>
          <a:xfrm>
            <a:off x="1143000" y="731520"/>
            <a:ext cx="6400800"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7" name="Rectangle 6"/>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033195" y="2172648"/>
            <a:ext cx="5966666" cy="2423346"/>
          </a:xfrm>
          <a:effectLst/>
        </p:spPr>
        <p:txBody>
          <a:bodyPr anchor="b"/>
          <a:lstStyle>
            <a:lvl1pPr algn="r">
              <a:defRPr sz="4600" b="1" cap="none" baseline="0"/>
            </a:lvl1pPr>
          </a:lstStyle>
          <a:p>
            <a:r>
              <a:rPr lang="tr-TR" smtClean="0"/>
              <a:t>Asıl başlık stili için tıklatın</a:t>
            </a:r>
            <a:endParaRPr lang="en-US" dirty="0"/>
          </a:p>
        </p:txBody>
      </p:sp>
      <p:sp>
        <p:nvSpPr>
          <p:cNvPr id="3" name="Text Placeholder 2"/>
          <p:cNvSpPr>
            <a:spLocks noGrp="1"/>
          </p:cNvSpPr>
          <p:nvPr>
            <p:ph type="body" idx="1"/>
          </p:nvPr>
        </p:nvSpPr>
        <p:spPr>
          <a:xfrm>
            <a:off x="2022438" y="4607511"/>
            <a:ext cx="5970494" cy="835460"/>
          </a:xfrm>
        </p:spPr>
        <p:txBody>
          <a:bodyPr anchor="t"/>
          <a:lstStyle>
            <a:lvl1pPr marL="0" indent="0" algn="r">
              <a:buNone/>
              <a:defRPr sz="20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8BA02361-8417-4EAF-964E-6B3AF1721E64}"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323E45B0-EA10-4B07-8566-CE20F9188C4B}"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8" name="Title 7"/>
          <p:cNvSpPr>
            <a:spLocks noGrp="1"/>
          </p:cNvSpPr>
          <p:nvPr>
            <p:ph type="title"/>
          </p:nvPr>
        </p:nvSpPr>
        <p:spPr/>
        <p:txBody>
          <a:bodyPr/>
          <a:lstStyle/>
          <a:p>
            <a:r>
              <a:rPr lang="tr-TR" smtClean="0"/>
              <a:t>Asıl başlık stili için tıklatın</a:t>
            </a:r>
            <a:endParaRPr lang="en-US"/>
          </a:p>
        </p:txBody>
      </p:sp>
      <p:sp>
        <p:nvSpPr>
          <p:cNvPr id="9" name="Content Placeholder 8"/>
          <p:cNvSpPr>
            <a:spLocks noGrp="1"/>
          </p:cNvSpPr>
          <p:nvPr>
            <p:ph sz="quarter" idx="13"/>
          </p:nvPr>
        </p:nvSpPr>
        <p:spPr>
          <a:xfrm>
            <a:off x="1142999" y="731519"/>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11" name="Content Placeholder 10"/>
          <p:cNvSpPr>
            <a:spLocks noGrp="1"/>
          </p:cNvSpPr>
          <p:nvPr>
            <p:ph sz="quarter" idx="14"/>
          </p:nvPr>
        </p:nvSpPr>
        <p:spPr>
          <a:xfrm>
            <a:off x="4645152" y="731520"/>
            <a:ext cx="3346704" cy="3474720"/>
          </a:xfrm>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Tree>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143000"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1156447" y="1400327"/>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7302" y="731520"/>
            <a:ext cx="3346704" cy="639762"/>
          </a:xfrm>
        </p:spPr>
        <p:txBody>
          <a:bodyPr anchor="b">
            <a:noAutofit/>
          </a:bodyPr>
          <a:lstStyle>
            <a:lvl1pPr marL="0" indent="0" algn="ctr">
              <a:buNone/>
              <a:defRPr lang="en-US" sz="2400" b="1" i="0" kern="1200" dirty="0" smtClean="0">
                <a:gradFill>
                  <a:gsLst>
                    <a:gs pos="0">
                      <a:schemeClr val="tx1"/>
                    </a:gs>
                    <a:gs pos="40000">
                      <a:schemeClr val="tx1">
                        <a:lumMod val="75000"/>
                        <a:lumOff val="25000"/>
                      </a:schemeClr>
                    </a:gs>
                    <a:gs pos="100000">
                      <a:schemeClr val="tx2">
                        <a:alpha val="65000"/>
                      </a:schemeClr>
                    </a:gs>
                  </a:gsLst>
                  <a:lin ang="5400000" scaled="0"/>
                </a:gradFill>
                <a:effectLst/>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ctr" defTabSz="914400" rtl="0" eaLnBrk="1" latinLnBrk="0" hangingPunct="1">
              <a:spcBef>
                <a:spcPct val="20000"/>
              </a:spcBef>
              <a:spcAft>
                <a:spcPts val="300"/>
              </a:spcAft>
              <a:buClr>
                <a:schemeClr val="accent6">
                  <a:lumMod val="75000"/>
                </a:schemeClr>
              </a:buClr>
              <a:buSzPct val="130000"/>
              <a:buFont typeface="Georgia" pitchFamily="18" charset="0"/>
              <a:buNone/>
            </a:pPr>
            <a:r>
              <a:rPr lang="tr-TR" smtClean="0"/>
              <a:t>Asıl metin stillerini düzenlemek için tıklatın</a:t>
            </a:r>
          </a:p>
        </p:txBody>
      </p:sp>
      <p:sp>
        <p:nvSpPr>
          <p:cNvPr id="6" name="Content Placeholder 5"/>
          <p:cNvSpPr>
            <a:spLocks noGrp="1"/>
          </p:cNvSpPr>
          <p:nvPr>
            <p:ph sz="quarter" idx="4"/>
          </p:nvPr>
        </p:nvSpPr>
        <p:spPr>
          <a:xfrm>
            <a:off x="4645025" y="1399032"/>
            <a:ext cx="3346704" cy="2743200"/>
          </a:xfrm>
        </p:spPr>
        <p:txBody>
          <a:bodyPr>
            <a:normAutofit/>
          </a:bodyPr>
          <a:lstStyle>
            <a:lvl1pPr>
              <a:defRPr sz="18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7" name="Date Placeholder 6"/>
          <p:cNvSpPr>
            <a:spLocks noGrp="1"/>
          </p:cNvSpPr>
          <p:nvPr>
            <p:ph type="dt" sz="half" idx="10"/>
          </p:nvPr>
        </p:nvSpPr>
        <p:spPr/>
        <p:txBody>
          <a:bodyPr/>
          <a:lstStyle/>
          <a:p>
            <a:fld id="{60A03491-EA27-4E3B-A7B3-0119A26FB22B}" type="datetime1">
              <a:rPr lang="tr-TR" smtClean="0"/>
              <a:t>18.10.2011</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C1FA2219-9131-49AD-A1B5-1FFD48A79E7F}" type="slidenum">
              <a:rPr lang="tr-TR" smtClean="0"/>
              <a:t>‹#›</a:t>
            </a:fld>
            <a:endParaRPr lang="tr-TR"/>
          </a:p>
        </p:txBody>
      </p:sp>
      <p:sp>
        <p:nvSpPr>
          <p:cNvPr id="10" name="Title 9"/>
          <p:cNvSpPr>
            <a:spLocks noGrp="1"/>
          </p:cNvSpPr>
          <p:nvPr>
            <p:ph type="title"/>
          </p:nvPr>
        </p:nvSpPr>
        <p:spPr/>
        <p:txBody>
          <a:body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3E781847-CA54-4811-B1DC-01FAF672C498}" type="datetime1">
              <a:rPr lang="tr-TR" smtClean="0"/>
              <a:t>18.10.2011</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263337-47B6-4C69-84FB-6ACB4B0D9006}" type="datetime1">
              <a:rPr lang="tr-TR" smtClean="0"/>
              <a:t>18.10.2011</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839095" y="2209800"/>
            <a:ext cx="3636085" cy="1258493"/>
          </a:xfrm>
          <a:effectLst/>
        </p:spPr>
        <p:txBody>
          <a:bodyPr anchor="b">
            <a:noAutofit/>
          </a:bodyPr>
          <a:lstStyle>
            <a:lvl1pPr marL="228600" indent="-228600" algn="l">
              <a:defRPr sz="2800" b="1">
                <a:effectLst/>
              </a:defRPr>
            </a:lvl1pPr>
          </a:lstStyle>
          <a:p>
            <a:r>
              <a:rPr lang="tr-TR" smtClean="0"/>
              <a:t>Asıl başlık stili için tıklatın</a:t>
            </a:r>
            <a:endParaRPr lang="en-US" dirty="0"/>
          </a:p>
        </p:txBody>
      </p:sp>
      <p:sp>
        <p:nvSpPr>
          <p:cNvPr id="3" name="Content Placeholder 2"/>
          <p:cNvSpPr>
            <a:spLocks noGrp="1"/>
          </p:cNvSpPr>
          <p:nvPr>
            <p:ph idx="1"/>
          </p:nvPr>
        </p:nvSpPr>
        <p:spPr>
          <a:xfrm>
            <a:off x="4593515" y="731520"/>
            <a:ext cx="4017085" cy="4894730"/>
          </a:xfrm>
        </p:spPr>
        <p:txBody>
          <a:bodyPr anchor="ctr"/>
          <a:lstStyle>
            <a:lvl1pPr>
              <a:defRPr sz="2200"/>
            </a:lvl1pPr>
            <a:lvl2pPr>
              <a:defRPr sz="2000"/>
            </a:lvl2pPr>
            <a:lvl3pPr>
              <a:defRPr sz="1800"/>
            </a:lvl3pPr>
            <a:lvl4pPr>
              <a:defRPr sz="1600"/>
            </a:lvl4pPr>
            <a:lvl5pPr>
              <a:defRPr sz="14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1075765" y="3497802"/>
            <a:ext cx="3388660" cy="213951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521C6A0F-F9B9-46DA-8227-49B509E26861}"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Başlıklı Resim">
    <p:spTree>
      <p:nvGrpSpPr>
        <p:cNvPr id="1" name=""/>
        <p:cNvGrpSpPr/>
        <p:nvPr/>
      </p:nvGrpSpPr>
      <p:grpSpPr>
        <a:xfrm>
          <a:off x="0" y="0"/>
          <a:ext cx="0" cy="0"/>
          <a:chOff x="0" y="0"/>
          <a:chExt cx="0" cy="0"/>
        </a:xfrm>
      </p:grpSpPr>
      <p:sp>
        <p:nvSpPr>
          <p:cNvPr id="8" name="Rectangle 7"/>
          <p:cNvSpPr/>
          <p:nvPr/>
        </p:nvSpPr>
        <p:spPr>
          <a:xfrm>
            <a:off x="0" y="3866920"/>
            <a:ext cx="9144000" cy="2991080"/>
          </a:xfrm>
          <a:prstGeom prst="rect">
            <a:avLst/>
          </a:prstGeom>
          <a:gradFill>
            <a:gsLst>
              <a:gs pos="0">
                <a:schemeClr val="bg1">
                  <a:alpha val="92000"/>
                </a:schemeClr>
              </a:gs>
              <a:gs pos="37000">
                <a:schemeClr val="bg1">
                  <a:alpha val="77000"/>
                </a:schemeClr>
              </a:gs>
              <a:gs pos="100000">
                <a:schemeClr val="bg2">
                  <a:alpha val="80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0" y="0"/>
            <a:ext cx="9144000" cy="3866920"/>
          </a:xfrm>
          <a:prstGeom prst="rect">
            <a:avLst/>
          </a:prstGeom>
          <a:gradFill flip="none" rotWithShape="1">
            <a:gsLst>
              <a:gs pos="0">
                <a:schemeClr val="bg1">
                  <a:alpha val="90000"/>
                </a:schemeClr>
              </a:gs>
              <a:gs pos="48000">
                <a:schemeClr val="bg1">
                  <a:alpha val="63000"/>
                </a:schemeClr>
              </a:gs>
              <a:gs pos="100000">
                <a:schemeClr val="bg2">
                  <a:alpha val="80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p:cNvSpPr/>
          <p:nvPr/>
        </p:nvSpPr>
        <p:spPr>
          <a:xfrm>
            <a:off x="0" y="2652311"/>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p:cNvSpPr/>
          <p:nvPr/>
        </p:nvSpPr>
        <p:spPr>
          <a:xfrm>
            <a:off x="0" y="1600200"/>
            <a:ext cx="9144000" cy="5105400"/>
          </a:xfrm>
          <a:prstGeom prst="ellipse">
            <a:avLst/>
          </a:prstGeom>
          <a:gradFill flip="none" rotWithShape="1">
            <a:gsLst>
              <a:gs pos="0">
                <a:schemeClr val="bg1"/>
              </a:gs>
              <a:gs pos="54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p:cNvSpPr>
            <a:spLocks noGrp="1"/>
          </p:cNvSpPr>
          <p:nvPr>
            <p:ph type="pic" idx="1"/>
          </p:nvPr>
        </p:nvSpPr>
        <p:spPr>
          <a:xfrm>
            <a:off x="4475175" y="1143000"/>
            <a:ext cx="4114800" cy="3127806"/>
          </a:xfrm>
          <a:prstGeom prst="roundRect">
            <a:avLst>
              <a:gd name="adj" fmla="val 4230"/>
            </a:avLst>
          </a:prstGeom>
          <a:solidFill>
            <a:schemeClr val="bg2">
              <a:lumMod val="90000"/>
            </a:schemeClr>
          </a:solidFill>
          <a:effectLst>
            <a:reflection blurRad="4350" stA="23000" endA="300" endPos="28000" dir="5400000" sy="-100000" algn="bl" rotWithShape="0"/>
          </a:effectLst>
          <a:scene3d>
            <a:camera prst="perspectiveContrastingLeftFacing" fov="1800000">
              <a:rot lat="300000" lon="2100000" rev="0"/>
            </a:camera>
            <a:lightRig rig="balanced" dir="t"/>
          </a:scene3d>
          <a:sp3d>
            <a:bevelT w="50800" h="50800"/>
          </a:sp3d>
        </p:spPr>
        <p:txBody>
          <a:bodyPr>
            <a:normAutofit/>
            <a:flatTx/>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dirty="0"/>
          </a:p>
        </p:txBody>
      </p:sp>
      <p:sp>
        <p:nvSpPr>
          <p:cNvPr id="4" name="Text Placeholder 3"/>
          <p:cNvSpPr>
            <a:spLocks noGrp="1"/>
          </p:cNvSpPr>
          <p:nvPr>
            <p:ph type="body" sz="half" idx="2"/>
          </p:nvPr>
        </p:nvSpPr>
        <p:spPr>
          <a:xfrm>
            <a:off x="877887" y="1010486"/>
            <a:ext cx="3694114" cy="2163020"/>
          </a:xfrm>
        </p:spPr>
        <p:txBody>
          <a:bodyPr anchor="b"/>
          <a:lstStyle>
            <a:lvl1pPr marL="182880" indent="-182880">
              <a:buFont typeface="Georgia" pitchFamily="18" charset="0"/>
              <a:buChar char="*"/>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49639F51-7D0A-41C3-861F-9485E53EC16C}" type="datetime1">
              <a:rPr lang="tr-TR" smtClean="0"/>
              <a:t>18.10.2011</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C1FA2219-9131-49AD-A1B5-1FFD48A79E7F}" type="slidenum">
              <a:rPr lang="tr-TR" smtClean="0"/>
              <a:t>‹#›</a:t>
            </a:fld>
            <a:endParaRPr lang="tr-TR"/>
          </a:p>
        </p:txBody>
      </p:sp>
      <p:sp>
        <p:nvSpPr>
          <p:cNvPr id="2" name="Title 1"/>
          <p:cNvSpPr>
            <a:spLocks noGrp="1"/>
          </p:cNvSpPr>
          <p:nvPr>
            <p:ph type="title"/>
          </p:nvPr>
        </p:nvSpPr>
        <p:spPr>
          <a:xfrm>
            <a:off x="727268" y="4464421"/>
            <a:ext cx="6383538" cy="1143000"/>
          </a:xfrm>
        </p:spPr>
        <p:txBody>
          <a:bodyPr anchor="b">
            <a:noAutofit/>
          </a:bodyPr>
          <a:lstStyle>
            <a:lvl1pPr algn="l">
              <a:defRPr sz="4600" b="1"/>
            </a:lvl1pPr>
          </a:lstStyle>
          <a:p>
            <a:r>
              <a:rPr lang="tr-TR" smtClean="0"/>
              <a:t>Asıl başlık stili için tıklatın</a:t>
            </a:r>
            <a:endParaRPr lang="en-US" dirty="0"/>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1905000" y="731519"/>
            <a:ext cx="6400800" cy="3474720"/>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84EC70DB-3665-4FAF-BEE4-5BD6964DBE41}"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53758" y="376517"/>
            <a:ext cx="2057400" cy="5238339"/>
          </a:xfrm>
          <a:effectLst/>
        </p:spPr>
        <p:txBody>
          <a:bodyPr vert="eaVert"/>
          <a:lstStyle>
            <a:lvl1pPr algn="l">
              <a:defRPr/>
            </a:lvl1pPr>
          </a:lstStyle>
          <a:p>
            <a:r>
              <a:rPr lang="tr-TR" smtClean="0"/>
              <a:t>Asıl başlık stili için tıklatın</a:t>
            </a:r>
            <a:endParaRPr lang="en-US"/>
          </a:p>
        </p:txBody>
      </p:sp>
      <p:sp>
        <p:nvSpPr>
          <p:cNvPr id="3" name="Vertical Text Placeholder 2"/>
          <p:cNvSpPr>
            <a:spLocks noGrp="1"/>
          </p:cNvSpPr>
          <p:nvPr>
            <p:ph type="body" orient="vert" idx="1"/>
          </p:nvPr>
        </p:nvSpPr>
        <p:spPr>
          <a:xfrm>
            <a:off x="3324113" y="731519"/>
            <a:ext cx="4829287" cy="4894729"/>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10"/>
          </p:nvPr>
        </p:nvSpPr>
        <p:spPr/>
        <p:txBody>
          <a:bodyPr/>
          <a:lstStyle/>
          <a:p>
            <a:fld id="{7E68E074-8273-4A0D-B6A2-87AB7BAC7D23}" type="datetime1">
              <a:rPr lang="tr-TR" smtClean="0"/>
              <a:t>18.10.2011</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C1FA2219-9131-49AD-A1B5-1FFD48A79E7F}" type="slidenum">
              <a:rPr lang="tr-TR" smtClean="0"/>
              <a:t>‹#›</a:t>
            </a:fld>
            <a:endParaRPr lang="tr-TR"/>
          </a:p>
        </p:txBody>
      </p:sp>
    </p:spTree>
  </p:cSld>
  <p:clrMapOvr>
    <a:masterClrMapping/>
  </p:clrMapOvr>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Başlık 1"/>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Alt Başlık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Veri Yer Tutucusu 3"/>
          <p:cNvSpPr>
            <a:spLocks noGrp="1"/>
          </p:cNvSpPr>
          <p:nvPr>
            <p:ph type="dt" sz="half" idx="10"/>
          </p:nvPr>
        </p:nvSpPr>
        <p:spPr/>
        <p:txBody>
          <a:bodyPr/>
          <a:lstStyle/>
          <a:p>
            <a:fld id="{AAF7DEBA-5971-409F-A79B-19F78097766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18563475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Başlık 1"/>
          <p:cNvSpPr>
            <a:spLocks noGrp="1"/>
          </p:cNvSpPr>
          <p:nvPr>
            <p:ph type="title"/>
            <p:custDataLst>
              <p:tags r:id="rId1"/>
            </p:custDataLst>
          </p:nvPr>
        </p:nvSpPr>
        <p:spPr/>
        <p:txBody>
          <a:bodyPr/>
          <a:lstStyle/>
          <a:p>
            <a:r>
              <a:rPr lang="tr-TR" smtClean="0"/>
              <a:t>Asıl başlık stili için tıklatın</a:t>
            </a:r>
            <a:endParaRPr lang="tr-TR"/>
          </a:p>
        </p:txBody>
      </p:sp>
      <p:sp>
        <p:nvSpPr>
          <p:cNvPr id="3" name="İçerik Yer Tutucusu 2"/>
          <p:cNvSpPr>
            <a:spLocks noGrp="1"/>
          </p:cNvSpPr>
          <p:nvPr>
            <p:ph idx="1"/>
            <p:custDataLst>
              <p:tags r:id="rId2"/>
            </p:custDataLst>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custDataLst>
              <p:tags r:id="rId3"/>
            </p:custDataLst>
          </p:nvPr>
        </p:nvSpPr>
        <p:spPr/>
        <p:txBody>
          <a:bodyPr/>
          <a:lstStyle/>
          <a:p>
            <a:fld id="{412E2A92-3D34-4C2A-BF77-419B813C51FB}" type="datetime1">
              <a:rPr lang="tr-TR" smtClean="0"/>
              <a:t>18.10.2011</a:t>
            </a:fld>
            <a:endParaRPr lang="tr-TR"/>
          </a:p>
        </p:txBody>
      </p:sp>
      <p:sp>
        <p:nvSpPr>
          <p:cNvPr id="5" name="Altbilgi Yer Tutucusu 4"/>
          <p:cNvSpPr>
            <a:spLocks noGrp="1"/>
          </p:cNvSpPr>
          <p:nvPr>
            <p:ph type="ftr" sz="quarter" idx="11"/>
            <p:custDataLst>
              <p:tags r:id="rId4"/>
            </p:custDataLst>
          </p:nvPr>
        </p:nvSpPr>
        <p:spPr/>
        <p:txBody>
          <a:bodyPr/>
          <a:lstStyle/>
          <a:p>
            <a:endParaRPr lang="tr-TR"/>
          </a:p>
        </p:txBody>
      </p:sp>
      <p:sp>
        <p:nvSpPr>
          <p:cNvPr id="6" name="Slayt Numarası Yer Tutucusu 5"/>
          <p:cNvSpPr>
            <a:spLocks noGrp="1"/>
          </p:cNvSpPr>
          <p:nvPr>
            <p:ph type="sldNum" sz="quarter" idx="12"/>
            <p:custDataLst>
              <p:tags r:id="rId5"/>
            </p:custDataLst>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15392916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Başlık 1"/>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Metin Yer Tutucusu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Veri Yer Tutucusu 3"/>
          <p:cNvSpPr>
            <a:spLocks noGrp="1"/>
          </p:cNvSpPr>
          <p:nvPr>
            <p:ph type="dt" sz="half" idx="10"/>
          </p:nvPr>
        </p:nvSpPr>
        <p:spPr/>
        <p:txBody>
          <a:bodyPr/>
          <a:lstStyle/>
          <a:p>
            <a:fld id="{E356C50D-6847-4CE8-96A0-0F64178FC928}"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575530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İçerik Yer Tutucus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İçerik Yer Tutucus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Veri Yer Tutucusu 4"/>
          <p:cNvSpPr>
            <a:spLocks noGrp="1"/>
          </p:cNvSpPr>
          <p:nvPr>
            <p:ph type="dt" sz="half" idx="10"/>
          </p:nvPr>
        </p:nvSpPr>
        <p:spPr/>
        <p:txBody>
          <a:bodyPr/>
          <a:lstStyle/>
          <a:p>
            <a:fld id="{215D0BC6-87A8-456B-A25D-9C643A571D87}"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78190192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lvl1pPr>
              <a:defRPr/>
            </a:lvl1pPr>
          </a:lstStyle>
          <a:p>
            <a:r>
              <a:rPr lang="tr-TR" smtClean="0"/>
              <a:t>Asıl başlık stili için tıklatın</a:t>
            </a:r>
            <a:endParaRPr lang="tr-TR"/>
          </a:p>
        </p:txBody>
      </p:sp>
      <p:sp>
        <p:nvSpPr>
          <p:cNvPr id="3" name="Metin Yer Tutucusu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İçerik Yer Tutucus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Metin Yer Tutucusu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İçerik Yer Tutucus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Veri Yer Tutucusu 6"/>
          <p:cNvSpPr>
            <a:spLocks noGrp="1"/>
          </p:cNvSpPr>
          <p:nvPr>
            <p:ph type="dt" sz="half" idx="10"/>
          </p:nvPr>
        </p:nvSpPr>
        <p:spPr/>
        <p:txBody>
          <a:bodyPr/>
          <a:lstStyle/>
          <a:p>
            <a:fld id="{3A8AE344-31CC-436B-808B-03C782EA0E02}" type="datetime1">
              <a:rPr lang="tr-TR" smtClean="0"/>
              <a:t>18.10.2011</a:t>
            </a:fld>
            <a:endParaRPr lang="tr-TR"/>
          </a:p>
        </p:txBody>
      </p:sp>
      <p:sp>
        <p:nvSpPr>
          <p:cNvPr id="8" name="Altbilgi Yer Tutucusu 7"/>
          <p:cNvSpPr>
            <a:spLocks noGrp="1"/>
          </p:cNvSpPr>
          <p:nvPr>
            <p:ph type="ftr" sz="quarter" idx="11"/>
          </p:nvPr>
        </p:nvSpPr>
        <p:spPr/>
        <p:txBody>
          <a:bodyPr/>
          <a:lstStyle/>
          <a:p>
            <a:endParaRPr lang="tr-TR"/>
          </a:p>
        </p:txBody>
      </p:sp>
      <p:sp>
        <p:nvSpPr>
          <p:cNvPr id="9" name="Slayt Numarası Yer Tutucusu 8"/>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274590217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Veri Yer Tutucusu 2"/>
          <p:cNvSpPr>
            <a:spLocks noGrp="1"/>
          </p:cNvSpPr>
          <p:nvPr>
            <p:ph type="dt" sz="half" idx="10"/>
          </p:nvPr>
        </p:nvSpPr>
        <p:spPr/>
        <p:txBody>
          <a:bodyPr/>
          <a:lstStyle/>
          <a:p>
            <a:fld id="{D8C5D3EB-549B-47E2-A459-895304C4B8AB}" type="datetime1">
              <a:rPr lang="tr-TR" smtClean="0"/>
              <a:t>18.10.2011</a:t>
            </a:fld>
            <a:endParaRPr lang="tr-TR"/>
          </a:p>
        </p:txBody>
      </p:sp>
      <p:sp>
        <p:nvSpPr>
          <p:cNvPr id="4" name="Altbilgi Yer Tutucusu 3"/>
          <p:cNvSpPr>
            <a:spLocks noGrp="1"/>
          </p:cNvSpPr>
          <p:nvPr>
            <p:ph type="ftr" sz="quarter" idx="11"/>
          </p:nvPr>
        </p:nvSpPr>
        <p:spPr/>
        <p:txBody>
          <a:bodyPr/>
          <a:lstStyle/>
          <a:p>
            <a:endParaRPr lang="tr-TR"/>
          </a:p>
        </p:txBody>
      </p:sp>
      <p:sp>
        <p:nvSpPr>
          <p:cNvPr id="5" name="Slayt Numarası Yer Tutucusu 4"/>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749751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Veri Yer Tutucusu 1"/>
          <p:cNvSpPr>
            <a:spLocks noGrp="1"/>
          </p:cNvSpPr>
          <p:nvPr>
            <p:ph type="dt" sz="half" idx="10"/>
          </p:nvPr>
        </p:nvSpPr>
        <p:spPr/>
        <p:txBody>
          <a:bodyPr/>
          <a:lstStyle/>
          <a:p>
            <a:fld id="{7DA1C76A-13F0-4DCE-BB0A-885A6F0195A5}" type="datetime1">
              <a:rPr lang="tr-TR" smtClean="0"/>
              <a:t>18.10.2011</a:t>
            </a:fld>
            <a:endParaRPr lang="tr-TR"/>
          </a:p>
        </p:txBody>
      </p:sp>
      <p:sp>
        <p:nvSpPr>
          <p:cNvPr id="3" name="Altbilgi Yer Tutucusu 2"/>
          <p:cNvSpPr>
            <a:spLocks noGrp="1"/>
          </p:cNvSpPr>
          <p:nvPr>
            <p:ph type="ftr" sz="quarter" idx="11"/>
          </p:nvPr>
        </p:nvSpPr>
        <p:spPr/>
        <p:txBody>
          <a:bodyPr/>
          <a:lstStyle/>
          <a:p>
            <a:endParaRPr lang="tr-TR"/>
          </a:p>
        </p:txBody>
      </p:sp>
      <p:sp>
        <p:nvSpPr>
          <p:cNvPr id="4" name="Slayt Numarası Yer Tutucusu 3"/>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393402246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Başlık 1"/>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İçerik Yer Tutucus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Metin Yer Tutucusu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7D356B32-8E86-4D76-9AC6-1E615511D280}"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37624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Başlık 1"/>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Resim Yer Tutucusu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Metin Yer Tutucusu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Veri Yer Tutucusu 4"/>
          <p:cNvSpPr>
            <a:spLocks noGrp="1"/>
          </p:cNvSpPr>
          <p:nvPr>
            <p:ph type="dt" sz="half" idx="10"/>
          </p:nvPr>
        </p:nvSpPr>
        <p:spPr/>
        <p:txBody>
          <a:bodyPr/>
          <a:lstStyle/>
          <a:p>
            <a:fld id="{811BDF59-8B1D-414D-9D5F-DCDB33DB2071}" type="datetime1">
              <a:rPr lang="tr-TR" smtClean="0"/>
              <a:t>18.10.2011</a:t>
            </a:fld>
            <a:endParaRPr lang="tr-TR"/>
          </a:p>
        </p:txBody>
      </p:sp>
      <p:sp>
        <p:nvSpPr>
          <p:cNvPr id="6" name="Altbilgi Yer Tutucusu 5"/>
          <p:cNvSpPr>
            <a:spLocks noGrp="1"/>
          </p:cNvSpPr>
          <p:nvPr>
            <p:ph type="ftr" sz="quarter" idx="11"/>
          </p:nvPr>
        </p:nvSpPr>
        <p:spPr/>
        <p:txBody>
          <a:bodyPr/>
          <a:lstStyle/>
          <a:p>
            <a:endParaRPr lang="tr-TR"/>
          </a:p>
        </p:txBody>
      </p:sp>
      <p:sp>
        <p:nvSpPr>
          <p:cNvPr id="7" name="Slayt Numarası Yer Tutucusu 6"/>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8612450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Başlık 1"/>
          <p:cNvSpPr>
            <a:spLocks noGrp="1"/>
          </p:cNvSpPr>
          <p:nvPr>
            <p:ph type="title"/>
          </p:nvPr>
        </p:nvSpPr>
        <p:spPr/>
        <p:txBody>
          <a:bodyPr/>
          <a:lstStyle/>
          <a:p>
            <a:r>
              <a:rPr lang="tr-TR" smtClean="0"/>
              <a:t>Asıl başlık stili için tıklatın</a:t>
            </a:r>
            <a:endParaRPr lang="tr-TR"/>
          </a:p>
        </p:txBody>
      </p:sp>
      <p:sp>
        <p:nvSpPr>
          <p:cNvPr id="3" name="Dikey Metin Yer Tutucusu 2"/>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6FBEDAB1-641D-41E7-BB6B-E0C1FBCE2522}"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4291491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Dikey Başlık 1"/>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Dikey Metin Yer Tutucusu 2"/>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10"/>
          </p:nvPr>
        </p:nvSpPr>
        <p:spPr/>
        <p:txBody>
          <a:bodyPr/>
          <a:lstStyle/>
          <a:p>
            <a:fld id="{9C63332F-F009-4965-802E-83610E9E7A41}" type="datetime1">
              <a:rPr lang="tr-TR" smtClean="0"/>
              <a:t>18.10.2011</a:t>
            </a:fld>
            <a:endParaRPr lang="tr-TR"/>
          </a:p>
        </p:txBody>
      </p:sp>
      <p:sp>
        <p:nvSpPr>
          <p:cNvPr id="5" name="Altbilgi Yer Tutucusu 4"/>
          <p:cNvSpPr>
            <a:spLocks noGrp="1"/>
          </p:cNvSpPr>
          <p:nvPr>
            <p:ph type="ftr" sz="quarter" idx="11"/>
          </p:nvPr>
        </p:nvSpPr>
        <p:spPr/>
        <p:txBody>
          <a:bodyPr/>
          <a:lstStyle/>
          <a:p>
            <a:endParaRPr lang="tr-TR"/>
          </a:p>
        </p:txBody>
      </p:sp>
      <p:sp>
        <p:nvSpPr>
          <p:cNvPr id="6" name="Slayt Numarası Yer Tutucusu 5"/>
          <p:cNvSpPr>
            <a:spLocks noGrp="1"/>
          </p:cNvSpPr>
          <p:nvPr>
            <p:ph type="sldNum" sz="quarter" idx="12"/>
          </p:nvPr>
        </p:nvSpPr>
        <p:spPr/>
        <p:txBody>
          <a:bodyPr/>
          <a:lstStyle/>
          <a:p>
            <a:fld id="{C1FA2219-9131-49AD-A1B5-1FFD48A79E7F}" type="slidenum">
              <a:rPr lang="tr-TR" smtClean="0"/>
              <a:t>‹#›</a:t>
            </a:fld>
            <a:endParaRPr lang="tr-TR"/>
          </a:p>
        </p:txBody>
      </p:sp>
    </p:spTree>
    <p:extLst>
      <p:ext uri="{BB962C8B-B14F-4D97-AF65-F5344CB8AC3E}">
        <p14:creationId xmlns:p14="http://schemas.microsoft.com/office/powerpoint/2010/main" val="652536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2.xml"/><Relationship Id="rId18" Type="http://schemas.openxmlformats.org/officeDocument/2006/relationships/tags" Target="../tags/tag7.xml"/><Relationship Id="rId3" Type="http://schemas.openxmlformats.org/officeDocument/2006/relationships/slideLayout" Target="../slideLayouts/slideLayout3.xml"/><Relationship Id="rId21" Type="http://schemas.openxmlformats.org/officeDocument/2006/relationships/tags" Target="../tags/tag10.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6.xml"/><Relationship Id="rId2" Type="http://schemas.openxmlformats.org/officeDocument/2006/relationships/slideLayout" Target="../slideLayouts/slideLayout2.xml"/><Relationship Id="rId16" Type="http://schemas.openxmlformats.org/officeDocument/2006/relationships/tags" Target="../tags/tag5.xml"/><Relationship Id="rId20" Type="http://schemas.openxmlformats.org/officeDocument/2006/relationships/tags" Target="../tags/tag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4.xml"/><Relationship Id="rId10" Type="http://schemas.openxmlformats.org/officeDocument/2006/relationships/slideLayout" Target="../slideLayouts/slideLayout10.xml"/><Relationship Id="rId19" Type="http://schemas.openxmlformats.org/officeDocument/2006/relationships/tags" Target="../tags/tag8.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ags" Target="../tags/tag25.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17" Type="http://schemas.openxmlformats.org/officeDocument/2006/relationships/tags" Target="../tags/tag29.xml"/><Relationship Id="rId2" Type="http://schemas.openxmlformats.org/officeDocument/2006/relationships/slideLayout" Target="../slideLayouts/slideLayout13.xml"/><Relationship Id="rId16" Type="http://schemas.openxmlformats.org/officeDocument/2006/relationships/tags" Target="../tags/tag28.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5" Type="http://schemas.openxmlformats.org/officeDocument/2006/relationships/tags" Target="../tags/tag27.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tags" Target="../tags/tag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custDataLst>
              <p:tags r:id="rId13"/>
            </p:custDataLst>
          </p:nvPr>
        </p:nvSpPr>
        <p:spPr>
          <a:xfrm>
            <a:off x="0" y="5105400"/>
            <a:ext cx="9144000" cy="1752600"/>
          </a:xfrm>
          <a:prstGeom prst="rect">
            <a:avLst/>
          </a:prstGeom>
          <a:gradFill>
            <a:gsLst>
              <a:gs pos="0">
                <a:schemeClr val="bg1">
                  <a:alpha val="91000"/>
                </a:schemeClr>
              </a:gs>
              <a:gs pos="37000">
                <a:schemeClr val="bg1">
                  <a:alpha val="76000"/>
                </a:schemeClr>
              </a:gs>
              <a:gs pos="100000">
                <a:schemeClr val="bg2">
                  <a:alpha val="79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custDataLst>
              <p:tags r:id="rId14"/>
            </p:custDataLst>
          </p:nvPr>
        </p:nvSpPr>
        <p:spPr>
          <a:xfrm>
            <a:off x="0" y="0"/>
            <a:ext cx="9144000" cy="5105400"/>
          </a:xfrm>
          <a:prstGeom prst="rect">
            <a:avLst/>
          </a:prstGeom>
          <a:gradFill flip="none" rotWithShape="1">
            <a:gsLst>
              <a:gs pos="0">
                <a:schemeClr val="bg1">
                  <a:alpha val="89000"/>
                </a:schemeClr>
              </a:gs>
              <a:gs pos="48000">
                <a:schemeClr val="bg1">
                  <a:alpha val="62000"/>
                </a:schemeClr>
              </a:gs>
              <a:gs pos="100000">
                <a:schemeClr val="bg2">
                  <a:alpha val="7900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p:cNvSpPr/>
          <p:nvPr>
            <p:custDataLst>
              <p:tags r:id="rId15"/>
            </p:custDataLst>
          </p:nvPr>
        </p:nvSpPr>
        <p:spPr>
          <a:xfrm>
            <a:off x="0" y="3768304"/>
            <a:ext cx="9144000" cy="2286000"/>
          </a:xfrm>
          <a:prstGeom prst="rect">
            <a:avLst/>
          </a:prstGeom>
          <a:gradFill flip="none" rotWithShape="1">
            <a:gsLst>
              <a:gs pos="0">
                <a:schemeClr val="bg1">
                  <a:alpha val="0"/>
                </a:schemeClr>
              </a:gs>
              <a:gs pos="29000">
                <a:schemeClr val="bg1">
                  <a:alpha val="30000"/>
                </a:schemeClr>
              </a:gs>
              <a:gs pos="45000">
                <a:schemeClr val="bg2">
                  <a:alpha val="40000"/>
                </a:schemeClr>
              </a:gs>
              <a:gs pos="55000">
                <a:schemeClr val="bg1">
                  <a:alpha val="26000"/>
                </a:schemeClr>
              </a:gs>
              <a:gs pos="65000">
                <a:schemeClr val="bg2">
                  <a:alpha val="60000"/>
                </a:schemeClr>
              </a:gs>
              <a:gs pos="100000">
                <a:schemeClr val="bg1">
                  <a:alpha val="0"/>
                </a:schemeClr>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custDataLst>
              <p:tags r:id="rId16"/>
            </p:custDataLst>
          </p:nvPr>
        </p:nvSpPr>
        <p:spPr>
          <a:xfrm>
            <a:off x="0" y="1600200"/>
            <a:ext cx="9144000" cy="5105400"/>
          </a:xfrm>
          <a:prstGeom prst="ellipse">
            <a:avLst/>
          </a:prstGeom>
          <a:gradFill flip="none" rotWithShape="1">
            <a:gsLst>
              <a:gs pos="0">
                <a:schemeClr val="bg1"/>
              </a:gs>
              <a:gs pos="56000">
                <a:schemeClr val="bg1">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custDataLst>
              <p:tags r:id="rId17"/>
            </p:custDataLst>
          </p:nvPr>
        </p:nvSpPr>
        <p:spPr>
          <a:xfrm>
            <a:off x="1793289" y="4372168"/>
            <a:ext cx="6512511" cy="1143000"/>
          </a:xfrm>
          <a:prstGeom prst="rect">
            <a:avLst/>
          </a:prstGeom>
          <a:effectLst/>
        </p:spPr>
        <p:txBody>
          <a:bodyPr vert="horz" lIns="91440" tIns="45720" rIns="91440" bIns="45720" rtlCol="0" anchor="t" anchorCtr="0">
            <a:noAutofit/>
          </a:bodyPr>
          <a:lstStyle/>
          <a:p>
            <a:r>
              <a:rPr lang="tr-TR" smtClean="0"/>
              <a:t>Asıl başlık stili için tıklatın</a:t>
            </a:r>
            <a:endParaRPr lang="en-US" dirty="0"/>
          </a:p>
        </p:txBody>
      </p:sp>
      <p:sp>
        <p:nvSpPr>
          <p:cNvPr id="3" name="Text Placeholder 2"/>
          <p:cNvSpPr>
            <a:spLocks noGrp="1"/>
          </p:cNvSpPr>
          <p:nvPr>
            <p:ph type="body" idx="1"/>
            <p:custDataLst>
              <p:tags r:id="rId18"/>
            </p:custDataLst>
          </p:nvPr>
        </p:nvSpPr>
        <p:spPr>
          <a:xfrm>
            <a:off x="1143000" y="732260"/>
            <a:ext cx="6400800" cy="347472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custDataLst>
              <p:tags r:id="rId19"/>
            </p:custDataLst>
          </p:nvPr>
        </p:nvSpPr>
        <p:spPr>
          <a:xfrm>
            <a:off x="6172200" y="6172200"/>
            <a:ext cx="2514600" cy="365125"/>
          </a:xfrm>
          <a:prstGeom prst="rect">
            <a:avLst/>
          </a:prstGeom>
        </p:spPr>
        <p:txBody>
          <a:bodyPr vert="horz" lIns="91440" tIns="45720" rIns="91440" bIns="45720" rtlCol="0" anchor="ctr"/>
          <a:lstStyle>
            <a:lvl1pPr algn="r">
              <a:defRPr sz="1100" b="1">
                <a:solidFill>
                  <a:schemeClr val="tx1">
                    <a:lumMod val="50000"/>
                    <a:lumOff val="50000"/>
                  </a:schemeClr>
                </a:solidFill>
              </a:defRPr>
            </a:lvl1pPr>
          </a:lstStyle>
          <a:p>
            <a:fld id="{2CE80751-1508-4B30-8CAE-152919EC98AB}" type="datetime1">
              <a:rPr lang="tr-TR" smtClean="0"/>
              <a:t>18.10.2011</a:t>
            </a:fld>
            <a:endParaRPr lang="tr-TR"/>
          </a:p>
        </p:txBody>
      </p:sp>
      <p:sp>
        <p:nvSpPr>
          <p:cNvPr id="5" name="Footer Placeholder 4"/>
          <p:cNvSpPr>
            <a:spLocks noGrp="1"/>
          </p:cNvSpPr>
          <p:nvPr>
            <p:ph type="ftr" sz="quarter" idx="3"/>
            <p:custDataLst>
              <p:tags r:id="rId20"/>
            </p:custDataLst>
          </p:nvPr>
        </p:nvSpPr>
        <p:spPr>
          <a:xfrm>
            <a:off x="457199" y="6172200"/>
            <a:ext cx="3352801" cy="365125"/>
          </a:xfrm>
          <a:prstGeom prst="rect">
            <a:avLst/>
          </a:prstGeom>
        </p:spPr>
        <p:txBody>
          <a:bodyPr vert="horz" lIns="91440" tIns="45720" rIns="91440" bIns="45720" rtlCol="0" anchor="ctr"/>
          <a:lstStyle>
            <a:lvl1pPr algn="l">
              <a:defRPr sz="1100" b="1">
                <a:solidFill>
                  <a:schemeClr val="tx1">
                    <a:lumMod val="50000"/>
                    <a:lumOff val="50000"/>
                  </a:schemeClr>
                </a:solidFill>
              </a:defRPr>
            </a:lvl1pPr>
          </a:lstStyle>
          <a:p>
            <a:endParaRPr lang="tr-TR"/>
          </a:p>
        </p:txBody>
      </p:sp>
      <p:sp>
        <p:nvSpPr>
          <p:cNvPr id="6" name="Slide Number Placeholder 5"/>
          <p:cNvSpPr>
            <a:spLocks noGrp="1"/>
          </p:cNvSpPr>
          <p:nvPr>
            <p:ph type="sldNum" sz="quarter" idx="4"/>
            <p:custDataLst>
              <p:tags r:id="rId21"/>
            </p:custDataLst>
          </p:nvPr>
        </p:nvSpPr>
        <p:spPr>
          <a:xfrm>
            <a:off x="3810000" y="6172200"/>
            <a:ext cx="1828800" cy="365125"/>
          </a:xfrm>
          <a:prstGeom prst="rect">
            <a:avLst/>
          </a:prstGeom>
        </p:spPr>
        <p:txBody>
          <a:bodyPr vert="horz" lIns="91440" tIns="45720" rIns="91440" bIns="45720" rtlCol="0" anchor="ctr"/>
          <a:lstStyle>
            <a:lvl1pPr algn="ctr">
              <a:defRPr sz="1200" b="1">
                <a:solidFill>
                  <a:schemeClr val="tx1">
                    <a:lumMod val="50000"/>
                    <a:lumOff val="50000"/>
                  </a:schemeClr>
                </a:solidFill>
              </a:defRPr>
            </a:lvl1pPr>
          </a:lstStyle>
          <a:p>
            <a:fld id="{C1FA2219-9131-49AD-A1B5-1FFD48A79E7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dt="0"/>
  <p:txStyles>
    <p:titleStyle>
      <a:lvl1pPr marL="320040" indent="-320040" algn="r" defTabSz="914400" rtl="0" eaLnBrk="1" latinLnBrk="0" hangingPunct="1">
        <a:spcBef>
          <a:spcPct val="0"/>
        </a:spcBef>
        <a:buClr>
          <a:schemeClr val="accent6">
            <a:lumMod val="75000"/>
          </a:schemeClr>
        </a:buClr>
        <a:buSzPct val="128000"/>
        <a:buFont typeface="Georgia" pitchFamily="18" charset="0"/>
        <a:buChar char="*"/>
        <a:defRPr sz="4600" b="1" i="0" kern="1200">
          <a:gradFill>
            <a:gsLst>
              <a:gs pos="0">
                <a:schemeClr val="tx1"/>
              </a:gs>
              <a:gs pos="40000">
                <a:schemeClr val="tx1">
                  <a:lumMod val="75000"/>
                  <a:lumOff val="25000"/>
                </a:schemeClr>
              </a:gs>
              <a:gs pos="100000">
                <a:schemeClr val="tx2">
                  <a:alpha val="65000"/>
                </a:schemeClr>
              </a:gs>
            </a:gsLst>
            <a:lin ang="5400000" scaled="0"/>
          </a:gradFill>
          <a:effectLst>
            <a:reflection blurRad="6350" stA="55000" endA="300" endPos="45500" dir="5400000" sy="-100000" algn="bl" rotWithShape="0"/>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200" kern="1200">
          <a:solidFill>
            <a:schemeClr val="tx1">
              <a:lumMod val="75000"/>
              <a:lumOff val="25000"/>
            </a:schemeClr>
          </a:solidFill>
          <a:latin typeface="+mn-lt"/>
          <a:ea typeface="+mn-ea"/>
          <a:cs typeface="+mn-cs"/>
        </a:defRPr>
      </a:lvl1pPr>
      <a:lvl2pPr marL="54864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2000" kern="1200">
          <a:solidFill>
            <a:schemeClr val="tx1">
              <a:lumMod val="75000"/>
              <a:lumOff val="25000"/>
            </a:schemeClr>
          </a:solidFill>
          <a:latin typeface="+mn-lt"/>
          <a:ea typeface="+mn-ea"/>
          <a:cs typeface="+mn-cs"/>
        </a:defRPr>
      </a:lvl2pPr>
      <a:lvl3pPr marL="822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800" kern="1200">
          <a:solidFill>
            <a:schemeClr val="tx1">
              <a:lumMod val="75000"/>
              <a:lumOff val="25000"/>
            </a:schemeClr>
          </a:solidFill>
          <a:latin typeface="+mn-lt"/>
          <a:ea typeface="+mn-ea"/>
          <a:cs typeface="+mn-cs"/>
        </a:defRPr>
      </a:lvl3pPr>
      <a:lvl4pPr marL="109728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600" kern="1200">
          <a:solidFill>
            <a:schemeClr val="tx1">
              <a:lumMod val="75000"/>
              <a:lumOff val="25000"/>
            </a:schemeClr>
          </a:solidFill>
          <a:latin typeface="+mn-lt"/>
          <a:ea typeface="+mn-ea"/>
          <a:cs typeface="+mn-cs"/>
        </a:defRPr>
      </a:lvl4pPr>
      <a:lvl5pPr marL="138988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5pPr>
      <a:lvl6pPr marL="1664208"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6pPr>
      <a:lvl7pPr marL="196596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7pPr>
      <a:lvl8pPr marL="2286000"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8pPr>
      <a:lvl9pPr marL="2587752" indent="-182880" algn="l" defTabSz="914400" rtl="0" eaLnBrk="1" latinLnBrk="0" hangingPunct="1">
        <a:spcBef>
          <a:spcPct val="20000"/>
        </a:spcBef>
        <a:spcAft>
          <a:spcPts val="300"/>
        </a:spcAft>
        <a:buClr>
          <a:schemeClr val="accent6">
            <a:lumMod val="75000"/>
          </a:schemeClr>
        </a:buClr>
        <a:buSzPct val="130000"/>
        <a:buFont typeface="Georgia" pitchFamily="18"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Başlık Yer Tutucusu 1"/>
          <p:cNvSpPr>
            <a:spLocks noGrp="1"/>
          </p:cNvSpPr>
          <p:nvPr>
            <p:ph type="title"/>
            <p:custDataLst>
              <p:tags r:id="rId13"/>
            </p:custDataLst>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Metin Yer Tutucusu 2"/>
          <p:cNvSpPr>
            <a:spLocks noGrp="1"/>
          </p:cNvSpPr>
          <p:nvPr>
            <p:ph type="body" idx="1"/>
            <p:custDataLst>
              <p:tags r:id="rId14"/>
            </p:custDataLst>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Veri Yer Tutucusu 3"/>
          <p:cNvSpPr>
            <a:spLocks noGrp="1"/>
          </p:cNvSpPr>
          <p:nvPr>
            <p:ph type="dt" sz="half" idx="2"/>
            <p:custDataLst>
              <p:tags r:id="rId15"/>
            </p:custDataLst>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4BBDD0B-BAA1-4B61-9F7E-305C5CC1739C}" type="datetime1">
              <a:rPr lang="tr-TR" smtClean="0"/>
              <a:t>18.10.2011</a:t>
            </a:fld>
            <a:endParaRPr lang="tr-TR"/>
          </a:p>
        </p:txBody>
      </p:sp>
      <p:sp>
        <p:nvSpPr>
          <p:cNvPr id="5" name="Altbilgi Yer Tutucusu 4"/>
          <p:cNvSpPr>
            <a:spLocks noGrp="1"/>
          </p:cNvSpPr>
          <p:nvPr>
            <p:ph type="ftr" sz="quarter" idx="3"/>
            <p:custDataLst>
              <p:tags r:id="rId16"/>
            </p:custDataLst>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Slayt Numarası Yer Tutucusu 5"/>
          <p:cNvSpPr>
            <a:spLocks noGrp="1"/>
          </p:cNvSpPr>
          <p:nvPr>
            <p:ph type="sldNum" sz="quarter" idx="4"/>
            <p:custDataLst>
              <p:tags r:id="rId17"/>
            </p:custDataLst>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A2219-9131-49AD-A1B5-1FFD48A79E7F}" type="slidenum">
              <a:rPr lang="tr-TR" smtClean="0"/>
              <a:t>‹#›</a:t>
            </a:fld>
            <a:endParaRPr lang="tr-TR"/>
          </a:p>
        </p:txBody>
      </p:sp>
    </p:spTree>
    <p:extLst>
      <p:ext uri="{BB962C8B-B14F-4D97-AF65-F5344CB8AC3E}">
        <p14:creationId xmlns:p14="http://schemas.microsoft.com/office/powerpoint/2010/main" val="370331244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tags" Target="../tags/tag42.xml"/><Relationship Id="rId3" Type="http://schemas.openxmlformats.org/officeDocument/2006/relationships/tags" Target="../tags/tag37.xml"/><Relationship Id="rId7" Type="http://schemas.openxmlformats.org/officeDocument/2006/relationships/tags" Target="../tags/tag41.xml"/><Relationship Id="rId12" Type="http://schemas.openxmlformats.org/officeDocument/2006/relationships/image" Target="../media/image2.png"/><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tags" Target="../tags/tag40.xml"/><Relationship Id="rId11" Type="http://schemas.openxmlformats.org/officeDocument/2006/relationships/image" Target="../media/image1.wmf"/><Relationship Id="rId5" Type="http://schemas.openxmlformats.org/officeDocument/2006/relationships/tags" Target="../tags/tag39.xml"/><Relationship Id="rId10" Type="http://schemas.openxmlformats.org/officeDocument/2006/relationships/notesSlide" Target="../notesSlides/notesSlide1.xml"/><Relationship Id="rId4" Type="http://schemas.openxmlformats.org/officeDocument/2006/relationships/tags" Target="../tags/tag38.xml"/><Relationship Id="rId9"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tags" Target="../tags/tag45.xml"/><Relationship Id="rId7" Type="http://schemas.openxmlformats.org/officeDocument/2006/relationships/notesSlide" Target="../notesSlides/notesSlide2.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slideLayout" Target="../slideLayouts/slideLayout2.xml"/><Relationship Id="rId5" Type="http://schemas.openxmlformats.org/officeDocument/2006/relationships/tags" Target="../tags/tag47.xml"/><Relationship Id="rId4" Type="http://schemas.openxmlformats.org/officeDocument/2006/relationships/tags" Target="../tags/tag46.xml"/></Relationships>
</file>

<file path=ppt/slides/_rels/slide3.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50.xml"/><Relationship Id="rId7" Type="http://schemas.openxmlformats.org/officeDocument/2006/relationships/tags" Target="../tags/tag54.xml"/><Relationship Id="rId2" Type="http://schemas.openxmlformats.org/officeDocument/2006/relationships/tags" Target="../tags/tag49.xml"/><Relationship Id="rId1" Type="http://schemas.openxmlformats.org/officeDocument/2006/relationships/tags" Target="../tags/tag48.xml"/><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62.xml"/><Relationship Id="rId3" Type="http://schemas.openxmlformats.org/officeDocument/2006/relationships/tags" Target="../tags/tag57.xml"/><Relationship Id="rId7" Type="http://schemas.openxmlformats.org/officeDocument/2006/relationships/tags" Target="../tags/tag61.xml"/><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tags" Target="../tags/tag60.xml"/><Relationship Id="rId11" Type="http://schemas.openxmlformats.org/officeDocument/2006/relationships/image" Target="../media/image4.png"/><Relationship Id="rId5" Type="http://schemas.openxmlformats.org/officeDocument/2006/relationships/tags" Target="../tags/tag59.xml"/><Relationship Id="rId10" Type="http://schemas.openxmlformats.org/officeDocument/2006/relationships/notesSlide" Target="../notesSlides/notesSlide4.xml"/><Relationship Id="rId4" Type="http://schemas.openxmlformats.org/officeDocument/2006/relationships/tags" Target="../tags/tag58.xml"/><Relationship Id="rId9"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8" Type="http://schemas.openxmlformats.org/officeDocument/2006/relationships/tags" Target="../tags/tag70.xml"/><Relationship Id="rId3" Type="http://schemas.openxmlformats.org/officeDocument/2006/relationships/tags" Target="../tags/tag65.xml"/><Relationship Id="rId7" Type="http://schemas.openxmlformats.org/officeDocument/2006/relationships/tags" Target="../tags/tag69.xml"/><Relationship Id="rId12" Type="http://schemas.openxmlformats.org/officeDocument/2006/relationships/image" Target="../media/image6.png"/><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tags" Target="../tags/tag68.xml"/><Relationship Id="rId11" Type="http://schemas.openxmlformats.org/officeDocument/2006/relationships/image" Target="../media/image5.png"/><Relationship Id="rId5" Type="http://schemas.openxmlformats.org/officeDocument/2006/relationships/tags" Target="../tags/tag67.xml"/><Relationship Id="rId10" Type="http://schemas.openxmlformats.org/officeDocument/2006/relationships/notesSlide" Target="../notesSlides/notesSlide5.xml"/><Relationship Id="rId4" Type="http://schemas.openxmlformats.org/officeDocument/2006/relationships/tags" Target="../tags/tag66.xml"/><Relationship Id="rId9"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8" Type="http://schemas.openxmlformats.org/officeDocument/2006/relationships/tags" Target="../tags/tag78.xml"/><Relationship Id="rId3" Type="http://schemas.openxmlformats.org/officeDocument/2006/relationships/tags" Target="../tags/tag73.xml"/><Relationship Id="rId7" Type="http://schemas.openxmlformats.org/officeDocument/2006/relationships/tags" Target="../tags/tag77.xml"/><Relationship Id="rId12" Type="http://schemas.openxmlformats.org/officeDocument/2006/relationships/image" Target="../media/image8.png"/><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tags" Target="../tags/tag76.xml"/><Relationship Id="rId11" Type="http://schemas.openxmlformats.org/officeDocument/2006/relationships/image" Target="../media/image7.png"/><Relationship Id="rId5" Type="http://schemas.openxmlformats.org/officeDocument/2006/relationships/tags" Target="../tags/tag75.xml"/><Relationship Id="rId10" Type="http://schemas.openxmlformats.org/officeDocument/2006/relationships/notesSlide" Target="../notesSlides/notesSlide6.xml"/><Relationship Id="rId4" Type="http://schemas.openxmlformats.org/officeDocument/2006/relationships/tags" Target="../tags/tag74.xml"/><Relationship Id="rId9"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8" Type="http://schemas.openxmlformats.org/officeDocument/2006/relationships/tags" Target="../tags/tag86.xml"/><Relationship Id="rId3" Type="http://schemas.openxmlformats.org/officeDocument/2006/relationships/tags" Target="../tags/tag81.xml"/><Relationship Id="rId7" Type="http://schemas.openxmlformats.org/officeDocument/2006/relationships/tags" Target="../tags/tag85.xml"/><Relationship Id="rId2" Type="http://schemas.openxmlformats.org/officeDocument/2006/relationships/tags" Target="../tags/tag80.xml"/><Relationship Id="rId1" Type="http://schemas.openxmlformats.org/officeDocument/2006/relationships/tags" Target="../tags/tag79.xml"/><Relationship Id="rId6" Type="http://schemas.openxmlformats.org/officeDocument/2006/relationships/tags" Target="../tags/tag84.xml"/><Relationship Id="rId11" Type="http://schemas.openxmlformats.org/officeDocument/2006/relationships/image" Target="../media/image9.png"/><Relationship Id="rId5" Type="http://schemas.openxmlformats.org/officeDocument/2006/relationships/tags" Target="../tags/tag83.xml"/><Relationship Id="rId10" Type="http://schemas.openxmlformats.org/officeDocument/2006/relationships/notesSlide" Target="../notesSlides/notesSlide7.xml"/><Relationship Id="rId4" Type="http://schemas.openxmlformats.org/officeDocument/2006/relationships/tags" Target="../tags/tag82.xml"/><Relationship Id="rId9"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8" Type="http://schemas.openxmlformats.org/officeDocument/2006/relationships/tags" Target="../tags/tag94.xml"/><Relationship Id="rId3" Type="http://schemas.openxmlformats.org/officeDocument/2006/relationships/tags" Target="../tags/tag89.xml"/><Relationship Id="rId7" Type="http://schemas.openxmlformats.org/officeDocument/2006/relationships/tags" Target="../tags/tag93.xml"/><Relationship Id="rId2" Type="http://schemas.openxmlformats.org/officeDocument/2006/relationships/tags" Target="../tags/tag8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image" Target="../media/image10.png"/><Relationship Id="rId5" Type="http://schemas.openxmlformats.org/officeDocument/2006/relationships/tags" Target="../tags/tag91.xml"/><Relationship Id="rId10" Type="http://schemas.openxmlformats.org/officeDocument/2006/relationships/notesSlide" Target="../notesSlides/notesSlide8.xml"/><Relationship Id="rId4" Type="http://schemas.openxmlformats.org/officeDocument/2006/relationships/tags" Target="../tags/tag90.xml"/><Relationship Id="rId9"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8" Type="http://schemas.openxmlformats.org/officeDocument/2006/relationships/tags" Target="../tags/tag102.xml"/><Relationship Id="rId3" Type="http://schemas.openxmlformats.org/officeDocument/2006/relationships/tags" Target="../tags/tag97.xml"/><Relationship Id="rId7" Type="http://schemas.openxmlformats.org/officeDocument/2006/relationships/tags" Target="../tags/tag101.xml"/><Relationship Id="rId2" Type="http://schemas.openxmlformats.org/officeDocument/2006/relationships/tags" Target="../tags/tag96.xml"/><Relationship Id="rId1" Type="http://schemas.openxmlformats.org/officeDocument/2006/relationships/tags" Target="../tags/tag95.xml"/><Relationship Id="rId6" Type="http://schemas.openxmlformats.org/officeDocument/2006/relationships/tags" Target="../tags/tag100.xml"/><Relationship Id="rId11" Type="http://schemas.openxmlformats.org/officeDocument/2006/relationships/image" Target="../media/image11.png"/><Relationship Id="rId5" Type="http://schemas.openxmlformats.org/officeDocument/2006/relationships/tags" Target="../tags/tag99.xml"/><Relationship Id="rId10" Type="http://schemas.openxmlformats.org/officeDocument/2006/relationships/notesSlide" Target="../notesSlides/notesSlide9.xml"/><Relationship Id="rId4" Type="http://schemas.openxmlformats.org/officeDocument/2006/relationships/tags" Target="../tags/tag98.xml"/><Relationship Id="rId9"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0 Resim" descr="sau_logo.wmf"/>
          <p:cNvPicPr/>
          <p:nvPr/>
        </p:nvPicPr>
        <p:blipFill>
          <a:blip r:embed="rId11"/>
          <a:stretch>
            <a:fillRect/>
          </a:stretch>
        </p:blipFill>
        <p:spPr>
          <a:xfrm>
            <a:off x="189107" y="4572000"/>
            <a:ext cx="8765785" cy="2188205"/>
          </a:xfrm>
          <a:prstGeom prst="rect">
            <a:avLst/>
          </a:prstGeom>
          <a:noFill/>
          <a:ln>
            <a:noFill/>
          </a:ln>
        </p:spPr>
      </p:pic>
      <p:sp>
        <p:nvSpPr>
          <p:cNvPr id="7" name="Dikdörtgen 6"/>
          <p:cNvSpPr/>
          <p:nvPr>
            <p:custDataLst>
              <p:tags r:id="rId2"/>
            </p:custDataLst>
          </p:nvPr>
        </p:nvSpPr>
        <p:spPr>
          <a:xfrm>
            <a:off x="0" y="2895600"/>
            <a:ext cx="7696200" cy="1219200"/>
          </a:xfrm>
          <a:prstGeom prst="rect">
            <a:avLst/>
          </a:prstGeom>
          <a:solidFill>
            <a:schemeClr val="tx2">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3" name="Alt Başlık 2"/>
          <p:cNvSpPr>
            <a:spLocks noGrp="1"/>
          </p:cNvSpPr>
          <p:nvPr>
            <p:ph type="subTitle" idx="1"/>
            <p:custDataLst>
              <p:tags r:id="rId3"/>
            </p:custDataLst>
          </p:nvPr>
        </p:nvSpPr>
        <p:spPr>
          <a:xfrm>
            <a:off x="64207" y="3733800"/>
            <a:ext cx="3974393" cy="609600"/>
          </a:xfrm>
        </p:spPr>
        <p:txBody>
          <a:bodyPr>
            <a:normAutofit/>
          </a:bodyPr>
          <a:lstStyle/>
          <a:p>
            <a:pPr>
              <a:spcBef>
                <a:spcPts val="0"/>
              </a:spcBef>
              <a:spcAft>
                <a:spcPts val="0"/>
              </a:spcAft>
            </a:pPr>
            <a:r>
              <a:rPr lang="tr-TR" sz="1800" dirty="0" smtClean="0">
                <a:solidFill>
                  <a:srgbClr val="AADAF0"/>
                </a:solidFill>
              </a:rPr>
              <a:t>Temel Bilgi Teknolojisi Kullanımı</a:t>
            </a:r>
            <a:endParaRPr lang="tr-TR" sz="1800" dirty="0">
              <a:solidFill>
                <a:srgbClr val="AADAF0"/>
              </a:solidFill>
            </a:endParaRPr>
          </a:p>
        </p:txBody>
      </p:sp>
      <p:sp>
        <p:nvSpPr>
          <p:cNvPr id="2" name="Başlık 1"/>
          <p:cNvSpPr>
            <a:spLocks noGrp="1"/>
          </p:cNvSpPr>
          <p:nvPr>
            <p:ph type="ctrTitle"/>
            <p:custDataLst>
              <p:tags r:id="rId4"/>
            </p:custDataLst>
          </p:nvPr>
        </p:nvSpPr>
        <p:spPr>
          <a:xfrm>
            <a:off x="0" y="2827491"/>
            <a:ext cx="7696200" cy="795454"/>
          </a:xfrm>
          <a:effectLst/>
        </p:spPr>
        <p:txBody>
          <a:bodyPr/>
          <a:lstStyle/>
          <a:p>
            <a:pPr marL="0" indent="0">
              <a:buNone/>
            </a:pPr>
            <a:r>
              <a:rPr lang="tr-TR"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Kelime İşlemci Word </a:t>
            </a:r>
            <a:endParaRPr lang="tr-TR"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8" name="Dikdörtgen 7"/>
          <p:cNvSpPr/>
          <p:nvPr>
            <p:custDataLst>
              <p:tags r:id="rId5"/>
            </p:custDataLst>
          </p:nvPr>
        </p:nvSpPr>
        <p:spPr>
          <a:xfrm>
            <a:off x="0" y="4114800"/>
            <a:ext cx="7696200" cy="381000"/>
          </a:xfrm>
          <a:prstGeom prst="rect">
            <a:avLst/>
          </a:prstGeom>
          <a:solidFill>
            <a:schemeClr val="bg2"/>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sp>
        <p:nvSpPr>
          <p:cNvPr id="6" name="Alt Başlık 2"/>
          <p:cNvSpPr txBox="1">
            <a:spLocks/>
          </p:cNvSpPr>
          <p:nvPr>
            <p:custDataLst>
              <p:tags r:id="rId6"/>
            </p:custDataLst>
          </p:nvPr>
        </p:nvSpPr>
        <p:spPr>
          <a:xfrm>
            <a:off x="64207" y="4152900"/>
            <a:ext cx="3974393" cy="304800"/>
          </a:xfrm>
          <a:prstGeom prst="rect">
            <a:avLst/>
          </a:prstGeom>
        </p:spPr>
        <p:txBody>
          <a:bodyPr vert="horz" lIns="91440" tIns="45720" rIns="91440" bIns="45720" rtlCol="0">
            <a:normAutofit fontScale="92500" lnSpcReduction="10000"/>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tr-TR" sz="1600" i="1" dirty="0" err="1" smtClean="0">
                <a:solidFill>
                  <a:schemeClr val="bg1"/>
                </a:solidFill>
              </a:rPr>
              <a:t>Öğr</a:t>
            </a:r>
            <a:r>
              <a:rPr lang="tr-TR" sz="1600" i="1" dirty="0" smtClean="0">
                <a:solidFill>
                  <a:schemeClr val="bg1"/>
                </a:solidFill>
              </a:rPr>
              <a:t>. Gör. Mustafa YILMAZ</a:t>
            </a:r>
            <a:endParaRPr lang="tr-TR" sz="1600" i="1" dirty="0">
              <a:solidFill>
                <a:schemeClr val="bg1"/>
              </a:solidFill>
            </a:endParaRPr>
          </a:p>
        </p:txBody>
      </p:sp>
      <p:sp>
        <p:nvSpPr>
          <p:cNvPr id="9" name="Dikdörtgen 8"/>
          <p:cNvSpPr/>
          <p:nvPr>
            <p:custDataLst>
              <p:tags r:id="rId7"/>
            </p:custDataLst>
          </p:nvPr>
        </p:nvSpPr>
        <p:spPr>
          <a:xfrm>
            <a:off x="7696200" y="2895600"/>
            <a:ext cx="1447800" cy="1600200"/>
          </a:xfrm>
          <a:prstGeom prst="rect">
            <a:avLst/>
          </a:prstGeom>
          <a:solidFill>
            <a:schemeClr val="accent5">
              <a:lumMod val="75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dirty="0"/>
          </a:p>
        </p:txBody>
      </p:sp>
      <p:sp>
        <p:nvSpPr>
          <p:cNvPr id="10" name="Metin kutusu 9"/>
          <p:cNvSpPr txBox="1"/>
          <p:nvPr>
            <p:custDataLst>
              <p:tags r:id="rId8"/>
            </p:custDataLst>
          </p:nvPr>
        </p:nvSpPr>
        <p:spPr>
          <a:xfrm>
            <a:off x="6045933" y="6629400"/>
            <a:ext cx="2678938" cy="261610"/>
          </a:xfrm>
          <a:prstGeom prst="rect">
            <a:avLst/>
          </a:prstGeom>
          <a:noFill/>
        </p:spPr>
        <p:txBody>
          <a:bodyPr wrap="none" rtlCol="0">
            <a:spAutoFit/>
          </a:bodyPr>
          <a:lstStyle/>
          <a:p>
            <a:r>
              <a:rPr lang="tr-TR" sz="1100" i="1" dirty="0" smtClean="0">
                <a:latin typeface="Calibri" pitchFamily="34" charset="0"/>
                <a:cs typeface="Calibri" pitchFamily="34" charset="0"/>
              </a:rPr>
              <a:t>Bilgisayar ve Bilişim Bilimleri Fakültesi</a:t>
            </a:r>
            <a:r>
              <a:rPr lang="tr-TR" sz="1100" i="1" smtClean="0">
                <a:latin typeface="Calibri" pitchFamily="34" charset="0"/>
                <a:cs typeface="Calibri" pitchFamily="34" charset="0"/>
              </a:rPr>
              <a:t>| YBS </a:t>
            </a:r>
            <a:endParaRPr lang="tr-TR" sz="1100" i="1" dirty="0">
              <a:latin typeface="Calibri" pitchFamily="34" charset="0"/>
              <a:cs typeface="Calibri" pitchFamily="34" charset="0"/>
            </a:endParaRPr>
          </a:p>
        </p:txBody>
      </p:sp>
      <p:pic>
        <p:nvPicPr>
          <p:cNvPr id="1026" name="Picture 2"/>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556431" y="2872952"/>
            <a:ext cx="1587569" cy="16228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10240010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Dikdörtgen 13"/>
          <p:cNvSpPr/>
          <p:nvPr>
            <p:custDataLst>
              <p:tags r:id="rId2"/>
            </p:custDataLst>
          </p:nvPr>
        </p:nvSpPr>
        <p:spPr>
          <a:xfrm>
            <a:off x="381000" y="1524000"/>
            <a:ext cx="6096000" cy="3276600"/>
          </a:xfrm>
          <a:prstGeom prst="rect">
            <a:avLst/>
          </a:prstGeom>
          <a:ln>
            <a:solidFill>
              <a:srgbClr val="C00000"/>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3"/>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Öğrenme Hedefleri</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6" name="Metin kutusu 5"/>
          <p:cNvSpPr txBox="1"/>
          <p:nvPr>
            <p:custDataLst>
              <p:tags r:id="rId4"/>
            </p:custDataLst>
          </p:nvPr>
        </p:nvSpPr>
        <p:spPr>
          <a:xfrm>
            <a:off x="381000" y="1599658"/>
            <a:ext cx="6096000" cy="2308324"/>
          </a:xfrm>
          <a:prstGeom prst="rect">
            <a:avLst/>
          </a:prstGeom>
          <a:noFill/>
        </p:spPr>
        <p:txBody>
          <a:bodyPr wrap="square" rtlCol="0">
            <a:spAutoFit/>
          </a:bodyPr>
          <a:lstStyle/>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Yazdırma </a:t>
            </a:r>
            <a:r>
              <a:rPr lang="tr-TR" sz="1600" dirty="0">
                <a:solidFill>
                  <a:schemeClr val="tx1">
                    <a:lumMod val="75000"/>
                    <a:lumOff val="25000"/>
                  </a:schemeClr>
                </a:solidFill>
                <a:latin typeface="Calibri" pitchFamily="34" charset="0"/>
                <a:cs typeface="Calibri" pitchFamily="34" charset="0"/>
              </a:rPr>
              <a:t>öncesi belgeyi denetlemenin önemini kavrar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Heceleme </a:t>
            </a:r>
            <a:r>
              <a:rPr lang="tr-TR" sz="1600" dirty="0">
                <a:solidFill>
                  <a:schemeClr val="tx1">
                    <a:lumMod val="75000"/>
                    <a:lumOff val="25000"/>
                  </a:schemeClr>
                </a:solidFill>
                <a:latin typeface="Calibri" pitchFamily="34" charset="0"/>
                <a:cs typeface="Calibri" pitchFamily="34" charset="0"/>
              </a:rPr>
              <a:t>ve yazım hatalarını kontrol eder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Sözlüğe </a:t>
            </a:r>
            <a:r>
              <a:rPr lang="tr-TR" sz="1600" dirty="0">
                <a:solidFill>
                  <a:schemeClr val="tx1">
                    <a:lumMod val="75000"/>
                    <a:lumOff val="25000"/>
                  </a:schemeClr>
                </a:solidFill>
                <a:latin typeface="Calibri" pitchFamily="34" charset="0"/>
                <a:cs typeface="Calibri" pitchFamily="34" charset="0"/>
              </a:rPr>
              <a:t>sözcük ekler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Baskı </a:t>
            </a:r>
            <a:r>
              <a:rPr lang="tr-TR" sz="1600" dirty="0" err="1">
                <a:solidFill>
                  <a:schemeClr val="tx1">
                    <a:lumMod val="75000"/>
                    <a:lumOff val="25000"/>
                  </a:schemeClr>
                </a:solidFill>
                <a:latin typeface="Calibri" pitchFamily="34" charset="0"/>
                <a:cs typeface="Calibri" pitchFamily="34" charset="0"/>
              </a:rPr>
              <a:t>önizleme</a:t>
            </a:r>
            <a:r>
              <a:rPr lang="tr-TR" sz="1600" dirty="0">
                <a:solidFill>
                  <a:schemeClr val="tx1">
                    <a:lumMod val="75000"/>
                    <a:lumOff val="25000"/>
                  </a:schemeClr>
                </a:solidFill>
                <a:latin typeface="Calibri" pitchFamily="34" charset="0"/>
                <a:cs typeface="Calibri" pitchFamily="34" charset="0"/>
              </a:rPr>
              <a:t> yapar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Belgenin </a:t>
            </a:r>
            <a:r>
              <a:rPr lang="tr-TR" sz="1600" dirty="0">
                <a:solidFill>
                  <a:schemeClr val="tx1">
                    <a:lumMod val="75000"/>
                    <a:lumOff val="25000"/>
                  </a:schemeClr>
                </a:solidFill>
                <a:latin typeface="Calibri" pitchFamily="34" charset="0"/>
                <a:cs typeface="Calibri" pitchFamily="34" charset="0"/>
              </a:rPr>
              <a:t>tamamının veya bir kısmının çıktısını alır</a:t>
            </a:r>
          </a:p>
          <a:p>
            <a:pPr marL="217170" indent="-171450">
              <a:lnSpc>
                <a:spcPct val="150000"/>
              </a:lnSpc>
              <a:buClr>
                <a:schemeClr val="accent6">
                  <a:lumMod val="75000"/>
                </a:schemeClr>
              </a:buClr>
              <a:buSzPct val="130000"/>
              <a:buBlip>
                <a:blip r:embed="rId8"/>
              </a:buBlip>
              <a:tabLst>
                <a:tab pos="182563" algn="l"/>
              </a:tabLst>
            </a:pPr>
            <a:r>
              <a:rPr lang="tr-TR" sz="1600" dirty="0" smtClean="0">
                <a:solidFill>
                  <a:schemeClr val="tx1">
                    <a:lumMod val="75000"/>
                    <a:lumOff val="25000"/>
                  </a:schemeClr>
                </a:solidFill>
                <a:latin typeface="Calibri" pitchFamily="34" charset="0"/>
                <a:cs typeface="Calibri" pitchFamily="34" charset="0"/>
              </a:rPr>
              <a:t> Yazıcıdan </a:t>
            </a:r>
            <a:r>
              <a:rPr lang="tr-TR" sz="1600" dirty="0">
                <a:solidFill>
                  <a:schemeClr val="tx1">
                    <a:lumMod val="75000"/>
                    <a:lumOff val="25000"/>
                  </a:schemeClr>
                </a:solidFill>
                <a:latin typeface="Calibri" pitchFamily="34" charset="0"/>
                <a:cs typeface="Calibri" pitchFamily="34" charset="0"/>
              </a:rPr>
              <a:t>çıktı alır</a:t>
            </a:r>
          </a:p>
        </p:txBody>
      </p:sp>
      <p:sp>
        <p:nvSpPr>
          <p:cNvPr id="15" name="Slayt Numarası Yer Tutucusu 14"/>
          <p:cNvSpPr>
            <a:spLocks noGrp="1"/>
          </p:cNvSpPr>
          <p:nvPr>
            <p:ph type="sldNum" sz="quarter" idx="12"/>
            <p:custDataLst>
              <p:tags r:id="rId5"/>
            </p:custDataLst>
          </p:nvPr>
        </p:nvSpPr>
        <p:spPr/>
        <p:txBody>
          <a:bodyPr/>
          <a:lstStyle/>
          <a:p>
            <a:fld id="{C1FA2219-9131-49AD-A1B5-1FFD48A79E7F}" type="slidenum">
              <a:rPr lang="tr-TR" smtClean="0"/>
              <a:t>2</a:t>
            </a:fld>
            <a:endParaRPr lang="tr-TR"/>
          </a:p>
        </p:txBody>
      </p:sp>
    </p:spTree>
    <p:custDataLst>
      <p:tags r:id="rId1"/>
    </p:custDataLst>
    <p:extLst>
      <p:ext uri="{BB962C8B-B14F-4D97-AF65-F5344CB8AC3E}">
        <p14:creationId xmlns:p14="http://schemas.microsoft.com/office/powerpoint/2010/main" val="52664095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Dikdörtgen 12"/>
          <p:cNvSpPr/>
          <p:nvPr>
            <p:custDataLst>
              <p:tags r:id="rId2"/>
            </p:custDataLst>
          </p:nvPr>
        </p:nvSpPr>
        <p:spPr>
          <a:xfrm>
            <a:off x="457200" y="2362200"/>
            <a:ext cx="4724400" cy="32004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5" name="Dikdörtgen 4"/>
          <p:cNvSpPr/>
          <p:nvPr>
            <p:custDataLst>
              <p:tags r:id="rId3"/>
            </p:custDataLst>
          </p:nvPr>
        </p:nvSpPr>
        <p:spPr>
          <a:xfrm>
            <a:off x="457200" y="1826156"/>
            <a:ext cx="4114800" cy="4191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tr-TR"/>
          </a:p>
        </p:txBody>
      </p:sp>
      <p:sp>
        <p:nvSpPr>
          <p:cNvPr id="2" name="Başlık 1"/>
          <p:cNvSpPr>
            <a:spLocks noGrp="1"/>
          </p:cNvSpPr>
          <p:nvPr>
            <p:ph type="title"/>
            <p:custDataLst>
              <p:tags r:id="rId4"/>
            </p:custDataLst>
          </p:nvPr>
        </p:nvSpPr>
        <p:spPr>
          <a:xfrm>
            <a:off x="457200" y="457200"/>
            <a:ext cx="8229600" cy="533400"/>
          </a:xfrm>
          <a:solidFill>
            <a:schemeClr val="tx2">
              <a:lumMod val="75000"/>
            </a:schemeClr>
          </a:solidFill>
        </p:spPr>
        <p:txBody>
          <a:bodyPr>
            <a:normAutofit fontScale="90000"/>
          </a:bodyPr>
          <a:lstStyle/>
          <a:p>
            <a:pPr marL="0" indent="0" algn="l">
              <a:buNone/>
            </a:pPr>
            <a:r>
              <a:rPr lang="tr-TR" sz="3200" b="1" spc="50" dirty="0" smtClean="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İçindekiler</a:t>
            </a:r>
            <a:endParaRPr lang="tr-TR" sz="32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endParaRPr>
          </a:p>
        </p:txBody>
      </p:sp>
      <p:sp>
        <p:nvSpPr>
          <p:cNvPr id="3" name="İçerik Yer Tutucusu 2"/>
          <p:cNvSpPr>
            <a:spLocks noGrp="1"/>
          </p:cNvSpPr>
          <p:nvPr>
            <p:ph idx="4294967295"/>
            <p:custDataLst>
              <p:tags r:id="rId5"/>
            </p:custDataLst>
          </p:nvPr>
        </p:nvSpPr>
        <p:spPr>
          <a:xfrm>
            <a:off x="457200" y="2370083"/>
            <a:ext cx="4648200" cy="3192517"/>
          </a:xfrm>
          <a:prstGeom prst="rect">
            <a:avLst/>
          </a:prstGeom>
        </p:spPr>
        <p:txBody>
          <a:bodyPr>
            <a:normAutofit/>
          </a:bodyPr>
          <a:lstStyle/>
          <a:p>
            <a:pPr marL="361950" lvl="1" indent="-361950">
              <a:buFont typeface="Arial" pitchFamily="34" charset="0"/>
              <a:buNone/>
            </a:pPr>
            <a:r>
              <a:rPr lang="tr-TR" sz="1200" b="1" dirty="0">
                <a:latin typeface="Calibri" pitchFamily="34" charset="0"/>
                <a:cs typeface="Calibri" pitchFamily="34" charset="0"/>
              </a:rPr>
              <a:t>3.5	Yazdırmaya Hazırlanma</a:t>
            </a:r>
          </a:p>
          <a:p>
            <a:pPr marL="630238" lvl="1" indent="-361950">
              <a:buFont typeface="Arial" pitchFamily="34" charset="0"/>
              <a:buNone/>
            </a:pPr>
            <a:r>
              <a:rPr lang="tr-TR" sz="1200" b="1" dirty="0">
                <a:latin typeface="Calibri" pitchFamily="34" charset="0"/>
                <a:cs typeface="Calibri" pitchFamily="34" charset="0"/>
              </a:rPr>
              <a:t>3.5.1	Yazdırmaya Hazırlık</a:t>
            </a:r>
          </a:p>
          <a:p>
            <a:pPr marL="898525" lvl="1" indent="-361950" defTabSz="1071563">
              <a:buFont typeface="Arial" pitchFamily="34" charset="0"/>
              <a:buNone/>
            </a:pPr>
            <a:r>
              <a:rPr lang="tr-TR" sz="1200" b="1" dirty="0">
                <a:latin typeface="Calibri" pitchFamily="34" charset="0"/>
                <a:cs typeface="Calibri" pitchFamily="34" charset="0"/>
              </a:rPr>
              <a:t>3.5.1.1	Yazdırma İşleminden Önce Belgenin Kâğıt Yönü, Kenar Boşlukları, Karakter Büyüklüğü ve Hecelemenin Görülmesinin/Denemenin Önemi.</a:t>
            </a:r>
          </a:p>
          <a:p>
            <a:pPr marL="898525" lvl="1" indent="-361950" defTabSz="1071563">
              <a:buFont typeface="Arial" pitchFamily="34" charset="0"/>
              <a:buNone/>
            </a:pPr>
            <a:r>
              <a:rPr lang="tr-TR" sz="1200" b="1" dirty="0">
                <a:latin typeface="Calibri" pitchFamily="34" charset="0"/>
                <a:cs typeface="Calibri" pitchFamily="34" charset="0"/>
              </a:rPr>
              <a:t>3.5.1.2	Heceleme-Sınaması Yapılması, Yazım Hatalarının Düzeltilmesi ve Tekrarlanan Sözcüklerin Silinmesi.</a:t>
            </a:r>
          </a:p>
          <a:p>
            <a:pPr marL="898525" lvl="1" indent="-361950" defTabSz="1071563">
              <a:buFont typeface="Arial" pitchFamily="34" charset="0"/>
              <a:buNone/>
            </a:pPr>
            <a:r>
              <a:rPr lang="tr-TR" sz="1200" b="1" dirty="0">
                <a:latin typeface="Calibri" pitchFamily="34" charset="0"/>
                <a:cs typeface="Calibri" pitchFamily="34" charset="0"/>
              </a:rPr>
              <a:t>3.5.1.3	Sözlüğe Sözcük Eklenmesi.</a:t>
            </a:r>
          </a:p>
          <a:p>
            <a:pPr marL="898525" lvl="1" indent="-361950" defTabSz="1071563">
              <a:buFont typeface="Arial" pitchFamily="34" charset="0"/>
              <a:buNone/>
            </a:pPr>
            <a:r>
              <a:rPr lang="tr-TR" sz="1200" b="1" dirty="0">
                <a:latin typeface="Calibri" pitchFamily="34" charset="0"/>
                <a:cs typeface="Calibri" pitchFamily="34" charset="0"/>
              </a:rPr>
              <a:t>3.5.1.4	Baskının Yazdırılmadan Önce Görülmesi.	</a:t>
            </a:r>
          </a:p>
          <a:p>
            <a:pPr marL="630238" lvl="1" indent="-361950">
              <a:buFont typeface="Arial" pitchFamily="34" charset="0"/>
              <a:buNone/>
            </a:pPr>
            <a:r>
              <a:rPr lang="tr-TR" sz="1200" b="1" dirty="0">
                <a:latin typeface="Calibri" pitchFamily="34" charset="0"/>
                <a:cs typeface="Calibri" pitchFamily="34" charset="0"/>
              </a:rPr>
              <a:t>3.5.2	Yazdırma</a:t>
            </a:r>
          </a:p>
          <a:p>
            <a:pPr marL="898525" lvl="1" indent="-361950" defTabSz="1071563">
              <a:buFont typeface="Arial" pitchFamily="34" charset="0"/>
              <a:buNone/>
            </a:pPr>
            <a:r>
              <a:rPr lang="tr-TR" sz="1200" b="1" dirty="0">
                <a:latin typeface="Calibri" pitchFamily="34" charset="0"/>
                <a:cs typeface="Calibri" pitchFamily="34" charset="0"/>
              </a:rPr>
              <a:t>3.5.2.1	Yazdırma Seçeneklerinin Görülmesi: Belgenin Belirli Sayfası veya Tamamını Yazdırma, Kopya Sayısı Vs.</a:t>
            </a:r>
          </a:p>
          <a:p>
            <a:pPr marL="898525" lvl="1" indent="-361950" defTabSz="1071563">
              <a:buFont typeface="Arial" pitchFamily="34" charset="0"/>
              <a:buNone/>
            </a:pPr>
            <a:r>
              <a:rPr lang="tr-TR" sz="1200" b="1" dirty="0">
                <a:latin typeface="Calibri" pitchFamily="34" charset="0"/>
                <a:cs typeface="Calibri" pitchFamily="34" charset="0"/>
              </a:rPr>
              <a:t>3.5.2.2	Belgeyi Geçerli Ayarlar ve Yazıcı Üzerinden Yazdırma.</a:t>
            </a:r>
          </a:p>
        </p:txBody>
      </p:sp>
      <p:sp>
        <p:nvSpPr>
          <p:cNvPr id="7" name="Metin kutusu 6"/>
          <p:cNvSpPr txBox="1"/>
          <p:nvPr>
            <p:custDataLst>
              <p:tags r:id="rId6"/>
            </p:custDataLst>
          </p:nvPr>
        </p:nvSpPr>
        <p:spPr>
          <a:xfrm>
            <a:off x="533400" y="1961881"/>
            <a:ext cx="2667000" cy="242631"/>
          </a:xfrm>
          <a:prstGeom prst="rect">
            <a:avLst/>
          </a:prstGeom>
          <a:noFill/>
        </p:spPr>
        <p:txBody>
          <a:bodyPr wrap="square" rtlCol="0">
            <a:spAutoFit/>
          </a:bodyPr>
          <a:lstStyle/>
          <a:p>
            <a:pPr marL="228600" indent="-182880">
              <a:lnSpc>
                <a:spcPct val="80000"/>
              </a:lnSpc>
              <a:spcBef>
                <a:spcPct val="20000"/>
              </a:spcBef>
              <a:spcAft>
                <a:spcPts val="300"/>
              </a:spcAft>
              <a:buClr>
                <a:schemeClr val="accent6">
                  <a:lumMod val="75000"/>
                </a:schemeClr>
              </a:buClr>
              <a:buSzPct val="130000"/>
              <a:buFont typeface="Wingdings" pitchFamily="2" charset="2"/>
              <a:buChar char="§"/>
              <a:tabLst>
                <a:tab pos="182563" algn="l"/>
              </a:tabLst>
            </a:pPr>
            <a:r>
              <a:rPr lang="tr-TR" sz="1200" dirty="0" smtClean="0">
                <a:solidFill>
                  <a:schemeClr val="tx1">
                    <a:lumMod val="75000"/>
                    <a:lumOff val="25000"/>
                  </a:schemeClr>
                </a:solidFill>
                <a:latin typeface="Calibri" pitchFamily="34" charset="0"/>
                <a:cs typeface="Calibri" pitchFamily="34" charset="0"/>
              </a:rPr>
              <a:t>Öğrenme Hedefleri</a:t>
            </a:r>
            <a:endParaRPr lang="tr-TR" dirty="0"/>
          </a:p>
        </p:txBody>
      </p:sp>
      <p:sp>
        <p:nvSpPr>
          <p:cNvPr id="15" name="Slayt Numarası Yer Tutucusu 14"/>
          <p:cNvSpPr>
            <a:spLocks noGrp="1"/>
          </p:cNvSpPr>
          <p:nvPr>
            <p:ph type="sldNum" sz="quarter" idx="12"/>
            <p:custDataLst>
              <p:tags r:id="rId7"/>
            </p:custDataLst>
          </p:nvPr>
        </p:nvSpPr>
        <p:spPr/>
        <p:txBody>
          <a:bodyPr/>
          <a:lstStyle/>
          <a:p>
            <a:fld id="{C1FA2219-9131-49AD-A1B5-1FFD48A79E7F}" type="slidenum">
              <a:rPr lang="tr-TR" smtClean="0"/>
              <a:t>3</a:t>
            </a:fld>
            <a:endParaRPr lang="tr-TR"/>
          </a:p>
        </p:txBody>
      </p:sp>
    </p:spTree>
    <p:custDataLst>
      <p:tags r:id="rId1"/>
    </p:custDataLst>
    <p:extLst>
      <p:ext uri="{BB962C8B-B14F-4D97-AF65-F5344CB8AC3E}">
        <p14:creationId xmlns:p14="http://schemas.microsoft.com/office/powerpoint/2010/main" val="324336957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Yazdırma İşleminden Önce Belgenin Kâğıt Yönü, Kenar Boşlukları, Karakter Büyüklüğü ve Hecelemenin Görülmesinin/Denemenin Önemi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it-IT" sz="1400" b="1" dirty="0">
                <a:solidFill>
                  <a:schemeClr val="bg1"/>
                </a:solidFill>
              </a:rPr>
              <a:t>Yazdırma öncesi belgeyi denetlemenin önemini kavrar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4</a:t>
            </a:fld>
            <a:endParaRPr lang="tr-TR"/>
          </a:p>
        </p:txBody>
      </p:sp>
      <p:sp>
        <p:nvSpPr>
          <p:cNvPr id="7" name="Metin kutusu 6"/>
          <p:cNvSpPr txBox="1"/>
          <p:nvPr>
            <p:custDataLst>
              <p:tags r:id="rId5"/>
            </p:custDataLst>
          </p:nvPr>
        </p:nvSpPr>
        <p:spPr>
          <a:xfrm>
            <a:off x="600341" y="1219200"/>
            <a:ext cx="7772400" cy="1077218"/>
          </a:xfrm>
          <a:prstGeom prst="rect">
            <a:avLst/>
          </a:prstGeom>
          <a:noFill/>
        </p:spPr>
        <p:txBody>
          <a:bodyPr wrap="square" rtlCol="0">
            <a:spAutoFit/>
          </a:bodyPr>
          <a:lstStyle/>
          <a:p>
            <a:r>
              <a:rPr lang="tr-TR" sz="1600" dirty="0" smtClean="0"/>
              <a:t>Word belgesi </a:t>
            </a:r>
            <a:r>
              <a:rPr lang="tr-TR" sz="1600" dirty="0"/>
              <a:t>hazırlandıktan sonra y</a:t>
            </a:r>
            <a:r>
              <a:rPr lang="tr-TR" sz="1600" dirty="0" smtClean="0"/>
              <a:t>azdırma işleminden önce belgenin kâğıt yönü, kenar boşlukları, karakter büyüklüğü ve hecelemenin görülmesinin/denemenin önemi büyüktür. Yapılacak olan bu kontrollerle zaman, kağıt ve toner israfının önüne geçilmesi sağlanacak hatasız çıktı alınması sağlanacaktır.</a:t>
            </a:r>
            <a:endParaRPr lang="tr-TR" sz="1600" dirty="0"/>
          </a:p>
        </p:txBody>
      </p:sp>
      <p:pic>
        <p:nvPicPr>
          <p:cNvPr id="1030" name="Picture 6" descr="C:\Users\YILMAZ\AppData\Local\Temp\SNAGHTML1c3481f.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79578" y="2514600"/>
            <a:ext cx="5953125" cy="3848101"/>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69680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Heceleme-Sınaması Yapılması, Yazım Hatalarının Düzeltilmesi ve Tekrarlanan Sözcüklerin Silinmesi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es-ES" sz="1400" b="1" dirty="0">
                <a:solidFill>
                  <a:schemeClr val="bg1"/>
                </a:solidFill>
              </a:rPr>
              <a:t>Heceleme ve yazım hatalarını kontrol eder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5</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smtClean="0"/>
              <a:t>Belge yazdırılmadan önce yazım denetimi yapmak için</a:t>
            </a:r>
          </a:p>
          <a:p>
            <a:r>
              <a:rPr lang="tr-TR" sz="1600" b="1" dirty="0" smtClean="0"/>
              <a:t>Gözden Geçir </a:t>
            </a:r>
            <a:r>
              <a:rPr lang="tr-TR" sz="1600" dirty="0" smtClean="0"/>
              <a:t>sekmesi</a:t>
            </a:r>
            <a:r>
              <a:rPr lang="tr-TR" sz="1600" b="1" dirty="0" smtClean="0"/>
              <a:t>&gt;Yazım Denetleme</a:t>
            </a:r>
            <a:r>
              <a:rPr lang="tr-TR" sz="1600" dirty="0" smtClean="0"/>
              <a:t> komut grubun bulunan komutlar </a:t>
            </a:r>
          </a:p>
          <a:p>
            <a:r>
              <a:rPr lang="tr-TR" sz="1600" b="1" dirty="0" smtClean="0"/>
              <a:t>Fare</a:t>
            </a:r>
            <a:r>
              <a:rPr lang="tr-TR" sz="1600" dirty="0" smtClean="0"/>
              <a:t> </a:t>
            </a:r>
            <a:r>
              <a:rPr lang="tr-TR" sz="1600" dirty="0" err="1" smtClean="0"/>
              <a:t>kısayol</a:t>
            </a:r>
            <a:r>
              <a:rPr lang="tr-TR" sz="1600" dirty="0" smtClean="0"/>
              <a:t> menüsü&gt; </a:t>
            </a:r>
            <a:r>
              <a:rPr lang="tr-TR" sz="1600" b="1" dirty="0" smtClean="0"/>
              <a:t>Yazım Denetimi </a:t>
            </a:r>
            <a:r>
              <a:rPr lang="tr-TR" sz="1600" dirty="0" smtClean="0"/>
              <a:t>komutu kullanılır </a:t>
            </a:r>
            <a:endParaRPr lang="tr-TR" sz="1600" dirty="0"/>
          </a:p>
        </p:txBody>
      </p:sp>
      <p:pic>
        <p:nvPicPr>
          <p:cNvPr id="2050" name="Picture 2" descr="C:\Users\YILMAZ\AppData\Local\Temp\SNAGHTML1c78196.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981200"/>
            <a:ext cx="5334000" cy="1352550"/>
          </a:xfrm>
          <a:prstGeom prst="rect">
            <a:avLst/>
          </a:prstGeom>
          <a:noFill/>
          <a:extLst>
            <a:ext uri="{909E8E84-426E-40DD-AFC4-6F175D3DCCD1}">
              <a14:hiddenFill xmlns:a14="http://schemas.microsoft.com/office/drawing/2010/main">
                <a:solidFill>
                  <a:srgbClr val="FFFFFF"/>
                </a:solidFill>
              </a14:hiddenFill>
            </a:ext>
          </a:extLst>
        </p:spPr>
      </p:pic>
      <p:pic>
        <p:nvPicPr>
          <p:cNvPr id="15" name="Resim 14"/>
          <p:cNvPicPr/>
          <p:nvPr/>
        </p:nvPicPr>
        <p:blipFill>
          <a:blip r:embed="rId12">
            <a:extLst>
              <a:ext uri="{28A0092B-C50C-407E-A947-70E740481C1C}">
                <a14:useLocalDpi xmlns:a14="http://schemas.microsoft.com/office/drawing/2010/main" val="0"/>
              </a:ext>
            </a:extLst>
          </a:blip>
          <a:srcRect/>
          <a:stretch>
            <a:fillRect/>
          </a:stretch>
        </p:blipFill>
        <p:spPr bwMode="auto">
          <a:xfrm>
            <a:off x="600341" y="3505200"/>
            <a:ext cx="4467225" cy="3086100"/>
          </a:xfrm>
          <a:prstGeom prst="rect">
            <a:avLst/>
          </a:prstGeom>
          <a:noFill/>
          <a:ln>
            <a:noFill/>
          </a:ln>
        </p:spPr>
      </p:pic>
    </p:spTree>
    <p:custDataLst>
      <p:tags r:id="rId1"/>
    </p:custDataLst>
    <p:extLst>
      <p:ext uri="{BB962C8B-B14F-4D97-AF65-F5344CB8AC3E}">
        <p14:creationId xmlns:p14="http://schemas.microsoft.com/office/powerpoint/2010/main" val="295448282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rm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Sözlüğe Sözcük Eklenmesi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Sözlüğe</a:t>
            </a:r>
            <a:r>
              <a:rPr lang="de-DE" sz="1400" b="1" dirty="0">
                <a:solidFill>
                  <a:schemeClr val="bg1"/>
                </a:solidFill>
              </a:rPr>
              <a:t> </a:t>
            </a:r>
            <a:r>
              <a:rPr lang="de-DE" sz="1400" b="1" dirty="0" err="1">
                <a:solidFill>
                  <a:schemeClr val="bg1"/>
                </a:solidFill>
              </a:rPr>
              <a:t>sözcük</a:t>
            </a:r>
            <a:r>
              <a:rPr lang="de-DE" sz="1400" b="1" dirty="0">
                <a:solidFill>
                  <a:schemeClr val="bg1"/>
                </a:solidFill>
              </a:rPr>
              <a:t> ekler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6</a:t>
            </a:fld>
            <a:endParaRPr lang="tr-TR"/>
          </a:p>
        </p:txBody>
      </p:sp>
      <p:sp>
        <p:nvSpPr>
          <p:cNvPr id="7" name="Metin kutusu 6"/>
          <p:cNvSpPr txBox="1"/>
          <p:nvPr>
            <p:custDataLst>
              <p:tags r:id="rId5"/>
            </p:custDataLst>
          </p:nvPr>
        </p:nvSpPr>
        <p:spPr>
          <a:xfrm>
            <a:off x="503325" y="1146117"/>
            <a:ext cx="7772400" cy="830997"/>
          </a:xfrm>
          <a:prstGeom prst="rect">
            <a:avLst/>
          </a:prstGeom>
          <a:noFill/>
        </p:spPr>
        <p:txBody>
          <a:bodyPr wrap="square" rtlCol="0">
            <a:spAutoFit/>
          </a:bodyPr>
          <a:lstStyle/>
          <a:p>
            <a:r>
              <a:rPr lang="tr-TR" sz="1600" dirty="0" smtClean="0"/>
              <a:t>Bir sözcüğü Sözlüğe eklemek için </a:t>
            </a:r>
          </a:p>
          <a:p>
            <a:pPr marL="285750" indent="-285750">
              <a:buFont typeface="Arial" pitchFamily="34" charset="0"/>
              <a:buChar char="•"/>
            </a:pPr>
            <a:r>
              <a:rPr lang="tr-TR" sz="1600" b="1" dirty="0"/>
              <a:t>Yazım Denetimi ve Dilbilgisi </a:t>
            </a:r>
            <a:r>
              <a:rPr lang="tr-TR" sz="1600" dirty="0"/>
              <a:t>iletişim </a:t>
            </a:r>
            <a:r>
              <a:rPr lang="tr-TR" sz="1600" dirty="0" smtClean="0"/>
              <a:t>penceresi</a:t>
            </a:r>
          </a:p>
          <a:p>
            <a:pPr marL="285750" indent="-285750">
              <a:buFont typeface="Arial" pitchFamily="34" charset="0"/>
              <a:buChar char="•"/>
            </a:pPr>
            <a:r>
              <a:rPr lang="tr-TR" sz="1600" b="1" dirty="0" smtClean="0"/>
              <a:t>Fare</a:t>
            </a:r>
            <a:r>
              <a:rPr lang="tr-TR" sz="1600" dirty="0" smtClean="0"/>
              <a:t> </a:t>
            </a:r>
            <a:r>
              <a:rPr lang="tr-TR" sz="1600" dirty="0" err="1" smtClean="0"/>
              <a:t>kısayol</a:t>
            </a:r>
            <a:r>
              <a:rPr lang="tr-TR" sz="1600" dirty="0" smtClean="0"/>
              <a:t> menüsü </a:t>
            </a:r>
            <a:r>
              <a:rPr lang="tr-TR" sz="1600" b="1" dirty="0" smtClean="0"/>
              <a:t>Sözlüğe Ekle </a:t>
            </a:r>
            <a:r>
              <a:rPr lang="tr-TR" sz="1600" dirty="0" smtClean="0"/>
              <a:t>komutu kullanılır.</a:t>
            </a:r>
            <a:endParaRPr lang="tr-TR" sz="1600" dirty="0"/>
          </a:p>
        </p:txBody>
      </p:sp>
      <p:pic>
        <p:nvPicPr>
          <p:cNvPr id="3" name="Picture 2" descr="C:\Users\YILMAZ\AppData\Local\Temp\SNAGHTML1ce7c2a.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00341" y="2057400"/>
            <a:ext cx="4562475" cy="314325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562600" y="2057400"/>
            <a:ext cx="1533525" cy="2705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682811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9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Baskının Yazdırılmadan Önce Görülmesi</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de-DE" sz="1400" b="1" dirty="0" err="1">
                <a:solidFill>
                  <a:schemeClr val="bg1"/>
                </a:solidFill>
              </a:rPr>
              <a:t>Baskı</a:t>
            </a:r>
            <a:r>
              <a:rPr lang="de-DE" sz="1400" b="1" dirty="0">
                <a:solidFill>
                  <a:schemeClr val="bg1"/>
                </a:solidFill>
              </a:rPr>
              <a:t> </a:t>
            </a:r>
            <a:r>
              <a:rPr lang="de-DE" sz="1400" b="1" dirty="0" err="1">
                <a:solidFill>
                  <a:schemeClr val="bg1"/>
                </a:solidFill>
              </a:rPr>
              <a:t>önizleme</a:t>
            </a:r>
            <a:r>
              <a:rPr lang="de-DE" sz="1400" b="1" dirty="0">
                <a:solidFill>
                  <a:schemeClr val="bg1"/>
                </a:solidFill>
              </a:rPr>
              <a:t> </a:t>
            </a:r>
            <a:r>
              <a:rPr lang="de-DE" sz="1400" b="1" dirty="0" err="1">
                <a:solidFill>
                  <a:schemeClr val="bg1"/>
                </a:solidFill>
              </a:rPr>
              <a:t>yapar</a:t>
            </a:r>
            <a:endParaRPr lang="de-DE"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7</a:t>
            </a:fld>
            <a:endParaRPr lang="tr-TR"/>
          </a:p>
        </p:txBody>
      </p:sp>
      <p:sp>
        <p:nvSpPr>
          <p:cNvPr id="7" name="Metin kutusu 6"/>
          <p:cNvSpPr txBox="1"/>
          <p:nvPr>
            <p:custDataLst>
              <p:tags r:id="rId5"/>
            </p:custDataLst>
          </p:nvPr>
        </p:nvSpPr>
        <p:spPr>
          <a:xfrm>
            <a:off x="503325" y="1146117"/>
            <a:ext cx="7772400" cy="338554"/>
          </a:xfrm>
          <a:prstGeom prst="rect">
            <a:avLst/>
          </a:prstGeom>
          <a:noFill/>
        </p:spPr>
        <p:txBody>
          <a:bodyPr wrap="square" rtlCol="0">
            <a:spAutoFit/>
          </a:bodyPr>
          <a:lstStyle/>
          <a:p>
            <a:r>
              <a:rPr lang="tr-TR" sz="1600" b="1" dirty="0" smtClean="0"/>
              <a:t>Dosya</a:t>
            </a:r>
            <a:r>
              <a:rPr lang="tr-TR" sz="1600" dirty="0" smtClean="0"/>
              <a:t> sekmesi </a:t>
            </a:r>
            <a:r>
              <a:rPr lang="tr-TR" sz="1600" b="1" dirty="0" err="1" smtClean="0"/>
              <a:t>Backstage</a:t>
            </a:r>
            <a:r>
              <a:rPr lang="tr-TR" sz="1600" b="1" dirty="0" smtClean="0"/>
              <a:t> </a:t>
            </a:r>
            <a:r>
              <a:rPr lang="tr-TR" sz="1600" dirty="0" smtClean="0"/>
              <a:t> görünümü </a:t>
            </a:r>
            <a:r>
              <a:rPr lang="tr-TR" sz="1600" b="1" dirty="0" smtClean="0"/>
              <a:t>Baskı </a:t>
            </a:r>
            <a:r>
              <a:rPr lang="tr-TR" sz="1600" b="1" dirty="0" err="1" smtClean="0"/>
              <a:t>önizleme</a:t>
            </a:r>
            <a:endParaRPr lang="tr-TR" sz="1600" b="1" dirty="0"/>
          </a:p>
        </p:txBody>
      </p:sp>
      <p:pic>
        <p:nvPicPr>
          <p:cNvPr id="3" name="Picture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892953" y="1604856"/>
            <a:ext cx="6993144" cy="5253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ustDataLst>
      <p:tags r:id="rId1"/>
    </p:custDataLst>
    <p:extLst>
      <p:ext uri="{BB962C8B-B14F-4D97-AF65-F5344CB8AC3E}">
        <p14:creationId xmlns:p14="http://schemas.microsoft.com/office/powerpoint/2010/main" val="306805138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0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Yazdırma Seçeneklerinin Görülmesi: Belgenin Belirli Sayfası veya Tamamını Yazdırma, Kopya Sayısı Vs.</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8763000" cy="307777"/>
          </a:xfrm>
          <a:prstGeom prst="rect">
            <a:avLst/>
          </a:prstGeom>
          <a:noFill/>
        </p:spPr>
        <p:txBody>
          <a:bodyPr wrap="square" rtlCol="0">
            <a:spAutoFit/>
          </a:bodyPr>
          <a:lstStyle/>
          <a:p>
            <a:r>
              <a:rPr lang="pt-BR" sz="1400" b="1" dirty="0">
                <a:solidFill>
                  <a:schemeClr val="bg1"/>
                </a:solidFill>
              </a:rPr>
              <a:t>Belgenin tamamının veya bir kısmının çıktısını alır</a:t>
            </a: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8</a:t>
            </a:fld>
            <a:endParaRPr lang="tr-TR"/>
          </a:p>
        </p:txBody>
      </p:sp>
      <p:sp>
        <p:nvSpPr>
          <p:cNvPr id="7" name="Metin kutusu 6"/>
          <p:cNvSpPr txBox="1"/>
          <p:nvPr>
            <p:custDataLst>
              <p:tags r:id="rId5"/>
            </p:custDataLst>
          </p:nvPr>
        </p:nvSpPr>
        <p:spPr>
          <a:xfrm>
            <a:off x="533400" y="1143000"/>
            <a:ext cx="7772400" cy="584775"/>
          </a:xfrm>
          <a:prstGeom prst="rect">
            <a:avLst/>
          </a:prstGeom>
          <a:noFill/>
        </p:spPr>
        <p:txBody>
          <a:bodyPr wrap="square" rtlCol="0">
            <a:spAutoFit/>
          </a:bodyPr>
          <a:lstStyle/>
          <a:p>
            <a:r>
              <a:rPr lang="tr-TR" sz="1600" dirty="0" smtClean="0"/>
              <a:t>Yazdırılacak sayfa ve kopya sayılarının belirlenmesi</a:t>
            </a:r>
          </a:p>
          <a:p>
            <a:r>
              <a:rPr lang="tr-TR" sz="1600" b="1" dirty="0" smtClean="0"/>
              <a:t>Dosya </a:t>
            </a:r>
            <a:r>
              <a:rPr lang="tr-TR" sz="1600" dirty="0" smtClean="0"/>
              <a:t>sekmesi</a:t>
            </a:r>
            <a:r>
              <a:rPr lang="tr-TR" sz="1600" b="1" dirty="0"/>
              <a:t> </a:t>
            </a:r>
            <a:r>
              <a:rPr lang="tr-TR" sz="1600" b="1" dirty="0" err="1" smtClean="0"/>
              <a:t>Backstage</a:t>
            </a:r>
            <a:r>
              <a:rPr lang="tr-TR" sz="1600" dirty="0" smtClean="0"/>
              <a:t> görünümünden yapılmaktadır. </a:t>
            </a:r>
            <a:endParaRPr lang="tr-TR" sz="1600" b="1" dirty="0"/>
          </a:p>
        </p:txBody>
      </p:sp>
      <p:pic>
        <p:nvPicPr>
          <p:cNvPr id="16" name="Resim 15" descr="C:\Users\YILMAZ\AppData\Local\Temp\SNAGHTML152c299.PNG"/>
          <p:cNvPicPr/>
          <p:nvPr/>
        </p:nvPicPr>
        <p:blipFill>
          <a:blip r:embed="rId11">
            <a:extLst>
              <a:ext uri="{28A0092B-C50C-407E-A947-70E740481C1C}">
                <a14:useLocalDpi xmlns:a14="http://schemas.microsoft.com/office/drawing/2010/main" val="0"/>
              </a:ext>
            </a:extLst>
          </a:blip>
          <a:srcRect/>
          <a:stretch>
            <a:fillRect/>
          </a:stretch>
        </p:blipFill>
        <p:spPr bwMode="auto">
          <a:xfrm>
            <a:off x="600341" y="1981200"/>
            <a:ext cx="4886325" cy="4476750"/>
          </a:xfrm>
          <a:prstGeom prst="rect">
            <a:avLst/>
          </a:prstGeom>
          <a:noFill/>
          <a:ln>
            <a:noFill/>
          </a:ln>
        </p:spPr>
      </p:pic>
    </p:spTree>
    <p:custDataLst>
      <p:tags r:id="rId1"/>
    </p:custDataLst>
    <p:extLst>
      <p:ext uri="{BB962C8B-B14F-4D97-AF65-F5344CB8AC3E}">
        <p14:creationId xmlns:p14="http://schemas.microsoft.com/office/powerpoint/2010/main" val="291000535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custDataLst>
              <p:tags r:id="rId2"/>
            </p:custDataLst>
          </p:nvPr>
        </p:nvSpPr>
        <p:spPr>
          <a:xfrm>
            <a:off x="457200" y="457200"/>
            <a:ext cx="8229600" cy="533400"/>
          </a:xfrm>
          <a:solidFill>
            <a:schemeClr val="tx2">
              <a:lumMod val="75000"/>
            </a:schemeClr>
          </a:solidFill>
        </p:spPr>
        <p:txBody>
          <a:bodyPr>
            <a:noAutofit/>
          </a:bodyPr>
          <a:lstStyle/>
          <a:p>
            <a:r>
              <a:rPr lang="tr-TR" sz="2800" b="1" spc="50" dirty="0">
                <a:ln w="13500">
                  <a:solidFill>
                    <a:schemeClr val="accent1">
                      <a:shade val="2500"/>
                      <a:alpha val="6500"/>
                    </a:schemeClr>
                  </a:solidFill>
                  <a:prstDash val="solid"/>
                </a:ln>
                <a:solidFill>
                  <a:schemeClr val="accent1">
                    <a:tint val="3000"/>
                    <a:alpha val="95000"/>
                  </a:schemeClr>
                </a:solidFill>
                <a:effectLst>
                  <a:innerShdw blurRad="50900" dist="38500" dir="13500000">
                    <a:srgbClr val="000000">
                      <a:alpha val="60000"/>
                    </a:srgbClr>
                  </a:innerShdw>
                </a:effectLst>
              </a:rPr>
              <a:t>Belgeyi Geçerli Ayarlar ve Yazıcı Üzerinden Yazdırma</a:t>
            </a:r>
          </a:p>
        </p:txBody>
      </p:sp>
      <p:grpSp>
        <p:nvGrpSpPr>
          <p:cNvPr id="11" name="Grup 10"/>
          <p:cNvGrpSpPr/>
          <p:nvPr/>
        </p:nvGrpSpPr>
        <p:grpSpPr>
          <a:xfrm>
            <a:off x="0" y="0"/>
            <a:ext cx="9144000" cy="276999"/>
            <a:chOff x="0" y="0"/>
            <a:chExt cx="9144000" cy="381000"/>
          </a:xfrm>
        </p:grpSpPr>
        <p:sp>
          <p:nvSpPr>
            <p:cNvPr id="4" name="Dikdörtgen 3"/>
            <p:cNvSpPr/>
            <p:nvPr>
              <p:custDataLst>
                <p:tags r:id="rId6"/>
              </p:custDataLst>
            </p:nvPr>
          </p:nvSpPr>
          <p:spPr>
            <a:xfrm>
              <a:off x="0" y="0"/>
              <a:ext cx="9144000" cy="381000"/>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tr-TR"/>
            </a:p>
          </p:txBody>
        </p:sp>
        <p:grpSp>
          <p:nvGrpSpPr>
            <p:cNvPr id="8" name="Group 9"/>
            <p:cNvGrpSpPr>
              <a:grpSpLocks noChangeAspect="1"/>
            </p:cNvGrpSpPr>
            <p:nvPr/>
          </p:nvGrpSpPr>
          <p:grpSpPr bwMode="auto">
            <a:xfrm>
              <a:off x="24723" y="14837"/>
              <a:ext cx="934093" cy="322595"/>
              <a:chOff x="1755" y="1344"/>
              <a:chExt cx="2994" cy="1034"/>
            </a:xfrm>
          </p:grpSpPr>
          <p:sp>
            <p:nvSpPr>
              <p:cNvPr id="9" name="AutoShape 8"/>
              <p:cNvSpPr>
                <a:spLocks noChangeAspect="1" noChangeArrowheads="1" noTextEdit="1"/>
              </p:cNvSpPr>
              <p:nvPr>
                <p:custDataLst>
                  <p:tags r:id="rId7"/>
                </p:custDataLst>
              </p:nvPr>
            </p:nvSpPr>
            <p:spPr bwMode="auto">
              <a:xfrm>
                <a:off x="3600" y="1344"/>
                <a:ext cx="1149" cy="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tr-TR"/>
              </a:p>
            </p:txBody>
          </p:sp>
          <p:sp>
            <p:nvSpPr>
              <p:cNvPr id="10" name="Freeform 10"/>
              <p:cNvSpPr>
                <a:spLocks/>
              </p:cNvSpPr>
              <p:nvPr>
                <p:custDataLst>
                  <p:tags r:id="rId8"/>
                </p:custDataLst>
              </p:nvPr>
            </p:nvSpPr>
            <p:spPr bwMode="auto">
              <a:xfrm>
                <a:off x="1755" y="1437"/>
                <a:ext cx="1142" cy="941"/>
              </a:xfrm>
              <a:custGeom>
                <a:avLst/>
                <a:gdLst>
                  <a:gd name="T0" fmla="*/ 2259 w 2284"/>
                  <a:gd name="T1" fmla="*/ 1161 h 1882"/>
                  <a:gd name="T2" fmla="*/ 2061 w 2284"/>
                  <a:gd name="T3" fmla="*/ 1682 h 1882"/>
                  <a:gd name="T4" fmla="*/ 1579 w 2284"/>
                  <a:gd name="T5" fmla="*/ 1872 h 1882"/>
                  <a:gd name="T6" fmla="*/ 1303 w 2284"/>
                  <a:gd name="T7" fmla="*/ 1676 h 1882"/>
                  <a:gd name="T8" fmla="*/ 1126 w 2284"/>
                  <a:gd name="T9" fmla="*/ 1290 h 1882"/>
                  <a:gd name="T10" fmla="*/ 1247 w 2284"/>
                  <a:gd name="T11" fmla="*/ 1190 h 1882"/>
                  <a:gd name="T12" fmla="*/ 1378 w 2284"/>
                  <a:gd name="T13" fmla="*/ 1538 h 1882"/>
                  <a:gd name="T14" fmla="*/ 1594 w 2284"/>
                  <a:gd name="T15" fmla="*/ 1724 h 1882"/>
                  <a:gd name="T16" fmla="*/ 1854 w 2284"/>
                  <a:gd name="T17" fmla="*/ 1676 h 1882"/>
                  <a:gd name="T18" fmla="*/ 2053 w 2284"/>
                  <a:gd name="T19" fmla="*/ 1391 h 1882"/>
                  <a:gd name="T20" fmla="*/ 2130 w 2284"/>
                  <a:gd name="T21" fmla="*/ 951 h 1882"/>
                  <a:gd name="T22" fmla="*/ 2097 w 2284"/>
                  <a:gd name="T23" fmla="*/ 658 h 1882"/>
                  <a:gd name="T24" fmla="*/ 2008 w 2284"/>
                  <a:gd name="T25" fmla="*/ 413 h 1882"/>
                  <a:gd name="T26" fmla="*/ 1896 w 2284"/>
                  <a:gd name="T27" fmla="*/ 263 h 1882"/>
                  <a:gd name="T28" fmla="*/ 1807 w 2284"/>
                  <a:gd name="T29" fmla="*/ 198 h 1882"/>
                  <a:gd name="T30" fmla="*/ 1711 w 2284"/>
                  <a:gd name="T31" fmla="*/ 168 h 1882"/>
                  <a:gd name="T32" fmla="*/ 1513 w 2284"/>
                  <a:gd name="T33" fmla="*/ 221 h 1882"/>
                  <a:gd name="T34" fmla="*/ 1320 w 2284"/>
                  <a:gd name="T35" fmla="*/ 488 h 1882"/>
                  <a:gd name="T36" fmla="*/ 1229 w 2284"/>
                  <a:gd name="T37" fmla="*/ 936 h 1882"/>
                  <a:gd name="T38" fmla="*/ 1414 w 2284"/>
                  <a:gd name="T39" fmla="*/ 689 h 1882"/>
                  <a:gd name="T40" fmla="*/ 1517 w 2284"/>
                  <a:gd name="T41" fmla="*/ 503 h 1882"/>
                  <a:gd name="T42" fmla="*/ 1650 w 2284"/>
                  <a:gd name="T43" fmla="*/ 454 h 1882"/>
                  <a:gd name="T44" fmla="*/ 1762 w 2284"/>
                  <a:gd name="T45" fmla="*/ 519 h 1882"/>
                  <a:gd name="T46" fmla="*/ 1876 w 2284"/>
                  <a:gd name="T47" fmla="*/ 773 h 1882"/>
                  <a:gd name="T48" fmla="*/ 1883 w 2284"/>
                  <a:gd name="T49" fmla="*/ 1107 h 1882"/>
                  <a:gd name="T50" fmla="*/ 1798 w 2284"/>
                  <a:gd name="T51" fmla="*/ 1347 h 1882"/>
                  <a:gd name="T52" fmla="*/ 1657 w 2284"/>
                  <a:gd name="T53" fmla="*/ 1460 h 1882"/>
                  <a:gd name="T54" fmla="*/ 1517 w 2284"/>
                  <a:gd name="T55" fmla="*/ 1414 h 1882"/>
                  <a:gd name="T56" fmla="*/ 1414 w 2284"/>
                  <a:gd name="T57" fmla="*/ 1249 h 1882"/>
                  <a:gd name="T58" fmla="*/ 1490 w 2284"/>
                  <a:gd name="T59" fmla="*/ 1049 h 1882"/>
                  <a:gd name="T60" fmla="*/ 1573 w 2284"/>
                  <a:gd name="T61" fmla="*/ 1218 h 1882"/>
                  <a:gd name="T62" fmla="*/ 1708 w 2284"/>
                  <a:gd name="T63" fmla="*/ 1152 h 1882"/>
                  <a:gd name="T64" fmla="*/ 1736 w 2284"/>
                  <a:gd name="T65" fmla="*/ 851 h 1882"/>
                  <a:gd name="T66" fmla="*/ 1613 w 2284"/>
                  <a:gd name="T67" fmla="*/ 683 h 1882"/>
                  <a:gd name="T68" fmla="*/ 1496 w 2284"/>
                  <a:gd name="T69" fmla="*/ 833 h 1882"/>
                  <a:gd name="T70" fmla="*/ 1537 w 2284"/>
                  <a:gd name="T71" fmla="*/ 930 h 1882"/>
                  <a:gd name="T72" fmla="*/ 1577 w 2284"/>
                  <a:gd name="T73" fmla="*/ 904 h 1882"/>
                  <a:gd name="T74" fmla="*/ 1613 w 2284"/>
                  <a:gd name="T75" fmla="*/ 864 h 1882"/>
                  <a:gd name="T76" fmla="*/ 1657 w 2284"/>
                  <a:gd name="T77" fmla="*/ 920 h 1882"/>
                  <a:gd name="T78" fmla="*/ 1647 w 2284"/>
                  <a:gd name="T79" fmla="*/ 1024 h 1882"/>
                  <a:gd name="T80" fmla="*/ 1600 w 2284"/>
                  <a:gd name="T81" fmla="*/ 1047 h 1882"/>
                  <a:gd name="T82" fmla="*/ 1571 w 2284"/>
                  <a:gd name="T83" fmla="*/ 990 h 1882"/>
                  <a:gd name="T84" fmla="*/ 1469 w 2284"/>
                  <a:gd name="T85" fmla="*/ 989 h 1882"/>
                  <a:gd name="T86" fmla="*/ 1252 w 2284"/>
                  <a:gd name="T87" fmla="*/ 989 h 1882"/>
                  <a:gd name="T88" fmla="*/ 1013 w 2284"/>
                  <a:gd name="T89" fmla="*/ 989 h 1882"/>
                  <a:gd name="T90" fmla="*/ 789 w 2284"/>
                  <a:gd name="T91" fmla="*/ 989 h 1882"/>
                  <a:gd name="T92" fmla="*/ 649 w 2284"/>
                  <a:gd name="T93" fmla="*/ 990 h 1882"/>
                  <a:gd name="T94" fmla="*/ 216 w 2284"/>
                  <a:gd name="T95" fmla="*/ 990 h 1882"/>
                  <a:gd name="T96" fmla="*/ 628 w 2284"/>
                  <a:gd name="T97" fmla="*/ 930 h 1882"/>
                  <a:gd name="T98" fmla="*/ 711 w 2284"/>
                  <a:gd name="T99" fmla="*/ 930 h 1882"/>
                  <a:gd name="T100" fmla="*/ 915 w 2284"/>
                  <a:gd name="T101" fmla="*/ 930 h 1882"/>
                  <a:gd name="T102" fmla="*/ 1097 w 2284"/>
                  <a:gd name="T103" fmla="*/ 743 h 1882"/>
                  <a:gd name="T104" fmla="*/ 1258 w 2284"/>
                  <a:gd name="T105" fmla="*/ 273 h 1882"/>
                  <a:gd name="T106" fmla="*/ 1552 w 2284"/>
                  <a:gd name="T107" fmla="*/ 18 h 1882"/>
                  <a:gd name="T108" fmla="*/ 1761 w 2284"/>
                  <a:gd name="T109" fmla="*/ 8 h 1882"/>
                  <a:gd name="T110" fmla="*/ 1900 w 2284"/>
                  <a:gd name="T111" fmla="*/ 63 h 1882"/>
                  <a:gd name="T112" fmla="*/ 2038 w 2284"/>
                  <a:gd name="T113" fmla="*/ 185 h 1882"/>
                  <a:gd name="T114" fmla="*/ 2092 w 2284"/>
                  <a:gd name="T115" fmla="*/ 260 h 1882"/>
                  <a:gd name="T116" fmla="*/ 2236 w 2284"/>
                  <a:gd name="T117" fmla="*/ 560 h 18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284" h="1882">
                    <a:moveTo>
                      <a:pt x="2284" y="930"/>
                    </a:moveTo>
                    <a:lnTo>
                      <a:pt x="2284" y="942"/>
                    </a:lnTo>
                    <a:lnTo>
                      <a:pt x="2282" y="973"/>
                    </a:lnTo>
                    <a:lnTo>
                      <a:pt x="2277" y="1023"/>
                    </a:lnTo>
                    <a:lnTo>
                      <a:pt x="2270" y="1086"/>
                    </a:lnTo>
                    <a:lnTo>
                      <a:pt x="2259" y="1161"/>
                    </a:lnTo>
                    <a:lnTo>
                      <a:pt x="2243" y="1244"/>
                    </a:lnTo>
                    <a:lnTo>
                      <a:pt x="2221" y="1333"/>
                    </a:lnTo>
                    <a:lnTo>
                      <a:pt x="2193" y="1424"/>
                    </a:lnTo>
                    <a:lnTo>
                      <a:pt x="2157" y="1514"/>
                    </a:lnTo>
                    <a:lnTo>
                      <a:pt x="2114" y="1602"/>
                    </a:lnTo>
                    <a:lnTo>
                      <a:pt x="2061" y="1682"/>
                    </a:lnTo>
                    <a:lnTo>
                      <a:pt x="1998" y="1754"/>
                    </a:lnTo>
                    <a:lnTo>
                      <a:pt x="1925" y="1811"/>
                    </a:lnTo>
                    <a:lnTo>
                      <a:pt x="1840" y="1855"/>
                    </a:lnTo>
                    <a:lnTo>
                      <a:pt x="1743" y="1879"/>
                    </a:lnTo>
                    <a:lnTo>
                      <a:pt x="1632" y="1882"/>
                    </a:lnTo>
                    <a:lnTo>
                      <a:pt x="1579" y="1872"/>
                    </a:lnTo>
                    <a:lnTo>
                      <a:pt x="1528" y="1855"/>
                    </a:lnTo>
                    <a:lnTo>
                      <a:pt x="1479" y="1832"/>
                    </a:lnTo>
                    <a:lnTo>
                      <a:pt x="1431" y="1802"/>
                    </a:lnTo>
                    <a:lnTo>
                      <a:pt x="1386" y="1765"/>
                    </a:lnTo>
                    <a:lnTo>
                      <a:pt x="1344" y="1724"/>
                    </a:lnTo>
                    <a:lnTo>
                      <a:pt x="1303" y="1676"/>
                    </a:lnTo>
                    <a:lnTo>
                      <a:pt x="1265" y="1623"/>
                    </a:lnTo>
                    <a:lnTo>
                      <a:pt x="1231" y="1565"/>
                    </a:lnTo>
                    <a:lnTo>
                      <a:pt x="1200" y="1502"/>
                    </a:lnTo>
                    <a:lnTo>
                      <a:pt x="1171" y="1435"/>
                    </a:lnTo>
                    <a:lnTo>
                      <a:pt x="1147" y="1365"/>
                    </a:lnTo>
                    <a:lnTo>
                      <a:pt x="1126" y="1290"/>
                    </a:lnTo>
                    <a:lnTo>
                      <a:pt x="1109" y="1213"/>
                    </a:lnTo>
                    <a:lnTo>
                      <a:pt x="1096" y="1132"/>
                    </a:lnTo>
                    <a:lnTo>
                      <a:pt x="1088" y="1049"/>
                    </a:lnTo>
                    <a:lnTo>
                      <a:pt x="1230" y="1049"/>
                    </a:lnTo>
                    <a:lnTo>
                      <a:pt x="1237" y="1120"/>
                    </a:lnTo>
                    <a:lnTo>
                      <a:pt x="1247" y="1190"/>
                    </a:lnTo>
                    <a:lnTo>
                      <a:pt x="1262" y="1256"/>
                    </a:lnTo>
                    <a:lnTo>
                      <a:pt x="1279" y="1321"/>
                    </a:lnTo>
                    <a:lnTo>
                      <a:pt x="1300" y="1381"/>
                    </a:lnTo>
                    <a:lnTo>
                      <a:pt x="1323" y="1437"/>
                    </a:lnTo>
                    <a:lnTo>
                      <a:pt x="1350" y="1490"/>
                    </a:lnTo>
                    <a:lnTo>
                      <a:pt x="1378" y="1538"/>
                    </a:lnTo>
                    <a:lnTo>
                      <a:pt x="1408" y="1583"/>
                    </a:lnTo>
                    <a:lnTo>
                      <a:pt x="1442" y="1623"/>
                    </a:lnTo>
                    <a:lnTo>
                      <a:pt x="1477" y="1656"/>
                    </a:lnTo>
                    <a:lnTo>
                      <a:pt x="1514" y="1685"/>
                    </a:lnTo>
                    <a:lnTo>
                      <a:pt x="1554" y="1708"/>
                    </a:lnTo>
                    <a:lnTo>
                      <a:pt x="1594" y="1724"/>
                    </a:lnTo>
                    <a:lnTo>
                      <a:pt x="1635" y="1734"/>
                    </a:lnTo>
                    <a:lnTo>
                      <a:pt x="1678" y="1738"/>
                    </a:lnTo>
                    <a:lnTo>
                      <a:pt x="1724" y="1733"/>
                    </a:lnTo>
                    <a:lnTo>
                      <a:pt x="1769" y="1722"/>
                    </a:lnTo>
                    <a:lnTo>
                      <a:pt x="1813" y="1702"/>
                    </a:lnTo>
                    <a:lnTo>
                      <a:pt x="1854" y="1676"/>
                    </a:lnTo>
                    <a:lnTo>
                      <a:pt x="1893" y="1643"/>
                    </a:lnTo>
                    <a:lnTo>
                      <a:pt x="1930" y="1603"/>
                    </a:lnTo>
                    <a:lnTo>
                      <a:pt x="1966" y="1558"/>
                    </a:lnTo>
                    <a:lnTo>
                      <a:pt x="1997" y="1507"/>
                    </a:lnTo>
                    <a:lnTo>
                      <a:pt x="2027" y="1451"/>
                    </a:lnTo>
                    <a:lnTo>
                      <a:pt x="2053" y="1391"/>
                    </a:lnTo>
                    <a:lnTo>
                      <a:pt x="2076" y="1325"/>
                    </a:lnTo>
                    <a:lnTo>
                      <a:pt x="2094" y="1257"/>
                    </a:lnTo>
                    <a:lnTo>
                      <a:pt x="2109" y="1185"/>
                    </a:lnTo>
                    <a:lnTo>
                      <a:pt x="2121" y="1110"/>
                    </a:lnTo>
                    <a:lnTo>
                      <a:pt x="2127" y="1032"/>
                    </a:lnTo>
                    <a:lnTo>
                      <a:pt x="2130" y="951"/>
                    </a:lnTo>
                    <a:lnTo>
                      <a:pt x="2129" y="899"/>
                    </a:lnTo>
                    <a:lnTo>
                      <a:pt x="2126" y="849"/>
                    </a:lnTo>
                    <a:lnTo>
                      <a:pt x="2122" y="799"/>
                    </a:lnTo>
                    <a:lnTo>
                      <a:pt x="2115" y="751"/>
                    </a:lnTo>
                    <a:lnTo>
                      <a:pt x="2107" y="704"/>
                    </a:lnTo>
                    <a:lnTo>
                      <a:pt x="2097" y="658"/>
                    </a:lnTo>
                    <a:lnTo>
                      <a:pt x="2086" y="613"/>
                    </a:lnTo>
                    <a:lnTo>
                      <a:pt x="2073" y="570"/>
                    </a:lnTo>
                    <a:lnTo>
                      <a:pt x="2058" y="529"/>
                    </a:lnTo>
                    <a:lnTo>
                      <a:pt x="2042" y="488"/>
                    </a:lnTo>
                    <a:lnTo>
                      <a:pt x="2026" y="450"/>
                    </a:lnTo>
                    <a:lnTo>
                      <a:pt x="2008" y="413"/>
                    </a:lnTo>
                    <a:lnTo>
                      <a:pt x="1988" y="380"/>
                    </a:lnTo>
                    <a:lnTo>
                      <a:pt x="1967" y="348"/>
                    </a:lnTo>
                    <a:lnTo>
                      <a:pt x="1945" y="318"/>
                    </a:lnTo>
                    <a:lnTo>
                      <a:pt x="1922" y="290"/>
                    </a:lnTo>
                    <a:lnTo>
                      <a:pt x="1908" y="276"/>
                    </a:lnTo>
                    <a:lnTo>
                      <a:pt x="1896" y="263"/>
                    </a:lnTo>
                    <a:lnTo>
                      <a:pt x="1881" y="250"/>
                    </a:lnTo>
                    <a:lnTo>
                      <a:pt x="1867" y="237"/>
                    </a:lnTo>
                    <a:lnTo>
                      <a:pt x="1853" y="227"/>
                    </a:lnTo>
                    <a:lnTo>
                      <a:pt x="1838" y="216"/>
                    </a:lnTo>
                    <a:lnTo>
                      <a:pt x="1823" y="207"/>
                    </a:lnTo>
                    <a:lnTo>
                      <a:pt x="1807" y="198"/>
                    </a:lnTo>
                    <a:lnTo>
                      <a:pt x="1792" y="191"/>
                    </a:lnTo>
                    <a:lnTo>
                      <a:pt x="1776" y="184"/>
                    </a:lnTo>
                    <a:lnTo>
                      <a:pt x="1760" y="178"/>
                    </a:lnTo>
                    <a:lnTo>
                      <a:pt x="1744" y="174"/>
                    </a:lnTo>
                    <a:lnTo>
                      <a:pt x="1728" y="170"/>
                    </a:lnTo>
                    <a:lnTo>
                      <a:pt x="1711" y="168"/>
                    </a:lnTo>
                    <a:lnTo>
                      <a:pt x="1695" y="166"/>
                    </a:lnTo>
                    <a:lnTo>
                      <a:pt x="1678" y="166"/>
                    </a:lnTo>
                    <a:lnTo>
                      <a:pt x="1635" y="169"/>
                    </a:lnTo>
                    <a:lnTo>
                      <a:pt x="1593" y="180"/>
                    </a:lnTo>
                    <a:lnTo>
                      <a:pt x="1552" y="197"/>
                    </a:lnTo>
                    <a:lnTo>
                      <a:pt x="1513" y="221"/>
                    </a:lnTo>
                    <a:lnTo>
                      <a:pt x="1475" y="251"/>
                    </a:lnTo>
                    <a:lnTo>
                      <a:pt x="1439" y="287"/>
                    </a:lnTo>
                    <a:lnTo>
                      <a:pt x="1406" y="329"/>
                    </a:lnTo>
                    <a:lnTo>
                      <a:pt x="1375" y="377"/>
                    </a:lnTo>
                    <a:lnTo>
                      <a:pt x="1346" y="431"/>
                    </a:lnTo>
                    <a:lnTo>
                      <a:pt x="1320" y="488"/>
                    </a:lnTo>
                    <a:lnTo>
                      <a:pt x="1297" y="552"/>
                    </a:lnTo>
                    <a:lnTo>
                      <a:pt x="1276" y="620"/>
                    </a:lnTo>
                    <a:lnTo>
                      <a:pt x="1258" y="693"/>
                    </a:lnTo>
                    <a:lnTo>
                      <a:pt x="1246" y="770"/>
                    </a:lnTo>
                    <a:lnTo>
                      <a:pt x="1235" y="851"/>
                    </a:lnTo>
                    <a:lnTo>
                      <a:pt x="1229" y="936"/>
                    </a:lnTo>
                    <a:lnTo>
                      <a:pt x="1370" y="936"/>
                    </a:lnTo>
                    <a:lnTo>
                      <a:pt x="1375" y="881"/>
                    </a:lnTo>
                    <a:lnTo>
                      <a:pt x="1383" y="828"/>
                    </a:lnTo>
                    <a:lnTo>
                      <a:pt x="1391" y="778"/>
                    </a:lnTo>
                    <a:lnTo>
                      <a:pt x="1401" y="732"/>
                    </a:lnTo>
                    <a:lnTo>
                      <a:pt x="1414" y="689"/>
                    </a:lnTo>
                    <a:lnTo>
                      <a:pt x="1428" y="649"/>
                    </a:lnTo>
                    <a:lnTo>
                      <a:pt x="1443" y="613"/>
                    </a:lnTo>
                    <a:lnTo>
                      <a:pt x="1460" y="580"/>
                    </a:lnTo>
                    <a:lnTo>
                      <a:pt x="1477" y="550"/>
                    </a:lnTo>
                    <a:lnTo>
                      <a:pt x="1497" y="525"/>
                    </a:lnTo>
                    <a:lnTo>
                      <a:pt x="1517" y="503"/>
                    </a:lnTo>
                    <a:lnTo>
                      <a:pt x="1537" y="485"/>
                    </a:lnTo>
                    <a:lnTo>
                      <a:pt x="1559" y="471"/>
                    </a:lnTo>
                    <a:lnTo>
                      <a:pt x="1582" y="461"/>
                    </a:lnTo>
                    <a:lnTo>
                      <a:pt x="1605" y="455"/>
                    </a:lnTo>
                    <a:lnTo>
                      <a:pt x="1630" y="453"/>
                    </a:lnTo>
                    <a:lnTo>
                      <a:pt x="1650" y="454"/>
                    </a:lnTo>
                    <a:lnTo>
                      <a:pt x="1670" y="458"/>
                    </a:lnTo>
                    <a:lnTo>
                      <a:pt x="1690" y="465"/>
                    </a:lnTo>
                    <a:lnTo>
                      <a:pt x="1709" y="476"/>
                    </a:lnTo>
                    <a:lnTo>
                      <a:pt x="1728" y="488"/>
                    </a:lnTo>
                    <a:lnTo>
                      <a:pt x="1745" y="502"/>
                    </a:lnTo>
                    <a:lnTo>
                      <a:pt x="1762" y="519"/>
                    </a:lnTo>
                    <a:lnTo>
                      <a:pt x="1778" y="539"/>
                    </a:lnTo>
                    <a:lnTo>
                      <a:pt x="1804" y="576"/>
                    </a:lnTo>
                    <a:lnTo>
                      <a:pt x="1827" y="618"/>
                    </a:lnTo>
                    <a:lnTo>
                      <a:pt x="1846" y="666"/>
                    </a:lnTo>
                    <a:lnTo>
                      <a:pt x="1862" y="716"/>
                    </a:lnTo>
                    <a:lnTo>
                      <a:pt x="1876" y="773"/>
                    </a:lnTo>
                    <a:lnTo>
                      <a:pt x="1887" y="831"/>
                    </a:lnTo>
                    <a:lnTo>
                      <a:pt x="1892" y="892"/>
                    </a:lnTo>
                    <a:lnTo>
                      <a:pt x="1895" y="957"/>
                    </a:lnTo>
                    <a:lnTo>
                      <a:pt x="1893" y="1009"/>
                    </a:lnTo>
                    <a:lnTo>
                      <a:pt x="1889" y="1058"/>
                    </a:lnTo>
                    <a:lnTo>
                      <a:pt x="1883" y="1107"/>
                    </a:lnTo>
                    <a:lnTo>
                      <a:pt x="1874" y="1154"/>
                    </a:lnTo>
                    <a:lnTo>
                      <a:pt x="1862" y="1198"/>
                    </a:lnTo>
                    <a:lnTo>
                      <a:pt x="1850" y="1239"/>
                    </a:lnTo>
                    <a:lnTo>
                      <a:pt x="1834" y="1278"/>
                    </a:lnTo>
                    <a:lnTo>
                      <a:pt x="1817" y="1314"/>
                    </a:lnTo>
                    <a:lnTo>
                      <a:pt x="1798" y="1347"/>
                    </a:lnTo>
                    <a:lnTo>
                      <a:pt x="1778" y="1376"/>
                    </a:lnTo>
                    <a:lnTo>
                      <a:pt x="1756" y="1401"/>
                    </a:lnTo>
                    <a:lnTo>
                      <a:pt x="1733" y="1422"/>
                    </a:lnTo>
                    <a:lnTo>
                      <a:pt x="1708" y="1439"/>
                    </a:lnTo>
                    <a:lnTo>
                      <a:pt x="1683" y="1452"/>
                    </a:lnTo>
                    <a:lnTo>
                      <a:pt x="1657" y="1460"/>
                    </a:lnTo>
                    <a:lnTo>
                      <a:pt x="1630" y="1462"/>
                    </a:lnTo>
                    <a:lnTo>
                      <a:pt x="1605" y="1460"/>
                    </a:lnTo>
                    <a:lnTo>
                      <a:pt x="1582" y="1454"/>
                    </a:lnTo>
                    <a:lnTo>
                      <a:pt x="1559" y="1444"/>
                    </a:lnTo>
                    <a:lnTo>
                      <a:pt x="1537" y="1431"/>
                    </a:lnTo>
                    <a:lnTo>
                      <a:pt x="1517" y="1414"/>
                    </a:lnTo>
                    <a:lnTo>
                      <a:pt x="1497" y="1393"/>
                    </a:lnTo>
                    <a:lnTo>
                      <a:pt x="1477" y="1370"/>
                    </a:lnTo>
                    <a:lnTo>
                      <a:pt x="1460" y="1344"/>
                    </a:lnTo>
                    <a:lnTo>
                      <a:pt x="1443" y="1315"/>
                    </a:lnTo>
                    <a:lnTo>
                      <a:pt x="1428" y="1283"/>
                    </a:lnTo>
                    <a:lnTo>
                      <a:pt x="1414" y="1249"/>
                    </a:lnTo>
                    <a:lnTo>
                      <a:pt x="1401" y="1213"/>
                    </a:lnTo>
                    <a:lnTo>
                      <a:pt x="1391" y="1175"/>
                    </a:lnTo>
                    <a:lnTo>
                      <a:pt x="1383" y="1134"/>
                    </a:lnTo>
                    <a:lnTo>
                      <a:pt x="1375" y="1093"/>
                    </a:lnTo>
                    <a:lnTo>
                      <a:pt x="1370" y="1049"/>
                    </a:lnTo>
                    <a:lnTo>
                      <a:pt x="1490" y="1049"/>
                    </a:lnTo>
                    <a:lnTo>
                      <a:pt x="1498" y="1087"/>
                    </a:lnTo>
                    <a:lnTo>
                      <a:pt x="1509" y="1123"/>
                    </a:lnTo>
                    <a:lnTo>
                      <a:pt x="1522" y="1154"/>
                    </a:lnTo>
                    <a:lnTo>
                      <a:pt x="1537" y="1180"/>
                    </a:lnTo>
                    <a:lnTo>
                      <a:pt x="1555" y="1202"/>
                    </a:lnTo>
                    <a:lnTo>
                      <a:pt x="1573" y="1218"/>
                    </a:lnTo>
                    <a:lnTo>
                      <a:pt x="1593" y="1229"/>
                    </a:lnTo>
                    <a:lnTo>
                      <a:pt x="1613" y="1232"/>
                    </a:lnTo>
                    <a:lnTo>
                      <a:pt x="1640" y="1226"/>
                    </a:lnTo>
                    <a:lnTo>
                      <a:pt x="1665" y="1210"/>
                    </a:lnTo>
                    <a:lnTo>
                      <a:pt x="1688" y="1185"/>
                    </a:lnTo>
                    <a:lnTo>
                      <a:pt x="1708" y="1152"/>
                    </a:lnTo>
                    <a:lnTo>
                      <a:pt x="1723" y="1111"/>
                    </a:lnTo>
                    <a:lnTo>
                      <a:pt x="1736" y="1064"/>
                    </a:lnTo>
                    <a:lnTo>
                      <a:pt x="1744" y="1012"/>
                    </a:lnTo>
                    <a:lnTo>
                      <a:pt x="1746" y="957"/>
                    </a:lnTo>
                    <a:lnTo>
                      <a:pt x="1744" y="902"/>
                    </a:lnTo>
                    <a:lnTo>
                      <a:pt x="1736" y="851"/>
                    </a:lnTo>
                    <a:lnTo>
                      <a:pt x="1723" y="804"/>
                    </a:lnTo>
                    <a:lnTo>
                      <a:pt x="1708" y="763"/>
                    </a:lnTo>
                    <a:lnTo>
                      <a:pt x="1688" y="730"/>
                    </a:lnTo>
                    <a:lnTo>
                      <a:pt x="1665" y="705"/>
                    </a:lnTo>
                    <a:lnTo>
                      <a:pt x="1640" y="689"/>
                    </a:lnTo>
                    <a:lnTo>
                      <a:pt x="1613" y="683"/>
                    </a:lnTo>
                    <a:lnTo>
                      <a:pt x="1588" y="687"/>
                    </a:lnTo>
                    <a:lnTo>
                      <a:pt x="1565" y="702"/>
                    </a:lnTo>
                    <a:lnTo>
                      <a:pt x="1544" y="724"/>
                    </a:lnTo>
                    <a:lnTo>
                      <a:pt x="1525" y="754"/>
                    </a:lnTo>
                    <a:lnTo>
                      <a:pt x="1509" y="791"/>
                    </a:lnTo>
                    <a:lnTo>
                      <a:pt x="1496" y="833"/>
                    </a:lnTo>
                    <a:lnTo>
                      <a:pt x="1488" y="880"/>
                    </a:lnTo>
                    <a:lnTo>
                      <a:pt x="1483" y="930"/>
                    </a:lnTo>
                    <a:lnTo>
                      <a:pt x="1498" y="930"/>
                    </a:lnTo>
                    <a:lnTo>
                      <a:pt x="1513" y="930"/>
                    </a:lnTo>
                    <a:lnTo>
                      <a:pt x="1526" y="930"/>
                    </a:lnTo>
                    <a:lnTo>
                      <a:pt x="1537" y="930"/>
                    </a:lnTo>
                    <a:lnTo>
                      <a:pt x="1548" y="930"/>
                    </a:lnTo>
                    <a:lnTo>
                      <a:pt x="1557" y="930"/>
                    </a:lnTo>
                    <a:lnTo>
                      <a:pt x="1564" y="930"/>
                    </a:lnTo>
                    <a:lnTo>
                      <a:pt x="1570" y="930"/>
                    </a:lnTo>
                    <a:lnTo>
                      <a:pt x="1572" y="917"/>
                    </a:lnTo>
                    <a:lnTo>
                      <a:pt x="1577" y="904"/>
                    </a:lnTo>
                    <a:lnTo>
                      <a:pt x="1580" y="892"/>
                    </a:lnTo>
                    <a:lnTo>
                      <a:pt x="1586" y="882"/>
                    </a:lnTo>
                    <a:lnTo>
                      <a:pt x="1592" y="874"/>
                    </a:lnTo>
                    <a:lnTo>
                      <a:pt x="1598" y="868"/>
                    </a:lnTo>
                    <a:lnTo>
                      <a:pt x="1605" y="865"/>
                    </a:lnTo>
                    <a:lnTo>
                      <a:pt x="1613" y="864"/>
                    </a:lnTo>
                    <a:lnTo>
                      <a:pt x="1623" y="866"/>
                    </a:lnTo>
                    <a:lnTo>
                      <a:pt x="1632" y="871"/>
                    </a:lnTo>
                    <a:lnTo>
                      <a:pt x="1640" y="880"/>
                    </a:lnTo>
                    <a:lnTo>
                      <a:pt x="1647" y="891"/>
                    </a:lnTo>
                    <a:lnTo>
                      <a:pt x="1653" y="905"/>
                    </a:lnTo>
                    <a:lnTo>
                      <a:pt x="1657" y="920"/>
                    </a:lnTo>
                    <a:lnTo>
                      <a:pt x="1660" y="939"/>
                    </a:lnTo>
                    <a:lnTo>
                      <a:pt x="1661" y="957"/>
                    </a:lnTo>
                    <a:lnTo>
                      <a:pt x="1660" y="975"/>
                    </a:lnTo>
                    <a:lnTo>
                      <a:pt x="1657" y="994"/>
                    </a:lnTo>
                    <a:lnTo>
                      <a:pt x="1653" y="1010"/>
                    </a:lnTo>
                    <a:lnTo>
                      <a:pt x="1647" y="1024"/>
                    </a:lnTo>
                    <a:lnTo>
                      <a:pt x="1640" y="1035"/>
                    </a:lnTo>
                    <a:lnTo>
                      <a:pt x="1632" y="1044"/>
                    </a:lnTo>
                    <a:lnTo>
                      <a:pt x="1623" y="1049"/>
                    </a:lnTo>
                    <a:lnTo>
                      <a:pt x="1613" y="1051"/>
                    </a:lnTo>
                    <a:lnTo>
                      <a:pt x="1607" y="1050"/>
                    </a:lnTo>
                    <a:lnTo>
                      <a:pt x="1600" y="1047"/>
                    </a:lnTo>
                    <a:lnTo>
                      <a:pt x="1593" y="1041"/>
                    </a:lnTo>
                    <a:lnTo>
                      <a:pt x="1587" y="1034"/>
                    </a:lnTo>
                    <a:lnTo>
                      <a:pt x="1581" y="1025"/>
                    </a:lnTo>
                    <a:lnTo>
                      <a:pt x="1578" y="1015"/>
                    </a:lnTo>
                    <a:lnTo>
                      <a:pt x="1573" y="1003"/>
                    </a:lnTo>
                    <a:lnTo>
                      <a:pt x="1571" y="990"/>
                    </a:lnTo>
                    <a:lnTo>
                      <a:pt x="1563" y="990"/>
                    </a:lnTo>
                    <a:lnTo>
                      <a:pt x="1551" y="990"/>
                    </a:lnTo>
                    <a:lnTo>
                      <a:pt x="1536" y="990"/>
                    </a:lnTo>
                    <a:lnTo>
                      <a:pt x="1518" y="989"/>
                    </a:lnTo>
                    <a:lnTo>
                      <a:pt x="1495" y="989"/>
                    </a:lnTo>
                    <a:lnTo>
                      <a:pt x="1469" y="989"/>
                    </a:lnTo>
                    <a:lnTo>
                      <a:pt x="1441" y="989"/>
                    </a:lnTo>
                    <a:lnTo>
                      <a:pt x="1408" y="989"/>
                    </a:lnTo>
                    <a:lnTo>
                      <a:pt x="1374" y="989"/>
                    </a:lnTo>
                    <a:lnTo>
                      <a:pt x="1336" y="989"/>
                    </a:lnTo>
                    <a:lnTo>
                      <a:pt x="1294" y="989"/>
                    </a:lnTo>
                    <a:lnTo>
                      <a:pt x="1252" y="989"/>
                    </a:lnTo>
                    <a:lnTo>
                      <a:pt x="1205" y="989"/>
                    </a:lnTo>
                    <a:lnTo>
                      <a:pt x="1157" y="989"/>
                    </a:lnTo>
                    <a:lnTo>
                      <a:pt x="1106" y="989"/>
                    </a:lnTo>
                    <a:lnTo>
                      <a:pt x="1053" y="989"/>
                    </a:lnTo>
                    <a:lnTo>
                      <a:pt x="1053" y="989"/>
                    </a:lnTo>
                    <a:lnTo>
                      <a:pt x="1013" y="989"/>
                    </a:lnTo>
                    <a:lnTo>
                      <a:pt x="973" y="989"/>
                    </a:lnTo>
                    <a:lnTo>
                      <a:pt x="932" y="989"/>
                    </a:lnTo>
                    <a:lnTo>
                      <a:pt x="894" y="989"/>
                    </a:lnTo>
                    <a:lnTo>
                      <a:pt x="857" y="989"/>
                    </a:lnTo>
                    <a:lnTo>
                      <a:pt x="823" y="989"/>
                    </a:lnTo>
                    <a:lnTo>
                      <a:pt x="789" y="989"/>
                    </a:lnTo>
                    <a:lnTo>
                      <a:pt x="758" y="989"/>
                    </a:lnTo>
                    <a:lnTo>
                      <a:pt x="731" y="990"/>
                    </a:lnTo>
                    <a:lnTo>
                      <a:pt x="705" y="990"/>
                    </a:lnTo>
                    <a:lnTo>
                      <a:pt x="682" y="990"/>
                    </a:lnTo>
                    <a:lnTo>
                      <a:pt x="664" y="990"/>
                    </a:lnTo>
                    <a:lnTo>
                      <a:pt x="649" y="990"/>
                    </a:lnTo>
                    <a:lnTo>
                      <a:pt x="637" y="990"/>
                    </a:lnTo>
                    <a:lnTo>
                      <a:pt x="630" y="990"/>
                    </a:lnTo>
                    <a:lnTo>
                      <a:pt x="628" y="990"/>
                    </a:lnTo>
                    <a:lnTo>
                      <a:pt x="449" y="1218"/>
                    </a:lnTo>
                    <a:lnTo>
                      <a:pt x="51" y="1218"/>
                    </a:lnTo>
                    <a:lnTo>
                      <a:pt x="216" y="990"/>
                    </a:lnTo>
                    <a:lnTo>
                      <a:pt x="0" y="990"/>
                    </a:lnTo>
                    <a:lnTo>
                      <a:pt x="0" y="930"/>
                    </a:lnTo>
                    <a:lnTo>
                      <a:pt x="216" y="930"/>
                    </a:lnTo>
                    <a:lnTo>
                      <a:pt x="17" y="719"/>
                    </a:lnTo>
                    <a:lnTo>
                      <a:pt x="467" y="724"/>
                    </a:lnTo>
                    <a:lnTo>
                      <a:pt x="628" y="930"/>
                    </a:lnTo>
                    <a:lnTo>
                      <a:pt x="630" y="930"/>
                    </a:lnTo>
                    <a:lnTo>
                      <a:pt x="638" y="930"/>
                    </a:lnTo>
                    <a:lnTo>
                      <a:pt x="650" y="930"/>
                    </a:lnTo>
                    <a:lnTo>
                      <a:pt x="667" y="930"/>
                    </a:lnTo>
                    <a:lnTo>
                      <a:pt x="687" y="930"/>
                    </a:lnTo>
                    <a:lnTo>
                      <a:pt x="711" y="930"/>
                    </a:lnTo>
                    <a:lnTo>
                      <a:pt x="739" y="930"/>
                    </a:lnTo>
                    <a:lnTo>
                      <a:pt x="770" y="930"/>
                    </a:lnTo>
                    <a:lnTo>
                      <a:pt x="802" y="930"/>
                    </a:lnTo>
                    <a:lnTo>
                      <a:pt x="838" y="930"/>
                    </a:lnTo>
                    <a:lnTo>
                      <a:pt x="876" y="930"/>
                    </a:lnTo>
                    <a:lnTo>
                      <a:pt x="915" y="930"/>
                    </a:lnTo>
                    <a:lnTo>
                      <a:pt x="957" y="930"/>
                    </a:lnTo>
                    <a:lnTo>
                      <a:pt x="998" y="930"/>
                    </a:lnTo>
                    <a:lnTo>
                      <a:pt x="1041" y="930"/>
                    </a:lnTo>
                    <a:lnTo>
                      <a:pt x="1084" y="930"/>
                    </a:lnTo>
                    <a:lnTo>
                      <a:pt x="1088" y="835"/>
                    </a:lnTo>
                    <a:lnTo>
                      <a:pt x="1097" y="743"/>
                    </a:lnTo>
                    <a:lnTo>
                      <a:pt x="1112" y="654"/>
                    </a:lnTo>
                    <a:lnTo>
                      <a:pt x="1133" y="569"/>
                    </a:lnTo>
                    <a:lnTo>
                      <a:pt x="1157" y="487"/>
                    </a:lnTo>
                    <a:lnTo>
                      <a:pt x="1187" y="410"/>
                    </a:lnTo>
                    <a:lnTo>
                      <a:pt x="1220" y="339"/>
                    </a:lnTo>
                    <a:lnTo>
                      <a:pt x="1258" y="273"/>
                    </a:lnTo>
                    <a:lnTo>
                      <a:pt x="1300" y="213"/>
                    </a:lnTo>
                    <a:lnTo>
                      <a:pt x="1345" y="159"/>
                    </a:lnTo>
                    <a:lnTo>
                      <a:pt x="1393" y="113"/>
                    </a:lnTo>
                    <a:lnTo>
                      <a:pt x="1444" y="74"/>
                    </a:lnTo>
                    <a:lnTo>
                      <a:pt x="1497" y="41"/>
                    </a:lnTo>
                    <a:lnTo>
                      <a:pt x="1552" y="18"/>
                    </a:lnTo>
                    <a:lnTo>
                      <a:pt x="1611" y="5"/>
                    </a:lnTo>
                    <a:lnTo>
                      <a:pt x="1670" y="0"/>
                    </a:lnTo>
                    <a:lnTo>
                      <a:pt x="1693" y="0"/>
                    </a:lnTo>
                    <a:lnTo>
                      <a:pt x="1715" y="2"/>
                    </a:lnTo>
                    <a:lnTo>
                      <a:pt x="1738" y="5"/>
                    </a:lnTo>
                    <a:lnTo>
                      <a:pt x="1761" y="8"/>
                    </a:lnTo>
                    <a:lnTo>
                      <a:pt x="1784" y="14"/>
                    </a:lnTo>
                    <a:lnTo>
                      <a:pt x="1807" y="21"/>
                    </a:lnTo>
                    <a:lnTo>
                      <a:pt x="1831" y="29"/>
                    </a:lnTo>
                    <a:lnTo>
                      <a:pt x="1854" y="38"/>
                    </a:lnTo>
                    <a:lnTo>
                      <a:pt x="1877" y="50"/>
                    </a:lnTo>
                    <a:lnTo>
                      <a:pt x="1900" y="63"/>
                    </a:lnTo>
                    <a:lnTo>
                      <a:pt x="1923" y="78"/>
                    </a:lnTo>
                    <a:lnTo>
                      <a:pt x="1947" y="96"/>
                    </a:lnTo>
                    <a:lnTo>
                      <a:pt x="1970" y="114"/>
                    </a:lnTo>
                    <a:lnTo>
                      <a:pt x="1993" y="136"/>
                    </a:lnTo>
                    <a:lnTo>
                      <a:pt x="2016" y="159"/>
                    </a:lnTo>
                    <a:lnTo>
                      <a:pt x="2038" y="185"/>
                    </a:lnTo>
                    <a:lnTo>
                      <a:pt x="1989" y="136"/>
                    </a:lnTo>
                    <a:lnTo>
                      <a:pt x="2004" y="151"/>
                    </a:lnTo>
                    <a:lnTo>
                      <a:pt x="2023" y="172"/>
                    </a:lnTo>
                    <a:lnTo>
                      <a:pt x="2044" y="197"/>
                    </a:lnTo>
                    <a:lnTo>
                      <a:pt x="2068" y="226"/>
                    </a:lnTo>
                    <a:lnTo>
                      <a:pt x="2092" y="260"/>
                    </a:lnTo>
                    <a:lnTo>
                      <a:pt x="2117" y="298"/>
                    </a:lnTo>
                    <a:lnTo>
                      <a:pt x="2144" y="342"/>
                    </a:lnTo>
                    <a:lnTo>
                      <a:pt x="2169" y="389"/>
                    </a:lnTo>
                    <a:lnTo>
                      <a:pt x="2193" y="441"/>
                    </a:lnTo>
                    <a:lnTo>
                      <a:pt x="2216" y="499"/>
                    </a:lnTo>
                    <a:lnTo>
                      <a:pt x="2236" y="560"/>
                    </a:lnTo>
                    <a:lnTo>
                      <a:pt x="2254" y="625"/>
                    </a:lnTo>
                    <a:lnTo>
                      <a:pt x="2268" y="694"/>
                    </a:lnTo>
                    <a:lnTo>
                      <a:pt x="2278" y="769"/>
                    </a:lnTo>
                    <a:lnTo>
                      <a:pt x="2284" y="848"/>
                    </a:lnTo>
                    <a:lnTo>
                      <a:pt x="2284" y="930"/>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tr-TR"/>
              </a:p>
            </p:txBody>
          </p:sp>
        </p:grpSp>
      </p:grpSp>
      <p:sp>
        <p:nvSpPr>
          <p:cNvPr id="12" name="Metin kutusu 11"/>
          <p:cNvSpPr txBox="1"/>
          <p:nvPr>
            <p:custDataLst>
              <p:tags r:id="rId3"/>
            </p:custDataLst>
          </p:nvPr>
        </p:nvSpPr>
        <p:spPr>
          <a:xfrm>
            <a:off x="381000" y="-2977"/>
            <a:ext cx="7696200" cy="307777"/>
          </a:xfrm>
          <a:prstGeom prst="rect">
            <a:avLst/>
          </a:prstGeom>
          <a:noFill/>
        </p:spPr>
        <p:txBody>
          <a:bodyPr wrap="square" rtlCol="0">
            <a:spAutoFit/>
          </a:bodyPr>
          <a:lstStyle/>
          <a:p>
            <a:r>
              <a:rPr lang="pt-BR" sz="1400" b="1" dirty="0">
                <a:solidFill>
                  <a:schemeClr val="bg1"/>
                </a:solidFill>
              </a:rPr>
              <a:t>Yazıcıdan çıktı alır</a:t>
            </a:r>
            <a:endParaRPr lang="tr-TR" sz="1400" b="1" dirty="0">
              <a:solidFill>
                <a:schemeClr val="bg1"/>
              </a:solidFill>
            </a:endParaRPr>
          </a:p>
        </p:txBody>
      </p:sp>
      <p:sp>
        <p:nvSpPr>
          <p:cNvPr id="5" name="Slayt Numarası Yer Tutucusu 4"/>
          <p:cNvSpPr>
            <a:spLocks noGrp="1"/>
          </p:cNvSpPr>
          <p:nvPr>
            <p:ph type="sldNum" sz="quarter" idx="12"/>
            <p:custDataLst>
              <p:tags r:id="rId4"/>
            </p:custDataLst>
          </p:nvPr>
        </p:nvSpPr>
        <p:spPr/>
        <p:txBody>
          <a:bodyPr/>
          <a:lstStyle/>
          <a:p>
            <a:fld id="{C1FA2219-9131-49AD-A1B5-1FFD48A79E7F}" type="slidenum">
              <a:rPr lang="tr-TR" smtClean="0"/>
              <a:t>9</a:t>
            </a:fld>
            <a:endParaRPr lang="tr-TR"/>
          </a:p>
        </p:txBody>
      </p:sp>
      <p:sp>
        <p:nvSpPr>
          <p:cNvPr id="7" name="Metin kutusu 6"/>
          <p:cNvSpPr txBox="1"/>
          <p:nvPr>
            <p:custDataLst>
              <p:tags r:id="rId5"/>
            </p:custDataLst>
          </p:nvPr>
        </p:nvSpPr>
        <p:spPr>
          <a:xfrm>
            <a:off x="533400" y="1143000"/>
            <a:ext cx="7772400" cy="338554"/>
          </a:xfrm>
          <a:prstGeom prst="rect">
            <a:avLst/>
          </a:prstGeom>
          <a:noFill/>
        </p:spPr>
        <p:txBody>
          <a:bodyPr wrap="square" rtlCol="0">
            <a:spAutoFit/>
          </a:bodyPr>
          <a:lstStyle/>
          <a:p>
            <a:r>
              <a:rPr lang="tr-TR" sz="1600" dirty="0" smtClean="0"/>
              <a:t>Çıktı almak için </a:t>
            </a:r>
            <a:r>
              <a:rPr lang="tr-TR" sz="1600" b="1" dirty="0" smtClean="0"/>
              <a:t>Dosya </a:t>
            </a:r>
            <a:r>
              <a:rPr lang="tr-TR" sz="1600" dirty="0" smtClean="0"/>
              <a:t>sekmesi </a:t>
            </a:r>
            <a:r>
              <a:rPr lang="tr-TR" sz="1600" b="1" dirty="0" err="1" smtClean="0"/>
              <a:t>Backstage</a:t>
            </a:r>
            <a:r>
              <a:rPr lang="tr-TR" sz="1600" b="1" smtClean="0"/>
              <a:t> </a:t>
            </a:r>
            <a:r>
              <a:rPr lang="tr-TR" sz="1600" smtClean="0"/>
              <a:t>görünümü </a:t>
            </a:r>
            <a:r>
              <a:rPr lang="tr-TR" sz="1600" b="1" smtClean="0"/>
              <a:t>Yazdır </a:t>
            </a:r>
            <a:r>
              <a:rPr lang="tr-TR" sz="1600" dirty="0" smtClean="0"/>
              <a:t>sekmesi kullanılır.</a:t>
            </a:r>
            <a:endParaRPr lang="tr-TR" sz="1600" dirty="0"/>
          </a:p>
        </p:txBody>
      </p:sp>
      <p:pic>
        <p:nvPicPr>
          <p:cNvPr id="5124" name="Picture 4" descr="C:\Users\YILMAZ\AppData\Local\Temp\SNAGHTML1eb0547.PNG"/>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52778" y="1685142"/>
            <a:ext cx="3472858" cy="5172858"/>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1086493128"/>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VIDEO_FILES_RECORD" val="&lt;Videos&gt;&lt;Video Name=&quot;Math 142 Venn diagrams logic_271_1_60529.flv&quot; Position=&quot;1&quot; SlideID=&quot;271&quot;/&gt;&lt;/Videos&gt;&#10;"/>
  <p:tag name="ISPRING_RESOURCE_PATHS_HASH" val="94b0f9a2ce84e864a328139283993d548c239c2d"/>
  <p:tag name="MMPROD_NEXTUNIQUEID" val="10105"/>
  <p:tag name="MMPROD_10697PHOTO" val=""/>
  <p:tag name="MMPROD_10697LOGO" val="iVBORw0KGgoAAAANSUhEUgAAAJYAAAAnCAMAAADaSUEAAAAAA3NCSVQICAjb4U/gAAABgFBMVEUKAoV5c7pFQpzLyNghHIW0sM9xa67k4+mhnsJhW6gzL5QMB4SWkr3X1t6+vNWBfLRTUKMZEYbv7/AoJo2ppsc+OJfe3eaKhr3EwdlQSp1qZK17dbYMBYudnb4pIYu2tM729veJhbasrNY1L5sWDIzOzd6koMualr1bV5tKQptybbIQCIW8uNYIAIxpZrbe3uzFwtavrceDfr5iXa4vKI6RjLzW1eYbFoxRSqV8ea0jHYxLSJ5HPZ/v7/Y4M5UmGpK2tdbQz+Ps6vG/vd+ZmcyTk8URDYRXUqUNAIulo82PjLZtaa0+OZqMi72DgbZBO5x2c7UQCIve1uZLRKRlYayurc5cWK3Fxd0xKJkgGo08OJealMOzsNZzcakZEI2mpcN7eLVXUaspI5XT0d9WTKrj4ezKx9yEgb3p6PMbFYTZ2Oy1s9uko9V+fb05MZusqM9cWKZkYaYsJ5PDv98OA4dsabaSjriUkMMkIJIIAJTm5e8UDYzHx+MvJZecnMQwKJRRYdU1AAAAgHRSTlP//////////////////////////////////////////wD//////////////////////////////////////////////////////////////////////////////////////////////////////////////////////////////33b3zAAAAAJcEhZcwAACxIAAAsSAdLdfvwAAAAcdEVYdFNvZnR3YXJlAEFkb2JlIEZpcmV3b3JrcyBDUzQGstOgAAAAFnRFWHRDcmVhdGlvbiBUaW1lADA2LzA4LzEx1qX7YgAABeBJREFUWIXNmP1b2kgQx1MtpxBFQEVErn6pBluSHGdb4xuhGDWCLwinFBVqOSkRbSuItPWJLfzrN0HwsPf4tOfT53LzC7vLZPPJ7OzM7DL4XwrT2bE7Rl3omzcJpVOYm5ZSn7ty2vGYPUdJMA/oWph2o3zmE9Uo7KoDcuShbCKSIUzrN8iKYq2MDLsNONQvyAbMpGphyQ6fT2SzCO0P6thVPbDw/GfzsRwMSQJFW1VHni1DmxVFttdsrGSMJAjZ5ixghd+CtCCSqBlzsQSeIKzAKIGU2THImz6DMxYxF8tGVIuAlY3CoxJelyg2sWJ5M7E+10Sxi1aSfGpJpYa1TRWbPTURKxKLNXSM0NbTL6sKkj5frC3H5mHlfOKChDqfgBJZCBm2u6GKVc0KqwyCYi2LHJ8EdlQN8VQHVSxmVhZi5DOxipKTXH6DtSB6eIsqNnbvieMbnFW6P9b4pHgGjQ8gzh4bAesWVWzz3hOnk1rl/juGeVITr+I4XlSifBkztClvge0rbcXC1LTU7rgL3/O5/twyB2jpYntAuOsJ6R9BW6InmUPj7RVJGOgd6BJCu5O3sSa5lm7ZIWmjM61O/aT8HSw9ckW5vn7e/pCyunqH5qiTgLnOkaeDMphrCv6jfbw3sdHHeby1WgdWKtrSHZ6jh9tZUki9/w4WwimyAndThsiB0B2KGfrCX7Y6Ry5yZK02APs8/Xvv6/neQsbLdhgs3tKdSwWNBVHK/mQJ0dRj+H8FLJ+Cp+iet+fO7fkRl7JehMUfLLawPLSIdXTnyzMVCeMzoUJwCz1+Hb1babjzaY/1lPu07nFl4+jju6ahzczoEPrWM65suQOLFmyurPUm5qekzPPDm8H291JNMZslA1eU1ANE+XfY4BBc0G3bKPCRZEPavIKSgDcSevTnLSyNPxAmd5Dls3BeIjSAfEV+GMfhZdImLH72ZBFWKSgl9dMIN7aovIjbe3F2JHdikYTL9un113Uus8G2fKxtLRTWfL4tjKxqh2uU21cGaPMH8ktnR3BPhunvOPu+X0M2kalOtLAumliS8yMmJvCYX8FK6qKfg2rtP/Hi61cF8osUzf52FhfE/OHQk2+4q1dpWpiJG9+6kZ3P3UPz/jfdnFGuimKqHU+JwvLyCPBn9yvkW4v8Bxqs94X34HbuGgpH1Wny76mps+uYEuYNawWaWLZNwqqjtL8zhBL7qqCFcESuCs+CbwVv93ExuYrdlMAtwT5LpE2s2dg3YpW10ZE3r93uNfL9yaUWllcHRqryXLioGtZ69yy1jKAzFDas9dxQGKE6Dd4FyXbW1H9Vo80yNA5J/Q2Ns6a1MMbT2Cz9r+DlDu3WHmVz0LDWMr+KYwpPcLuKexHM7ZFvnXdk5muJ4gMvlU8yRnW43w4327ucVimjkfJXB11DfEA5udS9bOLplcTxi4ZCaPAL2Z8fGKZSkmSpYcsN+RU6srxSHl3KWUq5WLbRbAE1kuAUZ0RBqaKNBV3bqhK67OrXJ9SN8T+eaL8cY3iQAyN8k25iVM0/4C3YH4bOi9tt1wpxliGKLu6cfBpFIcehO10s5UrFnFy02JsaU4ZWTglZrr+kmN1KU8s9rvUIdpdkMUJTM0gsz3igCwKtOJcmT7ILPZDSJegrZM/MtIVG7AVK1Zu3qSbttHvWEOIrCNVq+TuizbeijWYKP6j6Q8LgwW1rpen4c0AV6oIbG2LN84PTLNl+bmnGQOiMnmwdxQYdfxyzS8jWxL2f+q5/hYXNjvS8BdeB0w0vna/TdPAYMREr8PdepFpwjo4/CapzPE5R3L8rkf0XWBhuG8sLVFgBK+oITgfJhgmzqJpYnmZAF8WKcRURoKNiELotZvo5EQmj+hMX5ebxx7izwSL1nZrJWLD6fL4DnfL8M0pim3Kzz6fNo2pfJFkZWxFp1UtBizJEklaVNfUmqYWFAY0CmANywyk1j9mPLGZSdVxSSiolwC4KD3GG4XdNCw3Xwty0SmUXKryAcbWaNNHZr+UvRc6TFskuISEAAAAASUVORK5CYII="/>
  <p:tag name="MMPROD_DATA" val="&lt;object type=&quot;10002&quot; unique_id=&quot;901&quot;&gt;&lt;property id=&quot;10007&quot; value=&quot;Next&quot;/&gt;&lt;property id=&quot;10008&quot; value=&quot;Back&quot;/&gt;&lt;property id=&quot;10009&quot; value=&quot;Gönder&quot;/&gt;&lt;property id=&quot;10012&quot; value=&quot;0&quot;/&gt;&lt;property id=&quot;10022&quot; value=&quot;Tekrar deneyin&quot;/&gt;&lt;property id=&quot;10068&quot; value=&quot;Doğru - Devam etmek için tıklayınız&quot;/&gt;&lt;property id=&quot;10069&quot; value=&quot;Yanlış - Devam etmek için tıklayınız&quot;/&gt;&lt;property id=&quot;10124&quot; value=&quot;Click to continue&quot;/&gt;&lt;property id=&quot;10125&quot; value=&quot;Click to submit answer&quot;/&gt;&lt;property id=&quot;10126&quot; value=&quot;Click to go back&quot;/&gt;&lt;property id=&quot;10127&quot; value=&quot;Temizle&quot;/&gt;&lt;property id=&quot;10128&quot; value=&quot;Click to clear&quot;/&gt;&lt;property id=&quot;10133&quot; value=&quot;1&quot;/&gt;&lt;property id=&quot;10134&quot; value=&quot;0&quot;/&gt;&lt;property id=&quot;10135&quot; value=&quot;,&quot;/&gt;&lt;property id=&quot;10136&quot; value=&quot;2&quot;/&gt;&lt;property id=&quot;10156&quot; value=&quot;1&quot;/&gt;&lt;property id=&quot;10157&quot; value=&quot;1&quot;/&gt;&lt;property id=&quot;10158&quot; value=&quot;1&quot;/&gt;&lt;property id=&quot;10177&quot; value=&quot;0&quot;/&gt;&lt;property id=&quot;10183&quot; value=&quot;Devam etmeden önce bu soruyu cevaplamalısınız&quot;/&gt;&lt;property id=&quot;10185&quot; value=&quot;1&quot;/&gt;&lt;property id=&quot;10188&quot; value=&quot;The time to answer this question has expired.&quot;/&gt;&lt;property id=&quot;10189&quot; value=&quot;1&quot;/&gt;&lt;property id=&quot;10194&quot; value=&quot;1&quot;/&gt;&lt;property id=&quot;10195&quot; value=&quot;1&quot;/&gt;&lt;property id=&quot;10196&quot; value=&quot;0&quot;/&gt;&lt;property id=&quot;10198&quot; value=&quot;100&quot;/&gt;&lt;property id=&quot;10200&quot; value=&quot;1&quot;/&gt;&lt;property id=&quot;10212&quot; value=&quot;1&quot;/&gt;&lt;property id=&quot;10213&quot; value=&quot;1&quot;/&gt;&lt;property id=&quot;10214&quot; value=&quot;0&quot;/&gt;&lt;property id=&quot;10215&quot; value=&quot;0&quot;/&gt;&lt;property id=&quot;10216&quot; value=&quot;0&quot;/&gt;&lt;property id=&quot;10217&quot; value=&quot;1&quot;/&gt;&lt;property id=&quot;10218&quot; value=&quot;0&quot;/&gt;&lt;property id=&quot;10219&quot; value=&quot;0&quot;/&gt;&lt;property id=&quot;10220&quot; value=&quot;&amp;lt;Format Name=&amp;quot;Presentation Default&amp;quot;&amp;gt;&amp;lt;Question FontName=&amp;quot;Trebuchet MS&amp;quot; IsBold=&amp;quot;1&amp;quot; IsItalic=&amp;quot;0&amp;quot; IsUnderline=&amp;quot;0&amp;quot; FontSize=&amp;quot;46&amp;quot; UseDefFont=&amp;quot;1&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quot;/&gt;&lt;property id=&quot;10221&quot; value=&quot;&amp;lt;Format Name=&amp;quot;Presentation Default&amp;quot;&amp;gt;&amp;lt;Question FontName=&amp;quot;Trebuchet MS&amp;quot; IsBold=&amp;quot;1&amp;quot; IsItalic=&amp;quot;0&amp;quot; IsUnderline=&amp;quot;0&amp;quot; FontSize=&amp;quot;46&amp;quot;/&amp;gt;&amp;lt;Answer FontName=&amp;quot;Trebuchet MS&amp;quot; IsBold=&amp;quot;0&amp;quot; IsItalic=&amp;quot;0&amp;quot; IsUnderline=&amp;quot;0&amp;quot; FontSize=&amp;quot;18&amp;quot;/&amp;gt;&amp;lt;Button FontName=&amp;quot;Trebuchet MS&amp;quot; IsBold=&amp;quot;0&amp;quot; IsItalic=&amp;quot;0&amp;quot; IsUnderline=&amp;quot;0&amp;quot; FontSize=&amp;quot;14&amp;quot;/&amp;gt;&amp;lt;Message FontName=&amp;quot;Trebuchet MS&amp;quot; IsBold=&amp;quot;0&amp;quot; IsItalic=&amp;quot;0&amp;quot; IsUnderline=&amp;quot;0&amp;quot; FontSize=&amp;quot;18&amp;quot;/&amp;gt;&amp;lt;ButtonPlacement Orientation=&amp;quot;Horizontal&amp;quot; Position=&amp;quot;0&amp;quot;/&amp;gt;&amp;lt;/Format&amp;gt; &quot;/&gt;&lt;property id=&quot;10227&quot; value=&quot;1&quot;/&gt;&lt;property id=&quot;10229&quot; value=&quot;0&quot;/&gt;&lt;object type=&quot;10054&quot; unique_id=&quot;10002&quot;&gt;&lt;property id=&quot;10139&quot; value=&quot;1.0&quot;/&gt;&lt;property id=&quot;10141&quot; value=&quot;80&quot;/&gt;&lt;property id=&quot;10143&quot; value=&quot;0&quot;/&gt;&lt;property id=&quot;10144&quot; value=&quot;0&quot;/&gt;&lt;property id=&quot;10145&quot; value=&quot;0&quot;/&gt;&lt;property id=&quot;10146&quot; value=&quot;1&quot;/&gt;&lt;property id=&quot;10147&quot; value=&quot;0&quot;/&gt;&lt;property id=&quot;10148&quot; value=&quot;0&quot;/&gt;&lt;property id=&quot;10149&quot; value=&quot;0&quot;/&gt;&lt;property id=&quot;10150&quot; value=&quot;0&quot;/&gt;&lt;/object&gt;&lt;object type=&quot;10042&quot; unique_id=&quot;903&quot;&gt;&lt;object type=&quot;10003&quot; unique_id=&quot;10009&quot;&gt;&lt;property id=&quot;10002&quot; value=&quot;Değerlendirme Sınavı&quot;/&gt;&lt;property id=&quot;10003&quot; value=&quot;0&quot;/&gt;&lt;property id=&quot;10004&quot; value=&quot;0&quot;/&gt;&lt;property id=&quot;10005&quot; value=&quot;0&quot;/&gt;&lt;property id=&quot;10006&quot; value=&quot;0&quot;/&gt;&lt;property id=&quot;10010&quot; value=&quot;1&quot;/&gt;&lt;property id=&quot;10014&quot; value=&quot;1&quot;/&gt;&lt;property id=&quot;10015&quot; value=&quot;1&quot;/&gt;&lt;property id=&quot;10016&quot; value=&quot;1&quot;/&gt;&lt;property id=&quot;10017&quot; value=&quot;1&quot;/&gt;&lt;property id=&quot;10018&quot; value=&quot;1&quot;/&gt;&lt;property id=&quot;10029&quot; value=&quot;2&quot;/&gt;&lt;property id=&quot;10072&quot; value=&quot;Quiz10009&quot;/&gt;&lt;property id=&quot;10123&quot; value=&quot;1&quot;/&gt;&lt;property id=&quot;10129&quot; value=&quot;0&quot;/&gt;&lt;property id=&quot;10130&quot; value=&quot;80&quot;/&gt;&lt;property id=&quot;10160&quot; value=&quot;1&quot;/&gt;&lt;property id=&quot;10161&quot; value=&quot;1&quot;/&gt;&lt;property id=&quot;10162&quot; value=&quot;1&quot;/&gt;&lt;property id=&quot;10163&quot; value=&quot;0&quot;/&gt;&lt;property id=&quot;10164&quot; value=&quot;0&quot;/&gt;&lt;property id=&quot;10165&quot; value=&quot;Başarılı&quot;/&gt;&lt;property id=&quot;10166&quot; value=&quot;Başarısız&quot;/&gt;&lt;property id=&quot;10167&quot; value=&quot;FFFFFFFF&quot;/&gt;&lt;property id=&quot;10169&quot; value=&quot;Question %d of %d&quot;/&gt;&lt;property id=&quot;10170&quot; value=&quot;Send E-mail&quot;/&gt;&lt;property id=&quot;10171&quot; value=&quot;Doğru cevapladınız&quot;/&gt;&lt;property id=&quot;10172&quot; value=&quot;Yanlış cevapladınız&quot;/&gt;&lt;property id=&quot;10173&quot; value=&quot;Cevabınız:&quot;/&gt;&lt;property id=&quot;10174&quot; value=&quot;Doğru cevap:&quot;/&gt;&lt;property id=&quot;10208&quot; value=&quot;0&quot;/&gt;&lt;property id=&quot;10222&quot; value=&quot;0&quot;/&gt;&lt;property id=&quot;10223&quot; value=&quot;1&quot;/&gt;&lt;property id=&quot;10224&quot; value=&quot;1&quot;/&gt;&lt;property id=&quot;10225&quot; value=&quot;Instruction Slide Title&quot;/&gt;&lt;property id=&quot;10226&quot; value=&quot;Write instructions for quiz takers here...&quot;/&gt;&lt;property id=&quot;10228&quot; value=&quot;0&quot;/&gt;&lt;object type=&quot;10062&quot; unique_id=&quot;10010&quot;&gt;&lt;object type=&quot;10050&quot; unique_id=&quot;10011&quot;&gt;&lt;property id=&quot;10020&quot; value=&quot;2&quot;/&gt;&lt;property id=&quot;10102&quot; value=&quot;0&quot;/&gt;&lt;property id=&quot;10191&quot; value=&quot;-1&quot;/&gt;&lt;/object&gt;&lt;object type=&quot;10051&quot; unique_id=&quot;10012&quot;&gt;&lt;property id=&quot;10020&quot; value=&quot;2&quot;/&gt;&lt;property id=&quot;10102&quot; value=&quot;0&quot;/&gt;&lt;property id=&quot;10191&quot; value=&quot;-1&quot;/&gt;&lt;/object&gt;&lt;/object&gt;&lt;object type=&quot;10061&quot; unique_id=&quot;20000&quot;&gt;&lt;object type=&quot;10058&quot; unique_id=&quot;10089&quot;&gt;&lt;property id=&quot;10201&quot; value=&quot;Question Group&quot;/&gt;&lt;property id=&quot;10202&quot; value=&quot;1&quot;/&gt;&lt;property id=&quot;10204&quot; value=&quot;5&quot;/&gt;&lt;property id=&quot;10205&quot; value=&quot;10&quot;/&gt;&lt;object type=&quot;10064&quot; unique_id=&quot;10090&quot;&gt;&lt;object type=&quot;10059&quot; unique_id=&quot;10091&quot;&gt;&lt;object type=&quot;10060&quot; unique_id=&quot;10093&quot;&gt;&lt;property id=&quot;10020&quot; value=&quot;2&quot;/&gt;&lt;property id=&quot;10102&quot; value=&quot;0&quot;/&gt;&lt;property id=&quot;10191&quot; value=&quot;-1&quot;/&gt;&lt;property id=&quot;10210&quot; value=&quot;0&quot;/&gt;&lt;property id=&quot;10211&quot; value=&quot;49&quot;/&gt;&lt;/object&gt;&lt;object type=&quot;10060&quot; unique_id=&quot;10094&quot;&gt;&lt;property id=&quot;10020&quot; value=&quot;2&quot;/&gt;&lt;property id=&quot;10102&quot; value=&quot;0&quot;/&gt;&lt;property id=&quot;10191&quot; value=&quot;-1&quot;/&gt;&lt;property id=&quot;10210&quot; value=&quot;50&quot;/&gt;&lt;property id=&quot;10211&quot; value=&quot;100&quot;/&gt;&lt;/object&gt;&lt;/object&gt;&lt;/object&gt;&lt;/object&gt;&lt;/object&gt;&lt;/object&gt;&lt;/object&gt;&lt;/object&gt;&#10;"/>
  <p:tag name="MMPROD_THEME_BG_IMAGE" val=""/>
  <p:tag name="MMPROD_38498PHOTO" val="/9j/4AAQSkZJRgABAQAAAQABAAD/2wBDAAMCAgMCAgMDAwMEAwMEBQgFBQQEBQoHBwYIDAoMDAsKCwsNDhIQDQ4RDgsLEBYQERMUFRUVDA8XGBYUGBIUFRT/2wBDAQMEBAUEBQkFBQkUDQsNFBQUFBQUFBQUFBQUFBQUFBQUFBQUFBQUFBQUFBQUFBQUFBQUFBQUFBQUFBQUFBQUFBT/wAARCADIAKADASIAAhEBAxEB/8QAHwAAAQUBAQEBAQEAAAAAAAAAAAECAwQFBgcICQoL/8QAtRAAAgEDAwIEAwUFBAQAAAF9AQIDAAQRBRIhMUEGE1FhByJxFDKBkaEII0KxwRVS0fAkM2JyggkKFhcYGRolJicoKSo0NTY3ODk6Q0RFRkdISUpTVFVWV1hZWmNkZWZnaGlqc3R1dnd4eXqDhIWGh4iJipKTlJWWl5iZmqKjpKWmp6ipqrKztLW2t7i5usLDxMXGx8jJytLT1NXW19jZ2uHi4+Tl5ufo6erx8vP09fb3+Pn6/8QAHwEAAwEBAQEBAQEBAQAAAAAAAAECAwQFBgcICQoL/8QAtREAAgECBAQDBAcFBAQAAQJ3AAECAxEEBSExBhJBUQdhcRMiMoEIFEKRobHBCSMzUvAVYnLRChYkNOEl8RcYGRomJygpKjU2Nzg5OkNERUZHSElKU1RVVldYWVpjZGVmZ2hpanN0dXZ3eHl6goOEhYaHiImKkpOUlZaXmJmaoqOkpaanqKmqsrO0tba3uLm6wsPExcbHyMnK0tPU1dbX2Nna4uPk5ebn6Onq8vP09fb3+Pn6/9oADAMBAAIRAxEAPwDNSOtG2h+Wo4Yea0YYdtfKHo7jUj/4DViKGpEh9qsJDQVsMSGrCR09I/8AvmpUWqsZ35iHyaesfpVoW5YrVqGxLc4rTQLFJbc1E1uVNb6afwxxwOrN91apX0kFrcpbySRJcSjdHE0iq7j/AGV3ZNaKMiTN8sN2208Q1fhs5LjgROzd1UbttSmx2r33f7VFgMjyR81RvD7VpyWZzVWWMrxipAoGGoHhrRMf03VAY6AM54/mqvJHWpNHVN46kDMkj71Tlj2tWrJHzVK5joKRfhhq7FH92oo19quQrWKRWyHJHtqxHHQkftViGGqRPxAkO7rVqCz3N0qeC39q1LO1RQxchEQb3kb5VCj7zNV7j2IobOOFGllkjggiBaSWV1VEA+8WZvuivBviX+1xpGg2k8PhGzXVrtJAgvrwbYWz/FEgbL+uWwPl/irzL48fHi/+KmpPonhx3tfCVtNsjZQfN1B/u73X+5n7iN16/Sl4V+H8U2sQXOqRo+EDvuT5t5+bbt6Db92vUpYdQhz1DCMnWnyQM65X4ofHC98zWNZuX0452W0aCKFF/uqibR+LZq5c/sw6nGkVxPd3c86JtH7xmbA/hXNfSvhKaz02FLeCBIlxtCqK9LsrOO+tU3w/NnlVHzGodXXQ9ylgI294+M7H9nvxppNn5+n6pqunpcHZttp3XzlT7u7Dcla35PGHxg+Gs/73V4/GGlxBGK3MCu+30Ztu8fXcfu19veHvCsUltLFLAJYid3lt3qLVfgLpsl6t3BA8DZ3mJ3+V/mzg+1HMp7o0lgIbRPFvh38UtA+Jlp/xLrkJqkMKvdabL8ssLfxfUbu61001vu3HHzVQ+Ln7J4a8t/GHgZB4f8b6e/mwsp/0e/X+KGZR03fd3f7XzVF4P8WR+NvD0Gox27WF0rvb32nyt+9s7lOJY291b9Ntc0oreJ5VWhOi9R7x7TyKjeP5ulXrlTvziq7x96yMCnNGP+BVUmWrsymqr0mBSK1Vmj3VoOtVXj+9SAvRx1bjjpIY6tRR1BXxCxx1ft4aihhrRhjoWppsS20PtXmn7VPiiTwv8Hri3t5ZYrjVp0stsBw7x/ecf8CVcf8AAq9Xs49x714P+2ZDHdaf4LsRI6Tma5lH8S7dqL/OuuhFOokY1HofO3gFpJr61uLa3EXlDyVlkCthj8zfXaPlr3OaxFvbW8ifLsAQ8LXlnhLSxY6lAkW6VvM3bsc//Wr2GaMyWjx4DN/KvQxdRu0DfAUkryLejSXEc8En3kA+9Xvfw3jF9NbiVyqsN2+vJvDOima1i8xBGgx8znbur2LwTara7BGSr5ChlfctcEIyZ9JCcUrHu2m6PZ2Ig2JI7uOdu3/IrpodHtb5TKUVONsa55H1xWDolrczWls4bfgbSzen92tI3kzJ5YjXzUO0bY/l/wDQq7YWS1RyNTk9yl4k0X7NbPkhkP8AKvkDxhYnwf8AtD3CInkaX4s00XUe0fK95B8r/js2n/gVfYOu3E1xbeXISxYcqydK+Z/2kNLgV/BuquNs9hrsKxsp2tiRGRh/wJttcuntOVGWJTlR97oZssYbdkVVlh+9WtNCVdhj5s1A8frXNJWPG+yY00Py/wB7iqDrs4rZnj21Skh71BJnND/wGqskfzcVpOtVZo6AL0S1ft46qwrWlBHtFYmkdiWKP7tXYYxUMS81dt491bL4Si7ZR7dvBr56/a4kS18aeCo5HDq1lMxRQGWP51Pzehb+H2WvpPSoRJcxIf4nVWr4o1m8HjLxR4lvr2Odp7nXJ0XaW3Q4dlX6BQqrWlGXJUTN6WFeIhLW1jO8JRyr4guLjz/P3/c3H7v+7XpF/cT2emtLbwefdY4Xd8u6vL/BUwh8Y6pZ5+S2c7tw9fu/+O19AeANPstYScXKb3cMic9K7KjUp8zOihBqlyrc89t9L0RiNT+Ivi+WysscRLOYkjH91FFRarY+Do2g8QfCn4z6q8nmbBZ6raXCQl/7iXDqqH7rcbv4a9Guf2a4da1u31GeC3v9RhJVFupG8pV/2Owr1v4ffBbRfCHhLUvD9x4O0xNE1aQXF/BFcuPPkH3X2oqnevzbTu+XdXXTqK3Yh0pcxxvwN+P3ixdWg07xFfxXkrExFoBs/wD1n/ar3n4ufFTWPhloEV9BAbq6nTMCsfvtivi7XPDMHw/+KL3OhvPFpzXaKLWebe8X/Au5r6r+MfwlP7Qnw90W0k1W60ieC0laN7V+ZH2qu3du4+rVzqU29D1uS1K557oX7Tnxv8dToLP4VT+RHnzrqJFaFk/vby3X/d5/2ateK/E0Hxc8IeF5Liyl0jUYfElpa6ppk52vDMm9+/OGCq49mryXwz+z18RPhVomPAXi3xB/wk9td7xbam7xW08AHzQvFueNyWLfvFYfdWvadNsbi6urDWb22lsr2+k864ikTbyls6fN/utK3/fNXWcY+p5T5/ZvsWrmPdIxI+8fSqtxH/3zWhOvzZqpOvFeXc8xGPOv0qpNH8taU0e5lqncLtHSkyzLmXjFVX96vT1VmWpuQX7aP561EX7tUbSP5qvovSst2bE9uvNaVvHVK2/hrShWtLgX7L5XQ/xKa+Hf2itJ1Dwn8TPEMVl5q6dLqT3120A+eKGcJKr7R2++N3+zX3FB8tecfG34Q3PjKS18U6HHF/ben2rwXaOdvn2w5+XPBK/N8rdRThozuwlVU5OL6nzWLOzh8UXGp2c5lgnt4kj2/dZNu5W/KvTPAt5Jp8qTEnb3rzN9kl+s6fMroNrKNu75f7vau30O6NvYJH97ncGavRS5kbwqKnOx9H+C/FAuJ4EPzKx3hcV6/qrRQ6Bdaje3nkJHAcN6fLXzP8M5nmnil/5ZgrlmO2u58efECy1LwxcWQkzmMxbZB8rfw/ifmojf4T0KlWkrM+c11qfxVrzauiRvobzZTzc7pAD9/wBq+5vh5fbvB3hy+E0P2Tz/AC02SbiFIb71fnTYfs86xr98Ro11qDw6ZB/ojNcSDyY933eDg46DI/76r6n+AHgkrp2mS614nvp7e6tPPs7aIhIUmO4Avjk7PT1b/ZrZQklsYfWYzfLfQ+qtWsbSeJpJIo9/Z8fN/wDXrxD4hWpuPEmjOJXW3so7h0iU7VdnCp83rt+avUNO1GX+w4rW4kEt1D8jyKRj615f4lmF1qpx91E27fT5jXLV1Ma7VOm7dTDkXdxVW4X5atdmqCX7tcV7ngmXMu2qVytaE681UkXcuaGykZMy1Vf0q7cL/wACqlJ1qQZr233avItU7fpV+KoQyzbrzWlCtULdecDNaFv1qyy5bLtbit7SofMfy3wyOCp4/hK7ayLZa5z4ufELXPhz4Nlv/C2jWviHxKwd7fTrssqyImN/yjaSfm4HeqpU51JWjuZyaitT4+jj8t2Cjd5Llf8AawDXUWFxG1n5W/a4Zfm/2a5jR75NYsIb+IhluU811Ufcc/MyY7bW+Xa1TrIY7vptVf4s16VL3fdkdUpdT6I+Dlnb+ItHurB5/st1GN6OoX5z6NmvLPiTpvjvw743ntRLpV/pchDWS3kjQr/tbnCsD+la3w38WR2c3lEpE5Krvx8y16DeWo8bJLZahEv2V9v73+JT6rWjTjqgpTU37xk/Dm++OWm/vNO8HaFq+kon+kQQX0S5T+Ftz7c/xfMrV3d5rnj3RbBLK8+E0lhpEMTvZf2LeQSzQtjOf9b8+7/a7tXnUPwV8YeHZUk8GeM761ieTlVnKY/754r1zwP4d8X+H7H7Z4z8UXGvSxn5IJX+7j6df4f4a1ckoX6nqOtTcOVxRH8Lvig3jrwo+viO6tUUbJIrtGiljf0ZT3q/FIbiFZz/AMtBv+b0rDmbzr+60+zQImq3Rmk2pswu7Lv+X/oVdLMojXCDagG0L/s159Z6HjVKnMlDsZzqPm+tV5etW3XluarzL8rVxowM2delUZl3ZrRnqm/3aopGVcruZqoSfeNaVyvzcZqhJ8p7VBUtjXt4/wDgNaMaj5RVWBavwxluxqIFFq3X5lrRt4/QVBa2pbbx/wABWqvifxx4Y+HwT/hI9WjsrhxujsYo3uLuT/dhjVn/ABZcf7VdMacpu0dybnS2Nq8zqiJuLdFWvJfH+vQeIPES3ul38d7Z2CJDBPbTBonfDvLtYcH5lYf8Brxb44ftparqVhq/hzwHZW2kabeQvaPr1zJ5t8FK4fYiNshPzMAdzn+L5W6eB/C34+678JVi0TWI/wC2fC+d2z/ltb/IyZRv4h83Svfy3Deyqc9XQ4cS3OFon11r3wv0T4jXDXmkarF4L8Xz4lMkqbrHUWIPyzIPuO3yjzV+b5m3Z6V4v4qXXPhj4sTQPHvh+Xw/qTjfBJ5m+2vYt3+shlHDof73X1Va9a03WNL8XeF4tY0a8S6sN7NHOny7Yyfl3ehR2wV9JWruvBfxC0HxFpf/AAgXxV0mDxN4LupdsbXw3TabM21Fkjk+/HtG7oQy/wAPpXt4vAwqrnpb/mc1DFTh7stUeA3NmWs4rzTJ/NTG8bD/AOO1f0f4iXGnwobl5GiJRd6n0Ofwr0L4mfszXHwKuJ9X8FeI4vFnggwJezWNzMv9oabC5+VnUf6yPay/OuD83K45Pnb+HbLWl81PkZxyyHa1eBZwfJNHp251zwZ7b4b+P2nx+GpbeCeOCdHDxtIdyu275h7Vv6x8atL1TTPtMEiyyv8AI6xndvP+z7/7K185WfgHSPOl827uIFYfeyu4f7tek/DfwPo+m3UR09Jrh0Rpri+vJC32eEDc5XsPl3Vb5bCi5t8p618PfDGq/wDCOT+NdQtSLfUJ3soJV2/ukRudy9tz7v8Avn6VtStywre/Zm14R+EH0vVI3vLO7t08yC6+ZSh+8GPqu4DPdWiNTeN/A9x4Q1x7ZfMn06T57Wc9SODsfb/GuR9flP8AFXBicPOKVSOzJulJw6nJnrVeVR/u1pTW5Xqh/KqE8JVeleaWZtz/AOPVRlrQnjbd0qjMtBSM6461nS/erQvc1nP8zVncqWx0tjC7HAH0qv4r8feG/hzatJruoxQXCorixSRPOcH7vyllCBtrfMzD7teI/Hj9rGx+HGozeFfB3k6v4jgdotQ1DO6308/xRoekk3r/AAp/tNwvznqWvJ8QLhJLy5L3RcyurTmZ5Zj96R2dmLv/ACG0BQvFe1gsv9p79R2X5mUqiWh7P48/bC8R6hc3Fl4bsk07TvmBubOTdMB/v9f94rs/2f71eLajr134iunNzqkyTu5cwS/ulcn7zM2794fd2JrP1HwNDeRboZ3sbpG/d3Vv+6dD/tA9f/Har2160F9HoXiy3SKeT/j01JBiO4/wPtX0lKhGjpFWOdzb3Fm8Ny2rPPYDypU/1lt/D/8AWrJu7WPUkaKePyrjDYVhtzXQ3V5eeC7iJNRLXmku4QXWPng/3var+s6DBdQ/aIijREbhJEf/AEGtnS5tjM4rwB8UvEHwM1+f7KBe6LdN/p2lSn91Mu3DbW7HBK5/nX1L4S8b6J8SfDy6rolybiJG8meCfiaFtuV3j1x/F91ijf3q+ZtQ0WPUFWz1H5P4Y7rHy/7Iaud0l/FPwd8RHVNGdsYHmwON0U8ecgOv8Q757UU6s6Oj2MZ009VufpL4Y8YLa6Ba6yIUvIhAnh/XNPnga4iuU8orbzMnYPCrQn3iznLCsHxX8PbDTbS013Q45rvwjqQf7LOrF2spEOJbWZuodG+6zffQg9d1eb/s8fErTfjR/amhWSXFve6pYSpc6PG+Zo5oP9IhkRurBTGQCPm+Yg/er1j4e+Nbj4QeIptB1xpdV8H65CJZigDSQzIVUXKH5cuueRxvRlzzini6UcRSTh8S2/yOjCVfZT126mN4Y8L6PdXSPcSyXUrjiNX3Z/4DXpXjWzHgf4UatOkQt7rU0TTLWJ/l+adxF83f+KvZrT4f2ek3DuLCCKXu6R7Wb/arwz4nrc+PvizouniaS38M+EbuLUL6VEZlmvCD9nh/D/WN/uj+9Xy8YznNQR7z9nH94etfDDQLWCHWVvbk6NpFtpfnNqaTrbnTVRG2TM78IVUOMtx+5BNfD3xS/aAsvD3it9G+F2saoNBSd76/8UXcztLrN26KnnIHbIhUK2GPLs7n7u2ur/bg+NM2qeEpfhN4fV4Cklve+KLz5ttzIQJY7OM4UtCMrMT0JYBejV83/DqGPxFolxYSgfarZHVdo/g/iH519HToytyvY8Jrnqc7Ou8K/tGfE3QfE72//CWzalv+eO01MLcW8v8AdXnkBv8AZI+9XvHhH9sjw9rFg6eJ9Cv9J1S3P7/+zALiE+rKrsrj6c18cXljc31owtU36zprk26q23zk/ij+v8S+/wDvVdg8RRX01hr9uN9re/urhf8AnlcD72703fe/76rnq4OlP4kUqjR90+Fvj98PfGzP9i19LBlBbbqqfZlbH3vmPH/Ad1dRbX2n6xbtcaZf2mo2+dpns50mRT/dyGavzs03Sxb32rx26L5COsrwM25Dn/8Aax/wKt/4A+PLr4Sa94hu9Mje9062y1xpjuyrNCRvVQ3qv8JrzK2W2j+7Zqqh9zX8dZUi1d0HxFpnjjwrpfiDRp/tWk6lCJoJGG1sfxKy9ipVgf8AdqCeP5q+dceWXKb7o/MPT7NJnijOFQvs3f3Sf/r1pN4Xnk4gutkqfL/d2tWfYNuili/ixuH1FdJ9o+0W6Xce7e6btqn5c/db/wAer7imk4nCRWHiTW9F222qRtdWo+YNjdiuxtr3Q/Gmmf2XqADQzH5N33kPqh7Yqhp9xaatbLh0WXG0xyfK1P8A7L0+N2ScNZuTuKuPkLf3t3au2Ckut0QaWgSzWdzP4O8RkXEnlk6ffSruW6g/u/Ud6y9InuPh54nTQtRcyaHqBIs5ZR8sT/3Gat+Xw6df0kac07JLC3nWF/n57WYdOe6HoR6f8BqR7GH4p+CLywvV+za5CjKYmPzW11G3+R9Grp5X03X9WLsGo6PHIj20uVRjtH95GrL0pvLn/szUccH9zct8zL/s7e4/2a0PBGsHxX4NguLkhb+yf7FfJIdrhx91vrT9W003UKyjCyxnaWX1H3TVOKmudAYNz4JtbHV1v7SWXQ9XhcgXljOYSO24FGyM+v8AtV6ZoHxe1jT9DXw/4tiOvWaSJLBquf8ASIuNjK/ZwyM249fu9a5kQz61pH2mD/kKWafPE3/LaMdvqtU7OSPUtP8AtNlh0z++tnHzI38W30HtTglDYEj9Kvgr8X5fHvwchFmTrXiaxuE0FNjbvtRIb7NMzehQfP3HlNupf2hPip4b/Zk+FOm2K6PYeJPFdyxmtbW+DeXLcOMvczY5f/c44YLlV6fnp4C8eeJvhpr0WteDtcvNB1SMq7rbP8syg9JUO5JE/wB5T96rPxN8d6/8XvHF74m8T3/23VJD5flIuIYE+XakabuBj/LVxLCQVVzXwv8AMqUpzSh0Rzusa5qvii91HXNbuxdavqt21xdS+WFRnPZQPuIo2qB2CqKy/DDf8Ir8QonQ/uJ/ldV9/vda3rqx+y6dasMNiTcVWuf8RL5mppcx5Voj95a7pLks+xOxe8S6f/Z/iGUxfK4kbDKP8/7Nc9qmnR6dqFxqsUW7SNRIi1O1Vf8AUTfwzJ6fNz9frXZ+JGN9NBcAH99AJQyn+Po1Ztyws0ivZ4w9lMPs97E3bP8AFWcqauwaK2gwiHxdLpkkoZ7ixRoJf76n7rfmq1m/CtnkF1PcEPO8EMM+4dw8m6ta/h/sO0TVxln0nKrLn78BKt/47/7M1ZEOoxeFtJ8S3JXzHfUXS1jb70jnGwf+PUkoprm6Bsez/szfF60+HPhDS/CWvY/sOS4uGtdQUfPauZT9/wBUb5ee1fTl/b+SeoZT8wZTuVl9Vr4TTT4LGzsLZ3DywxrEF9/4q+iv2dPiM+sWT+C9UkDXlnGZdNlY/NLCPvw/VPvL7bv7tfL5pgFFe2pfM6YvSx8L2EiQ3aOT8mefpXQWcL2tzLaIe/2iBm/i/vD+v/Aa5BWKtn/x2up0rVEvI7dA6peW53QN7j+H+lerTf2TjNyO1t74sYJDa3gG5GU/e9qvW/iSPT5Psmv2/wC6cbROqbkpxsUvIILu3CQM43BcfMP7y1o2eySJYLmFLhPuncNystdsE0wGTzXHhuD+2tLI1fSYxm6gRsypH6r/ALta76xYWut6d4hsZybO+SFLrb829H+WKRvdW+Q/8Brn08Lra3yT6JdzaXKDwqfNF/u7aTW/Ct3qelS2tlbW+n6wIpvLjtuLe+UjLIF/gfeode25e2c1snOPQvUseB3Hh74x+K/Dr/8AHpqatPGrfdyV37v/AB6uyjt/LuWgk/iGwq3/AI6a8e1TxA0nirwJ4rQ7HuoFtp9o4WRDsbP/AH2Pyr2DVJBJdRSeeG37cKo+b7taUJppxBWKUMZ0PU4LyI7ufnVT97tWB4nU+CfE1vrlohXSL47biBX3KHNdNcrDcI0bnarH7zfw1VvLeDxFoN5pc4DS43JIo6N61rUjeOhVie402Ka3nuLMlonQXEEin5k/vBe4rO+2SLKkskW/zYQHlT5V3jj5l+ny/L/drN+GetS2skuhX5/fwblDMeq+la95G9rM0b/Kufur92oi04poFqi9fsGSzPKqx54+WsG9tXuJ3iOVXBrZnhkm0jB3b0O9dorNTF1tkJG5U2nn5mrWWpZa09v7Q0GAEtE9tIe3Y1M9vAoxvV7eQeU6tVDSW8m5lgP3HHKsanRSqvHJ8mPl20JXQGBdQ3C6VrmhSP5kT2snkMx6Ag7f++W21ytxP/bPjHw3ZO4a3hZLuXd93cI1f/Cuz1Jt2wgnzVDRHj+Eg7a82tbq4k1rVGtklnvTZxWNtDBGzuXMabyFHPy7ea86s7NGLR6XZXwvt+pz5aIB3j/3f71TaD4kufDPiHS/ENu/lXtpOJrSDG5nYfwt7MNyn2atH4S/DfXPjFdWuh+HntYoPMisTeXkm2FJHX5E43ElsMTtXjq1YPifQdX8F/EPV9B1dIYNU0p1t5pIpPNiVAN2+Ju4dWUg+jUOpCa5JG1pxV+h4yJAwwe9WbVirjB7/dqicR7jn5akjYqy49a81M5D0LwlrgaX7Ncksz/NHI394fw/5/u1vXkZZkeORlXP3Vry9LiRdsqEq+R83oa7/R9UGoWsTqfLc587b/A9d9Gd1Zlm3YKLd0dJ3Zgd3y/+zZrp7e6k1aJ7dJYlusfu2b5cH+FlYdDXEySJDuCFtx2/drW0NlUoTLsYHhWG2u2nLWxaZx/xA0e4tfDWqSPFJBKt2uoiLG3yZ92JVH+yQ+8f8C/u13q6k9xpFrLHIVV05VvvVoeKkj8SeG722VgZTA+1OrHhgf0Zq4LwlqH2jwvYZJY+SN/H8X8VJx9nU9UGzO3e4jZl2EP/ABbW3UlvcfZbpX+6jdeKx7O8ChQ8hZj8vzGrLTBovuHYPl+U1spFJmF4rUaH4pstXjO1JH2naK6zXmS8jinD/wCsQOFUVj+KLePVPC08ez96nzozfM1Q6VqBuPCunTkb2T5C2fm21kvdbj3JNnQb4zWcse4eYmUO6qKKY7yXBCqf4c/dqlol4LfWJQnypIOdx71PqDfZ7mU7Aq/zq73iVfQsWsm2Rtj7dy+tWJpnkTO75s1ljYr5TGSONx3UpvivmB8ruHDLTTRZW1y+Szheec7UjG8svtX1B+yd4Isvgp4IuvHmsWxt9Z2SatPdTx/MmVbyoU9vmXI7lv8AZWvBfhb4TT4gePbdLi2lutL0nZd3SKNyySk/uY29shnI/wBn3r63+KWpXGsW2jeCoIvls0Gp38Gf9Y/3reFvbcu/b/sivncdXcp2h0PQwsNeeSI/grpY8AeFde8b6xptrFa3N1da7eojhXjkm3k7l/3WVRtrl/Enw20K/wDgL8TPHHjPRbRte1K1bUF1duLi2m8tmVEPX73kwhPu4Fdn46mGteF/CvhSTS5LOfVZ0u9Ug+632aHB2Nj+9Js+X0Vqy/j14BbxpoegfDLQ9Y/sWLW5Y5dSurlDMtpaxlnXam5c5dPXojVw0pST0O2crrl5dT8zbyPa7MM7CMhqiik/2hux6VagnXU9NWcDbKDiVfR//r9aos3lt3ruTPmWadhIGDJyzdt1bWj3RsZtxfbA42yKv/jrf8B/+KrlLa68mVXH3e9bFtdBnXA3N/tVvTZJ3CzCMtI5G0FcbvSrulx3OqXKAfu4vvHaPmrlNMvtsiWxf7x2xtn/AMc/+Jrq/Dl0be5c7yiqN2/0rtpu8i0dl4fmsNP1OKNztdiyb5T1z94V5fpTP4buLjS5B81pO8O5v4gGwtdoniqC8lWwtokusld8s7bkSneKvB9xrj+bptjPNq0YCIixhlvV+6oG1vv9h6/LXVVXPC8ehb1MxL4bf+BcbTUkGoBdwIHX171pJ+zf8ariJSvw31q1Ujhrwx26/wDj7rRe/s+/FrS7Z57zw5FapECx3X8DMo/3Q7ZrzfrSh8TBRn2M1LwXSz2gy1w6HYifeP8AwGqPg+4uF8NXkVzBLb7JCQroyfKC3PPau/0bV4tP8PWR0KBbho0MtwqRulzcTwvsMzFEZ2hD8YDYH8XNd38AfhP4f8aNdeKdXkuoNL0p4vI0/TNGuGhvpCzbYWmmZYI0ZtyBWxksvfdWyrKbUkzknXcHqj52j1aJtTUJIjqf7pro9Qke4tllUFmHVdtfpH+2D8APB3iH4FL408DaFp2iS2FrFqEC6ZapCk9s6hhtSNcZG9DuHGM5J2jH5pWvih7hFLySQP3ZT8tb0ZqUL33N6croImnkRCI5WbH3fLPy1cm0nVFhglksJooJvmSWRNqP/wAC9f8AZpkmvXkiMDJvi7N5n3vyq7aXl1J4M8QAZZLOaC72R7e+6N/0Zf8Avla3ioPQ10R7j+ynrHhL4a6Xc6r4t8QWmlzz3ct3PHteV9o+SFNqKxPyrn5f71XvAf7RXw41L4w6trHijxBLpralevcRtc2kyqqJ8sKbgvoq18v6Try28NlcJLI9rcjhmHrWpqsNhq1u0V5apL/vfeX/AHa8x4OnOXNc6YV3GFon0j48/aQ8OalqviHU9PsL7VNSmcRaU04a2hSAcYdt2cN8z/KuQWXpXkd3+018XNN8RXevxR6LM88KW7LZ2yyvDGgYKFWTJO3cTnvmvLE+1+FZfkkkv9GJ+7L80sP+76itqO8jmiWeCRGQ9GU1cMJSXqEq85dbHhsF0dE1FpMf6LJjfEp6j29xV+8RXCSxsHicbg6r1H+f4aKK8un8JxMz3zlhmrNvcFW/2f7rUUVrHcg0PtRmCjO3H8Oa1v8AhIjcW/lyylX7sp/1g/xoorpUmaIuXXiCbw3o1ubIf8TK9O1JHwwgj9V9/wCVaOjaVp91fQajPZyR3FsApnluHlaaT+9y1FFdS3Qj0Xw38UPFnhGa9uLTxRqlhHOApjjuGZAoHy7lfcK9u+D/AO15odxB9i8eahJa3UT/AOj6x9n3LKD/AATKi8H/AG1X/e9SUVOIowa1R0qTPRfiN8EdA+IGiRfEz4XzWd14m00G7ju9MuikV+g+aWEtHyCy7vQg1zHib9pDwzp+g2t3rvjfxTreoT24f7LoepR6ZplgSFfy7ddjSTlPlXLqQdp3IvSiiuTD/C0eNjIrnifRPg74i2mofsX3UVnZ3Ws2Fv4fmt7iG1l82WGEq/kuj/xoilA4XoBkcdfyekbzLmcRDYiSMoZv7oNFFdcYpQdv60RpQbdx9vqwh2hEZ37sprqPCVxHdWfiuN5ViVtK3Bc/MzedGaKK2o/19x1s4XR5Hm8C2G/DIrso9q2fD+uvqOjQXD43AmF2X1FFFZwbv8ho1EvCyKD909VqpJC+mu0tqdqZ3PEw+VqKKuRZ/9k="/>
  <p:tag name="MMPROD_38498LOGO" val=""/>
  <p:tag name="MMPROD_UIDATA" val="&lt;database version=&quot;7.0&quot;&gt;&lt;object type=&quot;1&quot; unique_id=&quot;10001&quot;&gt;&lt;property id=&quot;20141&quot; value=&quot;MS Word 2010&quot;/&gt;&lt;property id=&quot;20144&quot; value=&quot;1&quot;/&gt;&lt;property id=&quot;20146&quot; value=&quot;0&quot;/&gt;&lt;property id=&quot;20147&quot; value=&quot;0&quot;/&gt;&lt;property id=&quot;20148&quot; value=&quot;5&quot;/&gt;&lt;property id=&quot;20180&quot; value=&quot;1&quot;/&gt;&lt;property id=&quot;20181&quot; value=&quot;1&quot;/&gt;&lt;property id=&quot;20182&quot; value=&quot;0&quot;/&gt;&lt;property id=&quot;20183&quot; value=&quot;1&quot;/&gt;&lt;property id=&quot;20184&quot; value=&quot;7&quot;/&gt;&lt;property id=&quot;20193&quot; value=&quot;-1&quot;/&gt;&lt;property id=&quot;20221&quot; value=&quot;C:\Users\zparlak\Desktop\adobe_presenter\&quot;/&gt;&lt;property id=&quot;20224&quot; value=&quot;D:\Ders Materyali\İçerik\Temel Bilgi Teknolojisi Kullanımı&quot;/&gt;&lt;property id=&quot;20225&quot; value=&quot;D:\Ders Materyali\İçerik\Temel Bilgi Teknolojisi Kullanımı\TBTK\&quot;/&gt;&lt;property id=&quot;20226&quot; value=&quot;D:\Ders Materyali\İçerik\Temel Bilgi Teknolojisi Kullanımı\TBTK\Kelime İşlemci Modül 7.pptx&quot;/&gt;&lt;property id=&quot;20250&quot; value=&quot;0&quot;/&gt;&lt;property id=&quot;20251&quot; value=&quot;1&quot;/&gt;&lt;property id=&quot;20259&quot; value=&quot;0&quot;/&gt;&lt;property id=&quot;20501&quot; value=&quot;D:\Ders Materyali\İçerik\Temel Bilgi Teknolojisi Kullanımı\TBTK\&quot;/&gt;&lt;object type=&quot;2&quot; unique_id=&quot;10559&quot;&gt;&lt;object type=&quot;3&quot; unique_id=&quot;10560&quot;&gt;&lt;property id=&quot;20148&quot; value=&quot;5&quot;/&gt;&lt;property id=&quot;20300&quot; value=&quot;Slide 1 - &amp;quot;Kelime İşlemci Word &amp;quot;&quot;/&gt;&lt;property id=&quot;20302&quot; value=&quot;0&quot;/&gt;&lt;property id=&quot;20303&quot; value=&quot;Mustafa YILMAZ&quot;/&gt;&lt;property id=&quot;20307&quot; value=&quot;256&quot;/&gt;&lt;property id=&quot;20309&quot; value=&quot;38498&quot;/&gt;&lt;property id=&quot;20312&quot; value=&quot;0&quot;/&gt;&lt;/object&gt;&lt;object type=&quot;3&quot; unique_id=&quot;10588&quot;&gt;&lt;property id=&quot;20148&quot; value=&quot;5&quot;/&gt;&lt;property id=&quot;20300&quot; value=&quot;Slide 4 - &amp;quot;Yazdırma İşleminden Önce Belgenin Kâğıt Yönü, Kenar Boşlukları, Karakter Büyüklüğü ve Hecelemenin Görülmesinin/Dene&quot;/&gt;&lt;property id=&quot;20302&quot; value=&quot;0&quot;/&gt;&lt;property id=&quot;20303&quot; value=&quot;Mustafa YILMAZ&quot;/&gt;&lt;property id=&quot;20307&quot; value=&quot;257&quot;/&gt;&lt;property id=&quot;20309&quot; value=&quot;38498&quot;/&gt;&lt;property id=&quot;20312&quot; value=&quot;0&quot;/&gt;&lt;/object&gt;&lt;object type=&quot;3&quot; unique_id=&quot;10726&quot;&gt;&lt;property id=&quot;20148&quot; value=&quot;5&quot;/&gt;&lt;property id=&quot;20300&quot; value=&quot;Slide 3 - &amp;quot;İçindekiler&amp;quot;&quot;/&gt;&lt;property id=&quot;20302&quot; value=&quot;1&quot;/&gt;&lt;property id=&quot;20303&quot; value=&quot;Mustafa YILMAZ&quot;/&gt;&lt;property id=&quot;20307&quot; value=&quot;258&quot;/&gt;&lt;property id=&quot;20309&quot; value=&quot;38498&quot;/&gt;&lt;property id=&quot;20312&quot; value=&quot;0&quot;/&gt;&lt;/object&gt;&lt;object type=&quot;3&quot; unique_id=&quot;10780&quot;&gt;&lt;property id=&quot;20148&quot; value=&quot;5&quot;/&gt;&lt;property id=&quot;20300&quot; value=&quot;Slide 2 - &amp;quot;Öğrenme Hedefleri&amp;quot;&quot;/&gt;&lt;property id=&quot;20302&quot; value=&quot;0&quot;/&gt;&lt;property id=&quot;20303&quot; value=&quot;Mustafa YILMAZ&quot;/&gt;&lt;property id=&quot;20307&quot; value=&quot;260&quot;/&gt;&lt;property id=&quot;20309&quot; value=&quot;38498&quot;/&gt;&lt;property id=&quot;20312&quot; value=&quot;0&quot;/&gt;&lt;/object&gt;&lt;object type=&quot;3&quot; unique_id=&quot;36872&quot;&gt;&lt;property id=&quot;20148&quot; value=&quot;5&quot;/&gt;&lt;property id=&quot;20300&quot; value=&quot;Slide 8 - &amp;quot;Yazdırma Seçeneklerinin Görülmesi: Belgenin Belirli Sayfası veya Tamamını Yazdırma, Kopya Sayısı Vs.&amp;quot;&quot;/&gt;&lt;property id=&quot;20302&quot; value=&quot;0&quot;/&gt;&lt;property id=&quot;20303&quot; value=&quot;Mustafa YILMAZ&quot;/&gt;&lt;property id=&quot;20307&quot; value=&quot;261&quot;/&gt;&lt;property id=&quot;20309&quot; value=&quot;38498&quot;/&gt;&lt;property id=&quot;20312&quot; value=&quot;0&quot;/&gt;&lt;/object&gt;&lt;object type=&quot;3&quot; unique_id=&quot;37836&quot;&gt;&lt;property id=&quot;20148&quot; value=&quot;5&quot;/&gt;&lt;property id=&quot;20300&quot; value=&quot;Slide 5 - &amp;quot;Heceleme-Sınaması Yapılması, Yazım Hatalarının Düzeltilmesi ve Tekrarlanan Sözcüklerin Silinmesi&amp;quot;&quot;/&gt;&lt;property id=&quot;20302&quot; value=&quot;0&quot;/&gt;&lt;property id=&quot;20303&quot; value=&quot;Mustafa YILMAZ&quot;/&gt;&lt;property id=&quot;20307&quot; value=&quot;271&quot;/&gt;&lt;property id=&quot;20309&quot; value=&quot;38498&quot;/&gt;&lt;property id=&quot;20312&quot; value=&quot;0&quot;/&gt;&lt;/object&gt;&lt;object type=&quot;3&quot; unique_id=&quot;37865&quot;&gt;&lt;property id=&quot;20148&quot; value=&quot;5&quot;/&gt;&lt;property id=&quot;20300&quot; value=&quot;Slide 6 - &amp;quot;Sözlüğe Sözcük Eklenmesi&amp;quot;&quot;/&gt;&lt;property id=&quot;20302&quot; value=&quot;0&quot;/&gt;&lt;property id=&quot;20303&quot; value=&quot;Mustafa YILMAZ&quot;/&gt;&lt;property id=&quot;20307&quot; value=&quot;275&quot;/&gt;&lt;property id=&quot;20309&quot; value=&quot;38498&quot;/&gt;&lt;property id=&quot;20312&quot; value=&quot;0&quot;/&gt;&lt;/object&gt;&lt;object type=&quot;3&quot; unique_id=&quot;37986&quot;&gt;&lt;property id=&quot;20148&quot; value=&quot;5&quot;/&gt;&lt;property id=&quot;20300&quot; value=&quot;Slide 9 - &amp;quot;Belgeyi Geçerli Ayarlar ve Yazıcı Üzerinden Yazdırma&amp;quot;&quot;/&gt;&lt;property id=&quot;20302&quot; value=&quot;0&quot;/&gt;&lt;property id=&quot;20303&quot; value=&quot;Mustafa YILMAZ&quot;/&gt;&lt;property id=&quot;20307&quot; value=&quot;276&quot;/&gt;&lt;property id=&quot;20309&quot; value=&quot;38498&quot;/&gt;&lt;property id=&quot;20312&quot; value=&quot;0&quot;/&gt;&lt;/object&gt;&lt;object type=&quot;3&quot; unique_id=&quot;39015&quot;&gt;&lt;property id=&quot;20148&quot; value=&quot;5&quot;/&gt;&lt;property id=&quot;20300&quot; value=&quot;Slide 7 - &amp;quot;Baskının Yazdırılmadan Önce Görülmesi&amp;quot;&quot;/&gt;&lt;property id=&quot;20307&quot; value=&quot;277&quot;/&gt;&lt;property id=&quot;20309&quot; value=&quot;-1&quot;/&gt;&lt;/object&gt;&lt;/object&gt;&lt;object type=&quot;8&quot; unique_id=&quot;10563&quot;&gt;&lt;object type=&quot;9&quot; unique_id=&quot;39024&quot;&gt;&lt;property id=&quot;20000&quot; value=&quot;0&quot;/&gt;&lt;property id=&quot;20400&quot; value=&quot;Kelime Islemci 7.Unite&quot;/&gt;&lt;property id=&quot;20401&quot; value=&quot;7. Unite.pdf&quot;/&gt;&lt;property id=&quot;20402&quot; value=&quot;0&quot;/&gt;&lt;property id=&quot;20404&quot; value=&quot;780067&quot;/&gt;&lt;property id=&quot;20405&quot; value=&quot;0&quot;/&gt;&lt;/object&gt;&lt;/object&gt;&lt;object type=&quot;4&quot; unique_id=&quot;10695&quot;&gt;&lt;object type=&quot;5&quot; unique_id=&quot;10697&quot;&gt;&lt;property id=&quot;20149&quot; value=&quot;Esrin Palas&quot;/&gt;&lt;property id=&quot;20150&quot; value=&quot;Öğr. Gör.&quot;/&gt;&lt;property id=&quot;20153&quot; value=&quot;epalas@sakarya.edu.tr&quot;/&gt;&lt;property id=&quot;20159&quot; value=&quot;logo_sau.png&quot;/&gt;&lt;/object&gt;&lt;object type=&quot;5&quot; unique_id=&quot;38498&quot;&gt;&lt;property id=&quot;20149&quot; value=&quot;Mustafa YILMAZ&quot;/&gt;&lt;property id=&quot;20150&quot; value=&quot;Öğr.Gör.&quot;/&gt;&lt;property id=&quot;20151&quot; value=&quot;mustafa-yilmaz.jpg&quot;/&gt;&lt;/object&gt;&lt;/object&gt;&lt;object type=&quot;10&quot; unique_id=&quot;33809&quot;&gt;&lt;object type=&quot;11&quot; unique_id=&quot;33810&quot;&gt;&lt;property id=&quot;20180&quot; value=&quot;1&quot;/&gt;&lt;property id=&quot;20181&quot; value=&quot;1&quot;/&gt;&lt;property id=&quot;20182&quot; value=&quot;0&quot;/&gt;&lt;property id=&quot;20183&quot; value=&quot;1&quot;/&gt;&lt;/object&gt;&lt;object type=&quot;12&quot; unique_id=&quot;33812&quot;&gt;&lt;/object&gt;&lt;object type=&quot;13&quot; unique_id=&quot;38499&quot;&gt;&lt;/object&gt;&lt;/object&gt;&lt;/object&gt;&lt;/database&gt;"/>
  <p:tag name="MMPROD_TAG_VCONFIG" val="PD94bWwgdmVyc2lvbj0iMS4wIiBlbmNvZGluZz0iVVRGLTgiPz4NCjxjb25maWd1cmF0aW9uPg0KCTxicmFuZGluZz4NCgkJPHVpZm9udCBuYW1lPSJGT05UX05PVEVTX1RFWFQiIHZhbHVlPSJWZXJkYW5hLDksZmFsc2UsZmFsc2UsZmFsc2UiLz4NCgk8L2JyYW5kaW5nPg0KCTxjb2xvcnM+DQoJCTx1aWNvbG9yIG5hbWU9InByaW1hcnkiIHZhbHVlPSIweDZGODQ4OCIvPg0KCQk8dWljb2xvciBuYW1lPSJnbG93IiB2YWx1ZT0iMHgzNUQzMzQiLz4NCgkJPHVpY29sb3IgbmFtZT0idGV4dCIgdmFsdWU9IjB4RkZGRkZGIi8+DQoJCTx1aWNvbG9yIG5hbWU9ImxpZ2h0IiB2YWx1ZT0iMHg0RTVENjAiLz4NCgkJPHVpY29sb3IgbmFtZT0ic2hhZG93IiB2YWx1ZT0iMHgwMDAwMDAiLz4NCgkJPHVpY29sb3IgbmFtZT0iYmFja2dyb3VuZCIgdmFsdWU9IjB4NzI3OTcxIi8+DQoJPC9jb2xvcnM+DQoJPGxheW91dD4NCgkJPHVpc2hvdyBuYW1lPSJwcmVzZW50YXRpb250aXRsZSIgdmFsdWU9InRydWUiLz4NCgkJPHVpc2hvdyBuYW1lPSJwcmVzZW50ZXJwaG90byIgdmFsdWU9InRydWUiLz4NCgkJPHVpc2hvdyBuYW1lPSJwcmVzZW50ZXJuYW1lIiB2YWx1ZT0idHJ1ZSIvPg0KCQk8dWlzaG93IG5hbWU9InByZXNlbnRlcnRpdGxlIiB2YWx1ZT0idHJ1ZSIvPg0KCQk8dWlzaG93IG5hbWU9InByZXNlbnRlcmVtYWlsIiB2YWx1ZT0iZmFsc2UiLz4NCgkJPHVpc2hvdyBuYW1lPSJwcmVzZW50ZXJiaW8iIHZhbHVlPSJmYWxzZSIvPg0KCQk8dWlzaG93IG5hbWU9ImNvbXBhbnlsb2dvIiB2YWx1ZT0iZmFsc2UiLz4NCgkJPHVpc2hvdyBuYW1lPSJzaWRlYmFyIiB2YWx1ZT0idHJ1ZSIvPg0KCQk8dWlzaG93IG5hbWU9Im91dGxpbmUiIHZhbHVlPSJ0cnVlIi8+DQoJCTx1aXNob3cgbmFtZT0idGh1bWJuYWlsIiB2YWx1ZT0idHJ1ZSIvPg0KCQk8dWlzaG93IG5hbWU9Im5vdGVzIiB2YWx1ZT0iZmFsc2UiLz4NCgkJPHVpc2hvdyBuYW1lPSJzZWFyY2giIHZhbHVlPSJ0cnVlIi8+DQoJCTx1aXNob3cgbmFtZT0icXVpeiIgdmFsdWU9InRydWUiLz4NCgkJPHVpc2hvdyBuYW1lPSJhdHRhY2htZW50cyIgdmFsdWU9InRydWUiLz4NCgkJPHVpc2hvdyBuYW1lPSJ1dGlscyIgdmFsdWU9InRydWUiLz4NCgkJPHVpc2hvdyBuYW1lPSJ2b2x1bWUiIHZhbHVlPSJ0cnVlIi8+DQoJCTx1aXNob3cgbmFtZT0icGxheWJhciIgdmFsdWU9InRydWUiLz4NCgkJPHVpc2hvdyBuYW1lPSJ0YWxraW5naGVhZCIgdmFsdWU9InRydWUiLz4NCgkJPHVpc2hvdyBuYW1lPSJzaWRlYmFyb25yaWdodCIgdmFsdWU9InRydWUiLz4NCgkJPHVpc2hvdyBuYW1lPSJ2aWV3Y2hhbmdlIiB2YWx1ZT0idHJ1ZSIvPg0KCQk8dWlzaG93IG5hbWU9ImFsd2F5c1NjcnVuY2giIHZhbHVlPSJmYWxzZSIvPg0KCQk8dWlzaG93IG5hbWU9ImluaXRpYWxkaXNwbGF5bW9kZWlzbm9ybWFsIiB2YWx1ZT0idHJ1ZSIvPg0KCQk8dWlyZXBsYWNlIG5hbWU9ImxvZ28iIHZhbHVlPSIiLz4NCgkJPHVpcmVwbGFjZSBuYW1lPSJiZ2ltYWdlIiB2YWx1ZT0iIi8+DQoJCTx1aXJlcGxhY2UgbmFtZT0iaW5pdGlhbHRhYiIgdmFsdWU9Im91dGxpbmUiLz4NCgk8L2xheW91dD4NCgk8bGFuZ3VhZ2UgaWQ9ImVu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lNsaWRlICVuIi8+DQoJCTwhLS0gc3Vic3RpdHV0aW9uOiAlbiA9PSBzbGlkZSBudW1iZXIgLS0+DQoJCTwhLS0gc3Vic3RpdHV0aW9uOiAldCA9PSB0b3RhbCBzbGlkZSBjb3VudCAtLT4NCgkJPHVpdGV4dCBuYW1lPSJTQ1JVQkJBUlNUQVRVU19TTElERUlORk8iIHZhbHVlPSJTbGlkZSAlbiAvICV0IHwgIi8+DQoJCTx1aXRleHQgbmFtZT0iU0NSVUJCQVJTVEFUVVNfU1RPUFBFRCIgdmFsdWU9IlN0b3BwZWQiLz4NCgkJPHVpdGV4dCBuYW1lPSJTQ1JVQkJBUlNUQVRVU19QTEFZSU5HIiB2YWx1ZT0iUGxheWluZyIvPg0KCQk8dWl0ZXh0IG5hbWU9IlNDUlVCQkFSU1RBVFVTX05PQVVESU8iIHZhbHVlPSJObyBBdWRpbyIvPg0KCQk8dWl0ZXh0IG5hbWU9IlNDUlVCQkFSU1RBVFVTX1ZJRFBMQVlJTkciIHZhbHVlPSJWaWRlbyBQbGF5aW5nIi8+DQoJCTx1aXRleHQgbmFtZT0iU0NSVUJCQVJTVEFUVVNfTE9BRElORyIgdmFsdWU9IkxvYWRpbmciLz4NCgkJPHVpdGV4dCBuYW1lPSJTQ1JVQkJBUlNUQVRVU19CVUZGRVJJTkciIHZhbHVlPSJCdWZmZXJpbmciLz4NCgkJPHVpdGV4dCBuYW1lPSJTQ1JVQkJBUlNUQVRVU19RVUVTVElPTiIgdmFsdWU9IkFuc3dlciBRdWVzdGlvbiIvPg0KCQk8dWl0ZXh0IG5hbWU9IlNDUlVCQkFSU1RBVFVTX1JFVklFV1FVSVoiIHZhbHVlPSJSZXZpZXdpbmcgUXVpeiIvPg0KCQk8IS0tIHN1YnN0aXR1dGlvbjogJW0gPT0gbWludXRlcyByZW1haW5pbmcgLS0+DQoJCTwhLS0gc3Vic3RpdHV0aW9uOiAlcyA9PSBzZWNvbmRzIHJlbWFpbmluZyAtLT4NCgkJPHVpdGV4dCBuYW1lPSJFTEFQU0VEIiB2YWx1ZT0iJW0gTWludXRlcyAlcyBTZWNvbmRzIFJlbWFpbmluZyIvPg0KCQk8dWl0ZXh0IG5hbWU9Ik5PVEZPVU5EIiB2YWx1ZT0iTm90aGluZyBGb3VuZCIvPg0KCQk8dWl0ZXh0IG5hbWU9IkFUVEFDSE1FTlRTIiB2YWx1ZT0iQXR0YWNobWVudHM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JDb250YWN0Ii8+DQoJCTx1aXRleHQgbmFtZT0iVEFCX1FVSVoiIHZhbHVlPSJRdWl6Ii8+DQoJCTx1aXRleHQgbmFtZT0iVEFCX09VVExJTkUiIHZhbHVlPSJPdXRsaW5lIi8+DQoJCTx1aXRleHQgbmFtZT0iVEFCX1RIVU1CIiB2YWx1ZT0iVGh1bWIiLz4NCgkJPHVpdGV4dCBuYW1lPSJUQUJfTk9URVMiIHZhbHVlPSJOb3RlcyIvPg0KCQk8dWl0ZXh0IG5hbWU9IlRBQl9TRUFSQ0giIHZhbHVlPSJTZWFyY2giLz4NCgkJPHVpdGV4dCBuYW1lPSJTTElERV9IRUFESU5HIiB2YWx1ZT0iU2xpZGUgVGl0bGUiLz4NCgkJPHVpdGV4dCBuYW1lPSJEVVJBVElPTl9IRUFESU5HIiB2YWx1ZT0iRHVyYXRpb24iLz4NCgkJPHVpdGV4dCBuYW1lPSJTRUFSQ0hfSEVBRElORyIgdmFsdWU9IlNlYXJjaCBmb3IgdGV4dDoiLz4NCgkJPHVpdGV4dCBuYW1lPSJUSFVNQl9IRUFESU5HIiB2YWx1ZT0iU2xpZGUiLz4NCgkJPHVpdGV4dCBuYW1lPSJUSFVNQl9JTkZPIiB2YWx1ZT0iU2xpZGUgVGl0bGUvRHVyYXRpb24iLz4NCgkJPHVpdGV4dCBuYW1lPSJBVFRBQ0hOQU1FX0hFQURJTkciIHZhbHVlPSJGaWxlIE5hbWUiLz4NCgkJPHVpdGV4dCBuYW1lPSJBVFRBQ0hTSVpFX0hFQURJTkciIHZhbHVlPSJTaXplIi8+DQoJCTx1aXRleHQgbmFtZT0iU0xJREVfTk9URVMiIHZhbHVlPSJTbGlkZSBOb3RlcyIvPg0KCQk8IS0tcXVpeiBwb2QgYW5kIG1lc3NhZ2UgYm94IHRleHRzLS0+DQoJCTx1aXRleHQgbmFtZT0iUVVJWlBPRF9RVUlaX0FUVEVNUFQiIHZhbHVlPSJRdWl6IEF0dGVtcHQ6Ii8+DQoJCTx1aXRleHQgbmFtZT0iUVVJWlBPRF9RVUlaX0FUVEVNUFRfVkFMVUUiIHZhbHVlPSIlbiBvZiAldCIvPg0KCQk8dWl0ZXh0IG5hbWU9IlFVSVpQT0RfUVVJWl9TQ09SRSIgdmFsdWU9IlNjb3JlZDoiLz4NCgkJPHVpdGV4dCBuYW1lPSJRVUlaUE9EX1FVSVpfUEFTU1NDT1JFIiB2YWx1ZT0iUGFzc2luZyBTY29yZToiLz4NCgkJPHVpdGV4dCBuYW1lPSJRVUlaUE9EX1FVSVpfTUFYU0NPUkUiIHZhbHVlPSJNYXggU2NvcmU6Ii8+DQoJCTx1aXRleHQgbmFtZT0iUVVJWlBPRF9RVUVTQVRNUFRfU1RSIiB2YWx1ZT0iQXR0ZW1wdDogJW4gb2YgJXQiLz4NCgkJPHVpdGV4dCBuYW1lPSJRVUlaUE9EX1FVRVNUWVBFX1NUUiIgdmFsdWU9IlR5cGU6ICVzIi8+DQoJCTx1aXRleHQgbmFtZT0iUVVJWlBPRF9RVUVTVFlQRV9HUkQiIHZhbHVlPSJHcmFkZWQiLz4NCgkJPHVpdGV4dCBuYW1lPSJRVUlaUE9EX1FVRVNUWVBFX1NWWSIgdmFsdWU9IlN1cnZleSIvPg0KCQk8dWl0ZXh0IG5hbWU9IlFVSVpQT0RfUVVJWkFUTVBUX0lORiIgdmFsdWU9IkluZmluaXRlIi8+DQoJCTx1aXRleHQgbmFtZT0iUVVJWlBPRF9RVUVTQVRNUFRfSU5GIiB2YWx1ZT0iSW5maW5pdGUiLz4NCgkJPHVpdGV4dCBuYW1lPSJXQVJOSU5HTVNHX1lFU1NUUklORyIgdmFsdWU9IlllcyIvPg0KCQk8dWl0ZXh0IG5hbWU9IldBUk5JTkdNU0dfTk9TVFJJTkciIHZhbHVlPSJObyIvPg0KCQk8dWl0ZXh0IG5hbWU9IldBUk5JTkdNU0dfVElUTEVTVFJJTkciIHZhbHVlPSJRdWl6IE5hdmlnYXRpb24gV2FybmluZyIvPg0KCQk8dWl0ZXh0IG5hbWU9IldBUk5JTkdNU0dfTVNHU1RSSU5HIiB2YWx1ZT0iVGhlcmUgYXJlIHVuLWF0dGVtcHRlZCBxdWVzdGlvbnMgaW4gdGhpcyBRdWl6LiYjeEE7JiN4QTtDbGlja2luZyBZZXMgd2lsbCB0YWtlIHlvdSBvdXQgb2YgdGhlIFF1aXouIENsaWNrIE5vIHRvIGNvbnRpbnVlIHRoZSBRdWl6LiIvPg0KCQk8dWl0ZXh0IG5hbWU9IklORk9STUFUSU9OX0gyNjRfRkxBU0hQTEFZRVIiIHZhbHVlPSJUaGUgY3VycmVudCB2ZXJzaW9uIG9mIEZsYXNoIFBsYXllciBpbnN0YWxsZWQgb24geW91ciBtYWNoaW5lIGRvZXMgbm90IHN1cHBvcnQgdGhpcyB2aWRlby4gQ2xpY2sgb24gdGhlIHZpZGVvIGFyZWEgdG8gZG93bmxvYWQgdGhlIGxhdGVzdC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Nob3cgc2lkZWJhciB0byBwYXJ0aWNpcGFudHMiLz4NCgkJPHVpdGV4dCBuYW1lPSJNVVRFIiB2YWx1ZT0iTXV0ZSIvPg0KCQk8dWl0ZXh0IG5hbWU9IkRPQ1dSQVBfVElUTEUiIHZhbHVlPSJQcmVzZW50ZXIgRmlsZSBBdHRhY2htZW50Ii8+DQoJCTx1aXRleHQgbmFtZT0iRE9DV1JBUF9NU0ciIHZhbHVlPSJTYXZlIHRvIE15IENvbXB1dGVyIi8+DQoJCTx1aXRleHQgbmFtZT0iRE9DV1JBUF9QUk9NUFQiIHZhbHVlPSJDbGljayB0byBEb3dubG9hZCIvPg0KCTwvbGFuZ3VhZ2U+DQoJPGxhbmd1YWdlIGlkPSJkZ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Gb2xpZSAlbiIvPg0KCQk8IS0tIHN1YnN0aXR1dGlvbjogJW4gPT0gc2xpZGUgbnVtYmVyIC0tPg0KCQk8IS0tIHN1YnN0aXR1dGlvbjogJXQgPT0gdG90YWwgc2xpZGUgY291bnQgLS0+DQoJCTx1aXRleHQgbmFtZT0iU0NSVUJCQVJTVEFUVVNfU0xJREVJTkZPIiB2YWx1ZT0iRm9saWUgJW4gLyAldCB8ICIvPg0KCQk8dWl0ZXh0IG5hbWU9IlNDUlVCQkFSU1RBVFVTX1NUT1BQRUQiIHZhbHVlPSJCZWVuZGV0Ii8+DQoJCTx1aXRleHQgbmFtZT0iU0NSVUJCQVJTVEFUVVNfUExBWUlORyIgdmFsdWU9IldpZWRlcmdhYmUiLz4NCgkJPHVpdGV4dCBuYW1lPSJTQ1JVQkJBUlNUQVRVU19OT0FVRElPIiB2YWx1ZT0iS2VpbiBBdWRpbyIvPg0KCQk8dWl0ZXh0IG5hbWU9IlNDUlVCQkFSU1RBVFVTX1ZJRFBMQVlJTkciIHZhbHVlPSJWaWRlbyB3aXJkIGFiZ2VzcGllbHQiLz4NCgkJPHVpdGV4dCBuYW1lPSJTQ1JVQkJBUlNUQVRVU19MT0FESU5HIiB2YWx1ZT0iTGFkZW4iLz4NCgkJPHVpdGV4dCBuYW1lPSJTQ1JVQkJBUlNUQVRVU19CVUZGRVJJTkciIHZhbHVlPSJQdWZmZXJuIi8+DQoJCTx1aXRleHQgbmFtZT0iU0NSVUJCQVJTVEFUVVNfUVVFU1RJT04iIHZhbHVlPSJGcmFnZSBiZWFudHdvcnRlbiIvPg0KCQk8dWl0ZXh0IG5hbWU9IlNDUlVCQkFSU1RBVFVTX1JFVklFV1FVSVoiIHZhbHVlPSJOb2NobWFscyBkdXJjaHNlaGVuIi8+DQoJCTwhLS0gc3Vic3RpdHV0aW9uOiAlbSA9PSBtaW51dGVzIHJlbWFpbmluZyAtLT4NCgkJPCEtLSBzdWJzdGl0dXRpb246ICVzID09IHNlY29uZHMgcmVtYWluaW5nIC0tPg0KCQk8dWl0ZXh0IG5hbWU9IkVMQVBTRUQiIHZhbHVlPSJSZXN0ZGF1ZXI6ICVtIE1pbnV0ZW4gJXMgU2VrdW5kZW4iLz4NCgkJPHVpdGV4dCBuYW1lPSJOT1RGT1VORCIgdmFsdWU9Ik5pY2h0cyBnZWZ1bmRlbiIvPg0KCQk8dWl0ZXh0IG5hbWU9IkFUVEFDSE1FTlRTIiB2YWx1ZT0iQW5sYWdlbiIvPg0KCQk8IS0tIHN1YnN0aXR1dGlvbjogJXAgPT0gY3VycmVudCBzcGVha2VyJ3MgdGl0bGUgLS0+DQoJCTx1aXRleHQgbmFtZT0iQklPV0lOX1RJVExFIiB2YWx1ZT0iU3ByZWNoZXI6ICVwIi8+DQoJCTx1aXRleHQgbmFtZT0iQklPQlROX1RJVExFIiB2YWx1ZT0iU3ByZWNoZXIiLz4NCgkJPHVpdGV4dCBuYW1lPSJESVZJREVSQlROX1RJVExFIiB2YWx1ZT0ifCIvPg0KCQk8dWl0ZXh0IG5hbWU9IkNPTlRBQ1RCVE5fVElUTEUiIHZhbHVlPSJLb250YWt0Ii8+DQoJCTx1aXRleHQgbmFtZT0iVEFCX1FVSVoiIHZhbHVlPSJRdWl6Ii8+DQoJCTx1aXRleHQgbmFtZT0iVEFCX09VVExJTkUiIHZhbHVlPSJTdHJ1a3R1ciIvPg0KCQk8dWl0ZXh0IG5hbWU9IlRBQl9USFVNQiIgdmFsdWU9Ik1pbmlhdHVyIi8+DQoJCTx1aXRleHQgbmFtZT0iVEFCX05PVEVTIiB2YWx1ZT0iTm90aXplbiIvPg0KCQk8dWl0ZXh0IG5hbWU9IlRBQl9TRUFSQ0giIHZhbHVlPSJTdWNoZW4iLz4NCgkJPHVpdGV4dCBuYW1lPSJTTElERV9IRUFESU5HIiB2YWx1ZT0iRm9saWVudGl0ZWwiLz4NCgkJPHVpdGV4dCBuYW1lPSJEVVJBVElPTl9IRUFESU5HIiB2YWx1ZT0iRGF1ZXIiLz4NCgkJPHVpdGV4dCBuYW1lPSJTRUFSQ0hfSEVBRElORyIgdmFsdWU9IlRleHQgc3VjaGVuOiIvPg0KCQk8dWl0ZXh0IG5hbWU9IlRIVU1CX0hFQURJTkciIHZhbHVlPSJGb2xpZSIvPg0KCQk8dWl0ZXh0IG5hbWU9IlRIVU1CX0lORk8iIHZhbHVlPSJGb2xpZW50aXRlbC9EYXVlciIvPg0KCQk8dWl0ZXh0IG5hbWU9IkFUVEFDSE5BTUVfSEVBRElORyIgdmFsdWU9IkRhdGVpbmFtZSIvPg0KCQk8dWl0ZXh0IG5hbWU9IkFUVEFDSFNJWkVfSEVBRElORyIgdmFsdWU9Ikdyw7bDn2UiLz4NCgkJPHVpdGV4dCBuYW1lPSJTTElERV9OT1RFUyIgdmFsdWU9IkZvbGllbm5vdGl6ZW4iLz4NCgkJPCEtLXF1aXogcG9kIGFuZCBtZXNzYWdlIGJveCB0ZXh0cy0tPg0KCQk8dWl0ZXh0IG5hbWU9IlFVSVpQT0RfUVVJWl9BVFRFTVBUIiB2YWx1ZT0iUXVpenZlcnN1Y2g6Ii8+DQoJCTx1aXRleHQgbmFtZT0iUVVJWlBPRF9RVUlaX0FUVEVNUFRfVkFMVUUiIHZhbHVlPSIlbiB2b24gJXQiLz4NCgkJPHVpdGV4dCBuYW1lPSJRVUlaUE9EX1FVSVpfU0NPUkUiIHZhbHVlPSJFcnJlaWNodDoiLz4NCgkJPHVpdGV4dCBuYW1lPSJRVUlaUE9EX1FVSVpfUEFTU1NDT1JFIiB2YWx1ZT0iTWluZGVzdHB1bmt0emFobDoiLz4NCgkJPHVpdGV4dCBuYW1lPSJRVUlaUE9EX1FVSVpfTUFYU0NPUkUiIHZhbHVlPSJNYXhpbWFsZSBQdW5rdHphaGw6Ii8+DQoJCTx1aXRleHQgbmFtZT0iUVVJWlBPRF9RVUVTQVRNUFRfU1RSIiB2YWx1ZT0iVmVyc3VjaDogJW4gdm9uICV0Ii8+DQoJCTx1aXRleHQgbmFtZT0iUVVJWlBPRF9RVUVTVFlQRV9TVFIiIHZhbHVlPSJUeXA6ICVzIi8+DQoJCTx1aXRleHQgbmFtZT0iUVVJWlBPRF9RVUVTVFlQRV9HUkQiIHZhbHVlPSJCZXdlcnRldCIvPg0KCQk8dWl0ZXh0IG5hbWU9IlFVSVpQT0RfUVVFU1RZUEVfU1ZZIiB2YWx1ZT0iVW1mcmFnZSIvPg0KCQk8dWl0ZXh0IG5hbWU9IlFVSVpQT0RfUVVJWkFUTVBUX0lORiIgdmFsdWU9IlVuZW5kbGljaCIvPg0KCQk8dWl0ZXh0IG5hbWU9IlFVSVpQT0RfUVVFU0FUTVBUX0lORiIgdmFsdWU9IlVuZW5kbGljaCIvPg0KCQk8dWl0ZXh0IG5hbWU9IldBUk5JTkdNU0dfWUVTU1RSSU5HIiB2YWx1ZT0iSmEiLz4NCgkJPHVpdGV4dCBuYW1lPSJXQVJOSU5HTVNHX05PU1RSSU5HIiB2YWx1ZT0iTmVpbiIvPg0KCQk8dWl0ZXh0IG5hbWU9IldBUk5JTkdNU0dfVElUTEVTVFJJTkciIHZhbHVlPSJRdWl6bmF2aWdhdGlvbnN3YXJudW5nIi8+DQoJCTx1aXRleHQgbmFtZT0iV0FSTklOR01TR19NU0dTVFJJTkciIHZhbHVlPSJJbiBkaWVzZW0gUXVpeiBnaWJ0IGVzIHVuYmVhbnR3b3J0ZXRlIEZyYWdlbi4mI3hBOyYjeEE7V2VubiBTaWUgYXVmICZxdW90O0phJnF1b3Q7IGtsaWNrZW4sIHdpcmQgZGFzIFF1aXogYmVlbmRldC4gS2xpY2tlbiBTaWUgYXVmICZxdW90O05laW4mcXVvdDssIHVtIG1pdCBkZW0gUXVpeiBmb3J0enVmYWhyZW4uIi8+DQoJCTx1aXRleHQgbmFtZT0iSU5GT1JNQVRJT05fSDI2NF9GTEFTSFBMQVlFUiIgdmFsdWU9IkRhcyBWaWRlbyB3aXJkIHZvbiBkZXIgbW9tZW50YW4gYXVmIGRpZXNlbSBDb21wdXRlciBpbnN0YWxsaWVydGVuIFZlcnNpb24gdm9uIEZsYXNoIFBsYXllciBuaWNodCB1bnRlcnN0w7x0enQuIEtsaWNrZW4gU2llIGF1ZiBkZW4gVmlkZW9iZXJlaWNoLCB1bSBkaWUgYWt0dWVsbGUgVmVyc2lvbiB2b24gRmxhc2ggUGxheWVyIGhlcnVudGVyenVsYWRlbi4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RGVuIFRlaWxuZWhtZXJuIGRpZSBTZWl0ZW5sZWlzdGUgYW56ZWlnZW4iLz4NCgkJPHVpdGV4dCBuYW1lPSJNVVRFIiB2YWx1ZT0iVG9uIGF1cyIvPg0KCQk8dWl0ZXh0IG5hbWU9IkRPQ1dSQVBfVElUTEUiIHZhbHVlPSJQcmVzZW50ZXItQW5oYW5nIi8+DQoJCTx1aXRleHQgbmFtZT0iRE9DV1JBUF9NU0ciIHZhbHVlPSJBdWYgbWVpbmVtIEFyYmVpdHNwbGF0eiBzcGVpY2hlcm4iLz4NCgkJPHVpdGV4dCBuYW1lPSJET0NXUkFQX1BST01QVCIgdmFsdWU9Ilp1bSBIZXJ1bnRlcmxhZGVuIGtsaWNrZW4iLz4NCgk8L2xhbmd1YWdlPg0KCTxsYW5ndWFnZSBpZD0iZn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RGlhcG9zaXRpdmUgJW4iLz4NCgkJPCEtLSBzdWJzdGl0dXRpb246ICVuID09IHNsaWRlIG51bWJlciAtLT4NCgkJPCEtLSBzdWJzdGl0dXRpb246ICV0ID09IHRvdGFsIHNsaWRlIGNvdW50IC0tPg0KCQk8dWl0ZXh0IG5hbWU9IlNDUlVCQkFSU1RBVFVTX1NMSURFSU5GTyIgdmFsdWU9IkRpYXBvc2l0aXZlICVuIC8gJXQgfCAiLz4NCgkJPHVpdGV4dCBuYW1lPSJTQ1JVQkJBUlNUQVRVU19TVE9QUEVEIiB2YWx1ZT0iQXJyw6p0w6llIi8+DQoJCTx1aXRleHQgbmFtZT0iU0NSVUJCQVJTVEFUVVNfUExBWUlORyIgdmFsdWU9IkxlY3R1cmUiLz4NCgkJPHVpdGV4dCBuYW1lPSJTQ1JVQkJBUlNUQVRVU19OT0FVRElPIiB2YWx1ZT0iUGFzIGRlIHNvbiIvPg0KCQk8dWl0ZXh0IG5hbWU9IlNDUlVCQkFSU1RBVFVTX1ZJRFBMQVlJTkciIHZhbHVlPSJMZWN0dXJlIHZpZMOpbyBlbiBjb3VycyIvPg0KCQk8dWl0ZXh0IG5hbWU9IlNDUlVCQkFSU1RBVFVTX0xPQURJTkciIHZhbHVlPSJDaGFyZ2VtZW50IGVuIGNvdXJzIi8+DQoJCTx1aXRleHQgbmFtZT0iU0NSVUJCQVJTVEFUVVNfQlVGRkVSSU5HIiB2YWx1ZT0iTWlzZSBlbiBtw6ltb2lyZSIvPg0KCQk8dWl0ZXh0IG5hbWU9IlNDUlVCQkFSU1RBVFVTX1FVRVNUSU9OIiB2YWx1ZT0iUsOpcG9uZHJlIMOgIGxhIHF1ZXN0aW9uIi8+DQoJCTx1aXRleHQgbmFtZT0iU0NSVUJCQVJTVEFUVVNfUkVWSUVXUVVJWiIgdmFsdWU9IlLDqXZpc2lvbiBkdSBxdWVzdGlvbm5haXJlIi8+DQoJCTwhLS0gc3Vic3RpdHV0aW9uOiAlbSA9PSBtaW51dGVzIHJlbWFpbmluZyAtLT4NCgkJPCEtLSBzdWJzdGl0dXRpb246ICVzID09IHNlY29uZHMgcmVtYWluaW5nIC0tPg0KCQk8dWl0ZXh0IG5hbWU9IkVMQVBTRUQiIHZhbHVlPSIlbSBtaW51dGVzICVzIHNlY29uZGVzIHJlc3RhbnRlcyIvPg0KCQk8dWl0ZXh0IG5hbWU9Ik5PVEZPVU5EIiB2YWx1ZT0iUmllbiB0cm91dsOpIi8+DQoJCTx1aXRleHQgbmFtZT0iQVRUQUNITUVOVFMiIHZhbHVlPSJQacOoY2VzIGpvaW50ZXMiLz4NCgkJPCEtLSBzdWJzdGl0dXRpb246ICVwID09IGN1cnJlbnQgc3BlYWtlcidzIHRpdGxlIC0tPg0KCQk8dWl0ZXh0IG5hbWU9IkJJT1dJTl9USVRMRSIgdmFsdWU9IkJpbyA6ICVwIi8+DQoJCTx1aXRleHQgbmFtZT0iQklPQlROX1RJVExFIiB2YWx1ZT0iQmlvIDoiLz4NCgkJPHVpdGV4dCBuYW1lPSJESVZJREVSQlROX1RJVExFIiB2YWx1ZT0ifCIvPg0KCQk8dWl0ZXh0IG5hbWU9IkNPTlRBQ1RCVE5fVElUTEUiIHZhbHVlPSJDb250YWN0Ii8+DQoJCTx1aXRleHQgbmFtZT0iVEFCX1FVSVoiIHZhbHVlPSJRdWl6Ii8+DQoJCTx1aXRleHQgbmFtZT0iVEFCX09VVExJTkUiIHZhbHVlPSJQbGFuIi8+DQoJCTx1aXRleHQgbmFtZT0iVEFCX1RIVU1CIiB2YWx1ZT0iRGlhcG9zIi8+DQoJCTx1aXRleHQgbmFtZT0iVEFCX05PVEVTIiB2YWx1ZT0iTm90ZXMiLz4NCgkJPHVpdGV4dCBuYW1lPSJUQUJfU0VBUkNIIiB2YWx1ZT0iUmVjaGVyY2hlIi8+DQoJCTx1aXRleHQgbmFtZT0iU0xJREVfSEVBRElORyIgdmFsdWU9IlRpdHJlIGRlIGxhIGRpYXBvc2l0aXZlIi8+DQoJCTx1aXRleHQgbmFtZT0iRFVSQVRJT05fSEVBRElORyIgdmFsdWU9IkR1csOpZSIvPg0KCQk8dWl0ZXh0IG5hbWU9IlNFQVJDSF9IRUFESU5HIiB2YWx1ZT0iUmVjaGVyY2hlIGRlIHRleHRlIDoiLz4NCgkJPHVpdGV4dCBuYW1lPSJUSFVNQl9IRUFESU5HIiB2YWx1ZT0iRGlhcG9zaXRpdmUiLz4NCgkJPHVpdGV4dCBuYW1lPSJUSFVNQl9JTkZPIiB2YWx1ZT0iVGl0cmUvZHVyw6llIi8+DQoJCTx1aXRleHQgbmFtZT0iQVRUQUNITkFNRV9IRUFESU5HIiB2YWx1ZT0iTm9tIGRlIGZpY2hpZXIiLz4NCgkJPHVpdGV4dCBuYW1lPSJBVFRBQ0hTSVpFX0hFQURJTkciIHZhbHVlPSJUYWlsbGUiLz4NCgkJPHVpdGV4dCBuYW1lPSJTTElERV9OT1RFUyIgdmFsdWU9IkNvbW1lbnRhaXJlcyBkZXMgZGlhcG9zaXRpdmVzIi8+DQoJCTwhLS1xdWl6IHBvZCBhbmQgbWVzc2FnZSBib3ggdGV4dHMtLT4NCgkJPHVpdGV4dCBuYW1lPSJRVUlaUE9EX1FVSVpfQVRURU1QVCIgdmFsdWU9IlRlbnRhdGl2ZSBkZSBxdWVzdGlvbm5haXJlIDoiLz4NCgkJPHVpdGV4dCBuYW1lPSJRVUlaUE9EX1FVSVpfQVRURU1QVF9WQUxVRSIgdmFsdWU9IiVuIHN1ciAldCIvPg0KCQk8dWl0ZXh0IG5hbWU9IlFVSVpQT0RfUVVJWl9TQ09SRSIgdmFsdWU9Ik5vdGUgb2J0ZW51ZSA6Ii8+DQoJCTx1aXRleHQgbmFtZT0iUVVJWlBPRF9RVUlaX1BBU1NTQ09SRSIgdmFsdWU9Ik5vdGUgZCdhZG1pc3NpYmlsaXTDqcKgOiIvPg0KCQk8dWl0ZXh0IG5hbWU9IlFVSVpQT0RfUVVJWl9NQVhTQ09SRSIgdmFsdWU9Ik5vdGUgbWF4aW1hbGUgOiIvPg0KCQk8dWl0ZXh0IG5hbWU9IlFVSVpQT0RfUVVFU0FUTVBUX1NUUiIgdmFsdWU9IlRlbnRhdGl2ZSA6ICVuIHN1ciAldCIvPg0KCQk8dWl0ZXh0IG5hbWU9IlFVSVpQT0RfUVVFU1RZUEVfU1RSIiB2YWx1ZT0iVHlwZTogJXMiLz4NCgkJPHVpdGV4dCBuYW1lPSJRVUlaUE9EX1FVRVNUWVBFX0dSRCIgdmFsdWU9Ik5vdMOpIi8+DQoJCTx1aXRleHQgbmFtZT0iUVVJWlBPRF9RVUVTVFlQRV9TVlkiIHZhbHVlPSJFbnF1w6p0ZSIvPg0KCQk8dWl0ZXh0IG5hbWU9IlFVSVpQT0RfUVVJWkFUTVBUX0lORiIgdmFsdWU9IklsbGltaXTDqSIvPg0KCQk8dWl0ZXh0IG5hbWU9IlFVSVpQT0RfUVVFU0FUTVBUX0lORiIgdmFsdWU9IklsbGltaXTDqSIvPg0KCQk8dWl0ZXh0IG5hbWU9IldBUk5JTkdNU0dfWUVTU1RSSU5HIiB2YWx1ZT0iT3VpIi8+DQoJCTx1aXRleHQgbmFtZT0iV0FSTklOR01TR19OT1NUUklORyIgdmFsdWU9Ik5vbiIvPg0KCQk8dWl0ZXh0IG5hbWU9IldBUk5JTkdNU0dfVElUTEVTVFJJTkciIHZhbHVlPSJBdmVydGlzc2VtZW50IGRlIG5hdmlnYXRpb24gZHUgcXVlc3Rpb25uYWlyZSIvPg0KCQk8dWl0ZXh0IG5hbWU9IldBUk5JTkdNU0dfTVNHU1RSSU5HIiB2YWx1ZT0iVm91cyBuJ2F2ZXogcGFzIHLDqXBvbmR1IMOgIGNlcnRhaW5lcyBxdWVzdGlvbnMgZGUgY2UgcXVlc3Rpb25uYWlyZS4mI3hBOyYjeEE7U2kgdm91cyBjbGlxdWV6IHN1ciBPdWksIHZvdXMgcXVpdHRlcmV6IGxlIHF1ZXN0aW9ubmFpcmUuIENsaXF1ZXogc3VyIE5vbiBwb3VyIGNvbnRpbnVlciBsZSBxdWVzdGlvbm5haXJlLiIvPg0KCQk8dWl0ZXh0IG5hbWU9IklORk9STUFUSU9OX0gyNjRfRkxBU0hQTEFZRVIiIHZhbHVlPSJMYSB2ZXJzaW9uIGRlIEZsYXNoIFBsYXllciBhY3R1ZWxsZW1lbnQgaW5zdGFsbMOpZSBzdXIgdm90cmUgbWFjaGluZSBuZSBwcmVuZCBwYXMgZW4gY2hhcmdlIGNlIHR5cGUgZGUgdmlkw6lvLiBDbGlxdWV6IHN1ciBsYSB6b25lIHZpZMOpbyBwb3VyIHTDqWzDqWNoYXJnZXIgbGEgZGVybmnDqHJlIHZlcnNpb24gZGU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250cmVyIGwnZW5jYWRyw6kgYXV4IHBhcnRpY2lwYW50cyIvPg0KCQk8dWl0ZXh0IG5hbWU9Ik1VVEUiIHZhbHVlPSJNdWV0Ii8+DQoJCTx1aXRleHQgbmFtZT0iRE9DV1JBUF9USVRMRSIgdmFsdWU9IlBpw6hjZSBqb2ludGUgUHJlc2VudGVyIi8+DQoJCTx1aXRleHQgbmFtZT0iRE9DV1JBUF9NU0ciIHZhbHVlPSJFbnJlZ2lzdHJlciBzdXIgbW9uIG9yZGluYXRldXIiLz4NCgkJPHVpdGV4dCBuYW1lPSJET0NXUkFQX1BST01QVCIgdmFsdWU9IkNsaXF1ZXIgcG91ciB0w6lsw6ljaGFyZ2VyIi8+DQoJPC9sYW5ndWFnZT4NCgk8bGFuZ3VhZ2UgaWQ9ImphIj4NCgkJPCEtLSBmb3JtYXQgZm9yIHVpZm9udCB2YWx1ZSBpcyAiZm9udCxzaXplLGlzYm9sZCxpc2l0YWxpYyxpc3NoYWRvd2VkIiAtLT4NCgkJPHVpZm9udCBuYW1lPSJGT05UX1FVSVpaSU5HIiB2YWx1ZT0iVmVyZGFuYSw5LGZhbHNlLGZhbHNlLGZhbHNlIi8+DQoJCTx1aWZvbnQgbmFtZT0iRk9OVF9TQ1JVQlNUQVRVUyIgdmFsdWU9IlZlcmRhbmEsMTEsZmFsc2UsZmFsc2UsdHJ1ZSIvPg0KCQk8dWlmb250IG5hbWU9IkZPTlRfU0NSVUJUSU1FIiB2YWx1ZT0iVmVyZGFuYSw5LGZhbHNlLGZhbHNlLHRydWUiLz4NCgkJPHVpZm9udCBuYW1lPSJGT05UX0VMQVBTRURUSU1FIiB2YWx1ZT0iVmVyZGFuYSwxMSx0cnVlLGZhbHNlLGZhbHNlIi8+DQoJCTx1aWZvbnQgbmFtZT0iRk9OVF9VVElMU01FTlUiIHZhbHVlPSJWZXJkYW5hLDksdHJ1ZSxmYWxzZSxmYWxzZSIvPg0KCQk8dWlmb250IG5hbWU9IkZPTlRfVEFCUyIgdmFsdWU9IlZlcmRhbmEsMTAsZmFsc2UsZmFsc2UsZmFsc2UiLz4NCgkJPHVpZm9udCBuYW1lPSJGT05UX1BSRVNFTlRBVElPTk5BTUUiIHZhbHVlPSJWZXJkYW5hLDE1LGZhbHNlLGZhbHNlLHRydWUiLz4NCgkJPHVpZm9udCBuYW1lPSJGT05UX1BSRVNFTlRFUk5BTUUiIHZhbHVlPSJWZXJkYW5hLDE1LHRydWUsZmFsc2UsdHJ1ZSIvPg0KCQk8dWlmb250IG5hbWU9IkZPTlRfUFJFU0VOVEVSVElUTEUiIHZhbHVlPSJWZXJkYW5hLDEx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xMSxmYWxzZSxmYWxzZSx0cnVlIi8+DQoJCTx1aWZvbnQgbmFtZT0iRk9OVF9CSU9XSU4iIHZhbHVlPSJWZXJkYW5hLDExLGZhbHNlLGZhbHNlLGZhbHNlIi8+DQoJCTx1aWZvbnQgbmFtZT0iRk9OVF9MSVNUSEVBRElORyIgdmFsdWU9IlZlcmRhbmEsMTEsZmFsc2UsZmFsc2UsZmFsc2UiLz4NCgkJPHVpZm9udCBuYW1lPSJGT05UX1dJTlRJVExFIiB2YWx1ZT0iVmVyZGFuYSwxM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jgrnjg6njgqTjg4kgOiAlbiIvPg0KCQk8IS0tIHN1YnN0aXR1dGlvbjogJW4gPT0gc2xpZGUgbnVtYmVyIC0tPg0KCQk8IS0tIHN1YnN0aXR1dGlvbjogJXQgPT0gdG90YWwgc2xpZGUgY291bnQgLS0+DQoJCTx1aXRleHQgbmFtZT0iU0NSVUJCQVJTVEFUVVNfU0xJREVJTkZPIiB2YWx1ZT0i44K544Op44Kk44OJIDogJW4gLyAldCB8ICIvPg0KCQk8dWl0ZXh0IG5hbWU9IlNDUlVCQkFSU1RBVFVTX1NUT1BQRUQiIHZhbHVlPSLlgZzmraIiLz4NCgkJPHVpdGV4dCBuYW1lPSJTQ1JVQkJBUlNUQVRVU19QTEFZSU5HIiB2YWx1ZT0i5YaN55Sf5LitIi8+DQoJCTx1aXRleHQgbmFtZT0iU0NSVUJCQVJTVEFUVVNfTk9BVURJTyIgdmFsdWU9Iumfs+WjsOOBquOBlyIvPg0KCQk8dWl0ZXh0IG5hbWU9IlNDUlVCQkFSU1RBVFVTX1ZJRFBMQVlJTkciIHZhbHVlPSLjg5Pjg4fjgqrlho3nlJ/kuK0iLz4NCgkJPHVpdGV4dCBuYW1lPSJTQ1JVQkJBUlNUQVRVU19MT0FESU5HIiB2YWx1ZT0i44Ot44O844OJ5LitIi8+DQoJCTx1aXRleHQgbmFtZT0iU0NSVUJCQVJTVEFUVVNfQlVGRkVSSU5HIiB2YWx1ZT0i44OQ44OD44OV44Kh5LitIi8+DQoJCTx1aXRleHQgbmFtZT0iU0NSVUJCQVJTVEFUVVNfUVVFU1RJT04iIHZhbHVlPSLos6rllY/jgavnrZTjgYjjgabkuIvjgZXjgYQiLz4NCgkJPHVpdGV4dCBuYW1lPSJTQ1JVQkJBUlNUQVRVU19SRVZJRVdRVUlaIiB2YWx1ZT0i44Kv44Kk44K644KS44Os44OT44Ol44O844GX44Gm44GE44G+44GZIi8+DQoJCTwhLS0gc3Vic3RpdHV0aW9uOiAlbSA9PSBtaW51dGVzIHJlbWFpbmluZyAtLT4NCgkJPCEtLSBzdWJzdGl0dXRpb246ICVzID09IHNlY29uZHMgcmVtYWluaW5nIC0tPg0KCQk8dWl0ZXh0IG5hbWU9IkVMQVBTRUQiIHZhbHVlPSLmrovjgoogOiAlbSDliIYgJXMg56eSIi8+DQoJCTx1aXRleHQgbmFtZT0iTk9URk9VTkQiIHZhbHVlPSLkvZXjgoLopovjgaTjgYvjgorjgb7jgZvjgpMiLz4NCgkJPHVpdGV4dCBuYW1lPSJBVFRBQ0hNRU5UUyIgdmFsdWU9Iua3u+S7mCIvPg0KCQk8IS0tIHN1YnN0aXR1dGlvbjogJXAgPT0gY3VycmVudCBzcGVha2VyJ3MgdGl0bGUgLS0+DQoJCTx1aXRleHQgbmFtZT0iQklPV0lOX1RJVExFIiB2YWx1ZT0i57WM5q20IDogJXAiLz4NCgkJPHVpdGV4dCBuYW1lPSJCSU9CVE5fVElUTEUiIHZhbHVlPSLntYzmrbQiLz4NCgkJPHVpdGV4dCBuYW1lPSJESVZJREVSQlROX1RJVExFIiB2YWx1ZT0ifCIvPg0KCQk8dWl0ZXh0IG5hbWU9IkNPTlRBQ1RCVE5fVElUTEUiIHZhbHVlPSLjgYrllY/jgYTlkIjjgo/jgZsiLz4NCgkJPHVpdGV4dCBuYW1lPSJUQUJfUVVJWiIgdmFsdWU9IuOCr+OCpOOCuiIvPg0KCQk8dWl0ZXh0IG5hbWU9IlRBQl9PVVRMSU5FIiB2YWx1ZT0i44Ki44Km44OI44Op44Kk44OzIi8+DQoJCTx1aXRleHQgbmFtZT0iVEFCX1RIVU1CIiB2YWx1ZT0i44K144Og44ON44O844OrIi8+DQoJCTx1aXRleHQgbmFtZT0iVEFCX05PVEVTIiB2YWx1ZT0i44OO44O844OIIi8+DQoJCTx1aXRleHQgbmFtZT0iVEFCX1NFQVJDSCIgdmFsdWU9IuaknOe0oiIvPg0KCQk8dWl0ZXh0IG5hbWU9IlNMSURFX0hFQURJTkciIHZhbHVlPSLjgrnjg6njgqTjg4njgr/jgqTjg4jjg6siLz4NCgkJPHVpdGV4dCBuYW1lPSJEVVJBVElPTl9IRUFESU5HIiB2YWx1ZT0i6ZW344GVIi8+DQoJCTx1aXRleHQgbmFtZT0iU0VBUkNIX0hFQURJTkciIHZhbHVlPSLmpJzntKLjgZnjgovjg4bjgq3jgrnjg4ggOiAiLz4NCgkJPHVpdGV4dCBuYW1lPSJUSFVNQl9IRUFESU5HIiB2YWx1ZT0i44K544Op44Kk44OJIi8+DQoJCTx1aXRleHQgbmFtZT0iVEhVTUJfSU5GTyIgdmFsdWU9IuOCueODqeOCpOODieOCv+OCpOODiOODqyAvIOmVt+OBlSIvPg0KCQk8dWl0ZXh0IG5hbWU9IkFUVEFDSE5BTUVfSEVBRElORyIgdmFsdWU9IuODleOCoeOCpOODq+WQjSIvPg0KCQk8dWl0ZXh0IG5hbWU9IkFUVEFDSFNJWkVfSEVBRElORyIgdmFsdWU9IuOCteOCpOOCuiIvPg0KCQk8dWl0ZXh0IG5hbWU9IlNMSURFX05PVEVTIiB2YWx1ZT0i44K544Op44Kk44OJ44OO44O844OIIi8+DQoJCTwhLS1xdWl6IHBvZCBhbmQgbWVzc2FnZSBib3ggdGV4dHMtLT4NCgkJPHVpdGV4dCBuYW1lPSJRVUlaUE9EX1FVSVpfQVRURU1QVCIgdmFsdWU9IuOCr+OCpOOCuuippuihjOWbnuaVsCA6ICIvPg0KCQk8dWl0ZXh0IG5hbWU9IlFVSVpQT0RfUVVJWl9BVFRFTVBUX1ZBTFVFIiB2YWx1ZT0iJW4gLyAldCIvPg0KCQk8dWl0ZXh0IG5hbWU9IlFVSVpQT0RfUVVJWl9TQ09SRSIgdmFsdWU9IuOCueOCs+OCoiA6ICIvPg0KCQk8dWl0ZXh0IG5hbWU9IlFVSVpQT0RfUVVJWl9QQVNTU0NPUkUiIHZhbHVlPSLlkIjmoLzngrkgOiIvPg0KCQk8dWl0ZXh0IG5hbWU9IlFVSVpQT0RfUVVJWl9NQVhTQ09SRSIgdmFsdWU9IuacgOmrmOW+l+eCuSA6ICIvPg0KCQk8dWl0ZXh0IG5hbWU9IlFVSVpQT0RfUVVFU0FUTVBUX1NUUiIgdmFsdWU9IuippuihjOWbnuaVsCA6ICVuIC8gJXQiLz4NCgkJPHVpdGV4dCBuYW1lPSJRVUlaUE9EX1FVRVNUWVBFX1NUUiIgdmFsdWU9IuOCv+OCpOODlyA6ICVzIi8+DQoJCTx1aXRleHQgbmFtZT0iUVVJWlBPRF9RVUVTVFlQRV9HUkQiIHZhbHVlPSLoqZXkvqEiLz4NCgkJPHVpdGV4dCBuYW1lPSJRVUlaUE9EX1FVRVNUWVBFX1NWWSIgdmFsdWU9IuOCouODs+OCseODvOODiCIvPg0KCQk8dWl0ZXh0IG5hbWU9IlFVSVpQT0RfUVVJWkFUTVBUX0lORiIgdmFsdWU9IueEoeWItumZkCIvPg0KCQk8dWl0ZXh0IG5hbWU9IlFVSVpQT0RfUVVFU0FUTVBUX0lORiIgdmFsdWU9IueEoeWItumZkCIvPg0KCQk8dWl0ZXh0IG5hbWU9IldBUk5JTkdNU0dfWUVTU1RSSU5HIiB2YWx1ZT0i44Gv44GEIi8+DQoJCTx1aXRleHQgbmFtZT0iV0FSTklOR01TR19OT1NUUklORyIgdmFsdWU9IuOBhOOBhOOBiCIvPg0KCQk8dWl0ZXh0IG5hbWU9IldBUk5JTkdNU0dfVElUTEVTVFJJTkciIHZhbHVlPSLjgq/jgqTjgrrjga7jg4rjg5PjgrLjg7zjgrfjg6fjg7PjgavplqLjgZnjgovorablkYoiLz4NCgkJPHVpdGV4dCBuYW1lPSJXQVJOSU5HTVNHX01TR1NUUklORyIgdmFsdWU9IuOBk+OBruOCr+OCpOOCuuOBq+OBr+OAgeOBvuOBoOino+etlOOBl+OBpuOBhOOBquOBhOizquWVj+OBjOOBguOCiuOBvuOBmeOAgiYjeEE7JiN4QTsg44Kv44Kk44K644KS57WC5LqG44GZ44KL44Gr44Gv44CB44CM44Gv44GE44CN44KS44Kv44Oq44OD44Kv44GX44G+44GZ44CC44Kv44Kk44K644KS57aa6KGM44GZ44KL44Gr44Gv44CB44CM44GE44GE44GI44CN44KS44Kv44Oq44OD44Kv44GX44G+44GZ44CCIi8+DQoJCTx1aXRleHQgbmFtZT0iSU5GT1JNQVRJT05fSDI2NF9GTEFTSFBMQVlFUiIgdmFsdWU9IuOBiuS9v+OBhOOBruOCs+ODs+ODlOODpeODvOOCv+OBq+ePvuWcqOOCpOODs+OCueODiOODvOODq+OBleOCjOOBpuOBhOOCiyBGbGFzaCBQbGF5ZXIg44Gu44OQ44O844K444On44Oz44Gv44CB44GT44Gu44OT44OH44Kq44KS44K144Od44O844OI44GX44Gm44GE44G+44Gb44KT44CC5pyA5paw44GuIEZsYXNoIFBsYXllciDjgpLjg4Djgqbjg7Pjg63jg7zjg4njgZnjgovjgavjga/jgIHjg5Pjg4fjgqrpoJjln5/jgpLjgq/jg6rjg4Pjgq/jgZfjgabjgY/jgaDjgZXjgYTjgIIiLz4NCgkJPCEtLSBzdWJzdGl0dXRpb246ICVwID09IHByZXNlbnRhdGlvbiB0aXRsZSAtLT4NCgkJPCEtLSBzdWJzdGl0dXRpb246ICVzID09IHNsaWRlIHRpdGxlIC0tPg0KCQk8IS0tIHN1YnN0aXR1dGlvbjogJW4gPT0gc2xpZGUgbnVtYmVyIC0tPg0KCQk8dWl0ZXh0IG5hbWU9IkJPT0tNQVJLIiB2YWx1ZT0iQWRvYmUgUHJlc2VudGVyIC0gJXAiLz4NCgkJPCEtLSBzdWJzdGl0dXRpb246ICVwID09IHByZXNlbnRhdGlvbiB0aXRsZSAtLT4NCgkJPCEtLSBzdWJzdGl0dXRpb246ICVzID09IHNsaWRlIHRpdGxlIC0tPg0KCQk8IS0tIHN1YnN0aXR1dGlvbjogJW4gPT0gc2xpZGUgbnVtYmVyIC0tPg0KCQk8dWl0ZXh0IG5hbWU9IkJPT0tNQVJLU0xJREUiIHZhbHVlPSJBZG9iZSBQcmVzZW50ZXIgLSAlcCAlcyIvPg0KCQk8dWl0ZXh0IG5hbWU9IlNIT1dTSURFQkFSIiB2YWx1ZT0i44K144Kk44OJ44OQ44O844KS5Y+C5Yqg6ICF44Gr6KaL44Gb44KLIi8+DQoJCTx1aXRleHQgbmFtZT0iTVVURSIgdmFsdWU9IuODn+ODpeODvOODiCIvPg0KCQk8dWl0ZXh0IG5hbWU9IkRPQ1dSQVBfVElUTEUiIHZhbHVlPSJQcmVzZW50ZXIg5re75LuY44OV44Kh44Kk44OrIi8+DQoJCTx1aXRleHQgbmFtZT0iRE9DV1JBUF9NU0ciIHZhbHVlPSLjg57jgqTjgrPjg7Pjg5Tjg6Xjg7zjgr/jgavkv53lrZgiLz4NCgkJPHVpdGV4dCBuYW1lPSJET0NXUkFQX1BST01QVCIgdmFsdWU9IuOCr+ODquODg+OCr+OBl+OBpuODgOOCpuODs+ODreODvOODiSIvPg0KCTwvbGFuZ3VhZ2U+DQoJPGxhbmd1YWdlIGlkPSJrbyI+DQoJCTwhLS0gZm9ybWF0IGZvciB1aWZvbnQgdmFsdWUgaXMgImZvbnQsc2l6ZSxpc2JvbGQsaXNpdGFsaWMsaXNzaGFkb3dlZCIgLS0+DQoJCTx1aWZvbnQgbmFtZT0iRk9OVF9RVUlaWklORyIgdmFsdWU9IlZlcmRhbmEsOSxmYWxzZSxmYWxzZSxmYWxzZSIvPg0KCQk8dWlmb250IG5hbWU9IkZPTlRfU0NSVUJTVEFUVVMiIHZhbHVlPSJWZXJkYW5hLDExLGZhbHNlLGZhbHNlLHRydWUiLz4NCgkJPHVpZm9udCBuYW1lPSJGT05UX1NDUlVCVElNRSIgdmFsdWU9IlZlcmRhbmEsOSxmYWxzZSxmYWxzZSx0cnVlIi8+DQoJCTx1aWZvbnQgbmFtZT0iRk9OVF9FTEFQU0VEVElNRSIgdmFsdWU9IlZlcmRhbmEsMTEsdHJ1ZSxmYWxzZSxmYWxzZSIvPg0KCQk8dWlmb250IG5hbWU9IkZPTlRfVVRJTFNNRU5VIiB2YWx1ZT0iVmVyZGFuYSw5LHRydWUsZmFsc2UsZmFsc2UiLz4NCgkJPHVpZm9udCBuYW1lPSJGT05UX1RBQlMiIHZhbHVlPSJWZXJkYW5hLDExLGZhbHNlLGZhbHNlLGZhbHNlIi8+DQoJCTx1aWZvbnQgbmFtZT0iRk9OVF9QUkVTRU5UQVRJT05OQU1FIiB2YWx1ZT0iVmVyZGFuYSwxNSxmYWxzZSxmYWxzZSx0cnVlIi8+DQoJCTx1aWZvbnQgbmFtZT0iRk9OVF9QUkVTRU5URVJOQU1FIiB2YWx1ZT0iVmVyZGFuYSwxNSx0cnVlLGZhbHNlLHRydWUiLz4NCgkJPHVpZm9udCBuYW1lPSJGT05UX1BSRVNFTlRFUlRJVExFIiB2YWx1ZT0iVmVyZGFuYSwxMSxmYWxzZSxmYWxzZSx0cnVlIi8+DQoJCTx1aWZvbnQgbmFtZT0iRk9OVF9CSU9CVE4iIHZhbHVlPSJWZXJkYW5hLDEx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MTEsZmFsc2UsZmFsc2UsdHJ1ZSIvPg0KCQk8dWlmb250IG5hbWU9IkZPTlRfQklPV0lOIiB2YWx1ZT0iVmVyZGFuYSwxMSxmYWxzZSxmYWxzZSxmYWxzZSIvPg0KCQk8dWlmb250IG5hbWU9IkZPTlRfTElTVEhFQURJTkciIHZhbHVlPSJWZXJkYW5hLDExLGZhbHNlLGZhbHNlLGZhbHNlIi8+DQoJCTx1aWZvbnQgbmFtZT0iRk9OVF9XSU5USVRMRSIgdmFsdWU9IlZlcmRhbmEsMTE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7Iqs65287J2065OcICVuIi8+DQoJCTwhLS0gc3Vic3RpdHV0aW9uOiAlbiA9PSBzbGlkZSBudW1iZXIgLS0+DQoJCTwhLS0gc3Vic3RpdHV0aW9uOiAldCA9PSB0b3RhbCBzbGlkZSBjb3VudCAtLT4NCgkJPHVpdGV4dCBuYW1lPSJTQ1JVQkJBUlNUQVRVU19TTElERUlORk8iIHZhbHVlPSLsiqzrnbzsnbTrk5wgJW4gLyAldCB8ICIvPg0KCQk8dWl0ZXh0IG5hbWU9IlNDUlVCQkFSU1RBVFVTX1NUT1BQRUQiIHZhbHVlPSLspJHsp4DrkKgiLz4NCgkJPHVpdGV4dCBuYW1lPSJTQ1JVQkJBUlNUQVRVU19QTEFZSU5HIiB2YWx1ZT0i7J6s7IOdIi8+DQoJCTx1aXRleHQgbmFtZT0iU0NSVUJCQVJTVEFUVVNfTk9BVURJTyIgdmFsdWU9IuyYpOuUlOyYpCDsl4bsnYwiLz4NCgkJPHVpdGV4dCBuYW1lPSJTQ1JVQkJBUlNUQVRVU19WSURQTEFZSU5HIiB2YWx1ZT0i67mE65SU7JikIOyerOyDnSDspJEiLz4NCgkJPHVpdGV4dCBuYW1lPSJTQ1JVQkJBUlNUQVRVU19MT0FESU5HIiB2YWx1ZT0i66Gc65SpIi8+DQoJCTx1aXRleHQgbmFtZT0iU0NSVUJCQVJTVEFUVVNfQlVGRkVSSU5HIiB2YWx1ZT0i67KE7Y2866eBIi8+DQoJCTx1aXRleHQgbmFtZT0iU0NSVUJCQVJTVEFUVVNfUVVFU1RJT04iIHZhbHVlPSLsp4jrrLjsl5Ag64u17ZWY6riwIi8+DQoJCTx1aXRleHQgbmFtZT0iU0NSVUJCQVJTVEFUVVNfUkVWSUVXUVVJWiIgdmFsdWU9IuyniOusuCDri6Tsi5zrs7TquLAiLz4NCgkJPCEtLSBzdWJzdGl0dXRpb246ICVtID09IG1pbnV0ZXMgcmVtYWluaW5nIC0tPg0KCQk8IS0tIHN1YnN0aXR1dGlvbjogJXMgPT0gc2Vjb25kcyByZW1haW5pbmcgLS0+DQoJCTx1aXRleHQgbmFtZT0iRUxBUFNFRCIgdmFsdWU9IiVt67aEICVz7LSIIOuCqOydjCIvPg0KCQk8dWl0ZXh0IG5hbWU9Ik5PVEZPVU5EIiB2YWx1ZT0i7JeG7J2MIi8+DQoJCTx1aXRleHQgbmFtZT0iQVRUQUNITUVOVFMiIHZhbHVlPSLssqjrtoAg7YyM7J28Ii8+DQoJCTwhLS0gc3Vic3RpdHV0aW9uOiAlcCA9PSBjdXJyZW50IHNwZWFrZXIncyB0aXRsZSAtLT4NCgkJPHVpdGV4dCBuYW1lPSJCSU9XSU5fVElUTEUiIHZhbHVlPSLqsr3roKUg7IaM6rCcOiAlcCIvPg0KCQk8dWl0ZXh0IG5hbWU9IkJJT0JUTl9USVRMRSIgdmFsdWU9IuqyveugpSDshozqsJwiLz4NCgkJPHVpdGV4dCBuYW1lPSJESVZJREVSQlROX1RJVExFIiB2YWx1ZT0ifCIvPg0KCQk8dWl0ZXh0IG5hbWU9IkNPTlRBQ1RCVE5fVElUTEUiIHZhbHVlPSLsl7Drnb3sspgiLz4NCgkJPHVpdGV4dCBuYW1lPSJUQUJfUVVJWiIgdmFsdWU9Iu2AtOymiCIvPg0KCQk8dWl0ZXh0IG5hbWU9IlRBQl9PVVRMSU5FIiB2YWx1ZT0i6rCc7JqUIi8+DQoJCTx1aXRleHQgbmFtZT0iVEFCX1RIVU1CIiB2YWx1ZT0i7LaV7IaM7YyQIi8+DQoJCTx1aXRleHQgbmFtZT0iVEFCX05PVEVTIiB2YWx1ZT0i64W47Yq4Ii8+DQoJCTx1aXRleHQgbmFtZT0iVEFCX1NFQVJDSCIgdmFsdWU9IuqygOyDiSIvPg0KCQk8dWl0ZXh0IG5hbWU9IlNMSURFX0hFQURJTkciIHZhbHVlPSLsiqzrnbzsnbTrk5wg7KCc66qpIi8+DQoJCTx1aXRleHQgbmFtZT0iRFVSQVRJT05fSEVBRElORyIgdmFsdWU9IuyerOyDneyLnOqwhCIvPg0KCQk8dWl0ZXh0IG5hbWU9IlNFQVJDSF9IRUFESU5HIiB2YWx1ZT0i7YWN7Iqk7Yq4IOqygOyDiToiLz4NCgkJPHVpdGV4dCBuYW1lPSJUSFVNQl9IRUFESU5HIiB2YWx1ZT0i7Iqs65287J2065OcIi8+DQoJCTx1aXRleHQgbmFtZT0iVEhVTUJfSU5GTyIgdmFsdWU9IuygnOuqqS/snqzsg53si5zqsIQiLz4NCgkJPHVpdGV4dCBuYW1lPSJBVFRBQ0hOQU1FX0hFQURJTkciIHZhbHVlPSLtjIzsnbwg7J2066aEIi8+DQoJCTx1aXRleHQgbmFtZT0iQVRUQUNIU0laRV9IRUFESU5HIiB2YWx1ZT0i7YGs6riwIi8+DQoJCTx1aXRleHQgbmFtZT0iU0xJREVfTk9URVMiIHZhbHVlPSLsiqzrnbzsnbTrk5wg64W47Yq4Ii8+DQoJCTwhLS1xdWl6IHBvZCBhbmQgbWVzc2FnZSBib3ggdGV4dHMtLT4NCgkJPHVpdGV4dCBuYW1lPSJRVUlaUE9EX1FVSVpfQVRURU1QVCIgdmFsdWU9Iu2AtOymiCDsi5zrj4Qg7Zqf7IiYOiIvPg0KCQk8dWl0ZXh0IG5hbWU9IlFVSVpQT0RfUVVJWl9BVFRFTVBUX1ZBTFVFIiB2YWx1ZT0iJW4vJXQiLz4NCgkJPHVpdGV4dCBuYW1lPSJRVUlaUE9EX1FVSVpfU0NPUkUiIHZhbHVlPSLrk53soJA6Ii8+DQoJCTx1aXRleHQgbmFtZT0iUVVJWlBPRF9RVUlaX1BBU1NTQ09SRSIgdmFsdWU9Iu2GteqzvCDsoJDsiJg6Ii8+DQoJCTx1aXRleHQgbmFtZT0iUVVJWlBPRF9RVUlaX01BWFNDT1JFIiB2YWx1ZT0i7LWc6rOgIOygkOyImDoiLz4NCgkJPHVpdGV4dCBuYW1lPSJRVUlaUE9EX1FVRVNBVE1QVF9TVFIiIHZhbHVlPSLsi5zrj4Qg7Zqf7IiYOiAlbi8ldCIvPg0KCQk8dWl0ZXh0IG5hbWU9IlFVSVpQT0RfUVVFU1RZUEVfU1RSIiB2YWx1ZT0i7Jyg7ZiVOiAlcyIvPg0KCQk8dWl0ZXh0IG5hbWU9IlFVSVpQT0RfUVVFU1RZUEVfR1JEIiB2YWx1ZT0i7KCQ7IiYIOunpOq4sOq4sCDsmYTro4wiLz4NCgkJPHVpdGV4dCBuYW1lPSJRVUlaUE9EX1FVRVNUWVBFX1NWWSIgdmFsdWU9IuyEpOusuCDsobDsgqwiLz4NCgkJPHVpdGV4dCBuYW1lPSJRVUlaUE9EX1FVSVpBVE1QVF9JTkYiIHZhbHVlPSLrrLTtlZwiLz4NCgkJPHVpdGV4dCBuYW1lPSJRVUlaUE9EX1FVRVNBVE1QVF9JTkYiIHZhbHVlPSLrrLTtlZwiLz4NCgkJPHVpdGV4dCBuYW1lPSJXQVJOSU5HTVNHX1lFU1NUUklORyIgdmFsdWU9IuyYiCIvPg0KCQk8dWl0ZXh0IG5hbWU9IldBUk5JTkdNU0dfTk9TVFJJTkciIHZhbHVlPSLslYTri4jsmKQiLz4NCgkJPHVpdGV4dCBuYW1lPSJXQVJOSU5HTVNHX1RJVExFU1RSSU5HIiB2YWx1ZT0i7YC07KaIIOuCtOu5hOqyjOydtOyFmCDqsr3qs6AiLz4NCgkJPHVpdGV4dCBuYW1lPSJXQVJOSU5HTVNHX01TR1NUUklORyIgdmFsdWU9IuydtCDtgLTspojsl5DshJwg7Iuc64+E7ZWY7KeAIOyViuydgCDsp4jrrLjsnbQg7J6I7Iq164uI64ukLiYjeEE7JiN4QTvtgLTspojrpbwg7KKF66OM7ZWY66Ck66m0IFvsmIhd66W8IO2BtOumre2VmOqzoCwg7YC07KaI66W8IOqzhOyGje2VmOugpOuptCBb7JWE64uI7JikXeulvCDtgbTrpq3tlZjsi63si5zsmKQuIi8+DQoJCTx1aXRleHQgbmFtZT0iSU5GT1JNQVRJT05fSDI2NF9GTEFTSFBMQVlFUiIgdmFsdWU9IuyLnOyKpO2FnOyXkCDshKTsuZjrkJjslrQg7J6I64qUIO2YhOyerCDrsoTsoITsnZggRmxhc2ggUGxheWVy64qUIOydtCDruYTrlJTsmKTrpbwg7KeA7JuQ7ZWY7KeAIOyViuyKteuLiOuLpC4g7LWc7IugIEZsYXNoIFBsYXllcuulvCDri6TsmrTroZzrk5ztlZjroKTrqbQg67mE65SU7JikIOyYgeyXreydhCDtgbTrpq3tlZjsi63si5zsmKQ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ywuOyXrOyekOyXkOqyjCDshLjroZwg66eJ64yAIOuztOydtOq4sCIvPg0KCQk8dWl0ZXh0IG5hbWU9Ik1VVEUiIHZhbHVlPSLsnYzshozqsbAiLz4NCgkJPHVpdGV4dCBuYW1lPSJET0NXUkFQX1RJVExFIiB2YWx1ZT0iUHJlc2VudGVyIO2MjOydvCDssqjrtoAiLz4NCgkJPHVpdGV4dCBuYW1lPSJET0NXUkFQX01TRyIgdmFsdWU9IuuCtCDsu7Ttk6jthLDsl5Ag7KCA7J6lIi8+DQoJCTx1aXRleHQgbmFtZT0iRE9DV1JBUF9QUk9NUFQiIHZhbHVlPSLtgbTrpq3tlZjsl6wg64uk7Jq066Gc65OcIi8+DQoJPC9sYW5ndWFnZT4NCgk8bGFuZ3VhZ2UgaWQ9ImVzIj4NCgkJPCEtLSBmb3JtYXQgZm9yIHVpZm9udCB2YWx1ZSBpcyAiZm9udCxzaXplLGlzYm9sZCxpc2l0YWxpYyxpc3NoYWRvd2VkIiAtLT4NCgkJPHVpZm9udCBuYW1lPSJGT05UX1FVSVpaSU5HIiB2YWx1ZT0iVmVyZGFuYSw5LGZhbHNlLGZhbHNlLGZhbHNlIi8+DQoJCTx1aWZvbnQgbmFtZT0iRk9OVF9TQ1JVQlNUQVRVUyIgdmFsdWU9IlZlcmRhbmEsOSx0cnVlLGZhbHNlLHRydWUiLz4NCgkJPHVpZm9udCBuYW1lPSJGT05UX1NDUlVCVElNRSIgdmFsdWU9IlZlcmRhbmEsOSxmYWxzZSxmYWxzZSx0cnVlIi8+DQoJCTx1aWZvbnQgbmFtZT0iRk9OVF9FTEFQU0VEVElNRSIgdmFsdWU9IlZlcmRhbmEsOSx0cnVlLGZhbHNlLHRydWUiLz4NCgkJPHVpZm9udCBuYW1lPSJGT05UX1VUSUxTTUVOVSIgdmFsdWU9IlZlcmRhbmEsOSx0cnVlLGZhbHNlLGZhbHNlIi8+DQoJCTx1aWZvbnQgbmFtZT0iRk9OVF9UQUJTIiB2YWx1ZT0iVmVyZGFuYSw5LHRydWUsZmFsc2UsdHJ1ZSIvPg0KCQk8dWlmb250IG5hbWU9IkZPTlRfUFJFU0VOVEFUSU9OTkFNRSIgdmFsdWU9IlZlcmRhbmEsMTQsZmFsc2UsZmFsc2UsdHJ1ZSIvPg0KCQk8dWlmb250IG5hbWU9IkZPTlRfUFJFU0VOVEVSTkFNRSIgdmFsdWU9IlZlcmRhbmEsMTAsdHJ1ZSxmYWxzZSx0cnVlIi8+DQoJCTx1aWZvbnQgbmFtZT0iRk9OVF9QUkVTRU5URVJUSVRMRSIgdmFsdWU9IlZlcmRhbmEsMTAsZmFsc2UsZmFsc2UsdHJ1ZSIvPg0KCQk8dWlmb250IG5hbWU9IkZPTlRfQklPQlROIiB2YWx1ZT0iVmVyZGFuYSwxMCxmYWxzZSxmYWxzZSx0cnVlIi8+DQoJCTx1aWZvbnQgbmFtZT0iRk9OVF9OT1RFUyIgdmFsdWU9IlZlcmRhbmEsMTEsZmFsc2UsZmFsc2UsZmFsc2UiLz4NCgkJPHVpZm9udCBuYW1lPSJGT05UX09VVExJTkUiIHZhbHVlPSJWZXJkYW5hLDExLGZhbHNlLGZhbHNlLHRydWUiLz4NCgkJPHVpZm9udCBuYW1lPSJGT05UX1NFQVJDSCIgdmFsdWU9IlZlcmRhbmEsMTEsZmFsc2UsZmFsc2UsdHJ1ZSIvPg0KCQk8dWlmb250IG5hbWU9IkZPTlRfVEhVTUIiIHZhbHVlPSJWZXJkYW5hLDksZmFsc2UsZmFsc2UsdHJ1ZSIvPg0KCQk8dWlmb250IG5hbWU9IkZPTlRfQklPV0lOIiB2YWx1ZT0iVmVyZGFuYSwxMSxmYWxzZSxmYWxzZSxmYWxzZSIvPg0KCQk8dWlmb250IG5hbWU9IkZPTlRfTElTVEhFQURJTkciIHZhbHVlPSJWZXJkYW5hLDksZmFsc2UsZmFsc2UsZmFsc2UiLz4NCgkJPHVpZm9udCBuYW1lPSJGT05UX1dJTlRJVExFIiB2YWx1ZT0iVmVyZGFuYSw5LGZhbHNlLGZhbHNlLHRydWUiLz4NCgkJPHVpZm9udCBuYW1lPSJGT05UX0FUVEFDSE1FTlRTIiB2YWx1ZT0iVmVyZGFuYSwxMSxmYWxzZSxmYWxzZSx0cnVlIi8+DQoJCTwhLS1xdWl6IHBvZCBhbmQgbWVzc2FnZSBib3ggdGV4dCBmb250cy0tPg0KCQk8dWlmb250IG5hbWU9IkZPTlRfTVNHQk9YX1dJTlRJVExFIiB2YWx1ZT0iVmVyZGFuYSwxMSx0cnVlLGZhbHNlLHRydWUiLz4NCgkJPHVpZm9udCBuYW1lPSJGT05UX01TR0JPWF9NU0ciIHZhbHVlPSJWZXJkYW5hLDExLGZhbHNlLGZhbHNlLHRydWUiLz4NCgkJPHVpZm9udCBuYW1lPSJGT05UX01TR0JPWF9PUFRJT05TIiB2YWx1ZT0iVmVyZGFuYSw5LHRydWUsZmFsc2UsdHJ1ZSIvPg0KCQk8dWlmb250IG5hbWU9IkZPTlRfUVVJWlBPRF9RVUlaX1RJVExFIiB2YWx1ZT0iVmVyZGFuYSwxMSx0cnVlLGZhbHNlLHRydWUiLz4NCgkJPHVpZm9udCBuYW1lPSJGT05UX1FVSVpQT0RfUVVJWl9BVFRFTVBUIiB2YWx1ZT0iVmVyZGFuYSw5LGZhbHNlLGZhbHNlLHRydWUiLz4NCgkJPHVpZm9udCBuYW1lPSJGT05UX1FVSVpQT0RfUVVJWl9BVFRFTVBUX1ZBTFVFIiB2YWx1ZT0iVmVyZGFuYSw5LHRydWUsZmFsc2UsdHJ1ZSIvPg0KCQk8dWlmb250IG5hbWU9IkZPTlRfUVVJWlBPRF9RVUVTVElPTl9TQ09SRSIgdmFsdWU9IlZlcmRhbmEsOSxmYWxzZSxmYWxzZSx0cnVlIi8+DQoJCTx1aWZvbnQgbmFtZT0iRk9OVF9RVUlaUE9EX1FVRVNUSU9OX1NDT1JFX1ZBTFVFIiB2YWx1ZT0iVmVyZGFuYSw5LHRydWUsZmFsc2UsdHJ1ZSIvPg0KCQk8dWlmb250IG5hbWU9IkZPTlRfUVVJWlBPRF9RVUVTVElPTl9BVFRFTVBUIiB2YWx1ZT0iVmVyZGFuYSw5LGZhbHNlLGZhbHNlLHRydWUiLz4NCgkJPHVpZm9udCBuYW1lPSJGT05UX1FVSVpQT0RfUVVFU1RJT05fQVRURU1QVF9WQUxVRSIgdmFsdWU9IlZlcmRhbmEsOSx0cnVlLGZhbHNlLHRydWUiLz4NCgkJPHVpZm9udCBuYW1lPSJGT05UX1FVSVpQT0RfUVVFU1RJT05fVEFHIiB2YWx1ZT0iVmVyZGFuYSwxMSx0cnVlLGZhbHNlLHRydWUiLz4NCgkJPHVpZm9udCBuYW1lPSJGT05UX1FVSVpQT0RfUVVJWl9RVUVTVElPTl9DT1VOVCIgdmFsdWU9IlZlcmRhbmEsOSxmYWxzZSxmYWxzZSx0cnVlIi8+DQoJCTx1aWZvbnQgbmFtZT0iRk9OVF9RVUlaUE9EX1FVSVpfUVVFU1RJT05fQ09VTlRfVkFMVUUiIHZhbHVlPSJWZXJkYW5hLDksdHJ1ZSxmYWxzZSx0cnVlIi8+DQoJCTx1aWZvbnQgbmFtZT0iRk9OVF9RVUlaUE9EX1FVSVpfUVVFU1RJT05fQVRURU1QVEVEIiB2YWx1ZT0iVmVyZGFuYSw5LGZhbHNlLGZhbHNlLHRydWUiLz4NCgkJPHVpZm9udCBuYW1lPSJGT05UX1FVSVpQT0RfUVVJWl9RVUVTVElPTl9BVFRFTVBURURfVkFMVUUiIHZhbHVlPSJWZXJkYW5hLDksdHJ1ZSxmYWxzZSx0cnVlIi8+DQoJCTx1aWZvbnQgbmFtZT0iRk9OVF9RVUlaUE9EX1FVSVpfU0NPUkVfVEFHIiB2YWx1ZT0iVmVyZGFuYSwxMSx0cnVlLGZhbHNlLHRydWUiLz4NCgkJPHVpZm9udCBuYW1lPSJGT05UX1FVSVpQT0RfUVVJWl9TQ09SRSIgdmFsdWU9IlZlcmRhbmEsOSxmYWxzZSxmYWxzZSx0cnVlIi8+DQoJCTx1aWZvbnQgbmFtZT0iRk9OVF9RVUlaUE9EX1FVSVpfU0NPUkVfVkFMVUUiIHZhbHVlPSJWZXJkYW5hLDksdHJ1ZSxmYWxzZSx0cnVlIi8+DQoJCTx1aWZvbnQgbmFtZT0iRk9OVF9RVUlaUE9EX1FVSVpfTUFYU0NPUkUiIHZhbHVlPSJWZXJkYW5hLDksZmFsc2UsZmFsc2UsdHJ1ZSIvPg0KCQk8dWlmb250IG5hbWU9IkZPTlRfUVVJWlBPRF9RVUlaX01BWFNDT1JFX1ZBTFVFIiB2YWx1ZT0iVmVyZGFuYSw5LHRydWUsZmFsc2UsdHJ1ZSIvPg0KCQk8dWlmb250IG5hbWU9IkZPTlRfUVVJWlBPRF9RVUlaX1BBU1NTQ09SRSIgdmFsdWU9IlZlcmRhbmEsOSxmYWxzZSxmYWxzZSx0cnVlIi8+DQoJCTx1aWZvbnQgbmFtZT0iRk9OVF9RVUlaUE9EX1FVSVpfUEFTU1NDT1JFX1ZBTFVFIiB2YWx1ZT0iVmVyZGFuYSw5LHRydWUsZmFsc2UsdHJ1ZSIvPg0KCQk8IS0tIHVpdGV4dCAtLT4NCgkJPCEtLSBzdWJzdGl0dXRpb246ICVuID09IHNsaWRlIG51bWJlciAtLT4NCgkJPHVpdGV4dCBuYW1lPSJVTk5BTUVEU0xJREVUSVRMRSIgdmFsdWU9IkRpYXBvc2l0aXZhICVuIi8+DQoJCTwhLS0gc3Vic3RpdHV0aW9uOiAlbiA9PSBzbGlkZSBudW1iZXIgLS0+DQoJCTwhLS0gc3Vic3RpdHV0aW9uOiAldCA9PSB0b3RhbCBzbGlkZSBjb3VudCAtLT4NCgkJPHVpdGV4dCBuYW1lPSJTQ1JVQkJBUlNUQVRVU19TTElERUlORk8iIHZhbHVlPSJEaWFwb3NpdGl2YSAlbiAvICV0IHwgIi8+DQoJCTx1aXRleHQgbmFtZT0iU0NSVUJCQVJTVEFUVVNfU1RPUFBFRCIgdmFsdWU9IkRldGVuaWRhIi8+DQoJCTx1aXRleHQgbmFtZT0iU0NSVUJCQVJTVEFUVVNfUExBWUlORyIgdmFsdWU9IlJlcHJvZHVjaWVuZG8iLz4NCgkJPHVpdGV4dCBuYW1lPSJTQ1JVQkJBUlNUQVRVU19OT0FVRElPIiB2YWx1ZT0iU2luIHNvbmlkbyIvPg0KCQk8dWl0ZXh0IG5hbWU9IlNDUlVCQkFSU1RBVFVTX1ZJRFBMQVlJTkciIHZhbHVlPSJWw61kZW8gZW4gcmVwcm9kLiIvPg0KCQk8dWl0ZXh0IG5hbWU9IlNDUlVCQkFSU1RBVFVTX0xPQURJTkciIHZhbHVlPSJDYXJnYW5kbyIvPg0KCQk8dWl0ZXh0IG5hbWU9IlNDUlVCQkFSU1RBVFVTX0JVRkZFUklORyIgdmFsdWU9IkFsbWFjZW5hbmRvIGVuIGLDumZlciIvPg0KCQk8dWl0ZXh0IG5hbWU9IlNDUlVCQkFSU1RBVFVTX1FVRVNUSU9OIiB2YWx1ZT0iQ29udGVzdGFyIHByZWd1bnRhIi8+DQoJCTx1aXRleHQgbmFtZT0iU0NSVUJCQVJTVEFUVVNfUkVWSUVXUVVJWiIgdmFsdWU9IlJldmlzYW5kbyBwcnVlYmEiLz4NCgkJPCEtLSBzdWJzdGl0dXRpb246ICVtID09IG1pbnV0ZXMgcmVtYWluaW5nIC0tPg0KCQk8IS0tIHN1YnN0aXR1dGlvbjogJXMgPT0gc2Vjb25kcyByZW1haW5pbmcgLS0+DQoJCTx1aXRleHQgbmFtZT0iRUxBUFNFRCIgdmFsdWU9IiVtIG1pbnV0b3MgJXMgc2VndW5kb3MgcmVzdGFudGVzIi8+DQoJCTx1aXRleHQgbmFtZT0iTk9URk9VTkQiIHZhbHVlPSJObyBzZSBoYSBlbmNvbnRyYWRvIG5hZGEiLz4NCgkJPHVpdGV4dCBuYW1lPSJBVFRBQ0hNRU5UUyIgdmFsdWU9IkFyY2hpdm9zIGFkanVudG9zIi8+DQoJCTwhLS0gc3Vic3RpdHV0aW9uOiAlcCA9PSBjdXJyZW50IHNwZWFrZXIncyB0aXRsZSAtLT4NCgkJPHVpdGV4dCBuYW1lPSJCSU9XSU5fVElUTEUiIHZhbHVlPSJCaW9ncmFmw61hOiAlcCIvPg0KCQk8dWl0ZXh0IG5hbWU9IkJJT0JUTl9USVRMRSIgdmFsdWU9IkJpb2dyYWbDrWEiLz4NCgkJPHVpdGV4dCBuYW1lPSJESVZJREVSQlROX1RJVExFIiB2YWx1ZT0ifCIvPg0KCQk8dWl0ZXh0IG5hbWU9IkNPTlRBQ1RCVE5fVElUTEUiIHZhbHVlPSJDb250YWN0byIvPg0KCQk8dWl0ZXh0IG5hbWU9IlRBQl9RVUlaIiB2YWx1ZT0iUHJ1ZWJhIi8+DQoJCTx1aXRleHQgbmFtZT0iVEFCX09VVExJTkUiIHZhbHVlPSJDb250b3JubyIvPg0KCQk8dWl0ZXh0IG5hbWU9IlRBQl9USFVNQiIgdmFsdWU9Ik1pbmlhdC4iLz4NCgkJPHVpdGV4dCBuYW1lPSJUQUJfTk9URVMiIHZhbHVlPSJOb3RhcyIvPg0KCQk8dWl0ZXh0IG5hbWU9IlRBQl9TRUFSQ0giIHZhbHVlPSJCdXNjYXIiLz4NCgkJPHVpdGV4dCBuYW1lPSJTTElERV9IRUFESU5HIiB2YWx1ZT0iVMOtdHVsbyBkZSBkaWFwb3NpdGl2YSIvPg0KCQk8dWl0ZXh0IG5hbWU9IkRVUkFUSU9OX0hFQURJTkciIHZhbHVlPSJEdXJhYy4iLz4NCgkJPHVpdGV4dCBuYW1lPSJTRUFSQ0hfSEVBRElORyIgdmFsdWU9IkJ1c2NhciB0ZXh0bzoiLz4NCgkJPHVpdGV4dCBuYW1lPSJUSFVNQl9IRUFESU5HIiB2YWx1ZT0iRGlhcG9zaXRpdmEiLz4NCgkJPHVpdGV4dCBuYW1lPSJUSFVNQl9JTkZPIiB2YWx1ZT0iRHVyLi9Uw610LiBkaWFwLiIvPg0KCQk8dWl0ZXh0IG5hbWU9IkFUVEFDSE5BTUVfSEVBRElORyIgdmFsdWU9Ik5vbWJyZSBkZSBhcmNoaXZvIi8+DQoJCTx1aXRleHQgbmFtZT0iQVRUQUNIU0laRV9IRUFESU5HIiB2YWx1ZT0iVGFtYcOxbyIvPg0KCQk8dWl0ZXh0IG5hbWU9IlNMSURFX05PVEVTIiB2YWx1ZT0iTm90YXMgZGUgZGlhcG9zaXRpdmEiLz4NCgkJPCEtLXF1aXogcG9kIGFuZCBtZXNzYWdlIGJveCB0ZXh0cy0tPg0KCQk8dWl0ZXh0IG5hbWU9IlFVSVpQT0RfUVVJWl9BVFRFTVBUIiB2YWx1ZT0iSW50ZW50byBkZSBwcnVlYmE6Ii8+DQoJCTx1aXRleHQgbmFtZT0iUVVJWlBPRF9RVUlaX0FUVEVNUFRfVkFMVUUiIHZhbHVlPSIlbiBkZSAldCIvPg0KCQk8dWl0ZXh0IG5hbWU9IlFVSVpQT0RfUVVJWl9TQ09SRSIgdmFsdWU9IlB1bnR1YWNpw7NuOiIvPg0KCQk8dWl0ZXh0IG5hbWU9IlFVSVpQT0RfUVVJWl9QQVNTU0NPUkUiIHZhbHVlPSJQdW50dWFjacOzbiBwYXJhIGFwcm9iYXI6Ii8+DQoJCTx1aXRleHQgbmFtZT0iUVVJWlBPRF9RVUlaX01BWFNDT1JFIiB2YWx1ZT0iUHVudHVhY2nDs24gbcOheGltYToiLz4NCgkJPHVpdGV4dCBuYW1lPSJRVUlaUE9EX1FVRVNBVE1QVF9TVFIiIHZhbHVlPSJJbnRlbnRvczogJW4gZGUgJXQiLz4NCgkJPHVpdGV4dCBuYW1lPSJRVUlaUE9EX1FVRVNUWVBFX1NUUiIgdmFsdWU9IlRpcG86ICVzIi8+DQoJCTx1aXRleHQgbmFtZT0iUVVJWlBPRF9RVUVTVFlQRV9HUkQiIHZhbHVlPSJDb24gcHVudHVhY2nDs24iLz4NCgkJPHVpdGV4dCBuYW1lPSJRVUlaUE9EX1FVRVNUWVBFX1NWWSIgdmFsdWU9IkVuY3Vlc3RhIi8+DQoJCTx1aXRleHQgbmFtZT0iUVVJWlBPRF9RVUlaQVRNUFRfSU5GIiB2YWx1ZT0iSW5maW5pdG8iLz4NCgkJPHVpdGV4dCBuYW1lPSJRVUlaUE9EX1FVRVNBVE1QVF9JTkYiIHZhbHVlPSJJbmZpbml0byIvPg0KCQk8dWl0ZXh0IG5hbWU9IldBUk5JTkdNU0dfWUVTU1RSSU5HIiB2YWx1ZT0iU8OtIi8+DQoJCTx1aXRleHQgbmFtZT0iV0FSTklOR01TR19OT1NUUklORyIgdmFsdWU9Ik5vIi8+DQoJCTx1aXRleHQgbmFtZT0iV0FSTklOR01TR19USVRMRVNUUklORyIgdmFsdWU9IkF2aXNvIGRlIG5hdmVnYWNpw7NuIGRlIHBydWViYSIvPg0KCQk8dWl0ZXh0IG5hbWU9IldBUk5JTkdNU0dfTVNHU1RSSU5HIiB2YWx1ZT0iSGF5IHByZWd1bnRhcyBzaW4gaW50ZW50b3MgZW4gZXN0YSBwcnVlYmEuJiN4QTsmI3hBO1BhcmEgc2FsaXIgZGUgbGEgcHJ1ZWJhLCBoYWdhIGNsaWMgZW4gU8OtLiBQYXJhIGNvbnRpbnVhciwgaGFnYSBjbGljIGVuIE5vLiIvPg0KCQk8dWl0ZXh0IG5hbWU9IklORk9STUFUSU9OX0gyNjRfRkxBU0hQTEFZRVIiIHZhbHVlPSJMYSB2ZXJzacOzbiBhY3R1YWwgZGUgRmxhc2ggUGxheWVyIGluc3RhbGFkYSBlbiBlbCBvcmRlbmFkb3Igbm8gZXMgY29tcGF0aWJsZSBjb24gZXN0ZSB2w61kZW8uIEhhZ2EgY2xpYyBlbiBlbCDDoXJlYSBkZSB2w61kZW8gcGFyYSBkZXNjYXJnYXIgbGEgw7psdGltYSB2ZXJzacOzbiBkZSBGbGFzaCBQbGF5ZXIuIi8+DQoJCTwhLS0gc3Vic3RpdHV0aW9uOiAlcCA9PSBwcmVzZW50YXRpb24gdGl0bGUgLS0+DQoJCTwhLS0gc3Vic3RpdHV0aW9uOiAlcyA9PSBzbGlkZSB0aXRsZSAtLT4NCgkJPCEtLSBzdWJzdGl0dXRpb246ICVuID09IHNsaWRlIG51bWJlciAtLT4NCgkJPHVpdGV4dCBuYW1lPSJCT09LTUFSSyIgdmFsdWU9IkFkb2JlIFByZXNlbnRlcjogJXAiLz4NCgkJPCEtLSBzdWJzdGl0dXRpb246ICVwID09IHByZXNlbnRhdGlvbiB0aXRsZSAtLT4NCgkJPCEtLSBzdWJzdGl0dXRpb246ICVzID09IHNsaWRlIHRpdGxlIC0tPg0KCQk8IS0tIHN1YnN0aXR1dGlvbjogJW4gPT0gc2xpZGUgbnVtYmVyIC0tPg0KCQk8dWl0ZXh0IG5hbWU9IkJPT0tNQVJLU0xJREUiIHZhbHVlPSJBZG9iZSBQcmVzZW50ZXI6ICVwICVzIi8+DQoJCTx1aXRleHQgbmFtZT0iU0hPV1NJREVCQVIiIHZhbHVlPSJNb3N0cmFyIGJhcnJhIGxhdGVyYWwgYSBsb3MgcGFydGljaXBhbnRlcyIvPg0KCQk8dWl0ZXh0IG5hbWU9Ik1VVEUiIHZhbHVlPSJTaWxlbmNpYXIiLz4NCgkJPHVpdGV4dCBuYW1lPSJET0NXUkFQX1RJVExFIiB2YWx1ZT0iQXJjaGl2byBhZGp1bnRvIGRlIFByZXNlbnRlciIvPg0KCQk8dWl0ZXh0IG5hbWU9IkRPQ1dSQVBfTVNHIiB2YWx1ZT0iR3VhcmRhciBlbiBNaSBQQyIvPg0KCQk8dWl0ZXh0IG5hbWU9IkRPQ1dSQVBfUFJPTVBUIiB2YWx1ZT0iSGFnYSBjbGljIGVuIERlc2NhcmdhciIvPg0KCTwvbGFuZ3VhZ2U+DQoJPGxhbmd1YWdlIGlkPSJw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TbGlkZSAlbiIvPg0KCQk8IS0tIHN1YnN0aXR1dGlvbjogJW4gPT0gc2xpZGUgbnVtYmVyIC0tPg0KCQk8IS0tIHN1YnN0aXR1dGlvbjogJXQgPT0gdG90YWwgc2xpZGUgY291bnQgLS0+DQoJCTx1aXRleHQgbmFtZT0iU0NSVUJCQVJTVEFUVVNfU0xJREVJTkZPIiB2YWx1ZT0iU2xpZGUgJW4gLyAldCB8ICIvPg0KCQk8dWl0ZXh0IG5hbWU9IlNDUlVCQkFSU1RBVFVTX1NUT1BQRUQiIHZhbHVlPSJQYXJhZG8iLz4NCgkJPHVpdGV4dCBuYW1lPSJTQ1JVQkJBUlNUQVRVU19QTEFZSU5HIiB2YWx1ZT0iUmVwcm9kdXppbmRvIi8+DQoJCTx1aXRleHQgbmFtZT0iU0NSVUJCQVJTVEFUVVNfTk9BVURJTyIgdmFsdWU9IlNlbSDDoXVkaW8iLz4NCgkJPHVpdGV4dCBuYW1lPSJTQ1JVQkJBUlNUQVRVU19WSURQTEFZSU5HIiB2YWx1ZT0iVsOtZGVvIGVtIHJlcHJvZHXDp8OjbyIvPg0KCQk8dWl0ZXh0IG5hbWU9IlNDUlVCQkFSU1RBVFVTX0xPQURJTkciIHZhbHVlPSJDYXJyZWdhbmRvIi8+DQoJCTx1aXRleHQgbmFtZT0iU0NSVUJCQVJTVEFUVVNfQlVGRkVSSU5HIiB2YWx1ZT0iQXJtYXplbmFuZG8gZW0gYnVmZmVyIi8+DQoJCTx1aXRleHQgbmFtZT0iU0NSVUJCQVJTVEFUVVNfUVVFU1RJT04iIHZhbHVlPSJSZXNwb25kZXIgcGVyZ3VudGEiLz4NCgkJPHVpdGV4dCBuYW1lPSJTQ1JVQkJBUlNUQVRVU19SRVZJRVdRVUlaIiB2YWx1ZT0iUmV2aXNhbmRvIHF1ZXN0aW9uw6FyaW8iLz4NCgkJPCEtLSBzdWJzdGl0dXRpb246ICVtID09IG1pbnV0ZXMgcmVtYWluaW5nIC0tPg0KCQk8IS0tIHN1YnN0aXR1dGlvbjogJXMgPT0gc2Vjb25kcyByZW1haW5pbmcgLS0+DQoJCTx1aXRleHQgbmFtZT0iRUxBUFNFRCIgdmFsdWU9IiVtIG1pbnV0b3MgJXMgc2VndW5kb3MgcmVzdGFudGVzIi8+DQoJCTx1aXRleHQgbmFtZT0iTk9URk9VTkQiIHZhbHVlPSJOYWRhIGVuY29udHJhZG8iLz4NCgkJPHVpdGV4dCBuYW1lPSJBVFRBQ0hNRU5UUyIgdmFsdWU9IkFuZXhvcy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RhdG8iLz4NCgkJPHVpdGV4dCBuYW1lPSJUQUJfUVVJWiIgdmFsdWU9IlF1ZXN0LiIvPg0KCQk8dWl0ZXh0IG5hbWU9IlRBQl9PVVRMSU5FIiB2YWx1ZT0iRXNxdWVtYSIvPg0KCQk8dWl0ZXh0IG5hbWU9IlRBQl9USFVNQiIgdmFsdWU9Ik1pbmkiLz4NCgkJPHVpdGV4dCBuYW1lPSJUQUJfTk9URVMiIHZhbHVlPSJOb3RhcyIvPg0KCQk8dWl0ZXh0IG5hbWU9IlRBQl9TRUFSQ0giIHZhbHVlPSJCdXNjYSIvPg0KCQk8dWl0ZXh0IG5hbWU9IlNMSURFX0hFQURJTkciIHZhbHVlPSJUw610dWxvIGRvIHNsaWRlIi8+DQoJCTx1aXRleHQgbmFtZT0iRFVSQVRJT05fSEVBRElORyIgdmFsdWU9IkR1cmHDp8OjbyIvPg0KCQk8dWl0ZXh0IG5hbWU9IlNFQVJDSF9IRUFESU5HIiB2YWx1ZT0iUHJvY3VyYXIgdGV4dG86Ii8+DQoJCTx1aXRleHQgbmFtZT0iVEhVTUJfSEVBRElORyIgdmFsdWU9IlNsaWRlIi8+DQoJCTx1aXRleHQgbmFtZT0iVEhVTUJfSU5GTyIgdmFsdWU9IlTDrXR1bG8vRHVyYcOnw6NvIGRvIHNsaWRlIi8+DQoJCTx1aXRleHQgbmFtZT0iQVRUQUNITkFNRV9IRUFESU5HIiB2YWx1ZT0iTm9tZSBkbyBhcnF1aXZvIi8+DQoJCTx1aXRleHQgbmFtZT0iQVRUQUNIU0laRV9IRUFESU5HIiB2YWx1ZT0iVGFtYW5obyIvPg0KCQk8dWl0ZXh0IG5hbWU9IlNMSURFX05PVEVTIiB2YWx1ZT0iQW5vdGHDp8O1ZXMgZG8gc2xpZGUiLz4NCgkJPCEtLXF1aXogcG9kIGFuZCBtZXNzYWdlIGJveCB0ZXh0cy0tPg0KCQk8dWl0ZXh0IG5hbWU9IlFVSVpQT0RfUVVJWl9BVFRFTVBUIiB2YWx1ZT0iVGVudGF0aXZhIG5vIHF1ZXN0aW9uw6FyaW86Ii8+DQoJCTx1aXRleHQgbmFtZT0iUVVJWlBPRF9RVUlaX0FUVEVNUFRfVkFMVUUiIHZhbHVlPSIlbiBkZSAldCIvPg0KCQk8dWl0ZXh0IG5hbWU9IlFVSVpQT0RfUVVJWl9TQ09SRSIgdmFsdWU9IlBvbnR1YcOnw6NvOiIvPg0KCQk8dWl0ZXh0IG5hbWU9IlFVSVpQT0RfUVVJWl9QQVNTU0NPUkUiIHZhbHVlPSJQb250dWHDp8OjbyBkZSBhcHJvdmHDp8OjbzoiLz4NCgkJPHVpdGV4dCBuYW1lPSJRVUlaUE9EX1FVSVpfTUFYU0NPUkUiIHZhbHVlPSJQb250dWHDp8OjbyBtw6F4aW1hOiIvPg0KCQk8dWl0ZXh0IG5hbWU9IlFVSVpQT0RfUVVFU0FUTVBUX1NUUiIgdmFsdWU9IlRlbnRhdGl2YTogJW4gZGUgJXQiLz4NCgkJPHVpdGV4dCBuYW1lPSJRVUlaUE9EX1FVRVNUWVBFX1NUUiIgdmFsdWU9IlRpcG86ICVzIi8+DQoJCTx1aXRleHQgbmFtZT0iUVVJWlBPRF9RVUVTVFlQRV9HUkQiIHZhbHVlPSJDbGFzc2lmaWNhdMOzcmlhIi8+DQoJCTx1aXRleHQgbmFtZT0iUVVJWlBPRF9RVUVTVFlQRV9TVlkiIHZhbHVlPSJQZXNxdWlzYSIvPg0KCQk8dWl0ZXh0IG5hbWU9IlFVSVpQT0RfUVVJWkFUTVBUX0lORiIgdmFsdWU9IkluZmluaXRvIi8+DQoJCTx1aXRleHQgbmFtZT0iUVVJWlBPRF9RVUVTQVRNUFRfSU5GIiB2YWx1ZT0iSW5maW5pdG8iLz4NCgkJPHVpdGV4dCBuYW1lPSJXQVJOSU5HTVNHX1lFU1NUUklORyIgdmFsdWU9IlNpbSIvPg0KCQk8dWl0ZXh0IG5hbWU9IldBUk5JTkdNU0dfTk9TVFJJTkciIHZhbHVlPSJOw6NvIi8+DQoJCTx1aXRleHQgbmFtZT0iV0FSTklOR01TR19USVRMRVNUUklORyIgdmFsdWU9IkFsZXJ0YSBkZSBuYXZlZ2HDp8OjbyBkbyBxdWVzdGlvbsOhcmlvIi8+DQoJCTx1aXRleHQgbmFtZT0iV0FSTklOR01TR19NU0dTVFJJTkciIHZhbHVlPSJFeGlzdGVtIHBlcmd1bnRhcyBxdWUgbsOjbyBmb3JhbSByZXNwb25kaWRhcyBuZXN0ZSBxdWVzdGlvbsOhcmlvLiYjeEE7JiN4QTtDbGlxdWUgZW0gU2ltIHBhcmEgc2FpciBkbyBxdWVzdGlvbsOhcmlvIG91IGVtIE7Do28gc2UgcXVpc2VyIGNvbnRpbnVhci4iLz4NCgkJPHVpdGV4dCBuYW1lPSJJTkZPUk1BVElPTl9IMjY0X0ZMQVNIUExBWUVSIiB2YWx1ZT0iQSB2ZXJzw6NvIGF0dWFsIGRvIEZsYXNoIFBsYXllciBpbnN0YWxhZGEgbm8gY29tcHV0YWRvciBuw6NvIG9mZXJlY2Ugc3Vwb3J0ZSBhIGVzc2UgdsOtZGVvLiBDbGlxdWUgbmEgw6FyZWEgZG8gdsOtZGVvIHBhcmEgYmFpeGFyIGEgdmVyc8OjbyBtYWlzIHJlY2VudGUgZG8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FyIGJhcnJhIGxhdGVyYWwgYW8gcGFydGljaXBhbnRlcyIvPg0KCQk8dWl0ZXh0IG5hbWU9Ik1VVEUiIHZhbHVlPSJNdWRvIi8+DQoJCTx1aXRleHQgbmFtZT0iRE9DV1JBUF9USVRMRSIgdmFsdWU9IkFuZXhvIGRlIGFycXVpdm8gZG8gUHJlc2VudGVyIi8+DQoJCTx1aXRleHQgbmFtZT0iRE9DV1JBUF9NU0ciIHZhbHVlPSJTYWx2YXIgZW0gTWV1IGNvbXB1dGFkb3IiLz4NCgkJPHVpdGV4dCBuYW1lPSJET0NXUkFQX1BST01QVCIgdmFsdWU9IkNsaXF1ZSBwYXJhIGJhaXhhciIvPg0KCTwvbGFuZ3VhZ2U+DQoJPGxhbmd1YWdlIGlkPSJpd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Fwb3NpdGl2YSAlbiIvPg0KCQk8IS0tIHN1YnN0aXR1dGlvbjogJW4gPT0gc2xpZGUgbnVtYmVyIC0tPg0KCQk8IS0tIHN1YnN0aXR1dGlvbjogJXQgPT0gdG90YWwgc2xpZGUgY291bnQgLS0+DQoJCTx1aXRleHQgbmFtZT0iU0NSVUJCQVJTVEFUVVNfU0xJREVJTkZPIiB2YWx1ZT0iRGlhcG9zaXRpdmEgJW4gLyAldCB8ICIvPg0KCQk8dWl0ZXh0IG5hbWU9IlNDUlVCQkFSU1RBVFVTX1NUT1BQRUQiIHZhbHVlPSJJbnRlcnJvdHRvIi8+DQoJCTx1aXRleHQgbmFtZT0iU0NSVUJCQVJTVEFUVVNfUExBWUlORyIgdmFsdWU9IlJpcHJvZHV6aW9uZSIvPg0KCQk8dWl0ZXh0IG5hbWU9IlNDUlVCQkFSU1RBVFVTX05PQVVESU8iIHZhbHVlPSJBdWRpbyBpbmF0dC4iLz4NCgkJPHVpdGV4dCBuYW1lPSJTQ1JVQkJBUlNUQVRVU19WSURQTEFZSU5HIiB2YWx1ZT0iVmlkZW8gaW4gcmlwcm9kdXppb25lIi8+DQoJCTx1aXRleHQgbmFtZT0iU0NSVUJCQVJTVEFUVVNfTE9BRElORyIgdmFsdWU9IkNhcmljYW1lbnRvIi8+DQoJCTx1aXRleHQgbmFtZT0iU0NSVUJCQVJTVEFUVVNfQlVGRkVSSU5HIiB2YWx1ZT0iQnVmZmVyaW5nIi8+DQoJCTx1aXRleHQgbmFtZT0iU0NSVUJCQVJTVEFUVVNfUVVFU1RJT04iIHZhbHVlPSJSaXNwb25kaSBhIGRvbWFuZGEiLz4NCgkJPHVpdGV4dCBuYW1lPSJTQ1JVQkJBUlNUQVRVU19SRVZJRVdRVUlaIiB2YWx1ZT0iUmV2aXNpb25lIGRlbCBxdWl6Ii8+DQoJCTwhLS0gc3Vic3RpdHV0aW9uOiAlbSA9PSBtaW51dGVzIHJlbWFpbmluZyAtLT4NCgkJPCEtLSBzdWJzdGl0dXRpb246ICVzID09IHNlY29uZHMgcmVtYWluaW5nIC0tPg0KCQk8dWl0ZXh0IG5hbWU9IkVMQVBTRUQiIHZhbHVlPSIlbSBNaW51dGkgJXMgU2Vjb25kaSByaW1hbmVudGkiLz4NCgkJPHVpdGV4dCBuYW1lPSJOT1RGT1VORCIgdmFsdWU9Ik5lc3N1biBlbGVtZW50byB0cm92YXRvIi8+DQoJCTx1aXRleHQgbmFtZT0iQVRUQUNITUVOVFMiIHZhbHVlPSJBbGxlZ2F0aSIvPg0KCQk8IS0tIHN1YnN0aXR1dGlvbjogJXAgPT0gY3VycmVudCBzcGVha2VyJ3MgdGl0bGUgLS0+DQoJCTx1aXRleHQgbmFtZT0iQklPV0lOX1RJVExFIiB2YWx1ZT0iQmlvOiAlcCIvPg0KCQk8dWl0ZXh0IG5hbWU9IkJJT0JUTl9USVRMRSIgdmFsdWU9IkJpbyIvPg0KCQk8dWl0ZXh0IG5hbWU9IkRJVklERVJCVE5fVElUTEUiIHZhbHVlPSJ8Ii8+DQoJCTx1aXRleHQgbmFtZT0iQ09OVEFDVEJUTl9USVRMRSIgdmFsdWU9IkNvbnQuIi8+DQoJCTx1aXRleHQgbmFtZT0iVEFCX1FVSVoiIHZhbHVlPSJRdWl6Ii8+DQoJCTx1aXRleHQgbmFtZT0iVEFCX09VVExJTkUiIHZhbHVlPSJTdHJ1dHR1cmEiLz4NCgkJPHVpdGV4dCBuYW1lPSJUQUJfVEhVTUIiIHZhbHVlPSJNaW5pYXR1cmUiLz4NCgkJPHVpdGV4dCBuYW1lPSJUQUJfTk9URVMiIHZhbHVlPSJOb3RlIi8+DQoJCTx1aXRleHQgbmFtZT0iVEFCX1NFQVJDSCIgdmFsdWU9IkNlcmNhIi8+DQoJCTx1aXRleHQgbmFtZT0iU0xJREVfSEVBRElORyIgdmFsdWU9IlRpdG9sbyBkaWFwb3NpdGl2YSIvPg0KCQk8dWl0ZXh0IG5hbWU9IkRVUkFUSU9OX0hFQURJTkciIHZhbHVlPSJEdXJhdGEiLz4NCgkJPHVpdGV4dCBuYW1lPSJTRUFSQ0hfSEVBRElORyIgdmFsdWU9IkNlcmNhIHRlc3RvOiIvPg0KCQk8dWl0ZXh0IG5hbWU9IlRIVU1CX0hFQURJTkciIHZhbHVlPSJEaWFwb3NpdGl2YSIvPg0KCQk8dWl0ZXh0IG5hbWU9IlRIVU1CX0lORk8iIHZhbHVlPSJUaXRvbG8vVGVtcG8iLz4NCgkJPHVpdGV4dCBuYW1lPSJBVFRBQ0hOQU1FX0hFQURJTkciIHZhbHVlPSJOb21lIGZpbGUiLz4NCgkJPHVpdGV4dCBuYW1lPSJBVFRBQ0hTSVpFX0hFQURJTkciIHZhbHVlPSJEaW1lbnNpb25lIi8+DQoJCTx1aXRleHQgbmFtZT0iU0xJREVfTk9URVMiIHZhbHVlPSJOb3RlIGRpYXBvc2l0aXZhIi8+DQoJCTwhLS1xdWl6IHBvZCBhbmQgbWVzc2FnZSBib3ggdGV4dHMtLT4NCgkJPHVpdGV4dCBuYW1lPSJRVUlaUE9EX1FVSVpfQVRURU1QVCIgdmFsdWU9IlRlbnRhdGl2byBxdWl6OiIvPg0KCQk8dWl0ZXh0IG5hbWU9IlFVSVpQT0RfUVVJWl9BVFRFTVBUX1ZBTFVFIiB2YWx1ZT0iJW4gZGkgJXQiLz4NCgkJPHVpdGV4dCBuYW1lPSJRVUlaUE9EX1FVSVpfU0NPUkUiIHZhbHVlPSJQdW50ZWdnaW86Ii8+DQoJCTx1aXRleHQgbmFtZT0iUVVJWlBPRF9RVUlaX1BBU1NTQ09SRSIgdmFsdWU9IlB1bnRlZ2dpbyBtaW5pbW86Ii8+DQoJCTx1aXRleHQgbmFtZT0iUVVJWlBPRF9RVUlaX01BWFNDT1JFIiB2YWx1ZT0iUHVudGVnZ2lvIG1hc3NpbW86Ii8+DQoJCTx1aXRleHQgbmFtZT0iUVVJWlBPRF9RVUVTQVRNUFRfU1RSIiB2YWx1ZT0iVGVudGF0aXZvOiAlbiBkaSAldCIvPg0KCQk8dWl0ZXh0IG5hbWU9IlFVSVpQT0RfUVVFU1RZUEVfU1RSIiB2YWx1ZT0iVGlwbzogJXMiLz4NCgkJPHVpdGV4dCBuYW1lPSJRVUlaUE9EX1FVRVNUWVBFX0dSRCIgdmFsdWU9IkNvbiB2YWx1dGF6aW9uZSIvPg0KCQk8dWl0ZXh0IG5hbWU9IlFVSVpQT0RfUVVFU1RZUEVfU1ZZIiB2YWx1ZT0iSW5kYWdpbmUiLz4NCgkJPHVpdGV4dCBuYW1lPSJRVUlaUE9EX1FVSVpBVE1QVF9JTkYiIHZhbHVlPSJJbmZpbml0aSIvPg0KCQk8dWl0ZXh0IG5hbWU9IlFVSVpQT0RfUVVFU0FUTVBUX0lORiIgdmFsdWU9IkluZmluaXRpIi8+DQoJCTx1aXRleHQgbmFtZT0iV0FSTklOR01TR19ZRVNTVFJJTkciIHZhbHVlPSJTw6wiLz4NCgkJPHVpdGV4dCBuYW1lPSJXQVJOSU5HTVNHX05PU1RSSU5HIiB2YWx1ZT0iTm8iLz4NCgkJPHVpdGV4dCBuYW1lPSJXQVJOSU5HTVNHX1RJVExFU1RSSU5HIiB2YWx1ZT0iQXZ2ZXJ0ZW56YSBuYXZpZ2F6aW9uZSBxdWl6Ii8+DQoJCTx1aXRleHQgbmFtZT0iV0FSTklOR01TR19NU0dTVFJJTkciIHZhbHVlPSJPY2NvcnJlIGFuY29yYSByaXNwb25kZXJlIGFkIGFsY3VuZSBkb21hbmRlIGRlbCBxdWl6LiYjeEE7JiN4QTtTZSBmYXRlIGNsaWMgc3UgU8OsLCB1c2NpcmV0ZSBkYWwgcXVpei4gRmF0ZSBjbGljIHN1IE5vIHBlciBjb250aW51YXJlIGlsIHF1aXouIi8+DQoJCTx1aXRleHQgbmFtZT0iSU5GT1JNQVRJT05fSDI2NF9GTEFTSFBMQVlFUiIgdmFsdWU9IkxhIHZlcnNpb25lIGRpIEZsYXNoIFBsYXllciBhdHR1YWxtZW50ZSBpbnN0YWxsYXRhIG5vbiBzdXBwb3J0YSBxdWVzdG8gdmlkZW8uIEZhdGUgY2xpYyBzdWxsJ2FyZWEgZGVsIHZpZGVvIHBlciBzY2FyaWNhcmUgbCd1bHRpbWEgdmVyc2lvbmUgZGkgRmxhc2ggUGxheWVy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Nb3N0cmEgYmFycmEgbGF0ZXJhbGUgYWkgcGFydGVjaXBhbnRpIi8+DQoJCTx1aXRleHQgbmFtZT0iTVVURSIgdmFsdWU9IkRpc2F0dGl2YSBhdWRpbyIvPg0KCQk8dWl0ZXh0IG5hbWU9IkRPQ1dSQVBfVElUTEUiIHZhbHVlPSJBbGxlZ2F0byBmaWxlIFByZXNlbnRlciIvPg0KCQk8dWl0ZXh0IG5hbWU9IkRPQ1dSQVBfTVNHIiB2YWx1ZT0iU2FsdmEgaW4gUmlzb3JzZSBkZWwgY29tcHV0ZXIiLz4NCgkJPHVpdGV4dCBuYW1lPSJET0NXUkFQX1BST01QVCIgdmFsdWU9IkNsaWMgcGVyIHNjYXJpY2FyZSIvPg0KCTwvbGFuZ3VhZ2U+DQoJPGxhbmd1YWdlIGlkPSJubC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JEaWEgJW4iLz4NCgkJPCEtLSBzdWJzdGl0dXRpb246ICVuID09IHNsaWRlIG51bWJlciAtLT4NCgkJPCEtLSBzdWJzdGl0dXRpb246ICV0ID09IHRvdGFsIHNsaWRlIGNvdW50IC0tPg0KCQk8dWl0ZXh0IG5hbWU9IlNDUlVCQkFSU1RBVFVTX1NMSURFSU5GTyIgdmFsdWU9IkRpYSAlbiAvICV0IHwgIi8+DQoJCTx1aXRleHQgbmFtZT0iU0NSVUJCQVJTVEFUVVNfU1RPUFBFRCIgdmFsdWU9Ikdlc3RvcHQiLz4NCgkJPHVpdGV4dCBuYW1lPSJTQ1JVQkJBUlNUQVRVU19QTEFZSU5HIiB2YWx1ZT0iQWZzcGVsZW4iLz4NCgkJPHVpdGV4dCBuYW1lPSJTQ1JVQkJBUlNUQVRVU19OT0FVRElPIiB2YWx1ZT0iR2VlbiBhdWRpbyIvPg0KCQk8dWl0ZXh0IG5hbWU9IlNDUlVCQkFSU1RBVFVTX1ZJRFBMQVlJTkciIHZhbHVlPSJWaWRlbyBhZnNwZWxlbiIvPg0KCQk8dWl0ZXh0IG5hbWU9IlNDUlVCQkFSU1RBVFVTX0xPQURJTkciIHZhbHVlPSJMYWRlbiIvPg0KCQk8dWl0ZXh0IG5hbWU9IlNDUlVCQkFSU1RBVFVTX0JVRkZFUklORyIgdmFsdWU9IkJ1ZmZlcmVuIi8+DQoJCTx1aXRleHQgbmFtZT0iU0NSVUJCQVJTVEFUVVNfUVVFU1RJT04iIHZhbHVlPSJWcmFhZyBtZXQgYW50d29vcmQiLz4NCgkJPHVpdGV4dCBuYW1lPSJTQ1JVQkJBUlNUQVRVU19SRVZJRVdRVUlaIiB2YWx1ZT0iUXVpeiBjb250cm9sZXJlbiIvPg0KCQk8IS0tIHN1YnN0aXR1dGlvbjogJW0gPT0gbWludXRlcyByZW1haW5pbmcgLS0+DQoJCTwhLS0gc3Vic3RpdHV0aW9uOiAlcyA9PSBzZWNvbmRzIHJlbWFpbmluZyAtLT4NCgkJPHVpdGV4dCBuYW1lPSJFTEFQU0VEIiB2YWx1ZT0iRXIgcmVzdGVyZW4gJW0gbWludXRlbiAlcyBzZWNvbmRlbiIvPg0KCQk8dWl0ZXh0IG5hbWU9Ik5PVEZPVU5EIiB2YWx1ZT0iTmlldHMgZ2V2b25kZW4iLz4NCgkJPHVpdGV4dCBuYW1lPSJBVFRBQ0hNRU5UUyIgdmFsdWU9IkJpamxhZ2VuIi8+DQoJCTwhLS0gc3Vic3RpdHV0aW9uOiAlcCA9PSBjdXJyZW50IHNwZWFrZXIncyB0aXRsZSAtLT4NCgkJPHVpdGV4dCBuYW1lPSJCSU9XSU5fVElUTEUiIHZhbHVlPSJCaW9ncmFmaWU6ICVwIi8+DQoJCTx1aXRleHQgbmFtZT0iQklPQlROX1RJVExFIiB2YWx1ZT0iQmlvZ3JhZmllIi8+DQoJCTx1aXRleHQgbmFtZT0iRElWSURFUkJUTl9USVRMRSIgdmFsdWU9InwiLz4NCgkJPHVpdGV4dCBuYW1lPSJDT05UQUNUQlROX1RJVExFIiB2YWx1ZT0iQ29udGFjdCIvPg0KCQk8dWl0ZXh0IG5hbWU9IlRBQl9RVUlaIiB2YWx1ZT0iUXVpeiIvPg0KCQk8dWl0ZXh0IG5hbWU9IlRBQl9PVVRMSU5FIiB2YWx1ZT0iT3ZlcnppY2h0Ii8+DQoJCTx1aXRleHQgbmFtZT0iVEFCX1RIVU1CIiB2YWx1ZT0iTWluaWF0dXVyIi8+DQoJCTx1aXRleHQgbmFtZT0iVEFCX05PVEVTIiB2YWx1ZT0iTm90aXRpZXMiLz4NCgkJPHVpdGV4dCBuYW1lPSJUQUJfU0VBUkNIIiB2YWx1ZT0iWm9la2VuIi8+DQoJCTx1aXRleHQgbmFtZT0iU0xJREVfSEVBRElORyIgdmFsdWU9IlRpdGVsIHZhbiBkaWEiLz4NCgkJPHVpdGV4dCBuYW1lPSJEVVJBVElPTl9IRUFESU5HIiB2YWx1ZT0iRHV1ciIvPg0KCQk8dWl0ZXh0IG5hbWU9IlNFQVJDSF9IRUFESU5HIiB2YWx1ZT0iWm9la2VuIG5hYXIgdGVrc3Q6Ii8+DQoJCTx1aXRleHQgbmFtZT0iVEhVTUJfSEVBRElORyIgdmFsdWU9IkRpYSIvPg0KCQk8dWl0ZXh0IG5hbWU9IlRIVU1CX0lORk8iIHZhbHVlPSJUaXRlbC9kdXVyIHZhbiBkaWEiLz4NCgkJPHVpdGV4dCBuYW1lPSJBVFRBQ0hOQU1FX0hFQURJTkciIHZhbHVlPSJCZXN0YW5kc25hYW0iLz4NCgkJPHVpdGV4dCBuYW1lPSJBVFRBQ0hTSVpFX0hFQURJTkciIHZhbHVlPSJHcm9vdHRlIi8+DQoJCTx1aXRleHQgbmFtZT0iU0xJREVfTk9URVMiIHZhbHVlPSJEaWFub3RpdGllcyIvPg0KCQk8IS0tcXVpeiBwb2QgYW5kIG1lc3NhZ2UgYm94IHRleHRzLS0+DQoJCTx1aXRleHQgbmFtZT0iUVVJWlBPRF9RVUlaX0FUVEVNUFQiIHZhbHVlPSJRdWl6cG9naW5nOiIvPg0KCQk8dWl0ZXh0IG5hbWU9IlFVSVpQT0RfUVVJWl9BVFRFTVBUX1ZBTFVFIiB2YWx1ZT0iJW4gdmFuICV0Ii8+DQoJCTx1aXRleHQgbmFtZT0iUVVJWlBPRF9RVUlaX1NDT1JFIiB2YWx1ZT0iQmVoYWFsZGUgc2NvcmU6Ii8+DQoJCTx1aXRleHQgbmFtZT0iUVVJWlBPRF9RVUlaX1BBU1NTQ09SRSIgdmFsdWU9IlZvbGRvZW5kZSBzY29yZToiLz4NCgkJPHVpdGV4dCBuYW1lPSJRVUlaUE9EX1FVSVpfTUFYU0NPUkUiIHZhbHVlPSJNYXhpbWFhbCBoYWFsYmFyZSBzY29yZToiLz4NCgkJPHVpdGV4dCBuYW1lPSJRVUlaUE9EX1FVRVNBVE1QVF9TVFIiIHZhbHVlPSJQb2dpbmc6ICVuIHZhbiAldCIvPg0KCQk8dWl0ZXh0IG5hbWU9IlFVSVpQT0RfUVVFU1RZUEVfU1RSIiB2YWx1ZT0iVHlwZTogJXMiLz4NCgkJPHVpdGV4dCBuYW1lPSJRVUlaUE9EX1FVRVNUWVBFX0dSRCIgdmFsdWU9IlRlbHQgdm9vciBzY29yZSIvPg0KCQk8dWl0ZXh0IG5hbWU9IlFVSVpQT0RfUVVFU1RZUEVfU1ZZIiB2YWx1ZT0iRW5xdcOqdGUiLz4NCgkJPHVpdGV4dCBuYW1lPSJRVUlaUE9EX1FVSVpBVE1QVF9JTkYiIHZhbHVlPSJPbmJlcGVya3QiLz4NCgkJPHVpdGV4dCBuYW1lPSJRVUlaUE9EX1FVRVNBVE1QVF9JTkYiIHZhbHVlPSJPbmJlcGVya3QiLz4NCgkJPHVpdGV4dCBuYW1lPSJXQVJOSU5HTVNHX1lFU1NUUklORyIgdmFsdWU9IkphIi8+DQoJCTx1aXRleHQgbmFtZT0iV0FSTklOR01TR19OT1NUUklORyIgdmFsdWU9Ik5lZSIvPg0KCQk8dWl0ZXh0IG5hbWU9IldBUk5JTkdNU0dfVElUTEVTVFJJTkciIHZhbHVlPSJXYWFyc2NodXdpbmcgbWV0IGJldHJla2tpbmcgdG90IHF1aXpuYXZpZ2F0aWUiLz4NCgkJPHVpdGV4dCBuYW1lPSJXQVJOSU5HTVNHX01TR1NUUklORyIgdmFsdWU9IlUgaGVidCBuaWV0IGFsbGUgdnJhZ2VuIGluIGRlemUgcXVpeiBiZWFudHdvb3JkLiYjeEE7JiN4QTtLbGlrIG9wIEphIG9tIGRlIHF1aXogYWYgdGUgc2x1aXRlbi4gS2xpayBvcCBOZWUgb20gZGUgcXVpeiB2b29ydCB0ZSB6ZXR0ZW4uIi8+DQoJCTx1aXRleHQgbmFtZT0iSU5GT1JNQVRJT05fSDI2NF9GTEFTSFBMQVlFUiIgdmFsdWU9IkRlemUgdmlkZW8gd29yZHQgbmlldCBvbmRlcnN0ZXVuZCBkb29yIGRlIHZlcnNpZSB2YW4gRmxhc2ggUGxheWVyIGRpZSBtb21lbnRlZWwgb3AgdXcgY29tcHV0ZXIgaXMgZ2XDr25zdGFsbGVlcmQuIEtsaWsgaW4gZGUgdmlkZW8gb20gZGUgbmlldXdzdGUgRmxhc2ggUGxheWVyIHRlIGRvd25sb2FkZW4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lppanBhbmVlbCBhYW4gZGVlbG5lbWVycyB3ZWVyZ2V2ZW4iLz4NCgkJPHVpdGV4dCBuYW1lPSJNVVRFIiB2YWx1ZT0iRGVtcGVuIi8+DQoJCTx1aXRleHQgbmFtZT0iRE9DV1JBUF9USVRMRSIgdmFsdWU9IlByZXNlbnRlci1iZXN0YW5kc2JpamxhZ2UiLz4NCgkJPHVpdGV4dCBuYW1lPSJET0NXUkFQX01TRyIgdmFsdWU9Ik9wc2xhYW4gaW4gRGV6ZSBjb21wdXRlciIvPg0KCQk8dWl0ZXh0IG5hbWU9IkRPQ1dSQVBfUFJPTVBUIiB2YWx1ZT0iS2xpayBvbSB0ZSBkb3dubG9hZGVuIi8+DQoJPC9sYW5ndWFnZT4NCgk8bGFuZ3VhZ2UgaWQ9ImNuIj4NCgkJPCEtLSBmb3JtYXQgZm9yIHVpZm9udCB2YWx1ZSBpcyAiZm9udCxzaXplLGlzYm9sZCxpc2l0YWxpYyxpc3NoYWRvd2VkIiAtLT4NCgkJPHVpZm9udCBuYW1lPSJGT05UX1FVSVpaSU5HIiB2YWx1ZT0i5a6L5L2TLTE4MDMwLDEwLGZhbHNlLGZhbHNlLGZhbHNlIi8+DQoJCTx1aWZvbnQgbmFtZT0iRk9OVF9TQ1JVQlNUQVRVUyIgdmFsdWU9IuWui+S9ky0xODAzMCwxMCx0cnVlLGZhbHNlLHRydWUiLz4NCgkJPHVpZm9udCBuYW1lPSJGT05UX1NDUlVCVElNRSIgdmFsdWU9IuWui+S9ky0xODAzMCwxMCxmYWxzZSxmYWxzZSx0cnVlIi8+DQoJCTx1aWZvbnQgbmFtZT0iRk9OVF9FTEFQU0VEVElNRSIgdmFsdWU9IuWui+S9ky0xODAzMCwxMCx0cnVlLGZhbHNlLHRydWUiLz4NCgkJPHVpZm9udCBuYW1lPSJGT05UX1VUSUxTTUVOVSIgdmFsdWU9IuWui+S9ky0xODAzMCwxMCx0cnVlLGZhbHNlLGZhbHNlIi8+DQoJCTx1aWZvbnQgbmFtZT0iRk9OVF9UQUJTIiB2YWx1ZT0i5a6L5L2TLTE4MDMwLDE0LHRydWUsZmFsc2UsdHJ1ZSIvPg0KCQk8dWlmb250IG5hbWU9IkZPTlRfUFJFU0VOVEFUSU9OTkFNRSIgdmFsdWU9IuWui+S9ky0xODAzMCwxNCxmYWxzZSxmYWxzZSx0cnVlIi8+DQoJCTx1aWZvbnQgbmFtZT0iRk9OVF9QUkVTRU5URVJOQU1FIiB2YWx1ZT0i5a6L5L2TLTE4MDMwLDE0LHRydWUsZmFsc2UsdHJ1ZSIvPg0KCQk8dWlmb250IG5hbWU9IkZPTlRfUFJFU0VOVEVSVElUTEUiIHZhbHVlPSLlrovkvZMtMTgwMzAsMTMsZmFsc2UsZmFsc2UsdHJ1ZSIvPg0KCQk8dWlmb250IG5hbWU9IkZPTlRfQklPQlROIiB2YWx1ZT0i5a6L5L2TLTE4MDMwLDEwLGZhbHNlLGZhbHNlLHRydWUiLz4NCgkJPHVpZm9udCBuYW1lPSJGT05UX05PVEVTIiB2YWx1ZT0i5a6L5L2TLTE4MDMwLDEyLGZhbHNlLGZhbHNlLGZhbHNlIi8+DQoJCTx1aWZvbnQgbmFtZT0iRk9OVF9PVVRMSU5FIiB2YWx1ZT0i5a6L5L2TLTE4MDMwLDEyLGZhbHNlLGZhbHNlLHRydWUiLz4NCgkJPHVpZm9udCBuYW1lPSJGT05UX1NFQVJDSCIgdmFsdWU9IuWui+S9ky0xODAzMCwxMixmYWxzZSxmYWxzZSx0cnVlIi8+DQoJCTx1aWZvbnQgbmFtZT0iRk9OVF9USFVNQiIgdmFsdWU9IuWui+S9ky0xODAzMCwxMCxmYWxzZSxmYWxzZSx0cnVlIi8+DQoJCTx1aWZvbnQgbmFtZT0iRk9OVF9CSU9XSU4iIHZhbHVlPSLlrovkvZMtMTgwMzAsMTIsZmFsc2UsZmFsc2UsZmFsc2UiLz4NCgkJPHVpZm9udCBuYW1lPSJGT05UX0xJU1RIRUFESU5HIiB2YWx1ZT0i5a6L5L2TLTE4MDMwLDEwLGZhbHNlLGZhbHNlLGZhbHNlIi8+DQoJCTx1aWZvbnQgbmFtZT0iRk9OVF9XSU5USVRMRSIgdmFsdWU9IuWui+S9ky0xODAzMCwxMCxmYWxzZSxmYWxzZSx0cnVlIi8+DQoJCTx1aWZvbnQgbmFtZT0iRk9OVF9BVFRBQ0hNRU5UUyIgdmFsdWU9IuWui+S9ky0xODAzMCwxMixmYWxzZSxmYWxzZSx0cnVlIi8+DQoJCTwhLS1xdWl6IHBvZCBhbmQgbWVzc2FnZSBib3ggdGV4dCBmb250cy0tPg0KCQk8dWlmb250IG5hbWU9IkZPTlRfTVNHQk9YX1dJTlRJVExFIiB2YWx1ZT0i5a6L5L2TLTE4MDMwLDEyLHRydWUsZmFsc2UsdHJ1ZSIvPg0KCQk8dWlmb250IG5hbWU9IkZPTlRfTVNHQk9YX01TRyIgdmFsdWU9IuWui+S9ky0xODAzMCwxMixmYWxzZSxmYWxzZSx0cnVlIi8+DQoJCTx1aWZvbnQgbmFtZT0iRk9OVF9NU0dCT1hfT1BUSU9OUyIgdmFsdWU9IuWui+S9ky0xODAzMCwxMCx0cnVlLGZhbHNlLHRydWUiLz4NCgkJPHVpZm9udCBuYW1lPSJGT05UX1FVSVpQT0RfUVVJWl9USVRMRSIgdmFsdWU9IuWui+S9ky0xODAzMCwxMix0cnVlLGZhbHNlLHRydWUiLz4NCgkJPHVpZm9udCBuYW1lPSJGT05UX1FVSVpQT0RfUVVJWl9BVFRFTVBUIiB2YWx1ZT0i5a6L5L2TLTE4MDMwLDEwLGZhbHNlLGZhbHNlLHRydWUiLz4NCgkJPHVpZm9udCBuYW1lPSJGT05UX1FVSVpQT0RfUVVJWl9BVFRFTVBUX1ZBTFVFIiB2YWx1ZT0i5a6L5L2TLTE4MDMwLDEwLHRydWUsZmFsc2UsdHJ1ZSIvPg0KCQk8dWlmb250IG5hbWU9IkZPTlRfUVVJWlBPRF9RVUVTVElPTl9TQ09SRSIgdmFsdWU9IuWui+S9ky0xODAzMCwxMCxmYWxzZSxmYWxzZSx0cnVlIi8+DQoJCTx1aWZvbnQgbmFtZT0iRk9OVF9RVUlaUE9EX1FVRVNUSU9OX1NDT1JFX1ZBTFVFIiB2YWx1ZT0i5a6L5L2TLTE4MDMwLDEwLHRydWUsZmFsc2UsdHJ1ZSIvPg0KCQk8dWlmb250IG5hbWU9IkZPTlRfUVVJWlBPRF9RVUVTVElPTl9BVFRFTVBUIiB2YWx1ZT0i5a6L5L2TLTE4MDMwLDEwLGZhbHNlLGZhbHNlLHRydWUiLz4NCgkJPHVpZm9udCBuYW1lPSJGT05UX1FVSVpQT0RfUVVFU1RJT05fQVRURU1QVF9WQUxVRSIgdmFsdWU9IuWui+S9ky0xODAzMCwxMCx0cnVlLGZhbHNlLHRydWUiLz4NCgkJPHVpZm9udCBuYW1lPSJGT05UX1FVSVpQT0RfUVVFU1RJT05fVEFHIiB2YWx1ZT0i5a6L5L2TLTE4MDMwLDEyLHRydWUsZmFsc2UsdHJ1ZSIvPg0KCQk8dWlmb250IG5hbWU9IkZPTlRfUVVJWlBPRF9RVUlaX1FVRVNUSU9OX0NPVU5UIiB2YWx1ZT0i5a6L5L2TLTE4MDMwLDEwLGZhbHNlLGZhbHNlLHRydWUiLz4NCgkJPHVpZm9udCBuYW1lPSJGT05UX1FVSVpQT0RfUVVJWl9RVUVTVElPTl9DT1VOVF9WQUxVRSIgdmFsdWU9IuWui+S9ky0xODAzMCwxMCx0cnVlLGZhbHNlLHRydWUiLz4NCgkJPHVpZm9udCBuYW1lPSJGT05UX1FVSVpQT0RfUVVJWl9RVUVTVElPTl9BVFRFTVBURUQiIHZhbHVlPSLlrovkvZMtMTgwMzAsMTAsZmFsc2UsZmFsc2UsdHJ1ZSIvPg0KCQk8dWlmb250IG5hbWU9IkZPTlRfUVVJWlBPRF9RVUlaX1FVRVNUSU9OX0FUVEVNUFRFRF9WQUxVRSIgdmFsdWU9IuWui+S9ky0xODAzMCwxMCx0cnVlLGZhbHNlLHRydWUiLz4NCgkJPHVpZm9udCBuYW1lPSJGT05UX1FVSVpQT0RfUVVJWl9TQ09SRV9UQUciIHZhbHVlPSLlrovkvZMtMTgwMzAsMTIsdHJ1ZSxmYWxzZSx0cnVlIi8+DQoJCTx1aWZvbnQgbmFtZT0iRk9OVF9RVUlaUE9EX1FVSVpfU0NPUkUiIHZhbHVlPSLlrovkvZMtMTgwMzAsMTAsZmFsc2UsZmFsc2UsdHJ1ZSIvPg0KCQk8dWlmb250IG5hbWU9IkZPTlRfUVVJWlBPRF9RVUlaX1NDT1JFX1ZBTFVFIiB2YWx1ZT0i5a6L5L2TLTE4MDMwLDEwLHRydWUsZmFsc2UsdHJ1ZSIvPg0KCQk8dWlmb250IG5hbWU9IkZPTlRfUVVJWlBPRF9RVUlaX01BWFNDT1JFIiB2YWx1ZT0i5a6L5L2TLTE4MDMwLDEwLGZhbHNlLGZhbHNlLHRydWUiLz4NCgkJPHVpZm9udCBuYW1lPSJGT05UX1FVSVpQT0RfUVVJWl9NQVhTQ09SRV9WQUxVRSIgdmFsdWU9IuWui+S9ky0xODAzMCwxMCx0cnVlLGZhbHNlLHRydWUiLz4NCgkJPHVpZm9udCBuYW1lPSJGT05UX1FVSVpQT0RfUVVJWl9QQVNTU0NPUkUiIHZhbHVlPSLlrovkvZMtMTgwMzAsMTAsZmFsc2UsZmFsc2UsdHJ1ZSIvPg0KCQk8dWlmb250IG5hbWU9IkZPTlRfUVVJWlBPRF9RVUlaX1BBU1NTQ09SRV9WQUxVRSIgdmFsdWU9IuWui+S9ky0xODAzMCwxMCx0cnVlLGZhbHNlLHRydWUiLz4NCgkJPCEtLSB1aXRleHQgLS0+DQoJCTwhLS0gc3Vic3RpdHV0aW9uOiAlbiA9PSBzbGlkZSBudW1iZXIgLS0+DQoJCTx1aXRleHQgbmFtZT0iVU5OQU1FRFNMSURFVElUTEUiIHZhbHVlPSLlubvnga/niYcgJW4iLz4NCgkJPCEtLSBzdWJzdGl0dXRpb246ICVuID09IHNsaWRlIG51bWJlciAtLT4NCgkJPCEtLSBzdWJzdGl0dXRpb246ICV0ID09IHRvdGFsIHNsaWRlIGNvdW50IC0tPg0KCQk8dWl0ZXh0IG5hbWU9IlNDUlVCQkFSU1RBVFVTX1NMSURFSU5GTyIgdmFsdWU9IuW5u+eBr+eJhyAlbiAvICV0IHwgIi8+DQoJCTx1aXRleHQgbmFtZT0iU0NSVUJCQVJTVEFUVVNfU1RPUFBFRCIgdmFsdWU9IuW3suWBnOatoiIvPg0KCQk8dWl0ZXh0IG5hbWU9IlNDUlVCQkFSU1RBVFVTX1BMQVlJTkciIHZhbHVlPSLmraPlnKjmkq3mlL4iLz4NCgkJPHVpdGV4dCBuYW1lPSJTQ1JVQkJBUlNUQVRVU19OT0FVRElPIiB2YWx1ZT0i5peg6Z+z6aKRIi8+DQoJCTx1aXRleHQgbmFtZT0iU0NSVUJCQVJTVEFUVVNfVklEUExBWUlORyIgdmFsdWU9IuinhumikeaSreaUviIvPg0KCQk8dWl0ZXh0IG5hbWU9IlNDUlVCQkFSU1RBVFVTX0xPQURJTkciIHZhbHVlPSLmraPlnKjovb3lhaUiLz4NCgkJPHVpdGV4dCBuYW1lPSJTQ1JVQkJBUlNUQVRVU19CVUZGRVJJTkciIHZhbHVlPSLmraPlnKjov5vooYznvJPlhrLlpITnkIYiLz4NCgkJPHVpdGV4dCBuYW1lPSJTQ1JVQkJBUlNUQVRVU19RVUVTVElPTiIgdmFsdWU9IuWbnuetlOmXrumimCIvPg0KCQk8dWl0ZXh0IG5hbWU9IlNDUlVCQkFSU1RBVFVTX1JFVklFV1FVSVoiIHZhbHVlPSLmraPlnKjlrqHpmIXmtYvpqowiLz4NCgkJPCEtLSBzdWJzdGl0dXRpb246ICVtID09IG1pbnV0ZXMgcmVtYWluaW5nIC0tPg0KCQk8IS0tIHN1YnN0aXR1dGlvbjogJXMgPT0gc2Vjb25kcyByZW1haW5pbmcgLS0+DQoJCTx1aXRleHQgbmFtZT0iRUxBUFNFRCIgdmFsdWU9IuWJqeS9mSAlbSDliIbpkp8gJXMg56eSIi8+DQoJCTx1aXRleHQgbmFtZT0iTk9URk9VTkQiIHZhbHVlPSLmnKrmib7liLDku7vkvZXlhoXlrrkiLz4NCgkJPHVpdGV4dCBuYW1lPSJBVFRBQ0hNRU5UUyIgdmFsdWU9IumZhOS7tiIvPg0KCQk8IS0tIHN1YnN0aXR1dGlvbjogJXAgPT0gY3VycmVudCBzcGVha2VyJ3MgdGl0bGUgLS0+DQoJCTx1aXRleHQgbmFtZT0iQklPV0lOX1RJVExFIiB2YWx1ZT0i5Liq5Lq6566A5LuLOiAlcCIvPg0KCQk8dWl0ZXh0IG5hbWU9IkJJT0JUTl9USVRMRSIgdmFsdWU9IuS4quS6uueugOS7iyIvPg0KCQk8dWl0ZXh0IG5hbWU9IkRJVklERVJCVE5fVElUTEUiIHZhbHVlPSJ8Ii8+DQoJCTx1aXRleHQgbmFtZT0iQ09OVEFDVEJUTl9USVRMRSIgdmFsdWU9IuiBlOezu+aWueW8jyIvPg0KCQk8dWl0ZXh0IG5hbWU9IlRBQl9RVUlaIiB2YWx1ZT0i5rWL6aqMIi8+DQoJCTx1aXRleHQgbmFtZT0iVEFCX09VVExJTkUiIHZhbHVlPSLlpKfnurIiLz4NCgkJPHVpdGV4dCBuYW1lPSJUQUJfVEhVTUIiIHZhbHVlPSLnvKnnlaXlm74iLz4NCgkJPHVpdGV4dCBuYW1lPSJUQUJfTk9URVMiIHZhbHVlPSLlpIfms6giLz4NCgkJPHVpdGV4dCBuYW1lPSJUQUJfU0VBUkNIIiB2YWx1ZT0i5pCc57SiIi8+DQoJCTx1aXRleHQgbmFtZT0iU0xJREVfSEVBRElORyIgdmFsdWU9IuW5u+eBr+eJh+agh+mimCIvPg0KCQk8dWl0ZXh0IG5hbWU9IkRVUkFUSU9OX0hFQURJTkciIHZhbHVlPSLmjIHnu63ml7bpl7QiLz4NCgkJPHVpdGV4dCBuYW1lPSJTRUFSQ0hfSEVBRElORyIgdmFsdWU9IuaQnOe0ouaWh+acrDoiLz4NCgkJPHVpdGV4dCBuYW1lPSJUSFVNQl9IRUFESU5HIiB2YWx1ZT0i5bm754Gv54mHIi8+DQoJCTx1aXRleHQgbmFtZT0iVEhVTUJfSU5GTyIgdmFsdWU9IuW5u+eBr+eJh+agh+mimC/mjIHnu63ml7bpl7QiLz4NCgkJPHVpdGV4dCBuYW1lPSJBVFRBQ0hOQU1FX0hFQURJTkciIHZhbHVlPSLmlofku7blkI0iLz4NCgkJPHVpdGV4dCBuYW1lPSJBVFRBQ0hTSVpFX0hFQURJTkciIHZhbHVlPSLlpKflsI8iLz4NCgkJPHVpdGV4dCBuYW1lPSJTTElERV9OT1RFUyIgdmFsdWU9IuW5u+eBr+eJh+Wkh+azqCIvPg0KCQk8IS0tcXVpeiBwb2QgYW5kIG1lc3NhZ2UgYm94IHRleHRzLS0+DQoJCTx1aXRleHQgbmFtZT0iUVVJWlBPRF9RVUlaX0FUVEVNUFQiIHZhbHVlPSLmtYvpqozlsJ3or5XmrKHmlbA6Ii8+DQoJCTx1aXRleHQgbmFtZT0iUVVJWlBPRF9RVUlaX0FUVEVNUFRfVkFMVUUiIHZhbHVlPSLnrKwgJW4g5qyh77yM5YWxICV0IOasoSIvPg0KCQk8dWl0ZXh0IG5hbWU9IlFVSVpQT0RfUVVJWl9TQ09SRSIgdmFsdWU9IuW+l+WIhjoiLz4NCgkJPHVpdGV4dCBuYW1lPSJRVUlaUE9EX1FVSVpfUEFTU1NDT1JFIiB2YWx1ZT0i5Y+K5qC85YiG5pWwOiIvPg0KCQk8dWl0ZXh0IG5hbWU9IlFVSVpQT0RfUVVJWl9NQVhTQ09SRSIgdmFsdWU9IuacgOmrmOWIhuaVsDoiLz4NCgkJPHVpdGV4dCBuYW1lPSJRVUlaUE9EX1FVRVNBVE1QVF9TVFIiIHZhbHVlPSLlsJ3or5XmrKHmlbA6IOesrCAlbiDmrKHvvIzlhbEgJXQg5qyhIi8+DQoJCTx1aXRleHQgbmFtZT0iUVVJWlBPRF9RVUVTVFlQRV9TVFIiIHZhbHVlPSLnsbvlnos6ICVzIi8+DQoJCTx1aXRleHQgbmFtZT0iUVVJWlBPRF9RVUVTVFlQRV9HUkQiIHZhbHVlPSLor4TnuqciLz4NCgkJPHVpdGV4dCBuYW1lPSJRVUlaUE9EX1FVRVNUWVBFX1NWWSIgdmFsdWU9Iuiwg+afpSIvPg0KCQk8dWl0ZXh0IG5hbWU9IlFVSVpQT0RfUVVJWkFUTVBUX0lORiIgdmFsdWU9IuaXoOmZkCIvPg0KCQk8dWl0ZXh0IG5hbWU9IlFVSVpQT0RfUVVFU0FUTVBUX0lORiIgdmFsdWU9IuaXoOmZkCIvPg0KCQk8dWl0ZXh0IG5hbWU9IldBUk5JTkdNU0dfWUVTU1RSSU5HIiB2YWx1ZT0i5pivIi8+DQoJCTx1aXRleHQgbmFtZT0iV0FSTklOR01TR19OT1NUUklORyIgdmFsdWU9IuWQpiIvPg0KCQk8dWl0ZXh0IG5hbWU9IldBUk5JTkdNU0dfVElUTEVTVFJJTkciIHZhbHVlPSLmtYvpqozlr7zoiKrorablkYoiLz4NCgkJPHVpdGV4dCBuYW1lPSJXQVJOSU5HTVNHX01TR1NUUklORyIgdmFsdWU9IuatpOa1i+mqjOS4reacieacquWwneivleS9nOetlOeahOmXrumimOOAgiYjeEE7JiN4QTvljZXlh7vigJzmmK/igJ3pgIDlh7rmraTmtYvpqozjgILljZXlh7vigJzlkKbigJ3nu6fnu63mtYvpqozjgIIiLz4NCgkJPHVpdGV4dCBuYW1lPSJJTkZPUk1BVElPTl9IMjY0X0ZMQVNIUExBWUVSIiB2YWx1ZT0i5b2T5YmN5a6J6KOF5Zyo5oKo55qE6K6h566X5py65LiK55qEIEZsYXNoIFBsYXllciDniYjmnKzkuI3mlK/mjIHor6Xop4bpopHjgILljZXlh7vop4bpopHljLrln5/kuIvovb3mnIDmlrDniYjmnKznmoQgRmxhc2ggUGxheWVy44CC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uWQkeWPguWKoOiAheaYvuekuuaPkOimgeagjyIvPg0KCQk8dWl0ZXh0IG5hbWU9Ik1VVEUiIHZhbHVlPSLpnZnpn7MiLz4NCgkJPHVpdGV4dCBuYW1lPSJET0NXUkFQX1RJVExFIiB2YWx1ZT0iUHJlc2VudGVyIOaWh+S7tumZhOS7tiIvPg0KCQk8dWl0ZXh0IG5hbWU9IkRPQ1dSQVBfTVNHIiB2YWx1ZT0i5L+d5a2Y5Yiw5oiR55qE6K6h566X5py6Ii8+DQoJCTx1aXRleHQgbmFtZT0iRE9DV1JBUF9QUk9NUFQiIHZhbHVlPSLljZXlh7vku6XkuIvovb0iLz4NCgk8L2xhbmd1YWdlPg0KCTxsYW5ndWFnZSBpZD0idHIiPg0KCQk8IS0tIGZvcm1hdCBmb3IgdWlmb250IHZhbHVlIGlzICJmb250LHNpemUsaXNib2xkLGlzaXRhbGljLGlzc2hhZG93ZWQiIC0tPg0KCQk8dWlmb250IG5hbWU9IkZPTlRfUVVJWlpJTkciIHZhbHVlPSJWZXJkYW5hLDksZmFsc2UsZmFsc2UsZmFsc2UiLz4NCgkJPHVpZm9udCBuYW1lPSJGT05UX1NDUlVCU1RBVFVTIiB2YWx1ZT0iVmVyZGFuYSw5LHRydWUsZmFsc2UsdHJ1ZSIvPg0KCQk8dWlmb250IG5hbWU9IkZPTlRfU0NSVUJUSU1FIiB2YWx1ZT0iVmVyZGFuYSw5LGZhbHNlLGZhbHNlLHRydWUiLz4NCgkJPHVpZm9udCBuYW1lPSJGT05UX0VMQVBTRURUSU1FIiB2YWx1ZT0iVmVyZGFuYSw5LHRydWUsZmFsc2UsdHJ1ZSIvPg0KCQk8dWlmb250IG5hbWU9IkZPTlRfVVRJTFNNRU5VIiB2YWx1ZT0iVmVyZGFuYSw5LHRydWUsZmFsc2UsZmFsc2UiLz4NCgkJPHVpZm9udCBuYW1lPSJGT05UX1RBQlMiIHZhbHVlPSJWZXJkYW5hLDksdHJ1ZSxmYWxzZSx0cnVlIi8+DQoJCTx1aWZvbnQgbmFtZT0iRk9OVF9QUkVTRU5UQVRJT05OQU1FIiB2YWx1ZT0iVmVyZGFuYSwxNCxmYWxzZSxmYWxzZSx0cnVlIi8+DQoJCTx1aWZvbnQgbmFtZT0iRk9OVF9QUkVTRU5URVJOQU1FIiB2YWx1ZT0iVmVyZGFuYSwxMCx0cnVlLGZhbHNlLHRydWUiLz4NCgkJPHVpZm9udCBuYW1lPSJGT05UX1BSRVNFTlRFUlRJVExFIiB2YWx1ZT0iVmVyZGFuYSwxMCxmYWxzZSxmYWxzZSx0cnVlIi8+DQoJCTx1aWZvbnQgbmFtZT0iRk9OVF9CSU9CVE4iIHZhbHVlPSJWZXJkYW5hLDEwLGZhbHNlLGZhbHNlLHRydWUiLz4NCgkJPHVpZm9udCBuYW1lPSJGT05UX05PVEVTIiB2YWx1ZT0iVmVyZGFuYSwxMSxmYWxzZSxmYWxzZSxmYWxzZSIvPg0KCQk8dWlmb250IG5hbWU9IkZPTlRfT1VUTElORSIgdmFsdWU9IlZlcmRhbmEsMTEsZmFsc2UsZmFsc2UsdHJ1ZSIvPg0KCQk8dWlmb250IG5hbWU9IkZPTlRfU0VBUkNIIiB2YWx1ZT0iVmVyZGFuYSwxMSxmYWxzZSxmYWxzZSx0cnVlIi8+DQoJCTx1aWZvbnQgbmFtZT0iRk9OVF9USFVNQiIgdmFsdWU9IlZlcmRhbmEsOSxmYWxzZSxmYWxzZSx0cnVlIi8+DQoJCTx1aWZvbnQgbmFtZT0iRk9OVF9CSU9XSU4iIHZhbHVlPSJWZXJkYW5hLDExLGZhbHNlLGZhbHNlLGZhbHNlIi8+DQoJCTx1aWZvbnQgbmFtZT0iRk9OVF9MSVNUSEVBRElORyIgdmFsdWU9IlZlcmRhbmEsOSxmYWxzZSxmYWxzZSxmYWxzZSIvPg0KCQk8dWlmb250IG5hbWU9IkZPTlRfV0lOVElUTEUiIHZhbHVlPSJWZXJkYW5hLDksZmFsc2UsZmFsc2UsdHJ1ZSIvPg0KCQk8dWlmb250IG5hbWU9IkZPTlRfQVRUQUNITUVOVFMiIHZhbHVlPSJWZXJkYW5hLDExLGZhbHNlLGZhbHNlLHRydWUiLz4NCgkJPCEtLXF1aXogcG9kIGFuZCBtZXNzYWdlIGJveCB0ZXh0IGZvbnRzLS0+DQoJCTx1aWZvbnQgbmFtZT0iRk9OVF9NU0dCT1hfV0lOVElUTEUiIHZhbHVlPSJWZXJkYW5hLDExLHRydWUsZmFsc2UsdHJ1ZSIvPg0KCQk8dWlmb250IG5hbWU9IkZPTlRfTVNHQk9YX01TRyIgdmFsdWU9IlZlcmRhbmEsMTEsZmFsc2UsZmFsc2UsdHJ1ZSIvPg0KCQk8dWlmb250IG5hbWU9IkZPTlRfTVNHQk9YX09QVElPTlMiIHZhbHVlPSJWZXJkYW5hLDksdHJ1ZSxmYWxzZSx0cnVlIi8+DQoJCTx1aWZvbnQgbmFtZT0iRk9OVF9RVUlaUE9EX1FVSVpfVElUTEUiIHZhbHVlPSJWZXJkYW5hLDExLHRydWUsZmFsc2UsdHJ1ZSIvPg0KCQk8dWlmb250IG5hbWU9IkZPTlRfUVVJWlBPRF9RVUlaX0FUVEVNUFQiIHZhbHVlPSJWZXJkYW5hLDksZmFsc2UsZmFsc2UsdHJ1ZSIvPg0KCQk8dWlmb250IG5hbWU9IkZPTlRfUVVJWlBPRF9RVUlaX0FUVEVNUFRfVkFMVUUiIHZhbHVlPSJWZXJkYW5hLDksdHJ1ZSxmYWxzZSx0cnVlIi8+DQoJCTx1aWZvbnQgbmFtZT0iRk9OVF9RVUlaUE9EX1FVRVNUSU9OX1NDT1JFIiB2YWx1ZT0iVmVyZGFuYSw5LGZhbHNlLGZhbHNlLHRydWUiLz4NCgkJPHVpZm9udCBuYW1lPSJGT05UX1FVSVpQT0RfUVVFU1RJT05fU0NPUkVfVkFMVUUiIHZhbHVlPSJWZXJkYW5hLDksdHJ1ZSxmYWxzZSx0cnVlIi8+DQoJCTx1aWZvbnQgbmFtZT0iRk9OVF9RVUlaUE9EX1FVRVNUSU9OX0FUVEVNUFQiIHZhbHVlPSJWZXJkYW5hLDksZmFsc2UsZmFsc2UsdHJ1ZSIvPg0KCQk8dWlmb250IG5hbWU9IkZPTlRfUVVJWlBPRF9RVUVTVElPTl9BVFRFTVBUX1ZBTFVFIiB2YWx1ZT0iVmVyZGFuYSw5LHRydWUsZmFsc2UsdHJ1ZSIvPg0KCQk8dWlmb250IG5hbWU9IkZPTlRfUVVJWlBPRF9RVUVTVElPTl9UQUciIHZhbHVlPSJWZXJkYW5hLDExLHRydWUsZmFsc2UsdHJ1ZSIvPg0KCQk8dWlmb250IG5hbWU9IkZPTlRfUVVJWlBPRF9RVUlaX1FVRVNUSU9OX0NPVU5UIiB2YWx1ZT0iVmVyZGFuYSw5LGZhbHNlLGZhbHNlLHRydWUiLz4NCgkJPHVpZm9udCBuYW1lPSJGT05UX1FVSVpQT0RfUVVJWl9RVUVTVElPTl9DT1VOVF9WQUxVRSIgdmFsdWU9IlZlcmRhbmEsOSx0cnVlLGZhbHNlLHRydWUiLz4NCgkJPHVpZm9udCBuYW1lPSJGT05UX1FVSVpQT0RfUVVJWl9RVUVTVElPTl9BVFRFTVBURUQiIHZhbHVlPSJWZXJkYW5hLDksZmFsc2UsZmFsc2UsdHJ1ZSIvPg0KCQk8dWlmb250IG5hbWU9IkZPTlRfUVVJWlBPRF9RVUlaX1FVRVNUSU9OX0FUVEVNUFRFRF9WQUxVRSIgdmFsdWU9IlZlcmRhbmEsOSx0cnVlLGZhbHNlLHRydWUiLz4NCgkJPHVpZm9udCBuYW1lPSJGT05UX1FVSVpQT0RfUVVJWl9TQ09SRV9UQUciIHZhbHVlPSJWZXJkYW5hLDExLHRydWUsZmFsc2UsdHJ1ZSIvPg0KCQk8dWlmb250IG5hbWU9IkZPTlRfUVVJWlBPRF9RVUlaX1NDT1JFIiB2YWx1ZT0iVmVyZGFuYSw5LGZhbHNlLGZhbHNlLHRydWUiLz4NCgkJPHVpZm9udCBuYW1lPSJGT05UX1FVSVpQT0RfUVVJWl9TQ09SRV9WQUxVRSIgdmFsdWU9IlZlcmRhbmEsOSx0cnVlLGZhbHNlLHRydWUiLz4NCgkJPHVpZm9udCBuYW1lPSJGT05UX1FVSVpQT0RfUVVJWl9NQVhTQ09SRSIgdmFsdWU9IlZlcmRhbmEsOSxmYWxzZSxmYWxzZSx0cnVlIi8+DQoJCTx1aWZvbnQgbmFtZT0iRk9OVF9RVUlaUE9EX1FVSVpfTUFYU0NPUkVfVkFMVUUiIHZhbHVlPSJWZXJkYW5hLDksdHJ1ZSxmYWxzZSx0cnVlIi8+DQoJCTx1aWZvbnQgbmFtZT0iRk9OVF9RVUlaUE9EX1FVSVpfUEFTU1NDT1JFIiB2YWx1ZT0iVmVyZGFuYSw5LGZhbHNlLGZhbHNlLHRydWUiLz4NCgkJPHVpZm9udCBuYW1lPSJGT05UX1FVSVpQT0RfUVVJWl9QQVNTU0NPUkVfVkFMVUUiIHZhbHVlPSJWZXJkYW5hLDksdHJ1ZSxmYWxzZSx0cnVlIi8+DQoJCTwhLS0gdWl0ZXh0IC0tPg0KCQk8IS0tIHN1YnN0aXR1dGlvbjogJW4gPT0gc2xpZGUgbnVtYmVyIC0tPg0KCQk8dWl0ZXh0IG5hbWU9IlVOTkFNRURTTElERVRJVExFIiB2YWx1ZT0iU2xheXQgJW4iLz4NCgkJPCEtLSBzdWJzdGl0dXRpb246ICVuID09IHNsaWRlIG51bWJlciAtLT4NCgkJPCEtLSBzdWJzdGl0dXRpb246ICV0ID09IHRvdGFsIHNsaWRlIGNvdW50IC0tPg0KCQk8dWl0ZXh0IG5hbWU9IlNDUlVCQkFSU1RBVFVTX1NMSURFSU5GTyIgdmFsdWU9IlNsYXl0ICVuIC8gJXQgfCAiLz4NCgkJPHVpdGV4dCBuYW1lPSJTQ1JVQkJBUlNUQVRVU19TVE9QUEVEIiB2YWx1ZT0iRHVyZHVydWxkdSIvPg0KCQk8dWl0ZXh0IG5hbWU9IlNDUlVCQkFSU1RBVFVTX1BMQVlJTkciIHZhbHVlPSJPeW5hdMSxbMSxeW9yIi8+DQoJCTx1aXRleHQgbmFtZT0iU0NSVUJCQVJTVEFUVVNfTk9BVURJTyIgdmFsdWU9IlNlcyBZb2siLz4NCgkJPHVpdGV4dCBuYW1lPSJTQ1JVQkJBUlNUQVRVU19WSURQTEFZSU5HIiB2YWx1ZT0iVmlkZW8gT3luYXTEsWzEsXlvciIvPg0KCQk8dWl0ZXh0IG5hbWU9IlNDUlVCQkFSU1RBVFVTX0xPQURJTkciIHZhbHVlPSJZw7xrbGVuaXlvciIvPg0KCQk8dWl0ZXh0IG5hbWU9IlNDUlVCQkFSU1RBVFVTX0JVRkZFUklORyIgdmFsdWU9IkFyYWJlbGxlxJ9lIEFsxLFuxLF5b3IiLz4NCgkJPHVpdGV4dCBuYW1lPSJTQ1JVQkJBUlNUQVRVU19RVUVTVElPTiIgdmFsdWU9IlNvcnV5dSBZYW7EsXRsYSIvPg0KCQk8dWl0ZXh0IG5hbWU9IlNDUlVCQkFSU1RBVFVTX1JFVklFV1FVSVoiIHZhbHVlPSJTxLFuYXYgxLBuY2VsZW5peW9yIi8+DQoJCTwhLS0gc3Vic3RpdHV0aW9uOiAlbSA9PSBtaW51dGVzIHJlbWFpbmluZyAtLT4NCgkJPCEtLSBzdWJzdGl0dXRpb246ICVzID09IHNlY29uZHMgcmVtYWluaW5nIC0tPg0KCQk8dWl0ZXh0IG5hbWU9IkVMQVBTRUQiIHZhbHVlPSIlbSBEYWtpa2EgJXMgU2FuaXllIEthbGTEsSIvPg0KCQk8dWl0ZXh0IG5hbWU9Ik5PVEZPVU5EIiB2YWx1ZT0iSGVyaGFuZ2kgQmlyIMWeZXkgQnVsdW5tYWTEsSIvPg0KCQk8dWl0ZXh0IG5hbWU9IkFUVEFDSE1FTlRTIiB2YWx1ZT0iRWtsZXIiLz4NCgkJPCEtLSBzdWJzdGl0dXRpb246ICVwID09IGN1cnJlbnQgc3BlYWtlcidzIHRpdGxlIC0tPg0KCQk8dWl0ZXh0IG5hbWU9IkJJT1dJTl9USVRMRSIgdmFsdWU9IkJpbzogJXAiLz4NCgkJPHVpdGV4dCBuYW1lPSJCSU9CVE5fVElUTEUiIHZhbHVlPSJCaW8iLz4NCgkJPHVpdGV4dCBuYW1lPSJESVZJREVSQlROX1RJVExFIiB2YWx1ZT0ifCIvPg0KCQk8dWl0ZXh0IG5hbWU9IkNPTlRBQ1RCVE5fVElUTEUiIHZhbHVlPSLEsHJ0aWJhdCIvPg0KCQk8dWl0ZXh0IG5hbWU9IlRBQl9RVUlaIiB2YWx1ZT0iU8SxbmF2Ii8+DQoJCTx1aXRleHQgbmFtZT0iVEFCX09VVExJTkUiIHZhbHVlPSJBbmEgSGF0Ii8+DQoJCTx1aXRleHQgbmFtZT0iVEFCX1RIVU1CIiB2YWx1ZT0iUmVzaW0iLz4NCgkJPHVpdGV4dCBuYW1lPSJUQUJfTk9URVMiIHZhbHVlPSJOb3RsYXIiLz4NCgkJPHVpdGV4dCBuYW1lPSJUQUJfU0VBUkNIIiB2YWx1ZT0iQXJhIi8+DQoJCTx1aXRleHQgbmFtZT0iU0xJREVfSEVBRElORyIgdmFsdWU9IlNsYXl0IEJhxZ9sxLHEn8SxIi8+DQoJCTx1aXRleHQgbmFtZT0iRFVSQVRJT05fSEVBRElORyIgdmFsdWU9IlPDvHJlIi8+DQoJCTx1aXRleHQgbmFtZT0iU0VBUkNIX0hFQURJTkciIHZhbHVlPSJNZXRuaSBhcmE6Ii8+DQoJCTx1aXRleHQgbmFtZT0iVEhVTUJfSEVBRElORyIgdmFsdWU9IlNsYXl0Ii8+DQoJCTx1aXRleHQgbmFtZT0iVEhVTUJfSU5GTyIgdmFsdWU9IlNsYXl0IEJhxZ9sxLHEn8SxL1PDvHJlc2kiLz4NCgkJPHVpdGV4dCBuYW1lPSJBVFRBQ0hOQU1FX0hFQURJTkciIHZhbHVlPSJEb3N5YSBBZMSxIi8+DQoJCTx1aXRleHQgbmFtZT0iQVRUQUNIU0laRV9IRUFESU5HIiB2YWx1ZT0iQm95dXQiLz4NCgkJPHVpdGV4dCBuYW1lPSJTTElERV9OT1RFUyIgdmFsdWU9IlNsYXl0IE5vdGxhcsSxIi8+DQoJCTwhLS1xdWl6IHBvZCBhbmQgbWVzc2FnZSBib3ggdGV4dHMtLT4NCgkJPHVpdGV4dCBuYW1lPSJRVUlaUE9EX1FVSVpfQVRURU1QVCIgdmFsdWU9IlPEsW5hdiBEZW5lbWVzaToiLz4NCgkJPHVpdGV4dCBuYW1lPSJRVUlaUE9EX1FVSVpfQVRURU1QVF9WQUxVRSIgdmFsdWU9IiVuLyV0Ii8+DQoJCTx1aXRleHQgbmFtZT0iUVVJWlBPRF9RVUlaX1NDT1JFIiB2YWx1ZT0iUHVhbjoiLz4NCgkJPHVpdGV4dCBuYW1lPSJRVUlaUE9EX1FVSVpfUEFTU1NDT1JFIiB2YWx1ZT0iR2XDp21lIFB1YW7EsToiLz4NCgkJPHVpdGV4dCBuYW1lPSJRVUlaUE9EX1FVSVpfTUFYU0NPUkUiIHZhbHVlPSJNYWtzaW11bSBQdWFuOiIvPg0KCQk8dWl0ZXh0IG5hbWU9IlFVSVpQT0RfUVVFU0FUTVBUX1NUUiIgdmFsdWU9IkRlbmVtZTogJW4vJXQiLz4NCgkJPHVpdGV4dCBuYW1lPSJRVUlaUE9EX1FVRVNUWVBFX1NUUiIgdmFsdWU9IlTDvHI6ICVzIi8+DQoJCTx1aXRleHQgbmFtZT0iUVVJWlBPRF9RVUVTVFlQRV9HUkQiIHZhbHVlPSJCYXNhbWFrbMSxIi8+DQoJCTx1aXRleHQgbmFtZT0iUVVJWlBPRF9RVUVTVFlQRV9TVlkiIHZhbHVlPSJBbmtldCIvPg0KCQk8dWl0ZXh0IG5hbWU9IlFVSVpQT0RfUVVJWkFUTVBUX0lORiIgdmFsdWU9IlPEsW7EsXJzxLF6Ii8+DQoJCTx1aXRleHQgbmFtZT0iUVVJWlBPRF9RVUVTQVRNUFRfSU5GIiB2YWx1ZT0iU8SxbsSxcnPEsXoiLz4NCgkJPHVpdGV4dCBuYW1lPSJXQVJOSU5HTVNHX1lFU1NUUklORyIgdmFsdWU9IkV2ZXQiLz4NCgkJPHVpdGV4dCBuYW1lPSJXQVJOSU5HTVNHX05PU1RSSU5HIiB2YWx1ZT0iSGF5xLFyIi8+DQoJCTx1aXRleHQgbmFtZT0iV0FSTklOR01TR19USVRMRVNUUklORyIgdmFsdWU9IlPEsW5hdiBHZXppbm1lIFV5YXLEsXPEsSIvPg0KCQk8dWl0ZXh0IG5hbWU9IldBUk5JTkdNU0dfTVNHU1RSSU5HIiB2YWx1ZT0iQnUgU8SxbmF2ZGEgZGVuZW5tZW1pxZ8gc29ydWxhciB2YXIuJiN4QTsmI3hBO0V2ZXQgc2XDp2VuZcSfaW5pIHTEsWtsYXTEsXJzYW7EsXogU8SxbmF2ZGFuIMOnxLFrYWNha3PEsW7EsXouIFPEsW5hdmEgZGV2YW0gZXRtZWsgacOnaW4gSGF5xLFyIHNlw6dlbmXEn2luaSB0xLFrbGF0xLFuLiIvPg0KCQk8dWl0ZXh0IG5hbWU9IklORk9STUFUSU9OX0gyNjRfRkxBU0hQTEFZRVIiIHZhbHVlPSJCaWxnaXNheWFyxLFuxLF6YSB5w7xrbMO8IG9sYW4gZ2XDp2VybGkgRmxhc2ggUGxheWVyIHPDvHLDvG3DvCBidSB2aWRlb3l1IGRlc3Rla2xlbWl5b3IuIEVuIHNvbiBGbGFzaCBQbGF5ZXIgc8O8csO8bcO8bsO8IGluZGlybWVrIGnDp2luIHZpZGVvIGFsYW7EsW7EsSB0xLFrbGF0xLFuLiIvPg0KCQk8IS0tIHN1YnN0aXR1dGlvbjogJXAgPT0gcHJlc2VudGF0aW9uIHRpdGxlIC0tPg0KCQk8IS0tIHN1YnN0aXR1dGlvbjogJXMgPT0gc2xpZGUgdGl0bGUgLS0+DQoJCTwhLS0gc3Vic3RpdHV0aW9uOiAlbiA9PSBzbGlkZSBudW1iZXIgLS0+DQoJCTx1aXRleHQgbmFtZT0iQk9PS01BUksiIHZhbHVlPSJBZG9iZSBQcmVzZW50ZXIgLSAlcCIvPg0KCQk8IS0tIHN1YnN0aXR1dGlvbjogJXAgPT0gcHJlc2VudGF0aW9uIHRpdGxlIC0tPg0KCQk8IS0tIHN1YnN0aXR1dGlvbjogJXMgPT0gc2xpZGUgdGl0bGUgLS0+DQoJCTwhLS0gc3Vic3RpdHV0aW9uOiAlbiA9PSBzbGlkZSBudW1iZXIgLS0+DQoJCTx1aXRleHQgbmFtZT0iQk9PS01BUktTTElERSIgdmFsdWU9IkFkb2JlIFByZXNlbnRlciAtICVwICVzIi8+DQoJCTx1aXRleHQgbmFtZT0iU0hPV1NJREVCQVIiIHZhbHVlPSJLYXTEsWzEsW1jxLFsYXJhIGtlbmFyIMOndWJ1xJ91bnUgZ8O2c3RlciIvPg0KCQk8dWl0ZXh0IG5hbWU9Ik1VVEUiIHZhbHVlPSJTZXNzaXoiLz4NCgkJPHVpdGV4dCBuYW1lPSJET0NXUkFQX1RJVExFIiB2YWx1ZT0iUHJlc2VudGVyIERvc3lhIEVraSIvPg0KCQk8dWl0ZXh0IG5hbWU9IkRPQ1dSQVBfTVNHIiB2YWx1ZT0iQmlsZ2lzYXlhcsSxbWEgS2F5ZGV0Ii8+DQoJCTx1aXRleHQgbmFtZT0iRE9DV1JBUF9QUk9NUFQiIHZhbHVlPSLEsG5kaXJtZWsgacOnaW4gVMSxa2xhdMSxbiIvPg0KCTwvbGFuZ3VhZ2U+DQoJPGxhbmd1YWdlIGlkPSJydSI+DQoJCTwhLS0gZm9ybWF0IGZvciB1aWZvbnQgdmFsdWUgaXMgImZvbnQsc2l6ZSxpc2JvbGQsaXNpdGFsaWMsaXNzaGFkb3dlZCIgLS0+DQoJCTx1aWZvbnQgbmFtZT0iRk9OVF9RVUlaWklORyIgdmFsdWU9IlZlcmRhbmEsOSxmYWxzZSxmYWxzZSxmYWxzZSIvPg0KCQk8dWlmb250IG5hbWU9IkZPTlRfU0NSVUJTVEFUVVMiIHZhbHVlPSJWZXJkYW5hLDksdHJ1ZSxmYWxzZSx0cnVlIi8+DQoJCTx1aWZvbnQgbmFtZT0iRk9OVF9TQ1JVQlRJTUUiIHZhbHVlPSJWZXJkYW5hLDksZmFsc2UsZmFsc2UsdHJ1ZSIvPg0KCQk8dWlmb250IG5hbWU9IkZPTlRfRUxBUFNFRFRJTUUiIHZhbHVlPSJWZXJkYW5hLDksdHJ1ZSxmYWxzZSx0cnVlIi8+DQoJCTx1aWZvbnQgbmFtZT0iRk9OVF9VVElMU01FTlUiIHZhbHVlPSJWZXJkYW5hLDksdHJ1ZSxmYWxzZSxmYWxzZSIvPg0KCQk8dWlmb250IG5hbWU9IkZPTlRfVEFCUyIgdmFsdWU9IlZlcmRhbmEsOSx0cnVlLGZhbHNlLHRydWUiLz4NCgkJPHVpZm9udCBuYW1lPSJGT05UX1BSRVNFTlRBVElPTk5BTUUiIHZhbHVlPSJWZXJkYW5hLDE0LGZhbHNlLGZhbHNlLHRydWUiLz4NCgkJPHVpZm9udCBuYW1lPSJGT05UX1BSRVNFTlRFUk5BTUUiIHZhbHVlPSJWZXJkYW5hLDEwLHRydWUsZmFsc2UsdHJ1ZSIvPg0KCQk8dWlmb250IG5hbWU9IkZPTlRfUFJFU0VOVEVSVElUTEUiIHZhbHVlPSJWZXJkYW5hLDEwLGZhbHNlLGZhbHNlLHRydWUiLz4NCgkJPHVpZm9udCBuYW1lPSJGT05UX0JJT0JUTiIgdmFsdWU9IlZlcmRhbmEsMTAsZmFsc2UsZmFsc2UsdHJ1ZSIvPg0KCQk8dWlmb250IG5hbWU9IkZPTlRfTk9URVMiIHZhbHVlPSJWZXJkYW5hLDExLGZhbHNlLGZhbHNlLGZhbHNlIi8+DQoJCTx1aWZvbnQgbmFtZT0iRk9OVF9PVVRMSU5FIiB2YWx1ZT0iVmVyZGFuYSwxMSxmYWxzZSxmYWxzZSx0cnVlIi8+DQoJCTx1aWZvbnQgbmFtZT0iRk9OVF9TRUFSQ0giIHZhbHVlPSJWZXJkYW5hLDExLGZhbHNlLGZhbHNlLHRydWUiLz4NCgkJPHVpZm9udCBuYW1lPSJGT05UX1RIVU1CIiB2YWx1ZT0iVmVyZGFuYSw5LGZhbHNlLGZhbHNlLHRydWUiLz4NCgkJPHVpZm9udCBuYW1lPSJGT05UX0JJT1dJTiIgdmFsdWU9IlZlcmRhbmEsMTEsZmFsc2UsZmFsc2UsZmFsc2UiLz4NCgkJPHVpZm9udCBuYW1lPSJGT05UX0xJU1RIRUFESU5HIiB2YWx1ZT0iVmVyZGFuYSw5LGZhbHNlLGZhbHNlLGZhbHNlIi8+DQoJCTx1aWZvbnQgbmFtZT0iRk9OVF9XSU5USVRMRSIgdmFsdWU9IlZlcmRhbmEsOSxmYWxzZSxmYWxzZSx0cnVlIi8+DQoJCTx1aWZvbnQgbmFtZT0iRk9OVF9BVFRBQ0hNRU5UUyIgdmFsdWU9IlZlcmRhbmEsMTEsZmFsc2UsZmFsc2UsdHJ1ZSIvPg0KCQk8IS0tcXVpeiBwb2QgYW5kIG1lc3NhZ2UgYm94IHRleHQgZm9udHMtLT4NCgkJPHVpZm9udCBuYW1lPSJGT05UX01TR0JPWF9XSU5USVRMRSIgdmFsdWU9IlZlcmRhbmEsMTEsdHJ1ZSxmYWxzZSx0cnVlIi8+DQoJCTx1aWZvbnQgbmFtZT0iRk9OVF9NU0dCT1hfTVNHIiB2YWx1ZT0iVmVyZGFuYSwxMSxmYWxzZSxmYWxzZSx0cnVlIi8+DQoJCTx1aWZvbnQgbmFtZT0iRk9OVF9NU0dCT1hfT1BUSU9OUyIgdmFsdWU9IlZlcmRhbmEsOSx0cnVlLGZhbHNlLHRydWUiLz4NCgkJPHVpZm9udCBuYW1lPSJGT05UX1FVSVpQT0RfUVVJWl9USVRMRSIgdmFsdWU9IlZlcmRhbmEsMTEsdHJ1ZSxmYWxzZSx0cnVlIi8+DQoJCTx1aWZvbnQgbmFtZT0iRk9OVF9RVUlaUE9EX1FVSVpfQVRURU1QVCIgdmFsdWU9IlZlcmRhbmEsOSxmYWxzZSxmYWxzZSx0cnVlIi8+DQoJCTx1aWZvbnQgbmFtZT0iRk9OVF9RVUlaUE9EX1FVSVpfQVRURU1QVF9WQUxVRSIgdmFsdWU9IlZlcmRhbmEsOSx0cnVlLGZhbHNlLHRydWUiLz4NCgkJPHVpZm9udCBuYW1lPSJGT05UX1FVSVpQT0RfUVVFU1RJT05fU0NPUkUiIHZhbHVlPSJWZXJkYW5hLDksZmFsc2UsZmFsc2UsdHJ1ZSIvPg0KCQk8dWlmb250IG5hbWU9IkZPTlRfUVVJWlBPRF9RVUVTVElPTl9TQ09SRV9WQUxVRSIgdmFsdWU9IlZlcmRhbmEsOSx0cnVlLGZhbHNlLHRydWUiLz4NCgkJPHVpZm9udCBuYW1lPSJGT05UX1FVSVpQT0RfUVVFU1RJT05fQVRURU1QVCIgdmFsdWU9IlZlcmRhbmEsOSxmYWxzZSxmYWxzZSx0cnVlIi8+DQoJCTx1aWZvbnQgbmFtZT0iRk9OVF9RVUlaUE9EX1FVRVNUSU9OX0FUVEVNUFRfVkFMVUUiIHZhbHVlPSJWZXJkYW5hLDksdHJ1ZSxmYWxzZSx0cnVlIi8+DQoJCTx1aWZvbnQgbmFtZT0iRk9OVF9RVUlaUE9EX1FVRVNUSU9OX1RBRyIgdmFsdWU9IlZlcmRhbmEsMTEsdHJ1ZSxmYWxzZSx0cnVlIi8+DQoJCTx1aWZvbnQgbmFtZT0iRk9OVF9RVUlaUE9EX1FVSVpfUVVFU1RJT05fQ09VTlQiIHZhbHVlPSJWZXJkYW5hLDksZmFsc2UsZmFsc2UsdHJ1ZSIvPg0KCQk8dWlmb250IG5hbWU9IkZPTlRfUVVJWlBPRF9RVUlaX1FVRVNUSU9OX0NPVU5UX1ZBTFVFIiB2YWx1ZT0iVmVyZGFuYSw5LHRydWUsZmFsc2UsdHJ1ZSIvPg0KCQk8dWlmb250IG5hbWU9IkZPTlRfUVVJWlBPRF9RVUlaX1FVRVNUSU9OX0FUVEVNUFRFRCIgdmFsdWU9IlZlcmRhbmEsOSxmYWxzZSxmYWxzZSx0cnVlIi8+DQoJCTx1aWZvbnQgbmFtZT0iRk9OVF9RVUlaUE9EX1FVSVpfUVVFU1RJT05fQVRURU1QVEVEX1ZBTFVFIiB2YWx1ZT0iVmVyZGFuYSw5LHRydWUsZmFsc2UsdHJ1ZSIvPg0KCQk8dWlmb250IG5hbWU9IkZPTlRfUVVJWlBPRF9RVUlaX1NDT1JFX1RBRyIgdmFsdWU9IlZlcmRhbmEsMTEsdHJ1ZSxmYWxzZSx0cnVlIi8+DQoJCTx1aWZvbnQgbmFtZT0iRk9OVF9RVUlaUE9EX1FVSVpfU0NPUkUiIHZhbHVlPSJWZXJkYW5hLDksZmFsc2UsZmFsc2UsdHJ1ZSIvPg0KCQk8dWlmb250IG5hbWU9IkZPTlRfUVVJWlBPRF9RVUlaX1NDT1JFX1ZBTFVFIiB2YWx1ZT0iVmVyZGFuYSw5LHRydWUsZmFsc2UsdHJ1ZSIvPg0KCQk8dWlmb250IG5hbWU9IkZPTlRfUVVJWlBPRF9RVUlaX01BWFNDT1JFIiB2YWx1ZT0iVmVyZGFuYSw5LGZhbHNlLGZhbHNlLHRydWUiLz4NCgkJPHVpZm9udCBuYW1lPSJGT05UX1FVSVpQT0RfUVVJWl9NQVhTQ09SRV9WQUxVRSIgdmFsdWU9IlZlcmRhbmEsOSx0cnVlLGZhbHNlLHRydWUiLz4NCgkJPHVpZm9udCBuYW1lPSJGT05UX1FVSVpQT0RfUVVJWl9QQVNTU0NPUkUiIHZhbHVlPSJWZXJkYW5hLDksZmFsc2UsZmFsc2UsdHJ1ZSIvPg0KCQk8dWlmb250IG5hbWU9IkZPTlRfUVVJWlBPRF9RVUlaX1BBU1NTQ09SRV9WQUxVRSIgdmFsdWU9IlZlcmRhbmEsOSx0cnVlLGZhbHNlLHRydWUiLz4NCgkJPCEtLSB1aXRleHQgLS0+DQoJCTwhLS0gc3Vic3RpdHV0aW9uOiAlbiA9PSBzbGlkZSBudW1iZXIgLS0+DQoJCTx1aXRleHQgbmFtZT0iVU5OQU1FRFNMSURFVElUTEUiIHZhbHVlPSLQodC70LDQudC0ICVuIi8+DQoJCTwhLS0gc3Vic3RpdHV0aW9uOiAlbiA9PSBzbGlkZSBudW1iZXIgLS0+DQoJCTwhLS0gc3Vic3RpdHV0aW9uOiAldCA9PSB0b3RhbCBzbGlkZSBjb3VudCAtLT4NCgkJPHVpdGV4dCBuYW1lPSJTQ1JVQkJBUlNUQVRVU19TTElERUlORk8iIHZhbHVlPSLQodC70LDQudC0ICVuIC8gJXQgfCAiLz4NCgkJPHVpdGV4dCBuYW1lPSJTQ1JVQkJBUlNUQVRVU19TVE9QUEVEIiB2YWx1ZT0i0J7RgdGC0LDQvdC+0LLQu9C10L3QviIvPg0KCQk8dWl0ZXh0IG5hbWU9IlNDUlVCQkFSU1RBVFVTX1BMQVlJTkciIHZhbHVlPSLQktC+0YHQv9GA0L7QuNC30LLQtdC00LXQvdC40LUiLz4NCgkJPHVpdGV4dCBuYW1lPSJTQ1JVQkJBUlNUQVRVU19OT0FVRElPIiB2YWx1ZT0i0J3QtdGCINCw0YPQtNC40L4iLz4NCgkJPHVpdGV4dCBuYW1lPSJTQ1JVQkJBUlNUQVRVU19WSURQTEFZSU5HIiB2YWx1ZT0i0JLQvtGB0L/RgNC+0LjQt9Cy0LXQtNC10L3QuNC1INCy0LjQtNC10L4iLz4NCgkJPHVpdGV4dCBuYW1lPSJTQ1JVQkJBUlNUQVRVU19MT0FESU5HIiB2YWx1ZT0i0JfQsNCz0YDRg9C30LrQsCIvPg0KCQk8dWl0ZXh0IG5hbWU9IlNDUlVCQkFSU1RBVFVTX0JVRkZFUklORyIgdmFsdWU9ItCR0YPRhNC10YDQuNC30LDRhtC40Y8iLz4NCgkJPHVpdGV4dCBuYW1lPSJTQ1JVQkJBUlNUQVRVU19RVUVTVElPTiIgdmFsdWU9ItCe0YLQstC10YIg0L3QsCDQstC+0L/RgNC+0YEiLz4NCgkJPHVpdGV4dCBuYW1lPSJTQ1JVQkJBUlNUQVRVU19SRVZJRVdRVUlaIiB2YWx1ZT0i0J7QsdC30L7RgCDQvtC/0YDQvtGB0LAiLz4NCgkJPCEtLSBzdWJzdGl0dXRpb246ICVtID09IG1pbnV0ZXMgcmVtYWluaW5nIC0tPg0KCQk8IS0tIHN1YnN0aXR1dGlvbjogJXMgPT0gc2Vjb25kcyByZW1haW5pbmcgLS0+DQoJCTx1aXRleHQgbmFtZT0iRUxBUFNFRCIgdmFsdWU9ItCe0YHRgtCw0LvQvtGB0YwgJW0g0LzQuNC9LiAlcyDRgSIvPg0KCQk8dWl0ZXh0IG5hbWU9Ik5PVEZPVU5EIiB2YWx1ZT0i0J3QuNGH0LXQs9C+INC90LUg0L3QsNC50LTQtdC90L4iLz4NCgkJPHVpdGV4dCBuYW1lPSJBVFRBQ0hNRU5UUyIgdmFsdWU9ItCS0LvQvtC20LXQvdC40Y8iLz4NCgkJPCEtLSBzdWJzdGl0dXRpb246ICVwID09IGN1cnJlbnQgc3BlYWtlcidzIHRpdGxlIC0tPg0KCQk8dWl0ZXh0IG5hbWU9IkJJT1dJTl9USVRMRSIgdmFsdWU9ItCR0LjQvtCz0YDQsNGE0LjRjzogJXAiLz4NCgkJPHVpdGV4dCBuYW1lPSJCSU9CVE5fVElUTEUiIHZhbHVlPSLQkdC40L7Qs9GA0LDRhNC40Y8iLz4NCgkJPHVpdGV4dCBuYW1lPSJESVZJREVSQlROX1RJVExFIiB2YWx1ZT0ifCIvPg0KCQk8dWl0ZXh0IG5hbWU9IkNPTlRBQ1RCVE5fVElUTEUiIHZhbHVlPSLQmtC+0L3RgtCw0LrRgiIvPg0KCQk8dWl0ZXh0IG5hbWU9IlRBQl9RVUlaIiB2YWx1ZT0i0J7Qv9GA0L7RgSIvPg0KCQk8dWl0ZXh0IG5hbWU9IlRBQl9PVVRMSU5FIiB2YWx1ZT0i0KHRhdC10LzQsCIvPg0KCQk8dWl0ZXh0IG5hbWU9IlRBQl9USFVNQiIgdmFsdWU9ItCR0LXQs9GD0L3QvtC6Ii8+DQoJCTx1aXRleHQgbmFtZT0iVEFCX05PVEVTIiB2YWx1ZT0i0JfQsNC80LXRgtC60LgiLz4NCgkJPHVpdGV4dCBuYW1lPSJUQUJfU0VBUkNIIiB2YWx1ZT0i0J/QvtC40YHQuiIvPg0KCQk8dWl0ZXh0IG5hbWU9IlNMSURFX0hFQURJTkciIHZhbHVlPSLQl9Cw0LPQvtC70L7QstC+0Log0YHQu9Cw0LnQtNCwIi8+DQoJCTx1aXRleHQgbmFtZT0iRFVSQVRJT05fSEVBRElORyIgdmFsdWU9ItCU0LvQuNGCLdGB0YLRjCIvPg0KCQk8dWl0ZXh0IG5hbWU9IlNFQVJDSF9IRUFESU5HIiB2YWx1ZT0i0J/QvtC40YHQuiDRgtC10LrRgdGC0LA6Ii8+DQoJCTx1aXRleHQgbmFtZT0iVEhVTUJfSEVBRElORyIgdmFsdWU9ItCh0LvQsNC50LQiLz4NCgkJPHVpdGV4dCBuYW1lPSJUSFVNQl9JTkZPIiB2YWx1ZT0i0J3QsNC30LLQsNC90LjQtS/QtNC70LjRgi3QvdC+0YHRgtGMIi8+DQoJCTx1aXRleHQgbmFtZT0iQVRUQUNITkFNRV9IRUFESU5HIiB2YWx1ZT0i0JjQvNGPINGE0LDQudC70LAiLz4NCgkJPHVpdGV4dCBuYW1lPSJBVFRBQ0hTSVpFX0hFQURJTkciIHZhbHVlPSLQoNCw0LfQvNC10YAiLz4NCgkJPHVpdGV4dCBuYW1lPSJTTElERV9OT1RFUyIgdmFsdWU9ItCX0LDQvNC10YLQutC4INC6INGB0LvQsNC50LTRgyIvPg0KCQk8IS0tcXVpeiBwb2QgYW5kIG1lc3NhZ2UgYm94IHRleHRzLS0+DQoJCTx1aXRleHQgbmFtZT0iUVVJWlBPRF9RVUlaX0FUVEVNUFQiIHZhbHVlPSLQn9C+0L/Ri9GC0LrQsCDQv9GA0L7QudGC0Lgg0L7Qv9GA0L7RgToiLz4NCgkJPHVpdGV4dCBuYW1lPSJRVUlaUE9EX1FVSVpfQVRURU1QVF9WQUxVRSIgdmFsdWU9IiVuINC40LcgJXQiLz4NCgkJPHVpdGV4dCBuYW1lPSJRVUlaUE9EX1FVSVpfU0NPUkUiIHZhbHVlPSLQndCw0LHRgNCw0L3QviDQsdCw0LvQu9C+0LI6Ii8+DQoJCTx1aXRleHQgbmFtZT0iUVVJWlBPRF9RVUlaX1BBU1NTQ09SRSIgdmFsdWU9ItCf0YDQvtGF0L7QtNC90L7QuSDRgNC10LfRg9C70YzRgtCw0YI6Ii8+DQoJCTx1aXRleHQgbmFtZT0iUVVJWlBPRF9RVUlaX01BWFNDT1JFIiB2YWx1ZT0i0JzQsNC60YHQuNC80LDQu9GM0L3Ri9C5INGA0LXQt9GD0LvRjNGC0LDRgjoiLz4NCgkJPHVpdGV4dCBuYW1lPSJRVUlaUE9EX1FVRVNBVE1QVF9TVFIiIHZhbHVlPSLQn9C+0L/Ri9GC0LrQsDogJW4g0LjQtyAldCIvPg0KCQk8dWl0ZXh0IG5hbWU9IlFVSVpQT0RfUVVFU1RZUEVfU1RSIiB2YWx1ZT0i0KLQuNC/OiAlcyIvPg0KCQk8dWl0ZXh0IG5hbWU9IlFVSVpQT0RfUVVFU1RZUEVfR1JEIiB2YWx1ZT0i0KEg0L7RhtC10L3QutC+0LkiLz4NCgkJPHVpdGV4dCBuYW1lPSJRVUlaUE9EX1FVRVNUWVBFX1NWWSIgdmFsdWU9ItCe0LHQt9C+0YAiLz4NCgkJPHVpdGV4dCBuYW1lPSJRVUlaUE9EX1FVSVpBVE1QVF9JTkYiIHZhbHVlPSLQkdC+0LvRjNGI0L7QtSDRh9C40YHQu9C+Ii8+DQoJCTx1aXRleHQgbmFtZT0iUVVJWlBPRF9RVUVTQVRNUFRfSU5GIiB2YWx1ZT0i0JHQvtC70YzRiNC+0LUg0YfQuNGB0LvQviIvPg0KCQk8dWl0ZXh0IG5hbWU9IldBUk5JTkdNU0dfWUVTU1RSSU5HIiB2YWx1ZT0i0JTQsCIvPg0KCQk8dWl0ZXh0IG5hbWU9IldBUk5JTkdNU0dfTk9TVFJJTkciIHZhbHVlPSLQndC10YIiLz4NCgkJPHVpdGV4dCBuYW1lPSJXQVJOSU5HTVNHX1RJVExFU1RSSU5HIiB2YWx1ZT0i0J/RgNC10LTRg9C/0YDQtdC20LTQtdC90LjQtSDQviDQvdCw0LLQuNCz0LDRhtC40Lgg0LIg0L7Qv9GA0L7RgdC1Ii8+DQoJCTx1aXRleHQgbmFtZT0iV0FSTklOR01TR19NU0dTVFJJTkciIHZhbHVlPSLQkiDQvtC/0YDQvtGB0LUg0L7RgdGC0LDQu9C40YHRjCDQvdC10L7RgtCy0LXRh9C10L3QvdGL0LUg0LLQvtC/0YDQvtGB0Ysu0J3QsNC20LDRgtC40LUg0LrQvdC+0L/QutC4ICZxdW90O9CU0LAmcXVvdDsg0L/RgNC40LLQtdC00LXRgiDQuiDQt9Cw0LrRgNGL0YLQuNGOINC+0L/RgNC+0YHQsC4g0J3QsNC20LDRgtC40LUg0LrQvdC+0L/QutC4ICZxdW90O9Cd0LXRgiZxdW90OyDQv9GA0L7QtNC+0LvQttC40YIg0L7Qv9GA0L7RgS4iLz4NCgkJPHVpdGV4dCBuYW1lPSJJTkZPUk1BVElPTl9IMjY0X0ZMQVNIUExBWUVSIiB2YWx1ZT0i0KLQtdC60YPRidCw0Y8g0LLQtdGA0YHQuNGPINC/0YDQvtC40LPRgNGL0LLQsNGC0LXQu9GPIEZsYXNoIFBsYXllciwg0YPRgdGC0LDQvdC+0LLQu9C10L3QvdCw0Y8g0L3QsCDRjdGC0L7QvCDQutC+0LzQv9GM0Y7RgtC10YDQtSwg0L3QtSDQv9C+0LTQtNC10YDQttC40LLQsNC10YIg0Y3RgtC+INCy0LjQtNC10L4uINCp0LXQu9C60L3QuNGC0LUg0LIg0L7QsdC70LDRgdGC0Lgg0LLQuNC00LXQviwg0YfRgtC+0LHRiyDQt9Cw0LPRgNGD0LfQuNGC0Ywg0L/QvtGB0LvQtdC00L3RjtGOINCy0LXRgNGB0LjRjiDQv9GA0L7QuNCz0YDRi9Cy0LDRgtC10LvRjyBGbGFzaCBQbGF5ZXIuIi8+DQoJCTwhLS0gc3Vic3RpdHV0aW9uOiAlcCA9PSBwcmVzZW50YXRpb24gdGl0bGUgLS0+DQoJCTwhLS0gc3Vic3RpdHV0aW9uOiAlcyA9PSBzbGlkZSB0aXRsZSAtLT4NCgkJPCEtLSBzdWJzdGl0dXRpb246ICVuID09IHNsaWRlIG51bWJlciAtLT4NCgkJPHVpdGV4dCBuYW1lPSJCT09LTUFSSyIgdmFsdWU9IkFkb2JlIFByZXNlbnRlciAtICVwIi8+DQoJCTwhLS0gc3Vic3RpdHV0aW9uOiAlcCA9PSBwcmVzZW50YXRpb24gdGl0bGUgLS0+DQoJCTwhLS0gc3Vic3RpdHV0aW9uOiAlcyA9PSBzbGlkZSB0aXRsZSAtLT4NCgkJPCEtLSBzdWJzdGl0dXRpb246ICVuID09IHNsaWRlIG51bWJlciAtLT4NCgkJPHVpdGV4dCBuYW1lPSJCT09LTUFSS1NMSURFIiB2YWx1ZT0iQWRvYmUgUHJlc2VudGVyIC0gJXAgJXMiLz4NCgkJPHVpdGV4dCBuYW1lPSJTSE9XU0lERUJBUiIgdmFsdWU9ItCf0L7QutCw0LfRi9Cy0LDRgtGMINCy0YDQtdC30LrRgyDRg9GH0LDRgdGC0L3QuNC60LDQvCIvPg0KCQk8dWl0ZXh0IG5hbWU9Ik1VVEUiIHZhbHVlPSLQntGC0LrQu9GO0YfQuNGC0Ywg0LfQstGD0LoiLz4NCgkJPHVpdGV4dCBuYW1lPSJET0NXUkFQX1RJVExFIiB2YWx1ZT0i0JLQu9C+0LbQtdC90LjQtSDQsiDRhNCw0LnQuyBBZG9iZSBQcmVzZW50ZXIiLz4NCgkJPHVpdGV4dCBuYW1lPSJET0NXUkFQX01TRyIgdmFsdWU9ItCh0L7RhdGA0LDQvdC40YLRjCDQsiDQv9Cw0L/QutGDICZxdW90O9Cc0L7QuSDQutC+0LzQv9GM0Y7RgtC10YAmcXVvdDsiLz4NCgkJPHVpdGV4dCBuYW1lPSJET0NXUkFQX1BST01QVCIgdmFsdWU9ItCp0LXQu9C60L3Rg9GC0Ywg0LTQu9GPINC30LDQs9GA0YPQt9C60LgiLz4NCgk8L2xhbmd1YWdlPg0KPC9jb25maWd1cmF0aW9uPg0K"/>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40&quot;/&gt;&lt;lineCharCount val=&quot;8&quot;/&gt;&lt;/TableIndex&gt;&lt;/ShapeTextInfo&gt;"/>
</p:tagLst>
</file>

<file path=ppt/tags/tag1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1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1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2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23&quot;/&gt;&lt;lineCharCount val=&quot;8&quot;/&gt;&lt;/TableIndex&gt;&lt;/ShapeTextInfo&gt;"/>
</p:tagLst>
</file>

<file path=ppt/tags/tag2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2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2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2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2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1&quot;/&gt;&lt;/TableIndex&gt;&lt;/ShapeTextInfo&gt;"/>
</p:tagLst>
</file>

<file path=ppt/tags/tag3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5&quot;/&gt;&lt;lineCharCount val=&quot;47&quot;/&gt;&lt;lineCharCount val=&quot;13&quot;/&gt;&lt;lineCharCount val=&quot;13&quot;/&gt;&lt;lineCharCount val=&quot;15&quot;/&gt;&lt;lineCharCount val=&quot;13&quot;/&gt;&lt;/TableIndex&gt;&lt;/ShapeTextInfo&gt;"/>
</p:tagLst>
</file>

<file path=ppt/tags/tag3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0&quot;/&gt;&lt;/TableIndex&gt;&lt;/ShapeTextInfo&gt;"/>
</p:tagLst>
</file>

<file path=ppt/tags/tag3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quot;/&gt;&lt;/TableIndex&gt;&lt;/ShapeTextInfo&gt;"/>
</p:tagLst>
</file>

<file path=ppt/tags/tag35.xml><?xml version="1.0" encoding="utf-8"?>
<p:tagLst xmlns:a="http://schemas.openxmlformats.org/drawingml/2006/main" xmlns:r="http://schemas.openxmlformats.org/officeDocument/2006/relationships" xmlns:p="http://schemas.openxmlformats.org/presentationml/2006/main">
  <p:tag name="PPSNARRATION" val="1,1779680647,D:\Ders Materyali\İçerik\Temel Bilgi Teknolojisi Kullanımı\TBTK\Kelime İşlemci Modül 7_pptx\Media.ppcx"/>
</p:tagLst>
</file>

<file path=ppt/tags/tag3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3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3&quot;/&gt;&lt;/TableIndex&gt;&lt;/ShapeTextInfo&gt;"/>
</p:tagLst>
</file>

<file path=ppt/tags/tag3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 name="PRESENTER_SHAPEINFO" val="&lt;ThreeDShapeInfo&gt;&lt;uuid val=&quot;{C1744BA1-CE0C-48F0-9AF3-02D191AD5F13}&quot;/&gt;&lt;isInvalidForFieldText val=&quot;0&quot;/&gt;&lt;Image&gt;&lt;filename val=&quot;C:\Users\YILMAZ\AppData\Local\Temp\PR\data\asimages\{C1744BA1-CE0C-48F0-9AF3-02D191AD5F13}_1.png&quot;/&gt;&lt;left val=&quot;-27&quot;/&gt;&lt;top val=&quot;207&quot;/&gt;&lt;width val=&quot;634&quot;/&gt;&lt;height val=&quot;120&quot;/&gt;&lt;hasText val=&quot;1&quot;/&gt;&lt;/Image&gt;&lt;/ThreeDShapeInfo&gt;"/>
</p:tagLst>
</file>

<file path=ppt/tags/tag3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Lst>
</file>

<file path=ppt/tags/tag4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7&quot;/&gt;&lt;/TableIndex&gt;&lt;/ShapeTextInfo&gt;"/>
</p:tagLst>
</file>

<file path=ppt/tags/tag43.xml><?xml version="1.0" encoding="utf-8"?>
<p:tagLst xmlns:a="http://schemas.openxmlformats.org/drawingml/2006/main" xmlns:r="http://schemas.openxmlformats.org/officeDocument/2006/relationships" xmlns:p="http://schemas.openxmlformats.org/presentationml/2006/main">
  <p:tag name="PPSNARRATION" val="2,1779680647,D:\Ders Materyali\İçerik\Temel Bilgi Teknolojisi Kullanımı\TBTK\Kelime İşlemci Modül 7_pptx\Media.ppcx"/>
</p:tagLst>
</file>

<file path=ppt/tags/tag4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4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 name="PRESENTER_SHAPEINFO" val="&lt;ThreeDShapeInfo&gt;&lt;uuid val=&quot;{AA95AC6D-17B2-46C6-9661-5C15936DB884}&quot;/&gt;&lt;isInvalidForFieldText val=&quot;0&quot;/&gt;&lt;Image&gt;&lt;filename val=&quot;C:\Users\YILMAZ\AppData\Local\Temp\PR\data\asimages\{AA95AC6D-17B2-46C6-9661-5C15936DB884}_2.png&quot;/&gt;&lt;left val=&quot;25&quot;/&gt;&lt;top val=&quot;30&quot;/&gt;&lt;width val=&quot;659&quot;/&gt;&lt;height val=&quot;62&quot;/&gt;&lt;hasText val=&quot;1&quot;/&gt;&lt;/Image&gt;&lt;/ThreeDShapeInfo&gt;"/>
</p:tagLst>
</file>

<file path=ppt/tags/tag4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6&quot;/&gt;&lt;lineCharCount val=&quot;53&quot;/&gt;&lt;lineCharCount val=&quot;43&quot;/&gt;&lt;lineCharCount val=&quot;22&quot;/&gt;&lt;lineCharCount val=&quot;22&quot;/&gt;&lt;lineCharCount val=&quot;53&quot;/&gt;&lt;lineCharCount val=&quot;21&quot;/&gt;&lt;/TableIndex&gt;&lt;/ShapeTextInfo&gt;"/>
</p:tagLst>
</file>

<file path=ppt/tags/tag4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48.xml><?xml version="1.0" encoding="utf-8"?>
<p:tagLst xmlns:a="http://schemas.openxmlformats.org/drawingml/2006/main" xmlns:r="http://schemas.openxmlformats.org/officeDocument/2006/relationships" xmlns:p="http://schemas.openxmlformats.org/presentationml/2006/main">
  <p:tag name="PPSNARRATION" val="5,1779680647,D:\Ders Materyali\İçerik\Temel Bilgi Teknolojisi Kullanımı\TBTK\Kelime İşlemci Modül 7_pptx\Media.ppcx"/>
</p:tagLst>
</file>

<file path=ppt/tags/tag4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5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1&quot;/&gt;&lt;/TableIndex&gt;&lt;/ShapeTextInfo&gt;"/>
  <p:tag name="PRESENTER_SHAPEINFO" val="&lt;ThreeDShapeInfo&gt;&lt;uuid val=&quot;{03AEB62E-FC05-43E3-816F-C26232BE9972}&quot;/&gt;&lt;isInvalidForFieldText val=&quot;0&quot;/&gt;&lt;Image&gt;&lt;filename val=&quot;C:\Users\YILMAZ\AppData\Local\Temp\PR\data\asimages\{03AEB62E-FC05-43E3-816F-C26232BE9972}_3.png&quot;/&gt;&lt;left val=&quot;25&quot;/&gt;&lt;top val=&quot;30&quot;/&gt;&lt;width val=&quot;659&quot;/&gt;&lt;height val=&quot;62&quot;/&gt;&lt;hasText val=&quot;1&quot;/&gt;&lt;/Image&gt;&lt;/ThreeDShapeInfo&gt;"/>
</p:tagLst>
</file>

<file path=ppt/tags/tag5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3&quot;/&gt;&lt;lineCharCount val=&quot;26&quot;/&gt;&lt;lineCharCount val=&quot;26&quot;/&gt;&lt;lineCharCount val=&quot;54&quot;/&gt;&lt;lineCharCount val=&quot;52&quot;/&gt;&lt;lineCharCount val=&quot;30&quot;/&gt;&lt;lineCharCount val=&quot;55&quot;/&gt;&lt;lineCharCount val=&quot;51&quot;/&gt;&lt;lineCharCount val=&quot;34&quot;/&gt;&lt;lineCharCount val=&quot;48&quot;/&gt;&lt;lineCharCount val=&quot;15&quot;/&gt;&lt;lineCharCount val=&quot;60&quot;/&gt;&lt;lineCharCount val=&quot;49&quot;/&gt;&lt;lineCharCount val=&quot;61&quot;/&gt;&lt;/TableIndex&gt;&lt;/ShapeTextInfo&gt;"/>
</p:tagLst>
</file>

<file path=ppt/tags/tag5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7&quot;/&gt;&lt;/TableIndex&gt;&lt;/ShapeTextInfo&gt;"/>
</p:tagLst>
</file>

<file path=ppt/tags/tag5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5.xml><?xml version="1.0" encoding="utf-8"?>
<p:tagLst xmlns:a="http://schemas.openxmlformats.org/drawingml/2006/main" xmlns:r="http://schemas.openxmlformats.org/officeDocument/2006/relationships" xmlns:p="http://schemas.openxmlformats.org/presentationml/2006/main">
  <p:tag name="PPSNARRATION" val="3,1779680647,D:\Ders Materyali\İçerik\Temel Bilgi Teknolojisi Kullanımı\TBTK\Kelime İşlemci Modül 7_pptx\Media.ppcx"/>
</p:tagLst>
</file>

<file path=ppt/tags/tag5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4&quot;/&gt;&lt;lineCharCount val=&quot;62&quot;/&gt;&lt;/TableIndex&gt;&lt;/ShapeTextInfo&gt;"/>
  <p:tag name="PRESENTER_SHAPEINFO" val="&lt;ThreeDShapeInfo&gt;&lt;uuid val=&quot;{C33D2885-FD4A-4127-B446-C087FEF07D3F}&quot;/&gt;&lt;isInvalidForFieldText val=&quot;0&quot;/&gt;&lt;Image&gt;&lt;filename val=&quot;C:\Users\YILMAZ\AppData\Local\Temp\PR\data\asimages\{C33D2885-FD4A-4127-B446-C087FEF07D3F}_4.png&quot;/&gt;&lt;left val=&quot;36&quot;/&gt;&lt;top val=&quot;27&quot;/&gt;&lt;width val=&quot;649&quot;/&gt;&lt;height val=&quot;67&quot;/&gt;&lt;hasText val=&quot;1&quot;/&gt;&lt;/Image&gt;&lt;/ThreeDShapeInfo&gt;"/>
</p:tagLst>
</file>

<file path=ppt/tags/tag5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Lst>
</file>

<file path=ppt/tags/tag5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5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4&quot;/&gt;&lt;lineCharCount val=&quot;86&quot;/&gt;&lt;lineCharCount val=&quot;85&quot;/&gt;&lt;lineCharCount val=&quot;90&quot;/&gt;&lt;lineCharCount val=&quot;37&quot;/&gt;&lt;/TableIndex&gt;&lt;/ShapeTextInfo&gt;"/>
</p:tagLst>
</file>

<file path=ppt/tags/tag6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3.xml><?xml version="1.0" encoding="utf-8"?>
<p:tagLst xmlns:a="http://schemas.openxmlformats.org/drawingml/2006/main" xmlns:r="http://schemas.openxmlformats.org/officeDocument/2006/relationships" xmlns:p="http://schemas.openxmlformats.org/presentationml/2006/main">
  <p:tag name="PPSNARRATION" val="4,1779680647,D:\Ders Materyali\İçerik\Temel Bilgi Teknolojisi Kullanımı\TBTK\Kelime İşlemci Modül 7_pptx\Media.ppcx"/>
</p:tagLst>
</file>

<file path=ppt/tags/tag6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3&quot;/&gt;&lt;lineCharCount val=&quot;33&quot;/&gt;&lt;/TableIndex&gt;&lt;/ShapeTextInfo&gt;"/>
  <p:tag name="PRESENTER_SHAPEINFO" val="&lt;ThreeDShapeInfo&gt;&lt;uuid val=&quot;{27E8573A-DC48-48DC-8EBF-9E9E8E8CE51D}&quot;/&gt;&lt;isInvalidForFieldText val=&quot;0&quot;/&gt;&lt;Image&gt;&lt;filename val=&quot;C:\Users\YILMAZ\AppData\Local\Temp\PR\data\asimages\{27E8573A-DC48-48DC-8EBF-9E9E8E8CE51D}_5.png&quot;/&gt;&lt;left val=&quot;36&quot;/&gt;&lt;top val=&quot;27&quot;/&gt;&lt;width val=&quot;649&quot;/&gt;&lt;height val=&quot;67&quot;/&gt;&lt;hasText val=&quot;1&quot;/&gt;&lt;/Image&gt;&lt;/ThreeDShapeInfo&gt;"/>
</p:tagLst>
</file>

<file path=ppt/tags/tag6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1&quot;/&gt;&lt;/TableIndex&gt;&lt;/ShapeTextInfo&gt;"/>
</p:tagLst>
</file>

<file path=ppt/tags/tag6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6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52&quot;/&gt;&lt;lineCharCount val=&quot;68&quot;/&gt;&lt;lineCharCount val=&quot;54&quot;/&gt;&lt;/TableIndex&gt;&lt;/ShapeTextInfo&gt;"/>
</p:tagLst>
</file>

<file path=ppt/tags/tag6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6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1.xml><?xml version="1.0" encoding="utf-8"?>
<p:tagLst xmlns:a="http://schemas.openxmlformats.org/drawingml/2006/main" xmlns:r="http://schemas.openxmlformats.org/officeDocument/2006/relationships" xmlns:p="http://schemas.openxmlformats.org/presentationml/2006/main">
  <p:tag name="PPSNARRATION" val="6,1779680647,D:\Ders Materyali\İçerik\Temel Bilgi Teknolojisi Kullanımı\TBTK\Kelime İşlemci Modül 7_pptx\Media.ppcx"/>
</p:tagLst>
</file>

<file path=ppt/tags/tag7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4&quot;/&gt;&lt;/TableIndex&gt;&lt;/ShapeTextInfo&gt;"/>
  <p:tag name="PRESENTER_SHAPEINFO" val="&lt;ThreeDShapeInfo&gt;&lt;uuid val=&quot;{3E926A0F-93F7-4354-97A3-7E1AF0A797F9}&quot;/&gt;&lt;isInvalidForFieldText val=&quot;0&quot;/&gt;&lt;Image&gt;&lt;filename val=&quot;C:\Users\YILMAZ\AppData\Local\Temp\PR\data\asimages\{3E926A0F-93F7-4354-97A3-7E1AF0A797F9}_6.png&quot;/&gt;&lt;left val=&quot;36&quot;/&gt;&lt;top val=&quot;30&quot;/&gt;&lt;width val=&quot;649&quot;/&gt;&lt;height val=&quot;62&quot;/&gt;&lt;hasText val=&quot;1&quot;/&gt;&lt;/Image&gt;&lt;/ThreeDShapeInfo&gt;"/>
</p:tagLst>
</file>

<file path=ppt/tags/tag7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7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7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3&quot;/&gt;&lt;lineCharCount val=&quot;34&quot;/&gt;&lt;lineCharCount val=&quot;48&quot;/&gt;&lt;lineCharCount val=&quot;51&quot;/&gt;&lt;/TableIndex&gt;&lt;/ShapeTextInfo&gt;"/>
</p:tagLst>
</file>

<file path=ppt/tags/tag7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79.xml><?xml version="1.0" encoding="utf-8"?>
<p:tagLst xmlns:a="http://schemas.openxmlformats.org/drawingml/2006/main" xmlns:r="http://schemas.openxmlformats.org/officeDocument/2006/relationships" xmlns:p="http://schemas.openxmlformats.org/presentationml/2006/main">
  <p:tag name="PPSNARRATION" val="7,1779680647,D:\Ders Materyali\İçerik\Temel Bilgi Teknolojisi Kullanımı\TBTK\Kelime İşlemci Modül 7_pptx\Media.ppcx"/>
</p:tagLst>
</file>

<file path=ppt/tags/tag8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37&quot;/&gt;&lt;/TableIndex&gt;&lt;/ShapeTextInfo&gt;"/>
  <p:tag name="PRESENTER_SHAPEINFO" val="&lt;ThreeDShapeInfo&gt;&lt;uuid val=&quot;{7C005EFB-78D5-47AD-814E-A680EE8F41FF}&quot;/&gt;&lt;isInvalidForFieldText val=&quot;0&quot;/&gt;&lt;Image&gt;&lt;filename val=&quot;C:\Users\YILMAZ\AppData\Local\Temp\PR\data\asimages\{7C005EFB-78D5-47AD-814E-A680EE8F41FF}_7.png&quot;/&gt;&lt;left val=&quot;36&quot;/&gt;&lt;top val=&quot;30&quot;/&gt;&lt;width val=&quot;649&quot;/&gt;&lt;height val=&quot;62&quot;/&gt;&lt;hasText val=&quot;1&quot;/&gt;&lt;/Image&gt;&lt;/ThreeDShapeInfo&gt;"/>
</p:tagLst>
</file>

<file path=ppt/tags/tag8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8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8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48&quot;/&gt;&lt;/TableIndex&gt;&lt;/ShapeTextInfo&gt;"/>
</p:tagLst>
</file>

<file path=ppt/tags/tag8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5.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87.xml><?xml version="1.0" encoding="utf-8"?>
<p:tagLst xmlns:a="http://schemas.openxmlformats.org/drawingml/2006/main" xmlns:r="http://schemas.openxmlformats.org/officeDocument/2006/relationships" xmlns:p="http://schemas.openxmlformats.org/presentationml/2006/main">
  <p:tag name="PPSNARRATION" val="8,1779680647,D:\Ders Materyali\İçerik\Temel Bilgi Teknolojisi Kullanımı\TBTK\Kelime İşlemci Modül 7_pptx\Media.ppcx"/>
</p:tagLst>
</file>

<file path=ppt/tags/tag8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65&quot;/&gt;&lt;lineCharCount val=&quot;35&quot;/&gt;&lt;/TableIndex&gt;&lt;/ShapeTextInfo&gt;"/>
  <p:tag name="PRESENTER_SHAPEINFO" val="&lt;ThreeDShapeInfo&gt;&lt;uuid val=&quot;{AD3F9EC3-345E-4052-AF6A-27FFDF883B87}&quot;/&gt;&lt;isInvalidForFieldText val=&quot;0&quot;/&gt;&lt;Image&gt;&lt;filename val=&quot;C:\Users\YILMAZ\AppData\Local\Temp\PR\data\asimages\{AD3F9EC3-345E-4052-AF6A-27FFDF883B87}_8.png&quot;/&gt;&lt;left val=&quot;36&quot;/&gt;&lt;top val=&quot;27&quot;/&gt;&lt;width val=&quot;649&quot;/&gt;&lt;height val=&quot;67&quot;/&gt;&lt;hasText val=&quot;1&quot;/&gt;&lt;/Image&gt;&lt;/ThreeDShapeInfo&gt;"/>
</p:tagLst>
</file>

<file path=ppt/tags/tag8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1&quot;/&gt;&lt;/TableIndex&gt;&lt;/ShapeTextInfo&gt;"/>
</p:tagLst>
</file>

<file path=ppt/tags/tag9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2&quot;/&gt;&lt;lineCharCount val=&quot;53&quot;/&gt;&lt;lineCharCount val=&quot;52&quot;/&gt;&lt;/TableIndex&gt;&lt;/ShapeTextInfo&gt;"/>
</p:tagLst>
</file>

<file path=ppt/tags/tag9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3.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4.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95.xml><?xml version="1.0" encoding="utf-8"?>
<p:tagLst xmlns:a="http://schemas.openxmlformats.org/drawingml/2006/main" xmlns:r="http://schemas.openxmlformats.org/officeDocument/2006/relationships" xmlns:p="http://schemas.openxmlformats.org/presentationml/2006/main">
  <p:tag name="PPSNARRATION" val="9,1779680647,D:\Ders Materyali\İçerik\Temel Bilgi Teknolojisi Kullanımı\TBTK\Kelime İşlemci Modül 7_pptx\Media.ppcx"/>
</p:tagLst>
</file>

<file path=ppt/tags/tag96.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52&quot;/&gt;&lt;/TableIndex&gt;&lt;/ShapeTextInfo&gt;"/>
  <p:tag name="PRESENTER_SHAPEINFO" val="&lt;ThreeDShapeInfo&gt;&lt;uuid val=&quot;{D1719842-6081-4C93-81D4-8EEDAC512D37}&quot;/&gt;&lt;isInvalidForFieldText val=&quot;0&quot;/&gt;&lt;Image&gt;&lt;filename val=&quot;C:\Users\YILMAZ\AppData\Local\Temp\PR\data\asimages\{D1719842-6081-4C93-81D4-8EEDAC512D37}_9.png&quot;/&gt;&lt;left val=&quot;29&quot;/&gt;&lt;top val=&quot;32&quot;/&gt;&lt;width val=&quot;662&quot;/&gt;&lt;height val=&quot;59&quot;/&gt;&lt;hasText val=&quot;1&quot;/&gt;&lt;/Image&gt;&lt;/ThreeDShapeInfo&gt;"/>
</p:tagLst>
</file>

<file path=ppt/tags/tag97.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20&quot;/&gt;&lt;/TableIndex&gt;&lt;/ShapeTextInfo&gt;"/>
</p:tagLst>
</file>

<file path=ppt/tags/tag98.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1&quot;/&gt;&lt;/TableIndex&gt;&lt;/ShapeTextInfo&gt;"/>
</p:tagLst>
</file>

<file path=ppt/tags/tag99.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1&quot;/&gt;&lt;lineCharCount val=&quot;76&quot;/&gt;&lt;/TableIndex&gt;&lt;/ShapeTextInfo&gt;"/>
</p:tagLst>
</file>

<file path=ppt/tags/tag100.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1.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ags/tag102.xml><?xml version="1.0" encoding="utf-8"?>
<p:tagLst xmlns:a="http://schemas.openxmlformats.org/drawingml/2006/main" xmlns:r="http://schemas.openxmlformats.org/officeDocument/2006/relationships" xmlns:p="http://schemas.openxmlformats.org/presentationml/2006/main">
  <p:tag name="PRESENTER_SHAPETEXTINFO" val="&lt;ShapeTextInfo&gt;&lt;TableIndex row=&quot;-1&quot; col=&quot;-1&quot;&gt;&lt;linesCount val=&quot;0&quot;/&gt;&lt;/TableIndex&gt;&lt;/ShapeTextInfo&gt;"/>
</p:tagLst>
</file>

<file path=ppt/theme/theme1.xml><?xml version="1.0" encoding="utf-8"?>
<a:theme xmlns:a="http://schemas.openxmlformats.org/drawingml/2006/main" name="Hava Akımı">
  <a:themeElements>
    <a:clrScheme name="Hava Akımı">
      <a:dk1>
        <a:sysClr val="windowText" lastClr="000000"/>
      </a:dk1>
      <a:lt1>
        <a:sysClr val="window" lastClr="FFFFFF"/>
      </a:lt1>
      <a:dk2>
        <a:srgbClr val="212745"/>
      </a:dk2>
      <a:lt2>
        <a:srgbClr val="B4DCFA"/>
      </a:lt2>
      <a:accent1>
        <a:srgbClr val="4E67C8"/>
      </a:accent1>
      <a:accent2>
        <a:srgbClr val="5ECCF3"/>
      </a:accent2>
      <a:accent3>
        <a:srgbClr val="A7EA52"/>
      </a:accent3>
      <a:accent4>
        <a:srgbClr val="5DCEAF"/>
      </a:accent4>
      <a:accent5>
        <a:srgbClr val="FF8021"/>
      </a:accent5>
      <a:accent6>
        <a:srgbClr val="F14124"/>
      </a:accent6>
      <a:hlink>
        <a:srgbClr val="56C7AA"/>
      </a:hlink>
      <a:folHlink>
        <a:srgbClr val="59A8D1"/>
      </a:folHlink>
    </a:clrScheme>
    <a:fontScheme name="Hava Akımı">
      <a:majorFont>
        <a:latin typeface="Trebuchet MS"/>
        <a:ea typeface=""/>
        <a:cs typeface=""/>
        <a:font script="Jpan" typeface="HGｺﾞｼｯｸM"/>
        <a:font script="Hang" typeface="HY그래픽B"/>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HGｺﾞｼｯｸM"/>
        <a:font script="Hang" typeface="HY그래픽M"/>
        <a:font script="Hans" typeface="方正姚体"/>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Hava Akımı">
      <a:fillStyleLst>
        <a:solidFill>
          <a:schemeClr val="phClr"/>
        </a:solidFill>
        <a:gradFill rotWithShape="1">
          <a:gsLst>
            <a:gs pos="28000">
              <a:schemeClr val="phClr">
                <a:tint val="18000"/>
                <a:satMod val="120000"/>
                <a:lumMod val="88000"/>
              </a:schemeClr>
            </a:gs>
            <a:gs pos="100000">
              <a:schemeClr val="phClr">
                <a:tint val="40000"/>
                <a:satMod val="100000"/>
                <a:lumMod val="78000"/>
              </a:schemeClr>
            </a:gs>
          </a:gsLst>
          <a:lin ang="5400000" scaled="0"/>
        </a:gradFill>
        <a:gradFill rotWithShape="1">
          <a:gsLst>
            <a:gs pos="0">
              <a:schemeClr val="phClr">
                <a:lumMod val="95000"/>
              </a:schemeClr>
            </a:gs>
            <a:gs pos="100000">
              <a:schemeClr val="phClr">
                <a:shade val="82000"/>
                <a:satMod val="125000"/>
                <a:lumMod val="74000"/>
              </a:schemeClr>
            </a:gs>
          </a:gsLst>
          <a:lin ang="5400000" scaled="0"/>
        </a:gradFill>
      </a:fillStyleLst>
      <a:lnStyleLst>
        <a:ln w="9525" cap="flat" cmpd="sng" algn="ctr">
          <a:solidFill>
            <a:schemeClr val="phClr"/>
          </a:solidFill>
          <a:prstDash val="solid"/>
        </a:ln>
        <a:ln w="15875" cap="flat" cmpd="sng" algn="ctr">
          <a:solidFill>
            <a:schemeClr val="phClr">
              <a:shade val="75000"/>
              <a:satMod val="125000"/>
              <a:lumMod val="75000"/>
            </a:schemeClr>
          </a:solidFill>
          <a:prstDash val="solid"/>
        </a:ln>
        <a:ln w="25400" cap="flat" cmpd="sng" algn="ctr">
          <a:solidFill>
            <a:schemeClr val="phClr"/>
          </a:solidFill>
          <a:prstDash val="solid"/>
        </a:ln>
      </a:lnStyleLst>
      <a:effectStyleLst>
        <a:effectStyle>
          <a:effectLst>
            <a:outerShdw blurRad="63500" dist="50800" dir="5400000" sx="98000" sy="98000" rotWithShape="0">
              <a:srgbClr val="000000">
                <a:alpha val="20000"/>
              </a:srgbClr>
            </a:outerShdw>
          </a:effectLst>
        </a:effectStyle>
        <a:effectStyle>
          <a:effectLst>
            <a:outerShdw blurRad="40005" dist="22984" dir="5400000" rotWithShape="0">
              <a:srgbClr val="000000">
                <a:alpha val="45000"/>
              </a:srgbClr>
            </a:outerShdw>
          </a:effectLst>
          <a:scene3d>
            <a:camera prst="orthographicFront">
              <a:rot lat="0" lon="0" rev="0"/>
            </a:camera>
            <a:lightRig rig="balanced" dir="tr"/>
          </a:scene3d>
          <a:sp3d prstMaterial="matte">
            <a:bevelT w="19050" h="38100"/>
          </a:sp3d>
        </a:effectStyle>
        <a:effectStyle>
          <a:effectLst>
            <a:reflection blurRad="38100" stA="26000" endPos="23000" dist="25400" dir="5400000" sy="-100000" rotWithShape="0"/>
          </a:effectLst>
          <a:scene3d>
            <a:camera prst="orthographicFront">
              <a:rot lat="0" lon="0" rev="0"/>
            </a:camera>
            <a:lightRig rig="balanced" dir="tr"/>
          </a:scene3d>
          <a:sp3d contourW="14605" prstMaterial="plastic">
            <a:bevelT w="50800"/>
            <a:contourClr>
              <a:schemeClr val="phClr">
                <a:shade val="30000"/>
                <a:satMod val="120000"/>
              </a:schemeClr>
            </a:contourClr>
          </a:sp3d>
        </a:effectStyle>
      </a:effectStyleLst>
      <a:bgFillStyleLst>
        <a:solidFill>
          <a:schemeClr val="phClr"/>
        </a:solidFill>
        <a:gradFill rotWithShape="1">
          <a:gsLst>
            <a:gs pos="0">
              <a:schemeClr val="phClr">
                <a:tint val="98000"/>
                <a:shade val="90000"/>
                <a:satMod val="160000"/>
                <a:lumMod val="100000"/>
              </a:schemeClr>
            </a:gs>
            <a:gs pos="60000">
              <a:schemeClr val="phClr">
                <a:tint val="95000"/>
                <a:shade val="100000"/>
                <a:satMod val="130000"/>
                <a:lumMod val="130000"/>
              </a:schemeClr>
            </a:gs>
            <a:gs pos="100000">
              <a:schemeClr val="phClr">
                <a:tint val="97000"/>
                <a:shade val="100000"/>
                <a:hueMod val="100000"/>
                <a:satMod val="140000"/>
                <a:lumMod val="80000"/>
              </a:schemeClr>
            </a:gs>
          </a:gsLst>
          <a:path path="circle">
            <a:fillToRect l="20000" t="10000" r="20000" b="60000"/>
          </a:path>
        </a:gradFill>
        <a:gradFill rotWithShape="1">
          <a:gsLst>
            <a:gs pos="0">
              <a:schemeClr val="phClr">
                <a:tint val="94000"/>
                <a:satMod val="160000"/>
                <a:lumMod val="160000"/>
              </a:schemeClr>
            </a:gs>
            <a:gs pos="42000">
              <a:schemeClr val="phClr">
                <a:tint val="94000"/>
                <a:shade val="94000"/>
                <a:satMod val="160000"/>
                <a:lumMod val="130000"/>
              </a:schemeClr>
            </a:gs>
            <a:gs pos="100000">
              <a:schemeClr val="phClr">
                <a:tint val="97000"/>
                <a:shade val="94000"/>
                <a:satMod val="180000"/>
                <a:lumMod val="84000"/>
              </a:schemeClr>
            </a:gs>
          </a:gsLst>
          <a:path path="circle">
            <a:fillToRect l="24000" t="44000" r="24000" b="12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Slipstream</Template>
  <TotalTime>3039</TotalTime>
  <Words>828</Words>
  <Application>Microsoft Office PowerPoint</Application>
  <PresentationFormat>Ekran Gösterisi (4:3)</PresentationFormat>
  <Paragraphs>71</Paragraphs>
  <Slides>9</Slides>
  <Notes>9</Notes>
  <HiddenSlides>0</HiddenSlides>
  <MMClips>0</MMClips>
  <ScaleCrop>false</ScaleCrop>
  <HeadingPairs>
    <vt:vector size="4" baseType="variant">
      <vt:variant>
        <vt:lpstr>Tema</vt:lpstr>
      </vt:variant>
      <vt:variant>
        <vt:i4>2</vt:i4>
      </vt:variant>
      <vt:variant>
        <vt:lpstr>Slayt Başlıkları</vt:lpstr>
      </vt:variant>
      <vt:variant>
        <vt:i4>9</vt:i4>
      </vt:variant>
    </vt:vector>
  </HeadingPairs>
  <TitlesOfParts>
    <vt:vector size="11" baseType="lpstr">
      <vt:lpstr>Hava Akımı</vt:lpstr>
      <vt:lpstr>Ofis Teması</vt:lpstr>
      <vt:lpstr>Kelime İşlemci Word </vt:lpstr>
      <vt:lpstr>Öğrenme Hedefleri</vt:lpstr>
      <vt:lpstr>İçindekiler</vt:lpstr>
      <vt:lpstr>Yazdırma İşleminden Önce Belgenin Kâğıt Yönü, Kenar Boşlukları, Karakter Büyüklüğü ve Hecelemenin Görülmesinin/Denemenin Önemi</vt:lpstr>
      <vt:lpstr>Heceleme-Sınaması Yapılması, Yazım Hatalarının Düzeltilmesi ve Tekrarlanan Sözcüklerin Silinmesi</vt:lpstr>
      <vt:lpstr>Sözlüğe Sözcük Eklenmesi</vt:lpstr>
      <vt:lpstr>Baskının Yazdırılmadan Önce Görülmesi</vt:lpstr>
      <vt:lpstr>Yazdırma Seçeneklerinin Görülmesi: Belgenin Belirli Sayfası veya Tamamını Yazdırma, Kopya Sayısı Vs.</vt:lpstr>
      <vt:lpstr>Belgeyi Geçerli Ayarlar ve Yazıcı Üzerinden Yazdırma</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zparlak</dc:creator>
  <cp:lastModifiedBy>YILMAZ</cp:lastModifiedBy>
  <cp:revision>421</cp:revision>
  <cp:lastPrinted>2011-09-23T15:10:57Z</cp:lastPrinted>
  <dcterms:created xsi:type="dcterms:W3CDTF">2011-06-08T08:18:11Z</dcterms:created>
  <dcterms:modified xsi:type="dcterms:W3CDTF">2011-10-18T13:50:03Z</dcterms:modified>
</cp:coreProperties>
</file>