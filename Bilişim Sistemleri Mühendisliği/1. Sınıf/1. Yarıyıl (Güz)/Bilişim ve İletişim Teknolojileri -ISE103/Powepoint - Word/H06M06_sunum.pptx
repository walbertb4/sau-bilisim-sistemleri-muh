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0"/>
  </p:notesMasterIdLst>
  <p:sldIdLst>
    <p:sldId id="256" r:id="rId3"/>
    <p:sldId id="260" r:id="rId4"/>
    <p:sldId id="258" r:id="rId5"/>
    <p:sldId id="302" r:id="rId6"/>
    <p:sldId id="303" r:id="rId7"/>
    <p:sldId id="304" r:id="rId8"/>
    <p:sldId id="305" r:id="rId9"/>
  </p:sldIdLst>
  <p:sldSz cx="9144000" cy="6858000" type="screen4x3"/>
  <p:notesSz cx="6858000" cy="9144000"/>
  <p:custDataLst>
    <p:tags r:id="rId11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AADAF0"/>
    <a:srgbClr val="124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345" autoAdjust="0"/>
  </p:normalViewPr>
  <p:slideViewPr>
    <p:cSldViewPr>
      <p:cViewPr>
        <p:scale>
          <a:sx n="70" d="100"/>
          <a:sy n="70" d="100"/>
        </p:scale>
        <p:origin x="-1368" y="-5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07403-48BF-4B87-9E20-50CC050AC631}" type="datetimeFigureOut">
              <a:rPr lang="tr-TR" smtClean="0"/>
              <a:t>17.09.2011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959F8-A2F4-45FB-B2CC-9E3810D229D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110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b="1" dirty="0" smtClean="0"/>
              <a:t>0. 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Slayt geçişleri, Slayt Gösterisi görünümünde bir slayttan sonrakine geçerken oluşan hareket efektleridir. 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 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Slayt gösterisi sırasından bir slayttan diğerine geçiş sırasında bir ses dosyasının çalışmasını isterseniz.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 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Slayt gösterisi sırasından bir slayttan diğerine geçiş sırasında bir ses dosyasının çalışmasını isterseniz.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>
            <p:custDataLst>
              <p:tags r:id="rId1"/>
            </p:custDataLst>
          </p:nvPr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>
            <p:custDataLst>
              <p:tags r:id="rId3"/>
            </p:custDataLst>
          </p:nvPr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>
            <p:custDataLst>
              <p:tags r:id="rId4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33211F5A-2E08-43CC-ADB2-AE0E31144EA2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3FF96886-1644-4805-922F-2BDD80B5EC23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2361-8417-4EAF-964E-6B3AF1721E64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45B0-EA10-4B07-8566-CE20F9188C4B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3491-EA27-4E3B-A7B3-0119A26FB22B}" type="datetime1">
              <a:rPr lang="tr-TR" smtClean="0"/>
              <a:t>17.09.2011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1847-CA54-4811-B1DC-01FAF672C498}" type="datetime1">
              <a:rPr lang="tr-TR" smtClean="0"/>
              <a:t>17.09.2011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63337-47B6-4C69-84FB-6ACB4B0D9006}" type="datetime1">
              <a:rPr lang="tr-TR" smtClean="0"/>
              <a:t>17.09.2011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C6A0F-F9B9-46DA-8227-49B509E26861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9F51-7D0A-41C3-861F-9485E53EC16C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0DB-3665-4FAF-BEE4-5BD6964DBE41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E074-8273-4A0D-B6A2-87AB7BAC7D23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DEBA-5971-409F-A79B-19F780977668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5634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12E2A92-3D34-4C2A-BF77-419B813C51FB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929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C50D-6847-4CE8-96A0-0F64178FC928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755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D0BC6-87A8-456B-A25D-9C643A571D87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1901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E344-31CC-436B-808B-03C782EA0E02}" type="datetime1">
              <a:rPr lang="tr-TR" smtClean="0"/>
              <a:t>17.09.2011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5902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D3EB-549B-47E2-A459-895304C4B8AB}" type="datetime1">
              <a:rPr lang="tr-TR" smtClean="0"/>
              <a:t>17.09.2011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9751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C76A-13F0-4DCE-BB0A-885A6F0195A5}" type="datetime1">
              <a:rPr lang="tr-TR" smtClean="0"/>
              <a:t>17.09.2011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4022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6B32-8E86-4D76-9AC6-1E615511D280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7624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DF59-8B1D-414D-9D5F-DCDB33DB2071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1245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DAB1-641D-41E7-BB6B-E0C1FBCE2522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149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332F-F009-4965-802E-83610E9E7A41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253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25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29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2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7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>
            <p:custDataLst>
              <p:tags r:id="rId13"/>
            </p:custDataLst>
          </p:nvPr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>
            <p:custDataLst>
              <p:tags r:id="rId14"/>
            </p:custDataLst>
          </p:nvPr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>
            <p:custDataLst>
              <p:tags r:id="rId15"/>
            </p:custDataLst>
          </p:nvPr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>
            <p:custDataLst>
              <p:tags r:id="rId16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E80751-1508-4B30-8CAE-152919EC98AB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DD0B-BAA1-4B61-9F7E-305C5CC1739C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331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2.jpg"/><Relationship Id="rId4" Type="http://schemas.openxmlformats.org/officeDocument/2006/relationships/tags" Target="../tags/tag38.xml"/><Relationship Id="rId9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gi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5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4.png"/><Relationship Id="rId5" Type="http://schemas.openxmlformats.org/officeDocument/2006/relationships/tags" Target="../tags/tag57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56.xml"/><Relationship Id="rId9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64.xml"/><Relationship Id="rId9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../media/image6.png"/><Relationship Id="rId5" Type="http://schemas.openxmlformats.org/officeDocument/2006/relationships/tags" Target="../tags/tag73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72.xml"/><Relationship Id="rId9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7.png"/><Relationship Id="rId5" Type="http://schemas.openxmlformats.org/officeDocument/2006/relationships/tags" Target="../tags/tag81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80.xml"/><Relationship Id="rId9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 Resim" descr="sau_logo.wmf"/>
          <p:cNvPicPr/>
          <p:nvPr/>
        </p:nvPicPr>
        <p:blipFill>
          <a:blip r:embed="rId9"/>
          <a:stretch>
            <a:fillRect/>
          </a:stretch>
        </p:blipFill>
        <p:spPr>
          <a:xfrm>
            <a:off x="189107" y="4572000"/>
            <a:ext cx="8765785" cy="21882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ikdörtgen 6"/>
          <p:cNvSpPr/>
          <p:nvPr>
            <p:custDataLst>
              <p:tags r:id="rId1"/>
            </p:custDataLst>
          </p:nvPr>
        </p:nvSpPr>
        <p:spPr>
          <a:xfrm>
            <a:off x="0" y="2895600"/>
            <a:ext cx="7696200" cy="1219200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4207" y="3733800"/>
            <a:ext cx="3974393" cy="609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tr-TR" sz="1800" dirty="0" smtClean="0">
                <a:solidFill>
                  <a:srgbClr val="AADAF0"/>
                </a:solidFill>
              </a:rPr>
              <a:t>Temel Bilgi Teknolojisi Kullanımı</a:t>
            </a:r>
            <a:endParaRPr lang="tr-TR" sz="1800" dirty="0">
              <a:solidFill>
                <a:srgbClr val="AADAF0"/>
              </a:solidFill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0" y="2827491"/>
            <a:ext cx="4455328" cy="795454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tr-TR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PowerPoint</a:t>
            </a:r>
            <a:endParaRPr lang="tr-TR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Dikdörtgen 7"/>
          <p:cNvSpPr/>
          <p:nvPr>
            <p:custDataLst>
              <p:tags r:id="rId4"/>
            </p:custDataLst>
          </p:nvPr>
        </p:nvSpPr>
        <p:spPr>
          <a:xfrm>
            <a:off x="0" y="4114800"/>
            <a:ext cx="7696200" cy="381000"/>
          </a:xfrm>
          <a:prstGeom prst="rect">
            <a:avLst/>
          </a:prstGeom>
          <a:solidFill>
            <a:schemeClr val="bg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Alt Başlık 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4207" y="4152900"/>
            <a:ext cx="3974393" cy="30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tr-TR" sz="1600" i="1" dirty="0" err="1" smtClean="0">
                <a:solidFill>
                  <a:schemeClr val="bg1"/>
                </a:solidFill>
              </a:rPr>
              <a:t>Öğr.Gör.Dr</a:t>
            </a:r>
            <a:r>
              <a:rPr lang="tr-TR" sz="1600" i="1" dirty="0" smtClean="0">
                <a:solidFill>
                  <a:schemeClr val="bg1"/>
                </a:solidFill>
              </a:rPr>
              <a:t>. Zekeriya PARLAK</a:t>
            </a:r>
            <a:endParaRPr lang="tr-TR" sz="1600" i="1" dirty="0">
              <a:solidFill>
                <a:schemeClr val="bg1"/>
              </a:solidFill>
            </a:endParaRPr>
          </a:p>
        </p:txBody>
      </p:sp>
      <p:sp>
        <p:nvSpPr>
          <p:cNvPr id="9" name="Dikdörtgen 8"/>
          <p:cNvSpPr/>
          <p:nvPr>
            <p:custDataLst>
              <p:tags r:id="rId6"/>
            </p:custDataLst>
          </p:nvPr>
        </p:nvSpPr>
        <p:spPr>
          <a:xfrm>
            <a:off x="7696200" y="2895600"/>
            <a:ext cx="1447800" cy="160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895600"/>
            <a:ext cx="1447800" cy="1600200"/>
          </a:xfrm>
          <a:prstGeom prst="rect">
            <a:avLst/>
          </a:prstGeom>
        </p:spPr>
      </p:pic>
      <p:sp>
        <p:nvSpPr>
          <p:cNvPr id="11" name="Metin kutusu 10"/>
          <p:cNvSpPr txBox="1"/>
          <p:nvPr>
            <p:custDataLst>
              <p:tags r:id="rId7"/>
            </p:custDataLst>
          </p:nvPr>
        </p:nvSpPr>
        <p:spPr>
          <a:xfrm>
            <a:off x="7813186" y="6629400"/>
            <a:ext cx="1330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i="1" dirty="0" smtClean="0">
                <a:latin typeface="Calibri" pitchFamily="34" charset="0"/>
                <a:cs typeface="Calibri" pitchFamily="34" charset="0"/>
              </a:rPr>
              <a:t>Sakarya Üniversitesi</a:t>
            </a:r>
            <a:endParaRPr lang="tr-TR" sz="1100" i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/>
          <p:cNvSpPr/>
          <p:nvPr>
            <p:custDataLst>
              <p:tags r:id="rId2"/>
            </p:custDataLst>
          </p:nvPr>
        </p:nvSpPr>
        <p:spPr>
          <a:xfrm>
            <a:off x="381000" y="2285999"/>
            <a:ext cx="7391400" cy="127598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Öğrenme Hedefleri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6" name="Metin kutusu 5"/>
          <p:cNvSpPr txBox="1"/>
          <p:nvPr>
            <p:custDataLst>
              <p:tags r:id="rId4"/>
            </p:custDataLst>
          </p:nvPr>
        </p:nvSpPr>
        <p:spPr>
          <a:xfrm>
            <a:off x="381000" y="2361658"/>
            <a:ext cx="754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Slaytlar 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arası geçişlere </a:t>
            </a:r>
            <a:r>
              <a:rPr lang="tr-TR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effektleri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tr-TR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uygulayar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ve 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bu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efektleri değiştirir</a:t>
            </a:r>
            <a:endParaRPr lang="tr-TR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Slayt 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geçişlerine ses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ekler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Slayt 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geçişlerinde zamanlama ayarlarını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yapar</a:t>
            </a:r>
            <a:endParaRPr lang="tr-TR" sz="16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2</a:t>
            </a:fld>
            <a:endParaRPr lang="tr-T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664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kdörtgen 12"/>
          <p:cNvSpPr/>
          <p:nvPr>
            <p:custDataLst>
              <p:tags r:id="rId1"/>
            </p:custDataLst>
          </p:nvPr>
        </p:nvSpPr>
        <p:spPr>
          <a:xfrm>
            <a:off x="457200" y="2362200"/>
            <a:ext cx="8077200" cy="2590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İçindekiler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2362199"/>
            <a:ext cx="7467600" cy="304800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endParaRPr lang="tr-TR" sz="1800" b="1" dirty="0">
              <a:latin typeface="Calibri" pitchFamily="34" charset="0"/>
              <a:cs typeface="Calibri" pitchFamily="34" charset="0"/>
            </a:endParaRPr>
          </a:p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b="1" dirty="0">
                <a:latin typeface="Calibri" pitchFamily="34" charset="0"/>
                <a:cs typeface="Calibri" pitchFamily="34" charset="0"/>
              </a:rPr>
              <a:t>6.2.    Geçişler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6.2.1. Slaytlar arası geçişlere etkiler (</a:t>
            </a:r>
            <a:r>
              <a:rPr lang="tr-TR" sz="1600" b="1" dirty="0" err="1">
                <a:latin typeface="Calibri" pitchFamily="34" charset="0"/>
                <a:cs typeface="Calibri" pitchFamily="34" charset="0"/>
              </a:rPr>
              <a:t>effekt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) uygulamak ve bu etkileri değiştirmek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6.2.2. Slaytlara ayrı ayrı geçiş efektleri yapmak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6.2.3. Slayt geçişlerine ses eklemek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6.2.4. Slayt geçişlerinde zamanlama ayarlarını yapmak</a:t>
            </a: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3</a:t>
            </a:fld>
            <a:endParaRPr lang="tr-TR"/>
          </a:p>
        </p:txBody>
      </p:sp>
      <p:sp>
        <p:nvSpPr>
          <p:cNvPr id="7" name="Dikdörtgen 6"/>
          <p:cNvSpPr/>
          <p:nvPr>
            <p:custDataLst>
              <p:tags r:id="rId5"/>
            </p:custDataLst>
          </p:nvPr>
        </p:nvSpPr>
        <p:spPr>
          <a:xfrm>
            <a:off x="457200" y="1828800"/>
            <a:ext cx="8077200" cy="419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r-TR"/>
          </a:p>
        </p:txBody>
      </p:sp>
      <p:sp>
        <p:nvSpPr>
          <p:cNvPr id="8" name="Metin kutusu 7"/>
          <p:cNvSpPr txBox="1"/>
          <p:nvPr>
            <p:custDataLst>
              <p:tags r:id="rId6"/>
            </p:custDataLst>
          </p:nvPr>
        </p:nvSpPr>
        <p:spPr>
          <a:xfrm>
            <a:off x="533400" y="1964525"/>
            <a:ext cx="2667000" cy="242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182880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Wingdings" pitchFamily="2" charset="2"/>
              <a:buChar char="§"/>
              <a:tabLst>
                <a:tab pos="182563" algn="l"/>
              </a:tabLst>
            </a:pPr>
            <a:r>
              <a:rPr lang="tr-T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Öğrenme Hedefleri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336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0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Slaytlar arası geçişlere </a:t>
            </a:r>
            <a:r>
              <a:rPr lang="tr-TR" sz="20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efekt </a:t>
            </a:r>
            <a:r>
              <a:rPr lang="tr-TR" sz="20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uygulamak ve bu </a:t>
            </a:r>
            <a:r>
              <a:rPr lang="tr-TR" sz="20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efektleri </a:t>
            </a:r>
            <a:r>
              <a:rPr lang="tr-TR" sz="20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değiştirmek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Slaytlar arası geçişlere etkiler (</a:t>
            </a:r>
            <a:r>
              <a:rPr lang="tr-TR" sz="1400" b="1" dirty="0" err="1">
                <a:solidFill>
                  <a:schemeClr val="bg1"/>
                </a:solidFill>
              </a:rPr>
              <a:t>effekt</a:t>
            </a:r>
            <a:r>
              <a:rPr lang="tr-TR" sz="1400" b="1" dirty="0">
                <a:solidFill>
                  <a:schemeClr val="bg1"/>
                </a:solidFill>
              </a:rPr>
              <a:t>) </a:t>
            </a:r>
            <a:r>
              <a:rPr lang="tr-TR" sz="1400" b="1" dirty="0" smtClean="0">
                <a:solidFill>
                  <a:schemeClr val="bg1"/>
                </a:solidFill>
              </a:rPr>
              <a:t>uygular </a:t>
            </a:r>
            <a:r>
              <a:rPr lang="tr-TR" sz="1400" b="1" dirty="0">
                <a:solidFill>
                  <a:schemeClr val="bg1"/>
                </a:solidFill>
              </a:rPr>
              <a:t>ve bu etkileri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4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tr-TR" sz="1600" b="1" i="1" dirty="0" err="1"/>
              <a:t>Anahat</a:t>
            </a:r>
            <a:r>
              <a:rPr lang="tr-TR" sz="1600" dirty="0"/>
              <a:t> ve </a:t>
            </a:r>
            <a:r>
              <a:rPr lang="tr-TR" sz="1600" b="1" i="1" dirty="0"/>
              <a:t>Slaytlar</a:t>
            </a:r>
            <a:r>
              <a:rPr lang="tr-TR" sz="1600" dirty="0"/>
              <a:t> sekmelerinin bulunduğu bölmede </a:t>
            </a:r>
            <a:r>
              <a:rPr lang="tr-TR" sz="1600" b="1" i="1" dirty="0"/>
              <a:t>Slaytlar</a:t>
            </a:r>
            <a:r>
              <a:rPr lang="tr-TR" sz="1600" dirty="0"/>
              <a:t> sekmesini tıklatın</a:t>
            </a:r>
            <a:r>
              <a:rPr lang="tr-TR" sz="1600" dirty="0" smtClean="0"/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tr-TR" sz="1600" dirty="0"/>
          </a:p>
          <a:p>
            <a:pPr marL="342900" lvl="0" indent="-342900">
              <a:buFont typeface="+mj-lt"/>
              <a:buAutoNum type="arabicPeriod"/>
            </a:pPr>
            <a:endParaRPr lang="tr-TR" sz="1600" dirty="0" smtClean="0"/>
          </a:p>
          <a:p>
            <a:pPr marL="342900" lvl="0" indent="-342900">
              <a:buFont typeface="+mj-lt"/>
              <a:buAutoNum type="arabicPeriod"/>
            </a:pPr>
            <a:endParaRPr lang="tr-TR" sz="1600" dirty="0" smtClean="0"/>
          </a:p>
          <a:p>
            <a:pPr marL="342900" lvl="0" indent="-342900">
              <a:buFont typeface="+mj-lt"/>
              <a:buAutoNum type="arabicPeriod"/>
            </a:pPr>
            <a:endParaRPr lang="tr-TR" sz="1600" dirty="0" smtClean="0"/>
          </a:p>
          <a:p>
            <a:pPr marL="342900" lvl="0" indent="-342900">
              <a:buFont typeface="+mj-lt"/>
              <a:buAutoNum type="arabicPeriod"/>
            </a:pPr>
            <a:endParaRPr lang="tr-TR" sz="1600" dirty="0"/>
          </a:p>
          <a:p>
            <a:pPr marL="342900" lvl="0" indent="-342900">
              <a:buFont typeface="+mj-lt"/>
              <a:buAutoNum type="arabicPeriod"/>
            </a:pPr>
            <a:endParaRPr lang="tr-TR" sz="1600" dirty="0" smtClean="0"/>
          </a:p>
          <a:p>
            <a:pPr marL="342900" lvl="0" indent="-342900">
              <a:buFont typeface="+mj-lt"/>
              <a:buAutoNum type="arabicPeriod"/>
            </a:pPr>
            <a:r>
              <a:rPr lang="tr-TR" sz="1600" dirty="0"/>
              <a:t>Slaytlar bölümünden geçiş uygulamak istediğiniz slaydın küçük resmini seçin.</a:t>
            </a:r>
          </a:p>
          <a:p>
            <a:pPr marL="342900" lvl="0" indent="-342900">
              <a:buFont typeface="+mj-lt"/>
              <a:buAutoNum type="arabicPeriod"/>
            </a:pPr>
            <a:r>
              <a:rPr lang="tr-TR" sz="1600" b="1" i="1" dirty="0"/>
              <a:t>Geçişler sekmesi &gt; Bu Slayda Geçiş </a:t>
            </a:r>
            <a:r>
              <a:rPr lang="tr-TR" sz="1600" dirty="0"/>
              <a:t>komut grubunda istediğiniz slayt geçiş efektini tıklatın. Diğer geçiş efektlerini görmek için, </a:t>
            </a:r>
            <a:r>
              <a:rPr lang="tr-TR" sz="1600" i="1" dirty="0"/>
              <a:t>Diğer</a:t>
            </a:r>
            <a:r>
              <a:rPr lang="tr-TR" sz="1600" dirty="0"/>
              <a:t> düğmesini tıklatın. Seçtiğiniz geçişin ön izlemesi  slayt üzerinde görülecektir</a:t>
            </a:r>
            <a:r>
              <a:rPr lang="tr-TR" sz="1600" dirty="0" smtClean="0"/>
              <a:t>.</a:t>
            </a:r>
          </a:p>
          <a:p>
            <a:pPr marL="342900" lvl="0" indent="-342900">
              <a:buFont typeface="+mj-lt"/>
              <a:buAutoNum type="arabicPeriod"/>
            </a:pPr>
            <a:endParaRPr lang="tr-TR" sz="1600" dirty="0"/>
          </a:p>
          <a:p>
            <a:pPr marL="342900" lvl="0" indent="-342900">
              <a:buFont typeface="+mj-lt"/>
              <a:buAutoNum type="arabicPeriod"/>
            </a:pPr>
            <a:endParaRPr lang="tr-TR" sz="1600" dirty="0" smtClean="0"/>
          </a:p>
          <a:p>
            <a:pPr marL="342900" lvl="0" indent="-342900">
              <a:buFont typeface="+mj-lt"/>
              <a:buAutoNum type="arabicPeriod"/>
            </a:pPr>
            <a:endParaRPr lang="tr-TR" sz="1600" dirty="0"/>
          </a:p>
          <a:p>
            <a:pPr marL="342900" lvl="0" indent="-342900">
              <a:buFont typeface="+mj-lt"/>
              <a:buAutoNum type="arabicPeriod"/>
            </a:pPr>
            <a:endParaRPr lang="tr-TR" sz="1600" dirty="0"/>
          </a:p>
          <a:p>
            <a:pPr marL="342900" lvl="0" indent="-342900">
              <a:buFont typeface="+mj-lt"/>
              <a:buAutoNum type="arabicPeriod"/>
            </a:pPr>
            <a:r>
              <a:rPr lang="tr-TR" sz="1600" dirty="0"/>
              <a:t>Bu belirlediğiniz geçişi değiştirmek için başka bir tane geçiş efektine tıklatın.</a:t>
            </a:r>
          </a:p>
          <a:p>
            <a:pPr marL="342900" lvl="0" indent="-342900">
              <a:buFont typeface="+mj-lt"/>
              <a:buAutoNum type="arabicPeriod"/>
            </a:pPr>
            <a:r>
              <a:rPr lang="tr-TR" sz="1600" dirty="0"/>
              <a:t>Son olarak belirlediğiniz geçişi efektini sununuzdaki tüm slaytlara uygulamak için </a:t>
            </a:r>
            <a:r>
              <a:rPr lang="tr-TR" sz="1600" b="1" i="1" dirty="0"/>
              <a:t>Geçişler sekmesi &gt; Zamanlama grubu &gt; Tümüne </a:t>
            </a:r>
            <a:r>
              <a:rPr lang="tr-TR" sz="1600" b="1" i="1" dirty="0" err="1"/>
              <a:t>Uygula</a:t>
            </a:r>
            <a:r>
              <a:rPr lang="tr-TR" sz="1600" dirty="0" err="1"/>
              <a:t>'yı</a:t>
            </a:r>
            <a:r>
              <a:rPr lang="tr-TR" sz="1600" dirty="0"/>
              <a:t> tıklatın.</a:t>
            </a:r>
          </a:p>
          <a:p>
            <a:pPr lvl="0"/>
            <a:endParaRPr lang="tr-TR" sz="1600" dirty="0"/>
          </a:p>
        </p:txBody>
      </p:sp>
      <p:pic>
        <p:nvPicPr>
          <p:cNvPr id="14" name="Resim 13"/>
          <p:cNvPicPr/>
          <p:nvPr/>
        </p:nvPicPr>
        <p:blipFill>
          <a:blip r:embed="rId11"/>
          <a:stretch>
            <a:fillRect/>
          </a:stretch>
        </p:blipFill>
        <p:spPr>
          <a:xfrm>
            <a:off x="3249948" y="1676400"/>
            <a:ext cx="1474452" cy="1497352"/>
          </a:xfrm>
          <a:prstGeom prst="rect">
            <a:avLst/>
          </a:prstGeom>
        </p:spPr>
      </p:pic>
      <p:pic>
        <p:nvPicPr>
          <p:cNvPr id="15" name="Resim 14"/>
          <p:cNvPicPr/>
          <p:nvPr/>
        </p:nvPicPr>
        <p:blipFill>
          <a:blip r:embed="rId12"/>
          <a:stretch>
            <a:fillRect/>
          </a:stretch>
        </p:blipFill>
        <p:spPr>
          <a:xfrm>
            <a:off x="892604" y="4191000"/>
            <a:ext cx="7193407" cy="76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717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Slaytlara ayrı ayrı geçiş efektleri yapmak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Slaytlar arası geçişlere etkiler (</a:t>
            </a:r>
            <a:r>
              <a:rPr lang="tr-TR" sz="1400" b="1" dirty="0" err="1">
                <a:solidFill>
                  <a:schemeClr val="bg1"/>
                </a:solidFill>
              </a:rPr>
              <a:t>effekt</a:t>
            </a:r>
            <a:r>
              <a:rPr lang="tr-TR" sz="1400" b="1" dirty="0">
                <a:solidFill>
                  <a:schemeClr val="bg1"/>
                </a:solidFill>
              </a:rPr>
              <a:t>) </a:t>
            </a:r>
            <a:r>
              <a:rPr lang="tr-TR" sz="1400" b="1" dirty="0" smtClean="0">
                <a:solidFill>
                  <a:schemeClr val="bg1"/>
                </a:solidFill>
              </a:rPr>
              <a:t>uygular ve </a:t>
            </a:r>
            <a:r>
              <a:rPr lang="tr-TR" sz="1400" b="1" dirty="0">
                <a:solidFill>
                  <a:schemeClr val="bg1"/>
                </a:solidFill>
              </a:rPr>
              <a:t>bu etkileri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5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/>
              <a:t>Her bir </a:t>
            </a:r>
            <a:r>
              <a:rPr lang="tr-TR" sz="1600" dirty="0" err="1"/>
              <a:t>slayta</a:t>
            </a:r>
            <a:r>
              <a:rPr lang="tr-TR" sz="1600" dirty="0"/>
              <a:t> ayrı ayrı geçiş uygulamak için her bir </a:t>
            </a:r>
            <a:r>
              <a:rPr lang="tr-TR" sz="1600" dirty="0" err="1"/>
              <a:t>slaytı</a:t>
            </a:r>
            <a:r>
              <a:rPr lang="tr-TR" sz="1600" dirty="0"/>
              <a:t> ayrı ayrı seçin ve bunların her biri için bir geçiş belirleyin.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322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Slayt geçişlerine ses eklemek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Slayt geçişlerine ses </a:t>
            </a:r>
            <a:r>
              <a:rPr lang="tr-TR" sz="1400" b="1" dirty="0" smtClean="0">
                <a:solidFill>
                  <a:schemeClr val="bg1"/>
                </a:solidFill>
              </a:rPr>
              <a:t>ekler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6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smtClean="0"/>
              <a:t>Ses </a:t>
            </a:r>
            <a:r>
              <a:rPr lang="tr-TR" sz="1600" dirty="0"/>
              <a:t>eklemek istediğiniz </a:t>
            </a:r>
            <a:r>
              <a:rPr lang="tr-TR" sz="1600" dirty="0" err="1" smtClean="0"/>
              <a:t>slaytı</a:t>
            </a:r>
            <a:r>
              <a:rPr lang="tr-TR" sz="1600" dirty="0" smtClean="0"/>
              <a:t> </a:t>
            </a:r>
            <a:r>
              <a:rPr lang="tr-TR" sz="1600" dirty="0"/>
              <a:t> </a:t>
            </a:r>
            <a:r>
              <a:rPr lang="tr-TR" sz="1600" dirty="0" smtClean="0"/>
              <a:t>seçin</a:t>
            </a:r>
            <a:r>
              <a:rPr lang="tr-TR" sz="1600" dirty="0"/>
              <a:t>.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b="1" i="1" dirty="0"/>
              <a:t>Geçişler sekmesi &gt; Zamanlama grubu &gt; </a:t>
            </a:r>
            <a:r>
              <a:rPr lang="tr-TR" sz="1600" b="1" i="1" dirty="0" err="1"/>
              <a:t>Ses</a:t>
            </a:r>
            <a:r>
              <a:rPr lang="tr-TR" sz="1600" dirty="0" err="1"/>
              <a:t>'in</a:t>
            </a:r>
            <a:r>
              <a:rPr lang="tr-TR" sz="1600" dirty="0"/>
              <a:t> yanındaki oku tıklatın ve;</a:t>
            </a:r>
          </a:p>
          <a:p>
            <a:pPr marL="1314450" lvl="2" indent="-400050">
              <a:buFont typeface="Arial" pitchFamily="34" charset="0"/>
              <a:buChar char="•"/>
            </a:pPr>
            <a:r>
              <a:rPr lang="tr-TR" sz="1600" dirty="0"/>
              <a:t>Listeden ses eklemek için, istediğiniz sesi seçin.</a:t>
            </a:r>
          </a:p>
          <a:p>
            <a:pPr marL="1314450" lvl="2" indent="-400050">
              <a:spcAft>
                <a:spcPts val="600"/>
              </a:spcAft>
              <a:buFont typeface="Arial" pitchFamily="34" charset="0"/>
              <a:buChar char="•"/>
            </a:pPr>
            <a:r>
              <a:rPr lang="tr-TR" sz="1600" dirty="0"/>
              <a:t>Listede bulunmayan bir ses eklemek için, </a:t>
            </a:r>
            <a:r>
              <a:rPr lang="tr-TR" sz="1600" b="1" i="1" dirty="0"/>
              <a:t>Diğer </a:t>
            </a:r>
            <a:r>
              <a:rPr lang="tr-TR" sz="1600" b="1" i="1" dirty="0" err="1"/>
              <a:t>Ses</a:t>
            </a:r>
            <a:r>
              <a:rPr lang="tr-TR" sz="1600" dirty="0" err="1"/>
              <a:t>'i</a:t>
            </a:r>
            <a:r>
              <a:rPr lang="tr-TR" sz="1600" dirty="0"/>
              <a:t> seçin, eklemek istediğiniz ses dosyasını </a:t>
            </a:r>
            <a:r>
              <a:rPr lang="tr-TR" sz="1600" dirty="0" smtClean="0"/>
              <a:t>bilgisayarınızda </a:t>
            </a:r>
            <a:r>
              <a:rPr lang="tr-TR" sz="1600" dirty="0"/>
              <a:t>bulun ve Tamam'ı tıklatın</a:t>
            </a:r>
            <a:r>
              <a:rPr lang="tr-TR" sz="1600" dirty="0" smtClean="0"/>
              <a:t>.</a:t>
            </a:r>
          </a:p>
          <a:p>
            <a:pPr marL="1314450" lvl="2" indent="-400050">
              <a:spcAft>
                <a:spcPts val="600"/>
              </a:spcAft>
              <a:buFont typeface="Arial" pitchFamily="34" charset="0"/>
              <a:buChar char="•"/>
            </a:pPr>
            <a:endParaRPr lang="tr-TR" sz="1600" dirty="0"/>
          </a:p>
          <a:p>
            <a:pPr marL="1314450" lvl="2" indent="-400050">
              <a:spcAft>
                <a:spcPts val="600"/>
              </a:spcAft>
              <a:buFont typeface="Arial" pitchFamily="34" charset="0"/>
              <a:buChar char="•"/>
            </a:pPr>
            <a:endParaRPr lang="tr-TR" sz="1600" dirty="0" smtClean="0"/>
          </a:p>
          <a:p>
            <a:pPr marL="1314450" lvl="2" indent="-400050">
              <a:spcAft>
                <a:spcPts val="600"/>
              </a:spcAft>
              <a:buFont typeface="Arial" pitchFamily="34" charset="0"/>
              <a:buChar char="•"/>
            </a:pPr>
            <a:endParaRPr lang="tr-TR" sz="1600" dirty="0"/>
          </a:p>
          <a:p>
            <a:pPr marL="1314450" lvl="2" indent="-400050">
              <a:spcAft>
                <a:spcPts val="600"/>
              </a:spcAft>
              <a:buFont typeface="Arial" pitchFamily="34" charset="0"/>
              <a:buChar char="•"/>
            </a:pPr>
            <a:endParaRPr lang="tr-TR" sz="1600" dirty="0" smtClean="0"/>
          </a:p>
          <a:p>
            <a:pPr marL="1314450" lvl="2" indent="-400050">
              <a:spcAft>
                <a:spcPts val="600"/>
              </a:spcAft>
              <a:buFont typeface="Arial" pitchFamily="34" charset="0"/>
              <a:buChar char="•"/>
            </a:pPr>
            <a:endParaRPr lang="tr-TR" sz="16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 smtClean="0"/>
              <a:t>Son </a:t>
            </a:r>
            <a:r>
              <a:rPr lang="tr-TR" sz="1600" dirty="0"/>
              <a:t>olarak belirlediğiniz sesin sununuzdaki tüm slaytlara uygulamak için </a:t>
            </a:r>
            <a:r>
              <a:rPr lang="tr-TR" sz="1600" b="1" i="1" dirty="0"/>
              <a:t>Geçişler sekmesi &gt; Zamanlama grubu &gt; Tümüne </a:t>
            </a:r>
            <a:r>
              <a:rPr lang="tr-TR" sz="1600" b="1" i="1" dirty="0" err="1"/>
              <a:t>Uygula</a:t>
            </a:r>
            <a:r>
              <a:rPr lang="tr-TR" sz="1600" dirty="0" err="1"/>
              <a:t>'yı</a:t>
            </a:r>
            <a:r>
              <a:rPr lang="tr-TR" sz="1600" dirty="0"/>
              <a:t> tıklatın.</a:t>
            </a:r>
          </a:p>
          <a:p>
            <a:pPr lvl="2">
              <a:spcAft>
                <a:spcPts val="600"/>
              </a:spcAft>
            </a:pPr>
            <a:endParaRPr lang="tr-TR" sz="1600" dirty="0"/>
          </a:p>
        </p:txBody>
      </p:sp>
      <p:pic>
        <p:nvPicPr>
          <p:cNvPr id="13" name="Resim 12"/>
          <p:cNvPicPr/>
          <p:nvPr/>
        </p:nvPicPr>
        <p:blipFill>
          <a:blip r:embed="rId11"/>
          <a:stretch>
            <a:fillRect/>
          </a:stretch>
        </p:blipFill>
        <p:spPr>
          <a:xfrm>
            <a:off x="2946779" y="3149614"/>
            <a:ext cx="4070269" cy="10760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794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Slayt geçişlerinde zamanlama ayarlarını yapmak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Slayt geçişlerinde zamanlama </a:t>
            </a:r>
            <a:r>
              <a:rPr lang="tr-TR" sz="1400" b="1">
                <a:solidFill>
                  <a:schemeClr val="bg1"/>
                </a:solidFill>
              </a:rPr>
              <a:t>ayarlarını </a:t>
            </a:r>
            <a:r>
              <a:rPr lang="tr-TR" sz="1400" b="1" smtClean="0">
                <a:solidFill>
                  <a:schemeClr val="bg1"/>
                </a:solidFill>
              </a:rPr>
              <a:t>yapar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7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tr-TR" sz="1600" dirty="0"/>
              <a:t>Önceki slayt ile geçerli slayt arasındaki geçiş süresini ayarlamak için;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b="1" i="1" dirty="0"/>
              <a:t>Geçişler sekmesi &gt; Zamanlama grubunda &gt; Süre</a:t>
            </a:r>
            <a:r>
              <a:rPr lang="tr-TR" sz="1600" dirty="0"/>
              <a:t> kutusunda, istediğiniz hızı yazın veya seçin</a:t>
            </a:r>
            <a:r>
              <a:rPr lang="tr-TR" sz="1600" dirty="0" smtClean="0"/>
              <a:t>.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endParaRPr lang="tr-TR" sz="1600" dirty="0"/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tr-TR" sz="1600" dirty="0"/>
              <a:t>Geçerli </a:t>
            </a:r>
            <a:r>
              <a:rPr lang="tr-TR" sz="1600" dirty="0" smtClean="0"/>
              <a:t>slayttan </a:t>
            </a:r>
            <a:r>
              <a:rPr lang="tr-TR" sz="1600" dirty="0"/>
              <a:t>sonraki slayda geçmesi için gereken süreyi belirtmek için aşağıdakilerden birini yapın;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dirty="0"/>
              <a:t>Fareyi tıklattığınızda sonraki slayda geçmek için, </a:t>
            </a:r>
            <a:r>
              <a:rPr lang="tr-TR" sz="1600" b="1" i="1" dirty="0"/>
              <a:t>Geçişler sekmesi &gt; Zamanlama grubunda &gt; Fare Tıklatmasında</a:t>
            </a:r>
            <a:r>
              <a:rPr lang="tr-TR" sz="1600" dirty="0"/>
              <a:t> onay kutusunu seçin.</a:t>
            </a:r>
          </a:p>
          <a:p>
            <a:pPr marL="857250" lvl="1" indent="-400050">
              <a:spcAft>
                <a:spcPts val="600"/>
              </a:spcAft>
              <a:buFont typeface="+mj-lt"/>
              <a:buAutoNum type="romanLcPeriod"/>
            </a:pPr>
            <a:r>
              <a:rPr lang="tr-TR" sz="1600" dirty="0"/>
              <a:t>Belirli bir süre sonunda sonraki slayda otomatik olarak geçmek için, </a:t>
            </a:r>
            <a:r>
              <a:rPr lang="tr-TR" sz="1600" b="1" dirty="0"/>
              <a:t>Geçişler sekmesi &gt; Zamanlama grubunda &gt;  Sonrasında</a:t>
            </a:r>
            <a:r>
              <a:rPr lang="tr-TR" sz="1600" dirty="0"/>
              <a:t> kutusuna istediğiniz zaman değerini girin. </a:t>
            </a:r>
            <a:endParaRPr lang="tr-TR" sz="1400" dirty="0"/>
          </a:p>
        </p:txBody>
      </p:sp>
      <p:pic>
        <p:nvPicPr>
          <p:cNvPr id="14" name="Resim 13"/>
          <p:cNvPicPr/>
          <p:nvPr/>
        </p:nvPicPr>
        <p:blipFill>
          <a:blip r:embed="rId11"/>
          <a:stretch>
            <a:fillRect/>
          </a:stretch>
        </p:blipFill>
        <p:spPr>
          <a:xfrm>
            <a:off x="2858374" y="2258376"/>
            <a:ext cx="3427251" cy="9060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23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_FILES_RECORD" val="&lt;Videos&gt;&lt;Video Name=&quot;Math 142 Venn diagrams logic_271_1_60529.flv&quot; Position=&quot;1&quot; SlideID=&quot;271&quot;/&gt;&lt;/Videos&gt;&#10;"/>
  <p:tag name="ISPRING_RESOURCE_PATHS_HASH" val="94b0f9a2ce84e864a328139283993d548c239c2d"/>
  <p:tag name="MMPROD_NEXTUNIQUEID" val="10105"/>
  <p:tag name="MMPROD_10697PHOTO" val=""/>
  <p:tag name="MMPROD_10697LOGO" val="iVBORw0KGgoAAAANSUhEUgAAAJYAAAAnCAMAAADaSUEAAAAAA3NCSVQICAjb4U/gAAABgFBMVEUKAoV5c7pFQpzLyNghHIW0sM9xa67k4+mhnsJhW6gzL5QMB4SWkr3X1t6+vNWBfLRTUKMZEYbv7/AoJo2ppsc+OJfe3eaKhr3EwdlQSp1qZK17dbYMBYudnb4pIYu2tM729veJhbasrNY1L5sWDIzOzd6koMualr1bV5tKQptybbIQCIW8uNYIAIxpZrbe3uzFwtavrceDfr5iXa4vKI6RjLzW1eYbFoxRSqV8ea0jHYxLSJ5HPZ/v7/Y4M5UmGpK2tdbQz+Ps6vG/vd+ZmcyTk8URDYRXUqUNAIulo82PjLZtaa0+OZqMi72DgbZBO5x2c7UQCIve1uZLRKRlYayurc5cWK3Fxd0xKJkgGo08OJealMOzsNZzcakZEI2mpcN7eLVXUaspI5XT0d9WTKrj4ezKx9yEgb3p6PMbFYTZ2Oy1s9uko9V+fb05MZusqM9cWKZkYaYsJ5PDv98OA4dsabaSjriUkMMkIJIIAJTm5e8UDYzHx+MvJZecnMQwKJRRYdU1AAAAgHRSTlP//////////////////////////////////////////wD//////////////////////////////////////////////////////////////////////////////////////////////////////////////////////////////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/oWph2o3zmE9Uo7KoDcuShbCKSIUzrN8iKYq2MDLsNONQvyAbMpGphyQ6fT2SzCO0P6thVPbDw/GfzsRwMSQJFW1VHni1DmxVFttdsrGSMJAjZ5ixghd+CtCCSqBlzsQSeIKzAKIGU2THImz6DMxYxF8tGVIuAlY3CoxJelyg2sWJ5M7E+10Sxi1aSfGpJpYa1TRWbPTURKxKLNXSM0NbTL6sKkj5frC3H5mHlfOKChDqfgBJZCBm2u6GKVc0KqwyCYi2LHJ8EdlQN8VQHVSxmVhZi5DOxipKTXH6DtSB6eIsqNnbvieMbnFW6P9b4pHgGjQ8gzh4bAesWVWzz3hOnk1rl/juGeVITr+I4XlSifBkztClvge0rbcXC1LTU7rgL3/O5/twyB2jpYntAuOsJ6R9BW6InmUPj7RVJGOgd6BJCu5O3sSa5lm7ZIWmjM61O/aT8HSw9ckW5vn7e/pCyunqH5qiTgLnOkaeDMphrCv6jfbw3sdHHeby1WgdWKtrSHZ6jh9tZUki9/w4WwimyAndThsiB0B2KGfrCX7Y6Ry5yZK02APs8/Xvv6/neQsbLdhgs3tKdSwWNBVHK/mQJ0dRj+H8FLJ+Cp+iet+fO7fkRl7JehMUfLLawPLSIdXTnyzMVCeMzoUJwCz1+Hb1babjzaY/1lPu07nFl4+jju6ahzczoEPrWM65suQOLFmyurPUm5qekzPPDm8H291JNMZslA1eU1ANE+XfY4BBc0G3bKPCRZEPavIKSgDcSevTnLSyNPxAmd5Dls3BeIjSAfEV+GMfhZdImLH72ZBFWKSgl9dMIN7aovIjbe3F2JHdikYTL9un113Uus8G2fKxtLRTWfL4tjKxqh2uU21cGaPMH8ktnR3BPhunvOPu+X0M2kalOtLAumliS8yMmJvCYX8FK6qKfg2rtP/Hi61cF8osUzf52FhfE/OHQk2+4q1dpWpiJG9+6kZ3P3UPz/jfdnFGuimKqHU+JwvLyCPBn9yvkW4v8Bxqs94X34HbuGgpH1Wny76mps+uYEuYNawWaWLZNwqqjtL8zhBL7qqCFcESuCs+CbwVv93ExuYrdlMAtwT5LpE2s2dg3YpW10ZE3r93uNfL9yaUWllcHRqryXLioGtZ69yy1jKAzFDas9dxQGKE6Dd4FyXbW1H9Vo80yNA5J/Q2Ns6a1MMbT2Cz9r+DlDu3WHmVz0LDWMr+KYwpPcLuKexHM7ZFvnXdk5muJ4gMvlU8yRnW43w4327ucVimjkfJXB11DfEA5udS9bOLplcTxi4ZCaPAL2Z8fGKZSkmSpYcsN+RU6srxSHl3KWUq5WLbRbAE1kuAUZ0RBqaKNBV3bqhK67OrXJ9SN8T+eaL8cY3iQAyN8k25iVM0/4C3YH4bOi9tt1wpxliGKLu6cfBpFIcehO10s5UrFnFy02JsaU4ZWTglZrr+kmN1KU8s9rvUIdpdkMUJTM0gsz3igCwKtOJcmT7ILPZDSJegrZM/MtIVG7AVK1Zu3qSbttHvWEOIrCNVq+TuizbeijWYKP6j6Q8LgwW1rpen4c0AV6oIbG2LN84PTLNl+bmnGQOiMnmwdxQYdfxyzS8jWxL2f+q5/hYXNjvS8BdeB0w0vna/TdPAYMREr8PdepFpwjo4/CapzPE5R3L8rkf0XWBhuG8sLVFgBK+oITgfJhgmzqJpYnmZAF8WKcRURoKNiELotZvo5EQmj+hMX5ebxx7izwSL1nZrJWLD6fL4DnfL8M0pim3Kzz6fNo2pfJFkZWxFp1UtBizJEklaVNfUmqYWFAY0CmANywyk1j9mPLGZSdVxSSiolwC4KD3GG4XdNCw3Xwty0SmUXKryAcbWaNNHZr+UvRc6TFskuISEAAAAASUVORK5CYII="/>
  <p:tag name="ARTICULATE_PROJECT_OPEN" val="0"/>
  <p:tag name="MMPROD_DATA" val="&lt;object type=&quot;10002&quot; unique_id=&quot;901&quot;&gt;&lt;property id=&quot;10007&quot; value=&quot;Next&quot;/&gt;&lt;property id=&quot;10008&quot; value=&quot;Back&quot;/&gt;&lt;property id=&quot;10009&quot; value=&quot;Gönder&quot;/&gt;&lt;property id=&quot;10012&quot; value=&quot;0&quot;/&gt;&lt;property id=&quot;10022&quot; value=&quot;Tekrar deneyin&quot;/&gt;&lt;property id=&quot;10068&quot; value=&quot;Doğru - Devam etmek için tıklayınız&quot;/&gt;&lt;property id=&quot;10069&quot; value=&quot;Yanlış - Devam etmek için tıklayınız&quot;/&gt;&lt;property id=&quot;10124&quot; value=&quot;Click to continue&quot;/&gt;&lt;property id=&quot;10125&quot; value=&quot;Click to submit answer&quot;/&gt;&lt;property id=&quot;10126&quot; value=&quot;Click to go back&quot;/&gt;&lt;property id=&quot;10127&quot; value=&quot;Temizle&quot;/&gt;&lt;property id=&quot;10128&quot; value=&quot;Click to clear&quot;/&gt;&lt;property id=&quot;10133&quot; value=&quot;1&quot;/&gt;&lt;property id=&quot;10134&quot; value=&quot;0&quot;/&gt;&lt;property id=&quot;10135&quot; value=&quot;,&quot;/&gt;&lt;property id=&quot;10136&quot; value=&quot;2&quot;/&gt;&lt;property id=&quot;10156&quot; value=&quot;1&quot;/&gt;&lt;property id=&quot;10157&quot; value=&quot;1&quot;/&gt;&lt;property id=&quot;10158&quot; value=&quot;1&quot;/&gt;&lt;property id=&quot;10177&quot; value=&quot;0&quot;/&gt;&lt;property id=&quot;10183&quot; value=&quot;Devam etmeden önce bu soruyu cevaplamalısınız&quot;/&gt;&lt;property id=&quot;10185&quot; value=&quot;1&quot;/&gt;&lt;property id=&quot;10188&quot; value=&quot;The time to answer this question has expired.&quot;/&gt;&lt;property id=&quot;10189&quot; value=&quot;1&quot;/&gt;&lt;property id=&quot;10194&quot; value=&quot;1&quot;/&gt;&lt;property id=&quot;10195&quot; value=&quot;1&quot;/&gt;&lt;property id=&quot;10196&quot; value=&quot;0&quot;/&gt;&lt;property id=&quot;10198&quot; value=&quot;100&quot;/&gt;&lt;property id=&quot;10200&quot; value=&quot;1&quot;/&gt;&lt;property id=&quot;10212&quot; value=&quot;1&quot;/&gt;&lt;property id=&quot;10213&quot; value=&quot;1&quot;/&gt;&lt;property id=&quot;10214&quot; value=&quot;0&quot;/&gt;&lt;property id=&quot;10215&quot; value=&quot;0&quot;/&gt;&lt;property id=&quot;10216&quot; value=&quot;0&quot;/&gt;&lt;property id=&quot;10217&quot; value=&quot;1&quot;/&gt;&lt;property id=&quot;10218&quot; value=&quot;0&quot;/&gt;&lt;property id=&quot;10219&quot; value=&quot;0&quot;/&gt;&lt;property id=&quot;10220&quot; value=&quot;&amp;lt;Format Name=&amp;quot;Presentation Default&amp;quot;&amp;gt;&amp;lt;Question FontName=&amp;quot;Trebuchet MS&amp;quot; IsBold=&amp;quot;1&amp;quot; IsItalic=&amp;quot;0&amp;quot; IsUnderline=&amp;quot;0&amp;quot; FontSize=&amp;quot;46&amp;quot; UseDefFont=&amp;quot;1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&quot;/&gt;&lt;property id=&quot;10221&quot; value=&quot;&amp;lt;Format Name=&amp;quot;Presentation Default&amp;quot;&amp;gt;&amp;lt;Question FontName=&amp;quot;Trebuchet MS&amp;quot; IsBold=&amp;quot;1&amp;quot; IsItalic=&amp;quot;0&amp;quot; IsUnderline=&amp;quot;0&amp;quot; FontSize=&amp;quot;46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 &quot;/&gt;&lt;property id=&quot;10227&quot; value=&quot;1&quot;/&gt;&lt;property id=&quot;10229&quot; value=&quot;0&quot;/&gt;&lt;object type=&quot;10054&quot; unique_id=&quot;10002&quot;&gt;&lt;property id=&quot;10139&quot; value=&quot;1.0&quot;/&gt;&lt;property id=&quot;10141&quot; value=&quot;80&quot;/&gt;&lt;property id=&quot;10143&quot; value=&quot;0&quot;/&gt;&lt;property id=&quot;10144&quot; value=&quot;0&quot;/&gt;&lt;property id=&quot;10145&quot; value=&quot;0&quot;/&gt;&lt;property id=&quot;10146&quot; value=&quot;1&quot;/&gt;&lt;property id=&quot;10147&quot; value=&quot;0&quot;/&gt;&lt;property id=&quot;10148&quot; value=&quot;0&quot;/&gt;&lt;property id=&quot;10149&quot; value=&quot;0&quot;/&gt;&lt;property id=&quot;10150&quot; value=&quot;0&quot;/&gt;&lt;/object&gt;&lt;object type=&quot;10042&quot; unique_id=&quot;903&quot;&gt;&lt;object type=&quot;10003&quot; unique_id=&quot;10009&quot;&gt;&lt;property id=&quot;10002&quot; value=&quot;Değerlendirme Sınavı&quot;/&gt;&lt;property id=&quot;10003&quot; value=&quot;0&quot;/&gt;&lt;property id=&quot;10004&quot; value=&quot;0&quot;/&gt;&lt;property id=&quot;10005&quot; value=&quot;0&quot;/&gt;&lt;property id=&quot;10006&quot; value=&quot;0&quot;/&gt;&lt;property id=&quot;10010&quot; value=&quot;1&quot;/&gt;&lt;property id=&quot;10014&quot; value=&quot;1&quot;/&gt;&lt;property id=&quot;10015&quot; value=&quot;1&quot;/&gt;&lt;property id=&quot;10016&quot; value=&quot;1&quot;/&gt;&lt;property id=&quot;10017&quot; value=&quot;1&quot;/&gt;&lt;property id=&quot;10018&quot; value=&quot;1&quot;/&gt;&lt;property id=&quot;10029&quot; value=&quot;2&quot;/&gt;&lt;property id=&quot;10072&quot; value=&quot;Quiz10009&quot;/&gt;&lt;property id=&quot;10123&quot; value=&quot;1&quot;/&gt;&lt;property id=&quot;10129&quot; value=&quot;0&quot;/&gt;&lt;property id=&quot;10130&quot; value=&quot;80&quot;/&gt;&lt;property id=&quot;10160&quot; value=&quot;1&quot;/&gt;&lt;property id=&quot;10161&quot; value=&quot;1&quot;/&gt;&lt;property id=&quot;10162&quot; value=&quot;1&quot;/&gt;&lt;property id=&quot;10163&quot; value=&quot;0&quot;/&gt;&lt;property id=&quot;10164&quot; value=&quot;0&quot;/&gt;&lt;property id=&quot;10165&quot; value=&quot;Başarılı&quot;/&gt;&lt;property id=&quot;10166&quot; value=&quot;Başarısız&quot;/&gt;&lt;property id=&quot;10167&quot; value=&quot;FFFFFFFF&quot;/&gt;&lt;property id=&quot;10169&quot; value=&quot;Question %d of %d&quot;/&gt;&lt;property id=&quot;10170&quot; value=&quot;Send E-mail&quot;/&gt;&lt;property id=&quot;10171&quot; value=&quot;Doğru cevapladınız&quot;/&gt;&lt;property id=&quot;10172&quot; value=&quot;Yanlış cevapladınız&quot;/&gt;&lt;property id=&quot;10173&quot; value=&quot;Cevabınız:&quot;/&gt;&lt;property id=&quot;10174&quot; value=&quot;Doğru cevap:&quot;/&gt;&lt;property id=&quot;10208&quot; value=&quot;0&quot;/&gt;&lt;property id=&quot;10222&quot; value=&quot;0&quot;/&gt;&lt;property id=&quot;10223&quot; value=&quot;1&quot;/&gt;&lt;property id=&quot;10224&quot; value=&quot;1&quot;/&gt;&lt;property id=&quot;10225&quot; value=&quot;Instruction Slide Title&quot;/&gt;&lt;property id=&quot;10226&quot; value=&quot;Write instructions for quiz takers here...&quot;/&gt;&lt;property id=&quot;10228&quot; value=&quot;0&quot;/&gt;&lt;object type=&quot;10062&quot; unique_id=&quot;10010&quot;&gt;&lt;object type=&quot;10050&quot; unique_id=&quot;10011&quot;&gt;&lt;property id=&quot;10020&quot; value=&quot;2&quot;/&gt;&lt;property id=&quot;10102&quot; value=&quot;0&quot;/&gt;&lt;property id=&quot;10191&quot; value=&quot;-1&quot;/&gt;&lt;/object&gt;&lt;object type=&quot;10051&quot; unique_id=&quot;10012&quot;&gt;&lt;property id=&quot;10020&quot; value=&quot;2&quot;/&gt;&lt;property id=&quot;10102&quot; value=&quot;0&quot;/&gt;&lt;property id=&quot;10191&quot; value=&quot;-1&quot;/&gt;&lt;/object&gt;&lt;/object&gt;&lt;object type=&quot;10061&quot; unique_id=&quot;20000&quot;&gt;&lt;object type=&quot;10058&quot; unique_id=&quot;10089&quot;&gt;&lt;property id=&quot;10201&quot; value=&quot;Question Group&quot;/&gt;&lt;property id=&quot;10202&quot; value=&quot;1&quot;/&gt;&lt;property id=&quot;10204&quot; value=&quot;5&quot;/&gt;&lt;property id=&quot;10205&quot; value=&quot;10&quot;/&gt;&lt;object type=&quot;10064&quot; unique_id=&quot;10090&quot;&gt;&lt;object type=&quot;10059&quot; unique_id=&quot;10091&quot;&gt;&lt;object type=&quot;10060&quot; unique_id=&quot;10093&quot;&gt;&lt;property id=&quot;10020&quot; value=&quot;2&quot;/&gt;&lt;property id=&quot;10102&quot; value=&quot;0&quot;/&gt;&lt;property id=&quot;10191&quot; value=&quot;-1&quot;/&gt;&lt;property id=&quot;10210&quot; value=&quot;0&quot;/&gt;&lt;property id=&quot;10211&quot; value=&quot;49&quot;/&gt;&lt;/object&gt;&lt;object type=&quot;10060&quot; unique_id=&quot;10094&quot;&gt;&lt;property id=&quot;10020&quot; value=&quot;2&quot;/&gt;&lt;property id=&quot;10102&quot; value=&quot;0&quot;/&gt;&lt;property id=&quot;10191&quot; value=&quot;-1&quot;/&gt;&lt;property id=&quot;10210&quot; value=&quot;50&quot;/&gt;&lt;property id=&quot;10211&quot; value=&quot;100&quot;/&gt;&lt;/object&gt;&lt;/object&gt;&lt;/object&gt;&lt;/object&gt;&lt;/object&gt;&lt;/object&gt;&lt;/object&gt;&lt;/object&gt;&#10;"/>
  <p:tag name="MMPROD_THEME_BG_IMAGE" val=""/>
  <p:tag name="MMPROD_48932PHOTO" val="/9j/4AAQSkZJRgABAQAAAQABAAD/2wBDAAMCAgMCAgMDAwMEAwMEBQgFBQQEBQoHBwYIDAoMDAsKCwsNDhIQDQ4RDgsLEBYQERMUFRUVDA8XGBYUGBIUFRT/2wBDAQMEBAUEBQkFBQkUDQsNFBQUFBQUFBQUFBQUFBQUFBQUFBQUFBQUFBQUFBQUFBQUFBQUFBQUFBQUFBQUFBQUFBT/wAARCADIAK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gkj/76p4jqVIanSHmhmdyAQ/LUqw1OsNSrH9aBFYR07ZVoQ0/yaAKojqRY6tJDuqZLUt2oKM/y6PJrXTTZGRSkTuv95RRPpcsYViDGuf4hQBkNHto8kNVqSaCN9jyRq/93evP+760QqlxDvTa2OjKaAKLR9qDHVxrfuPmprRnpwtAFIw7uaY0dXdtMK/WgCg8O2ovL21oPHUTQ/LQKxQdfY0xl/4FV14aheP/AL5oGX0jqVI/+BU9F9qnSMZ6UMkjSGpBHz0qVI+ORUqR/wCztoAiWE+lSpb7m6fNUyR7uKuJHFbwvPOdkUSFiyjdQA2z0mWYZCFlFeRfFP8AaAs/Bs0ukeHBbalq4O2S5zvht2/u8cOf9mvHfi18ZNT+IWsNBYXF1Z6CnyJbNOQs3+06ptFY2ieHbSSFJA5snc8uys0X/wBale+xqonSReNPGHi67zc65e2sE78/ZZvs8Wf4flHFdFL4Z1XT7ZdQuLm7v0hKqZYr196KTt3fe/h+9V3RobCx06LT3SB7mVNouYl3I+fuh1PBH/Af+BV1/gPwLcah5AnkZUzsaJDuwpb+H2X/AOJq2rHVTpObKp1BNJhi+2oLhSGiDRvuYOMc/wDAht+aom+J1vpdmlvbpJ99lWSc7V2jj5vevovSvg+L4pDcadDLBKPvM4RlzhVO4r/s7v8AgVcd8Uv2SYJNOuL3TALeaIF5Nj+ap9mrK7O14B8vMjhNA+KGn6lIsdw8as3yBY3HD/4V2kapdRLIuGUjcGU7s18u6XHrHhfxG2nxT2unTi42BpbdJYQw7OCuRu/vf9816v4Y1DV7ER3InFl5UhS9sWP7kN/eRenzVqtUeVOm4vlPSHt9tVmjK/7X+9WoGjurZJ4yHRxuDLULw1JkZzR011q48P8AwKonhoC5TdaieOrrx+1QsvpmgC6kdTpHT0Wp0j9qCRiR+1SpD7VMkdTpGd3SgCOC35UVx/7QXiaPwX8JtRlJ23F+RZQL/eLj5vwUbjXoNtD8/PrXy/8Ats69JN4h8NaBFIX+yWj3BiUfKryFVUt6nav+d1JlxPE/DFnca1c+RBHtgjG53x8qj+GvbvA3hG91iVLaOB9n3dzDcpqr4H8Ep4d0S0tCd9w43zsw+Yua+hfhNY20azoQN4T5dv8AFXKqjvoe7h8KpL3yfwL+z/ZRzpPekO2OYohsVj/SvoDw94T0jQbZIreyi342lsbmx/vVh+H2SOZHH3cbfmNd5ocIZ2klcLj5Rz/FWyu2e5TpwpqyRpaXZmTZ5duqqg+8o+9/wGtdNPguIXjMSrkFdy/rWnok1vcIwSJmYjlmFaD6ejcfc/2a6bWQOqk+U+C/2o/gedN1x9Q06I27v+981U+Vv7p/76XBH+0tcHZ6LLfQPJcSCeWWNEMUYDI/3cFe4ON3/j1fcXx70e3vPD7i43okce4T/wBxf4q/PvxP4o1LS/El7LGI2RY0ihlT5Udw3yq69t2773+7UpWPnsVbn5j1LwRHG2jzxxSvKkcm3a4+dOPutWtJHzWJ8KNUGvaVe3ETiWBvLfcw+dWI3bW916N71000fz4qWeRLczXWmGOrbw7TULx0ElN4+1V3jrQdf9moXX5u1BJdRd1Wo46dFCN3+zVmOPvQAyKP2qdI/u1KkftVhI9poFcLSPnpXzV+2HoZh8e+FNbkgRYJIPs4ZT8zlHV/m/P/AMdr6dhUqy15d+1v4bj1T4LT6wE/0rRruG4Rv7qO3lv/AOhLUy2NofEcbaWf75CR94Kfzr2zwN4biumt5YpyjsNv935q+f2h8Q+KJrC20R4rOIWkTvc3J2rnYp+b2XdXR6V8QvEfw5W3/te8s721U/vLy1DmJR/vhcf+PVyU4WPpqVXljsfWUOiy6Xp0sfmo8qQtL8vrXX+FZI7qHN5cRWqwp+8klfav1avEfBHjyf4iLLZ6ZIst5dW5WPaf4v8AerpvGPgPVfCWgrqfi24KWSIiyQQMdpYjo3+FdMZI9Hm0909nb4yfDvQ5lgPiWylvMbVgtn3M3/1v0+Wui8N/ETRvGFs0llJLFMshTZOm3ew/uN0NfBWhftCeGvBfi2yi1K3i0RNQMktrJBo0c3ypnd5s0k0WeAeF/i+Va+o/h98TtP8AF2qLZXFnaPeH/UXlrBJbq395HR1V7aZf7j8HqGI5rp5uZXONe82pPVHo3j/wy/iTw/exo+yfyzjb97Ffl98UfCN/DqF+Z0NqtsCskuflZC7bTt9dyqrfnX62QW7rCplId/8Anovevifxn8Mb3xN8T9b8NWMby3t5HLhJI96bSf4vb5s7uMbfvVk0rnJXp86908n/AGaJPt3hLXLwnaz3qoVVvk+5u+X/AL6r06aMZapbP4LaV8DdC+waL4iPiG1mv5YbrzbU2721yiDMaqeqfK20/wA+tN/1lK9zwK0JU58k1ZlKSM1Xkj9q0njqs8fzf/E1JiZ7x881XlXnOK0po9tVXXbVXA1Ej7Vbij9qSGP1q1FH92mA2NanSOnxx1YjjoJsMij+asX4x6Wdc+CHjixS3N082lSeXGv3twwyn/gO3d/wGuiij5WtnTYw26N0Dq6FCrfdKlfu1DV0axdnqfI9zJJN4R0bT7O5FvLcW9v5jsNy7di5+XvWjq/wT0i41CfxJ/wkbW7TWMdu+mWcJmZ2BQ5Du37vds528nc43YZq3/BOk27TWtvLAu3YItkg28D5cV6D4ujs9D0R3EcNrbxo2FjAVfu1hGThqfVUqCqQVzi/2JvDd5oPxRW38+SdbaNnCyqq9So27RwPpX6NeMvDkPjTw/faPdojxXCMpdo1cI+MK+D3FfGv7GXh3ztcl8UO6s15cC0hjl+VkUfMz19uXcdzFbziExvIynYzn5M9s1vRXNDU6eVJJHyx4d/Zw1TwnrUEmoWXhTXrOxkzZfbrBWaDPPydhz/6DX0dpENxqUa/aLayfaBh7aPbj/d+WvPPh18VrDxlqF7p0qvZ6jbSGKazndWK44/EV7Hp7QWdsgVozs6cda2ppNabDqx5HruNnXyYk4wQo7dq8Vl02V/2gPFN3psccut2vhZTaRSHajvJJhS+OoXaufZq9g1PUhcK6qGbj7uK5PR9Asl8bal4hEUr6tdab/ZxlUsw8vduVdvTrzUSSZgtEeS/Gi/k8V/Di01uSF7XULbUYY9TtXBXyZgjRtjPOPnSvIbb5kr6F+PtlZ+Hvh1cRO6y32tXaZUBuZt6SSuA3QKIsAdt1eAwQ7UWpSa0Z4mNcXUvHsNeP+Kq0se7tWjt7VXkj+tI8ozpI6ryR1pPHw1U5I/agDWijPtVpI6Yi1ajWrAfHHU6R7qEj+7VpI/u0ANSPbt4rRsf3coP901WSOrVsu1lqAPGvE+njRfiHq0YJRGn+0J/uyBX/wDZmqj8W4X1Twx5ayuiuUUsvp/FXX/GSx+y+IdL1MDbHd2vlFl/vof/AIllrlvF1v8A2l4cikZHlihjLmJT8znb92uSeh9dgavNSOP+FnjTxZpfimCPS08+1j2YSAMuNnDM33h8y9RX2R8IbC38YahdeLD4z8S3FnqAkSfw9JOBaQsPlwvGUH8Py4r5T+E/ijxnJqUUfgzRNM0i4wXEmvTomU/iyqo/5V7/AOA7D4nrPPZnxv4R8P6eJGd4LGzN5sc9cD5Mfia6KSSPVhRlOHNexofFv4VnwD4q03x54NHkxRps1LTlI3eX/wA9V917rXtHhLxA2tada3YdHjkRc8/LXmPi3RPiXYi31TTfFuia/YW/F3pkmjvbPOP4ir+a4/4Dt/irrPhosk3hiKOON7dst+6b70Y3dN1VdKTsc1VyW56Qn75mjz82edtcT8S/Eep+CfCt7q2kiJr2zmt3Kyj5Hi3jeG/3l4/4FXZWEaafas8kgdccyKO1eW/HDVFuPh7f7Ol9f20I2n+EOzt/6BWi0R5NWq0rnkXjDxprHxK1pNT1XyokhTZb2kH+qhB+9t3dS3rWckO0VPZ24VF+XtUzR7ajmPn5zc5c0ii8e3cKikWrrx1XdaDMoPHVWWP71X5lqrIvtQUascdWoY/+A0yNauRLVskei+1WEjoijq1HHSuAiL7VYiXmhIanEdSTYyfHXhuTxZ4Tnt7aPzdRtH+1Wq/xOw+8n/Al/VVrxvS9WPkfY3IZWPybh0b+61fQtoxjdcH7prhfi78NYrzTL3xTpH7m/tE869tFHyXabvmdfR1+8fX61lOFz08JivY+6cB4X8D2mtarPF57RbflRIn2sSa+gvhh+zHpHh2eK+iuy+pRYfa3zI2f+BV8u6P4yg0HUoNQJ2yo+4xsPu8V7Non7VWnabq6Sfaz9ldFYqvzbDtwwVaKcEtz6NY9ch9YNpI8iISYEsQ2yMo9Ky4ZItHeVE2RIHXK/wANeJf8NZaRdW7R2kczsRwypu/4Du65rKi1zxL8Urzyp5zo2kZ3+RA+2V/+BdhXW6cOh5NTFTnM9S1zx8de1RNC0PNxdO376VfuW4/iZmrN+OWjnTfAfh63HzL/AGsuWY9cQS/NXXfDrwPaeH7WKOKJYtw/u7mZv96vLv8AgoVrh8F/Db4c6xFcGCWw8Y20skcZ+aSD7NcC4T3Gxv8Ax6i19EctVvkbkcdbQlUXjtTnX61pfZ02K8TiWBwrxup+VkK5Vv8Avmqske3dWJ5ZnyR1WlX1rRkX1qrMvOaVyjOlWqki1oSL2qq8fzUgNaHrVyNaghjq7HH7VRJLGo7VcjX7tMhhq7DbmgBqR1OkNWIrMt0H6Veh0mWTpGzf7ooAowwncOK4z9ov4wWXwJ+C+ra9cRR3epX+7TNMspc7Z53B3M2P4ETc5+ir/FXea9q2heB7WC88Ta7pfhq1mO2OXV71LdZf93e3P/Aa/Oz/AIKD/GHSfil8RdG0/wAL6vDrfhXQNPaKO8tVbyZLyR83DIx++MCFN33fkOKLXHF+8e/p4Z0zxFZWVxbkS29zGksMq/3SoatPQPgze6leKPPCxL13JXhn7OfxOkfwRpVjdSndbIIkLH+EcLX2H8MvHEGpKttJBtlU/JJkbWWsIay5T2lBThzI0fBfwLsrNle5jWWUDd8wr1zw94TstFRY4Iz5uOFX+H/gXaptFt5Ps2R93uqn5v8Avqp7HWI7e52ZjKpnKs+1Ex94sxrtSshKml7x2+keXptvLc3ksVvZ28fmyXMp2rGAPmPPb3r82/2uPjUP2gvH9umnFl8H6IHt9MjYbTcMT+9nP+/tXb7KP7zV2/7SH7R1x8SjceG/D9y8XhSJ9lxeRHb/AGk47L/0xU/99/Tr4Na6ejFP4cn9K9nCYZ255niY3FqX7uGx9C/s1+Kh4o+Hn9h3MqHWfDp+ylGK73tf+WLqvcL9zd/sr/er0G6t2Vm4/wCA18bWnia8+GfxL07WdOuFtby3tZVhVgrJNkrvR17ptxx/LbXufhj9qjRtUmS08WaVLocpO3+07MGW23f3nT76f8B31xYnCyU24HNTrJrlZ6FMtVZI+1bz2sF5aQXdnPFdWc6CWC5tnDxSIfusrDg1nXNuV3cV5mp1GRIu1vxqnMtaM6lapyRnvSKNiFa0bW3LdKrWkPzdK5v42/GLS/gH4DbWbqOC/wBeuj5Oj6PLIwa6kG3e7Y58tA24n/dG7c1a7mdzuNV1LR/Cdgl/4g1nTtBsieJ9Tukt1P8Au725/wCA15j4w/bK+EfglGjs9VuvGV72g8Pwbov+BTSbUH/Ac1+fPjnxdq/xU8Uaj4o8RTi81a+kLlefKgG7iGJWZtiL0Va57d5Ixjan3Tt7VoqYuY+nviF/wUK8e6sssPhDStL8G2fKpO6C+uz/AHfnddgP+6leOX/7TXxh1a5W4vfib4kWVOiWl81un/fKbR/47XEzW4ksZePmQ/pWW8fz4/8AQaVrEp3NzxL4p1jxpq0+teI9Wvdf1qYYa61O5aaX/ZGT0HsK1vFXgu4XwFbagke5IQd7e3y5P/j1clFNHb3nmyLvggQuU9SO3/fVeh+DPjv5V5baZ4k0+zPhyYmO4e1ibzURhtY8lgR/eGMmtIct7M0d+gfBy4MNkttv2Skbo/8Aab0r7B+C3i54fs8Vy8ac/dnG3kf3Wr5jsfAv9h3el3uj3A1DQ5J9kV5Ed6HLcbse1fSWieB5LGGS9u3WztbcedJPK+xYU/iZm9PeuFxcah6eHm+U+0vD3iSCTSl3kS/Jysf3f++vSvlP40/GqT4iXV54a8NXBTwpG7LqOpRHb/aR/ihRv+eK92/j+nXw34jftfeHby/fwjZXOof8IuHEV3qdjEv+lr/EqqSD5PqOrfT5a7Wxg07U9BsrvQLmG+0m4T9xc2x+Q46j2IPUNyK97AUI1Z80+nQ4cbieVckNu5gTQiaXZGmEToq1qW1vHpsL3c4DLCjPtztzir0eliELn73fdXOeM5Li8Frpdp965YtN7RD+H/gRb/x2voHornhfEeW619v8RXdkb2OWK9u7iSe4uWH7m1tidyRqw4yw212kmkz61o0XllLVF+QzynbkD7rbe9dLpmkxaTA6ffdgqybvu1k6n5rXKf2eLd0zxLK58qH/AGVTv/vVyqFveZTd9jpfhx8RNc+E9p/ZWmXMOraXcEv9h1OMtFG/8TxMGUpu/iHQ/wB2uui/aw0+O8+z6z4b2rna8+kXXm+X/eZldV/753V4teWcen7rjXLuW6Vd2FgB2O3psHP4NXOXOvS3ULeRZvp1uP4Wj+f/AL57Vx1cPSnq1qawlNdT7wg+wa9Z/bNHv7XVbNhuE9jMJVx/tY6Vl3NuY+1fD3h6PUbXWrfVLPUbrS7qH545bN/Kcf8AAh/Jq+jvBH7Q1peW6WHjQNb3QIVNZtoP3Mg/6bIPuH/aUY/2VryKmEnBXjqdcKqbtI9x+1Weg6PqGs6i/ladptrJd3UmduIkDO3/AKDtr8y/iX8TtZ+NXxCuvEeusIZ5kEVjYx/6qztvm2Qp/wB9ct3LMa+mf29/iLfaP4d0L4f6a7QR6rEdT1N1bb5sKPshh/3S6s7f7i18bXTG+gt7iP5J8hA39yTt+DbayijSTLumw/6ctuQdqh2K1Lf2aqyvs7crin+F/wDiaeIVmI2q1o7uvo24Ky/nWrc2v2i88v7yp8x57V0JaHPfU5qztz/p9tyyrCso9qzjCYyz7Pug/dro/D8P2zxZqNtyrS27qFUegzViPw+6+flOkYzUcl0PnsefzZbT5Rgl5SuPpWV5bx7SUKq396u+0fw6l5qF1AE+VId236mmal4V8uTy40+VaydN2NlUSK/g3xhrvg1nfRNVn07zDvMa4eJiO7I6sCf+A19eeJ/jXB8bf2ZtCnu3htPFK6zJpmtW1mm3z0hg8yGQJu+USbwfTfE+K+PE0lPsbCSWO3nSTZ857dfxrofDN1c+G4r82RSV7+BYvPaMqyYOdy57/wANXBe8mx+1cYtLqcb4nsUt9SnQDZsJXap3f5Ndn8H/AIzX3wj1lxsbUPD904+3aYz4z/00T+5IP1HB9p7bwPJ/Z7Xtym7eP3a/+zVz2n/D288Sa0lnZoVdzyzD5UH96toqpTmpw3I54OPLI+5tB1/RvHPhxNa8P3sd/p7/ACs6fK8L7fuOOqP7H/eXctc7q2pWGjzTzvLFvUbPMkkVVTH95jXl/g34Tax8J9dsdZ0bxDcaVKhX7QqYdJ0+9sKHIcf7LLXS3Gg6HHdvfyWUT3ErmVmlTc2S2W2r2r6BVpyh76szzpRipe6ydtcOsMzwB7qLPErBlhH+761VmklW6iLksyEN5bfLurRXWBsxBbP5rfKnmDaq+9ULyaPTw8sp8+6f9WpNiWhFd6hIs/mY33TZUbj8qf7q/wBapx6TJ4iRpLi9uFgR133Odqj2X/4qn6Jpb+ILtnndkshu8xl+9L/srWt4r1a30+H7FbYRYRz5Z+VE/wB6otdXexe2xT1L7JGPLtlS38nCG7c7/NYfwtjb5hq4mho0P7w3PT+IhP8Ax0LxXK+H9ckvpFk0/T5NXvE/1cudlpbD/fP3z/tBTXVWVrrEh8y9vbeJ26xWsbN/48W/9lrWm09TNqx5f+0D8Vo/id8bfEequwl0a2k/srTNp+VbaFmVXX/fbe//AAOvOZbWO1f94PMs5fvsp+Vkb+Jf93/2Wq9trgsSha28+1ccukIZv+A5rW07Wo9Sgls5UgvYMMfMtY/KuI/9oxH7/wDwCvmopWPSd90X/AEAXWPEs0rgpAicr/Fnk/8AoP610NnZmFEaVds95ucr6KFri/hnqH/FWXelblljvSF3KflJTdt/Su61i6Efjb7OfuRWWwL6MWrqp2cLmU73OI8PXH2H4kWcjj5JZthX1B+WvXtb8Oi1tp5VAXd827H8NeLeKIzpuu293ESrRyCXd9CtfSXirY3hVr0fdlt1fdn1FXQWkkZ1HseXfDTSRqFzrl4R8qFIhu9ly3/oVVb66itUvZXCsqOcNXV/CK3Fv4DuruQf666dize1cG+nvql7FZ7C63OopEVU/eTflv03UONooSerLGpeGtLtfs92dQtWnngMu65k+VXGz92iqv323Eru4wh+atPwx4Vk1bXHs3MNyiTuhntixR0B4K55ww5+b+9Wj46uLPSW/wBAt44lEisnHvXbeHI7fw74eutYuNsHmAyj2WqhSXMJydjD8bRx26RWFsg83GxEX+FR/FW34A0e20G2a5IDyk7t38TtXF6zNPNNbyyjbqWrSL5cTfejh/x29a9BRfsdsiZ2Kg+d2/gX/GuqnZyuZPRWLl9qD3Vz5k5DvH0XPyx//XrndW8SfPI4AKRHlm7tTHvDcbY4MorHaiKPu/7VZN4sU2q2umIR5CHzZ2atJVHIlI6i3mNrYfbLly0rjhW7f4Vzt3dG8knnncpBbjdM+f8AvlF9zVnWdSkvryKC2TdLKRFAimuU8Z6tHYy2eh2b+aySHfKv/LWbb87f8B+7WcpJI0SOgtfGT2NmxRAjv8kMEQ3MnoFrNik0ia/U+Jb4Xl3uzHotmDMye7hFzn3bH4VhQpHboLrV9RXStLJKPcq376Y/xRw45z/eI6fdHfHTaLdWFjF9j0C3isLLG5765CooX++2eT/vNx/tVMJue5VrI6+21qJbeIQRf2dZKPvSxqm3/ZVd3J/2av8AnSXS5j83yj0aUfO3+FcbpV7aR3onsLS/8TXWcLfMAIR/uyybUA/3FNb1xZ65eQb73V7XRYMf6uzRriX/AL7k2j/xyu6L0MmtTwXRtNvbh0knnltbX73X53X/AGfSuve8HnB/sUTKOkrRru4/2qZFZmP5z87Z+8wrX01R0cbmx/EK8enTSVjplO5x+oaXa6d8QfCus2MKwR3lxsnjRuBIO/tuDVd8Q/L8R7pPWNcNVjxxZjTbfR71B5UUOrQttI9chsVS8QZ/4TlZx/cVqTXLdFr3+UxPH9rutbqQj7sZ+avaW1BtU+BOl3g5d7NF+Xuw+WvKfFUYvNKvv4t0bYrs/hzqg1T4FWtpktLa3bROuO2f8Gq6T5ZyXdCqL3F6m74ZtZNP+Ek4jT96I5HC/wC1triPA1xHfeItOdzs+xRyXTt/tldi/wDoR/75r1vw7CJPD11ZABto3bcbdwK7a8i8BeVZ3Ximf+Hz/sycfd2cn9WrSorOBjF7jvEinXPEmnadGN32m6RNtej+LJItQ1eDTFO3S9NAluNv8bj7if1ryfRdUePx9YX+zzVtpGcL6t/DXQeNdeksdPnEZ/0ieQ4/vPKf/ifu1nGWjY3F3SNTwez+LPGd/rko3WVn/otuuPl3fxVr+JNY86b7JA+5FPzt/eaq+jxx+C/CNrZIR55j3O2PvOfvH/x6smwzcXCyyfNklq6I3UbdSZG3aSfYbZ7g/K+GrmpdWj02O61Cd3+c/d/9BFWtZvjM62yfdJ5bNc1C39uarEgH+h277U3fdd/WspSs7ISX2jpbLUpdL0SXWrtNmo3QMVlE3/LIfxNXCeFLG68aeM9q3KWVkmLY3kp27Fz85Hux3c1v/ES6P9mTyRv/AKmMW9rFnqS21j+dYlh4dSPSoLO5+1bHwz2tp8rzt/Qf71RK8ml0Nla1za8SaHp1jrjW9r4hs2uxtiEenWrahd7B2VvuR/7q4/GuksPD/hbw/HDf6g3lXboD9p1+fzbkn/cbp+C0zw94L1iO18jT4rXwvZHqsSbrhx/tSmuhsfBeiaGftN5LFdT/AHjPcvvauqnT1vYzc/skSeODqB/4klnLqzD5ftM+6KFP91T1qaHS9b1KZZL2WDaw5SLPFXLnxxpWnhI4I5Lh+0aDatZF3rms61N9meJdIs5TxFF+9u5h/ur9wf7TV1XUd3cx1ucToeoNeWy+em1f7zDrXS6XZi6u0COFx13dloorzodDWRwXx51+JdP0/TbcnKzecD7BcZ/M1Tg1y31p7W7+9Okaq+40UVzVJP2jOuCXJEvzYuI5RkfMNu2rHwKuNsutaMTtUSCUK3/fNFFOn8aE/hZ6TYa8NF8brZyY2zBsr64WvObXXNPTwjdTwo/2i6eeZEiHzF3cn/x1WWiiuiq2c8IqxX8GQpJdpevhkjj83d7mltLgeJvG1uHG2ysG81/4tz/w0UVhHZF9WdFreoHUr3YM+Uv92n/bBZx5QlVA+7RRXT1Muhz2s3zrC0UZ23Fydu70T1pui3EGnwzuhVUhTaGX+9RRWP2ykO8PaHPqxTULu7iiUyeVatdk7c/3lXqT/druIVi8Kun/ABM5Ly4VG/dWcZdyT9elFFa0gqD1vNc1SNUi0jdGesuoTs2f+AitK10PVVMUlxFYoqjjyoFbH57qKK7Y7mJqtmO1Ypc+U2eGSNV+auP8RTap5Tg6jJsdudvBb8qKKur8IU9z/9k="/>
  <p:tag name="MMPROD_48932LOGO" val=""/>
  <p:tag name="MMPROD_UIDATA" val="&lt;database version=&quot;7.0&quot;&gt;&lt;object type=&quot;1&quot; unique_id=&quot;10001&quot;&gt;&lt;property id=&quot;20141&quot; value=&quot;MS PowerPoint 2010&quot;/&gt;&lt;property id=&quot;20144&quot; value=&quot;1&quot;/&gt;&lt;property id=&quot;20146&quot; value=&quot;0&quot;/&gt;&lt;property id=&quot;20147&quot; value=&quot;0&quot;/&gt;&lt;property id=&quot;20148&quot; value=&quot;5&quot;/&gt;&lt;property id=&quot;20180&quot; value=&quot;1&quot;/&gt;&lt;property id=&quot;20181&quot; value=&quot;1&quot;/&gt;&lt;property id=&quot;20182&quot; value=&quot;0&quot;/&gt;&lt;property id=&quot;20183&quot; value=&quot;1&quot;/&gt;&lt;property id=&quot;20184&quot; value=&quot;7&quot;/&gt;&lt;property id=&quot;20193&quot; value=&quot;-1&quot;/&gt;&lt;property id=&quot;20221&quot; value=&quot;C:\Users\zparlak\Desktop\adobe_presenter\&quot;/&gt;&lt;property id=&quot;20224&quot; value=&quot;C:\Users\zparlak\Documents\My Adobe Presentations\tema_presenter&quot;/&gt;&lt;property id=&quot;20225&quot; value=&quot;C:\Users\zparlak\Desktop\adobe_presenter\&quot;/&gt;&lt;property id=&quot;20226&quot; value=&quot;C:\Users\zparlak\Desktop\powerpoint_ders_notu\modüller\modul12.pptx&quot;/&gt;&lt;property id=&quot;20250&quot; value=&quot;7&quot;/&gt;&lt;property id=&quot;20251&quot; value=&quot;0&quot;/&gt;&lt;property id=&quot;20259&quot; value=&quot;0&quot;/&gt;&lt;property id=&quot;20501&quot; value=&quot;C:\Users\Presenter\Documents\My Adobe Presentations\&quot;/&gt;&lt;object type=&quot;2&quot; unique_id=&quot;10559&quot;&gt;&lt;object type=&quot;3&quot; unique_id=&quot;10560&quot;&gt;&lt;property id=&quot;20148&quot; value=&quot;5&quot;/&gt;&lt;property id=&quot;20300&quot; value=&quot;Slide 1 - &amp;quot;PowerPoint&amp;quot;&quot;/&gt;&lt;property id=&quot;20302&quot; value=&quot;1&quot;/&gt;&lt;property id=&quot;20303&quot; value=&quot;Zekeriya PARLAK&quot;/&gt;&lt;property id=&quot;20307&quot; value=&quot;256&quot;/&gt;&lt;property id=&quot;20309&quot; value=&quot;48932&quot;/&gt;&lt;property id=&quot;20312&quot; value=&quot;0&quot;/&gt;&lt;/object&gt;&lt;object type=&quot;3&quot; unique_id=&quot;10726&quot;&gt;&lt;property id=&quot;20148&quot; value=&quot;5&quot;/&gt;&lt;property id=&quot;20300&quot; value=&quot;Slide 3 - &amp;quot;İçindekiler&amp;quot;&quot;/&gt;&lt;property id=&quot;20302&quot; value=&quot;1&quot;/&gt;&lt;property id=&quot;20303&quot; value=&quot;Zekeriya PARLAK&quot;/&gt;&lt;property id=&quot;20307&quot; value=&quot;258&quot;/&gt;&lt;property id=&quot;20309&quot; value=&quot;48932&quot;/&gt;&lt;property id=&quot;20312&quot; value=&quot;0&quot;/&gt;&lt;/object&gt;&lt;object type=&quot;3&quot; unique_id=&quot;10780&quot;&gt;&lt;property id=&quot;20148&quot; value=&quot;5&quot;/&gt;&lt;property id=&quot;20300&quot; value=&quot;Slide 2 - &amp;quot;Öğrenme Hedefleri&amp;quot;&quot;/&gt;&lt;property id=&quot;20302&quot; value=&quot;0&quot;/&gt;&lt;property id=&quot;20303&quot; value=&quot;Zekeriya PARLAK&quot;/&gt;&lt;property id=&quot;20307&quot; value=&quot;260&quot;/&gt;&lt;property id=&quot;20309&quot; value=&quot;48932&quot;/&gt;&lt;property id=&quot;20312&quot; value=&quot;0&quot;/&gt;&lt;/object&gt;&lt;object type=&quot;3&quot; unique_id=&quot;45154&quot;&gt;&lt;property id=&quot;20148&quot; value=&quot;5&quot;/&gt;&lt;property id=&quot;20300&quot; value=&quot;Slide 4 - &amp;quot;Slaytlar arası geçişlere efekt uygulamak ve bu efektleri değiştirmek&amp;quot;&quot;/&gt;&lt;property id=&quot;20302&quot; value=&quot;0&quot;/&gt;&lt;property id=&quot;20303&quot; value=&quot;Zekeriya PARLAK&quot;/&gt;&lt;property id=&quot;20307&quot; value=&quot;302&quot;/&gt;&lt;property id=&quot;20309&quot; value=&quot;48932&quot;/&gt;&lt;property id=&quot;20312&quot; value=&quot;0&quot;/&gt;&lt;/object&gt;&lt;object type=&quot;3&quot; unique_id=&quot;48279&quot;&gt;&lt;property id=&quot;20148&quot; value=&quot;5&quot;/&gt;&lt;property id=&quot;20300&quot; value=&quot;Slide 5 - &amp;quot;Slaytlara ayrı ayrı geçiş efektleri yapmak&amp;quot;&quot;/&gt;&lt;property id=&quot;20302&quot; value=&quot;0&quot;/&gt;&lt;property id=&quot;20303&quot; value=&quot;Zekeriya PARLAK&quot;/&gt;&lt;property id=&quot;20307&quot; value=&quot;303&quot;/&gt;&lt;property id=&quot;20309&quot; value=&quot;48932&quot;/&gt;&lt;property id=&quot;20312&quot; value=&quot;0&quot;/&gt;&lt;/object&gt;&lt;object type=&quot;3&quot; unique_id=&quot;48280&quot;&gt;&lt;property id=&quot;20148&quot; value=&quot;5&quot;/&gt;&lt;property id=&quot;20300&quot; value=&quot;Slide 6 - &amp;quot;Slayt geçişlerine ses eklemek&amp;quot;&quot;/&gt;&lt;property id=&quot;20302&quot; value=&quot;0&quot;/&gt;&lt;property id=&quot;20303&quot; value=&quot;Zekeriya PARLAK&quot;/&gt;&lt;property id=&quot;20307&quot; value=&quot;304&quot;/&gt;&lt;property id=&quot;20309&quot; value=&quot;48932&quot;/&gt;&lt;property id=&quot;20312&quot; value=&quot;0&quot;/&gt;&lt;/object&gt;&lt;object type=&quot;3&quot; unique_id=&quot;48424&quot;&gt;&lt;property id=&quot;20148&quot; value=&quot;5&quot;/&gt;&lt;property id=&quot;20300&quot; value=&quot;Slide 7 - &amp;quot;Slayt geçişlerinde zamanlama ayarlarını yapmak&amp;quot;&quot;/&gt;&lt;property id=&quot;20302&quot; value=&quot;0&quot;/&gt;&lt;property id=&quot;20303&quot; value=&quot;Zekeriya PARLAK&quot;/&gt;&lt;property id=&quot;20307&quot; value=&quot;305&quot;/&gt;&lt;property id=&quot;20309&quot; value=&quot;48932&quot;/&gt;&lt;property id=&quot;20312&quot; value=&quot;0&quot;/&gt;&lt;/object&gt;&lt;/object&gt;&lt;object type=&quot;8&quot; unique_id=&quot;10563&quot;&gt;&lt;/object&gt;&lt;object type=&quot;4&quot; unique_id=&quot;10695&quot;&gt;&lt;object type=&quot;5&quot; unique_id=&quot;48932&quot;&gt;&lt;property id=&quot;20149&quot; value=&quot;Zekeriya PARLAK&quot;/&gt;&lt;property id=&quot;20150&quot; value=&quot;Öğr.Gör.Dr.&quot;/&gt;&lt;property id=&quot;20151&quot; value=&quot;100_4bdc29d7029a3.jpg&quot;/&gt;&lt;/object&gt;&lt;/object&gt;&lt;object type=&quot;10&quot; unique_id=&quot;33809&quot;&gt;&lt;object type=&quot;11&quot; unique_id=&quot;33810&quot;&gt;&lt;property id=&quot;20180&quot; value=&quot;1&quot;/&gt;&lt;property id=&quot;20181&quot; value=&quot;1&quot;/&gt;&lt;property id=&quot;20182&quot; value=&quot;0&quot;/&gt;&lt;property id=&quot;20183&quot; value=&quot;1&quot;/&gt;&lt;/object&gt;&lt;object type=&quot;12&quot; unique_id=&quot;33812&quot;&gt;&lt;/object&gt;&lt;object type=&quot;13&quot; unique_id=&quot;48975&quot;&gt;&lt;/object&gt;&lt;/object&gt;&lt;/object&gt;&lt;/database&gt;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+DQoJCTx1aXNob3cgbmFtZT0idGh1bWJuYWlsIiB2YWx1ZT0idHJ1ZSIvPg0KCQk8dWlzaG93IG5hbWU9Im5vdGVzIiB2YWx1ZT0iZmFsc2UiLz4NCgkJPHVpc2hvdyBuYW1lPSJzZWFyY2giIHZhbHVlPSJ0cnVlIi8+DQoJCTx1aXNob3cgbmFtZT0icXVpeiIgdmFsdWU9InRydWUiLz4NCgkJPHVpc2hvdyBuYW1lPSJhdHRhY2htZW50cyIgdmFsdWU9InRydWUiLz4NCgkJPHVpc2hvdyBuYW1lPSJ1dGlscyIgdmFsdWU9InRydWUiLz4NCgkJPHVpc2hvdyBuYW1lPSJ2b2x1bWUiIHZhbHVlPSJ0cnVlIi8+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+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+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+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+DQoJCTx1aXRleHQgbmFtZT0iVEFCX1FVSVoiIHZhbHVlPSJRdWl6Ii8+DQoJCTx1aXRleHQgbmFtZT0iVEFCX09VVExJTkUiIHZhbHVlPSJPdXRsaW5lIi8+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+DQoJCTx1aXRleHQgbmFtZT0iU0xJREVfTk9URVMiIHZhbHVlPSJTbGlkZSBOb3RlcyIvPg0KCQk8IS0tcXVpeiBwb2QgYW5kIG1lc3NhZ2UgYm94IHRleHRzLS0+DQoJCTx1aXRleHQgbmFtZT0iUVVJWlBPRF9RVUlaX0FUVEVNUFQiIHZhbHVlPSJRdWl6IEF0dGVtcHQ6Ii8+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+DQoJCTx1aXRleHQgbmFtZT0iUVVJWlBPRF9RVUVTQVRNUFRfU1RSIiB2YWx1ZT0iQXR0ZW1wdDogJW4gb2YgJXQiLz4NCgkJPHVpdGV4dCBuYW1lPSJRVUlaUE9EX1FVRVNUWVBFX1NUUiIgdmFsdWU9IlR5cGU6ICVzIi8+DQoJCTx1aXRleHQgbmFtZT0iUVVJWlBPRF9RVUVTVFlQRV9HUkQiIHZhbHVlPSJHcmFkZWQiLz4NCgkJPHVpdGV4dCBuYW1lPSJRVUlaUE9EX1FVRVNUWVBFX1NWWSIgdmFsdWU9IlN1cnZleSIvPg0KCQk8dWl0ZXh0IG5hbWU9IlFVSVpQT0RfUVVJWkFUTVBUX0lORiIgdmFsdWU9IkluZmluaXRlIi8+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+DQoJCTx1aXRleHQgbmFtZT0iRE9DV1JBUF9NU0ciIHZhbHVlPSJTYXZlIHRvIE15IENvbXB1dGVyIi8+DQoJCTx1aXRleHQgbmFtZT0iRE9DV1JBUF9QUk9NUFQiIHZhbHVlPSJDbGljayB0byBEb3dubG9hZCIvPg0KCTwvbGFuZ3VhZ2U+DQoJPGxhbmd1YWdlIGlkPSJkZ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+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+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+DQoJCTx1aXRleHQgbmFtZT0iU0NSVUJCQVJTVEFUVVNfQlVGRkVSSU5HIiB2YWx1ZT0iTWlzZSBlbiBtw6ltb2lyZSIvPg0KCQk8dWl0ZXh0IG5hbWU9IlNDUlVCQkFSU1RBVFVTX1FVRVNUSU9OIiB2YWx1ZT0iUsOpcG9uZHJlIMOgIGxhIHF1ZXN0aW9uIi8+DQoJCTx1aXRleHQgbmFtZT0iU0NSVUJCQVJTVEFUVVNfUkVWSUVXUVVJWiIgdmFsdWU9IlLDqXZpc2lvbiBkdSBxdWVzdGlvbm5haXJlIi8+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+DQoJCTx1aXRleHQgbmFtZT0iQVRUQUNITUVOVFMiIHZhbHVlPSJQacOoY2VzIGpvaW50ZXMiLz4NCgkJPCEtLSBzdWJzdGl0dXRpb246ICVwID09IGN1cnJlbnQgc3BlYWtlcidzIHRpdGxlIC0tPg0KCQk8dWl0ZXh0IG5hbWU9IkJJT1dJTl9USVRMRSIgdmFsdWU9IkJpbyA6ICVwIi8+DQoJCTx1aXRleHQgbmFtZT0iQklPQlROX1RJVExFIiB2YWx1ZT0iQmlvIDoiLz4NCgkJPHVpdGV4dCBuYW1lPSJESVZJREVSQlROX1RJVExFIiB2YWx1ZT0ifCIvPg0KCQk8dWl0ZXh0IG5hbWU9IkNPTlRBQ1RCVE5fVElUTEUiIHZhbHVlPSJDb250YWN0Ii8+DQoJCTx1aXRleHQgbmFtZT0iVEFCX1FVSVoiIHZhbHVlPSJRdWl6Ii8+DQoJCTx1aXRleHQgbmFtZT0iVEFCX09VVExJTkUiIHZhbHVlPSJQbGFuIi8+DQoJCTx1aXRleHQgbmFtZT0iVEFCX1RIVU1CIiB2YWx1ZT0iRGlhcG9zIi8+DQoJCTx1aXRleHQgbmFtZT0iVEFCX05PVEVTIiB2YWx1ZT0iTm90ZXMiLz4NCgkJPHVpdGV4dCBuYW1lPSJUQUJfU0VBUkNIIiB2YWx1ZT0iUmVjaGVyY2hlIi8+DQoJCTx1aXRleHQgbmFtZT0iU0xJREVfSEVBRElORyIgdmFsdWU9IlRpdHJlIGRlIGxhIGRpYXBvc2l0aXZlIi8+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+DQoJCTx1aXRleHQgbmFtZT0iQVRUQUNITkFNRV9IRUFESU5HIiB2YWx1ZT0iTm9tIGRlIGZpY2hpZXIiLz4NCgkJPHVpdGV4dCBuYW1lPSJBVFRBQ0hTSVpFX0hFQURJTkciIHZhbHVlPSJUYWlsbGUiLz4NCgkJPHVpdGV4dCBuYW1lPSJTTElERV9OT1RFUyIgdmFsdWU9IkNvbW1lbnRhaXJlcyBkZXMgZGlhcG9zaXRpdmVzIi8+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+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+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+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250cmVyIGwnZW5jYWRyw6kgYXV4IHBhcnRpY2lwYW50cyIvPg0KCQk8dWl0ZXh0IG5hbWU9Ik1VVEUiIHZhbHVlPSJNdWV0Ii8+DQoJCTx1aXRleHQgbmFtZT0iRE9DV1JBUF9USVRMRSIgdmFsdWU9IlBpw6hjZSBqb2ludGUgUHJlc2VudGVyIi8+DQoJCTx1aXRleHQgbmFtZT0iRE9DV1JBUF9NU0ciIHZhbHVlPSJFbnJlZ2lzdHJlciBzdXIgbW9uIG9yZGluYXRldXIiLz4NCgkJPHVpdGV4dCBuYW1lPSJET0NXUkFQX1BST01QVCIgdmFsdWU9IkNsaXF1ZXIgcG91ciB0w6lsw6ljaGFyZ2VyIi8+DQoJPC9sYW5ndWFnZT4NCgk8bGFuZ3VhZ2UgaWQ9Imph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7Iqs65287J2065OcICVuIi8+DQoJCTwhLS0gc3Vic3RpdHV0aW9uOiAlbiA9PSBzbGlkZSBudW1iZXIgLS0+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+DQoJCTx1aXRleHQgbmFtZT0iU0NSVUJCQVJTVEFUVVNfTk9BVURJTyIgdmFsdWU9IuyYpOuUlOyYpCDsl4bsnYwiLz4NCgkJPHVpdGV4dCBuYW1lPSJTQ1JVQkJBUlNUQVRVU19WSURQTEFZSU5HIiB2YWx1ZT0i67mE65SU7JikIOyerOyDnSDspJEiLz4NCgkJPHVpdGV4dCBuYW1lPSJTQ1JVQkJBUlNUQVRVU19MT0FESU5HIiB2YWx1ZT0i66Gc65SpIi8+DQoJCTx1aXRleHQgbmFtZT0iU0NSVUJCQVJTVEFUVVNfQlVGRkVSSU5HIiB2YWx1ZT0i67KE7Y2866eBIi8+DQoJCTx1aXRleHQgbmFtZT0iU0NSVUJCQVJTVEFUVVNfUVVFU1RJT04iIHZhbHVlPSLsp4jrrLjsl5Ag64u17ZWY6riwIi8+DQoJCTx1aXRleHQgbmFtZT0iU0NSVUJCQVJTVEFUVVNfUkVWSUVXUVVJWiIgdmFsdWU9IuyniOusuCDri6Tsi5zrs7TquLAiLz4NCgkJPCEtLSBzdWJzdGl0dXRpb246ICVtID09IG1pbnV0ZXMgcmVtYWluaW5nIC0tPg0KCQk8IS0tIHN1YnN0aXR1dGlvbjogJXMgPT0gc2Vjb25kcyByZW1haW5pbmcgLS0+DQoJCTx1aXRleHQgbmFtZT0iRUxBUFNFRCIgdmFsdWU9IiVt67aEICVz7LSIIOuCqOydjCIvPg0KCQk8dWl0ZXh0IG5hbWU9Ik5PVEZPVU5EIiB2YWx1ZT0i7JeG7J2MIi8+DQoJCTx1aXRleHQgbmFtZT0iQVRUQUNITUVOVFMiIHZhbHVlPSLssqjrtoAg7YyM7J28Ii8+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+DQoJCTx1aXRleHQgbmFtZT0iVEFCX1RIVU1CIiB2YWx1ZT0i7LaV7IaM7YyQIi8+DQoJCTx1aXRleHQgbmFtZT0iVEFCX05PVEVTIiB2YWx1ZT0i64W47Yq4Ii8+DQoJCTx1aXRleHQgbmFtZT0iVEFCX1NFQVJDSCIgdmFsdWU9IuqygOyDiSIvPg0KCQk8dWl0ZXh0IG5hbWU9IlNMSURFX0hFQURJTkciIHZhbHVlPSLsiqzrnbzsnbTrk5wg7KCc66qpIi8+DQoJCTx1aXRleHQgbmFtZT0iRFVSQVRJT05fSEVBRElORyIgdmFsdWU9IuyerOyDneyLnOqwhCIvPg0KCQk8dWl0ZXh0IG5hbWU9IlNFQVJDSF9IRUFESU5HIiB2YWx1ZT0i7YWN7Iqk7Yq4IOqygOyDiToiLz4NCgkJPHVpdGV4dCBuYW1lPSJUSFVNQl9IRUFESU5HIiB2YWx1ZT0i7Iqs65287J2065OcIi8+DQoJCTx1aXRleHQgbmFtZT0iVEhVTUJfSU5GTyIgdmFsdWU9IuygnOuqqS/snqzsg53si5zqsIQiLz4NCgkJPHVpdGV4dCBuYW1lPSJBVFRBQ0hOQU1FX0hFQURJTkciIHZhbHVlPSLtjIzsnbwg7J2066aEIi8+DQoJCTx1aXRleHQgbmFtZT0iQVRUQUNIU0laRV9IRUFESU5HIiB2YWx1ZT0i7YGs6riwIi8+DQoJCTx1aXRleHQgbmFtZT0iU0xJREVfTk9URVMiIHZhbHVlPSLsiqzrnbzsnbTrk5wg64W47Yq4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+DQoJCTx1aXRleHQgbmFtZT0iUVVJWlBPRF9RVUlaX0FUVEVNUFRfVkFMVUUiIHZhbHVlPSIlbiBkZSAldCIvPg0KCQk8dWl0ZXh0IG5hbWU9IlFVSVpQT0RfUVVJWl9TQ09SRSIgdmFsdWU9IlB1bnR1YWNpw7NuOiIvPg0KCQk8dWl0ZXh0IG5hbWU9IlFVSVpQT0RfUVVJWl9QQVNTU0NPUkUiIHZhbHVlPSJQdW50dWFjacOzbiBwYXJhIGFwcm9iYXI6Ii8+DQoJCTx1aXRleHQgbmFtZT0iUVVJWlBPRF9RVUlaX01BWFNDT1JFIiB2YWx1ZT0iUHVudHVhY2nDs24gbcOheGltYToiLz4NCgkJPHVpdGV4dCBuYW1lPSJRVUlaUE9EX1FVRVNBVE1QVF9TVFIiIHZhbHVlPSJJbnRlbnRvczogJW4gZGUgJXQiLz4NCgkJPHVpdGV4dCBuYW1lPSJRVUlaUE9EX1FVRVNUWVBFX1NUUiIgdmFsdWU9IlRpcG86ICVzIi8+DQoJCTx1aXRleHQgbmFtZT0iUVVJWlBPRF9RVUVTVFlQRV9HUkQiIHZhbHVlPSJDb24gcHVudHVhY2nDs24iLz4NCgkJPHVpdGV4dCBuYW1lPSJRVUlaUE9EX1FVRVNUWVBFX1NWWSIgdmFsdWU9IkVuY3Vlc3RhIi8+DQoJCTx1aXRleHQgbmFtZT0iUVVJWlBPRF9RVUlaQVRNUFRfSU5GIiB2YWx1ZT0iSW5maW5pdG8iLz4NCgkJPHVpdGV4dCBuYW1lPSJRVUlaUE9EX1FVRVNBVE1QVF9JTkYiIHZhbHVlPSJJbmZpbml0byIvPg0KCQk8dWl0ZXh0IG5hbWU9IldBUk5JTkdNU0dfWUVTU1RSSU5HIiB2YWx1ZT0iU8OtIi8+DQoJCTx1aXRleHQgbmFtZT0iV0FSTklOR01TR19OT1NUUklORyIgdmFsdWU9Ik5vIi8+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+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IS0tIHN1YnN0aXR1dGlvbjogJW4gPT0gc2xpZGUgbnVtYmVyIC0tPg0KCQk8IS0tIHN1YnN0aXR1dGlvbjogJXQgPT0gdG90YWwgc2xpZGUgY291bnQgLS0+DQoJCTx1aXRleHQgbmFtZT0iU0NSVUJCQVJTVEFUVVNfU0xJREVJTkZPIiB2YWx1ZT0iU2xpZGUgJW4gLyAldCB8ICIvPg0KCQk8dWl0ZXh0IG5hbWU9IlNDUlVCQkFSU1RBVFVTX1NUT1BQRUQiIHZhbHVlPSJQYXJhZG8iLz4NCgkJPHVpdGV4dCBuYW1lPSJTQ1JVQkJBUlNUQVRVU19QTEFZSU5HIiB2YWx1ZT0iUmVwcm9kdXppbmRvIi8+DQoJCTx1aXRleHQgbmFtZT0iU0NSVUJCQVJTVEFUVVNfTk9BVURJTyIgdmFsdWU9IlNlbSDDoXVkaW8iLz4NCgkJPHVpdGV4dCBuYW1lPSJTQ1JVQkJBUlNUQVRVU19WSURQTEFZSU5HIiB2YWx1ZT0iVsOtZGVvIGVtIHJlcHJvZHXDp8OjbyIvPg0KCQk8dWl0ZXh0IG5hbWU9IlNDUlVCQkFSU1RBVFVTX0xPQURJTkciIHZhbHVlPSJDYXJyZWdhbmRvIi8+DQoJCTx1aXRleHQgbmFtZT0iU0NSVUJCQVJTVEFUVVNfQlVGRkVSSU5HIiB2YWx1ZT0iQXJtYXplbmFuZG8gZW0gYnVmZmVyIi8+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+DQoJCTx1aXRleHQgbmFtZT0iRUxBUFNFRCIgdmFsdWU9IiVtIG1pbnV0b3MgJXMgc2VndW5kb3MgcmVzdGFudGVzIi8+DQoJCTx1aXRleHQgbmFtZT0iTk9URk9VTkQiIHZhbHVlPSJOYWRhIGVuY29udHJhZG8iLz4NCgkJPHVpdGV4dCBuYW1lPSJBVFRBQ0hNRU5UUyIgdmFsdWU9IkFuZXhv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+DQoJCTx1aXRleHQgbmFtZT0iRFVSQVRJT05fSEVBRElORyIgdmFsdWU9IkR1cmHDp8OjbyIvPg0KCQk8dWl0ZXh0IG5hbWU9IlNFQVJDSF9IRUFESU5HIiB2YWx1ZT0iUHJvY3VyYXIgdGV4dG86Ii8+DQoJCTx1aXRleHQgbmFtZT0iVEhVTUJfSEVBRElORyIgdmFsdWU9IlNsaWRlIi8+DQoJCTx1aXRleHQgbmFtZT0iVEhVTUJfSU5GTyIgdmFsdWU9IlTDrXR1bG8vRHVyYcOnw6NvIGRvIHNsaWRlIi8+DQoJCTx1aXRleHQgbmFtZT0iQVRUQUNITkFNRV9IRUFESU5HIiB2YWx1ZT0iTm9tZSBkbyBhcnF1aXZvIi8+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+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+DQoJCTx1aXRleHQgbmFtZT0iUVVJWlBPRF9RVUVTVFlQRV9HUkQiIHZhbHVlPSJDbGFzc2lmaWNhdMOzcmlhIi8+DQoJCTx1aXRleHQgbmFtZT0iUVVJWlBPRF9RVUVTVFlQRV9TVlkiIHZhbHVlPSJQZXNxdWlzYSIvPg0KCQk8dWl0ZXh0IG5hbWU9IlFVSVpQT0RfUVVJWkFUTVBUX0lORiIgdmFsdWU9IkluZmluaXRvIi8+DQoJCTx1aXRleHQgbmFtZT0iUVVJWlBPRF9RVUVTQVRNUFRfSU5GIiB2YWx1ZT0iSW5maW5pdG8iLz4NCgkJPHVpdGV4dCBuYW1lPSJXQVJOSU5HTVNHX1lFU1NUUklORyIgdmFsdWU9IlNpbSIvPg0KCQk8dWl0ZXh0IG5hbWU9IldBUk5JTkdNU0dfTk9TVFJJTkciIHZhbHVlPSJOw6NvIi8+DQoJCTx1aXRleHQgbmFtZT0iV0FSTklOR01TR19USVRMRVNUUklORyIgdmFsdWU9IkFsZXJ0YSBkZSBuYXZlZ2HDp8OjbyBkbyBxdWVzdGlvbsOhcmlvIi8+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FyIGJhcnJhIGxhdGVyYWwgYW8gcGFydGljaXBhbnRlcyIvPg0KCQk8dWl0ZXh0IG5hbWU9Ik1VVEUiIHZhbHVlPSJNdWRvIi8+DQoJCTx1aXRleHQgbmFtZT0iRE9DV1JBUF9USVRMRSIgdmFsdWU9IkFuZXhvIGRlIGFycXVpdm8gZG8gUHJlc2VudGVyIi8+DQoJCTx1aXRleHQgbmFtZT0iRE9DV1JBUF9NU0ciIHZhbHVlPSJTYWx2YXIgZW0gTWV1IGNvbXB1dGFkb3IiLz4NCgkJPHVpdGV4dCBuYW1lPSJET0NXUkFQX1BST01QVCIgdmFsdWU9IkNsaXF1ZSBwYXJhIGJhaXhhciIvPg0KCTwvbGFuZ3VhZ2U+DQoJPGxhbmd1YWdlIGlkPSJp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YSAlbiIvPg0KCQk8IS0tIHN1YnN0aXR1dGlvbjogJW4gPT0gc2xpZGUgbnVtYmVyIC0tPg0KCQk8IS0tIHN1YnN0aXR1dGlvbjogJXQgPT0gdG90YWwgc2xpZGUgY291bnQgLS0+DQoJCTx1aXRleHQgbmFtZT0iU0NSVUJCQVJTVEFUVVNfU0xJREVJTkZPIiB2YWx1ZT0iRGlhcG9zaXRpdmEgJW4gLyAldCB8ICIvPg0KCQk8dWl0ZXh0IG5hbWU9IlNDUlVCQkFSU1RBVFVTX1NUT1BQRUQiIHZhbHVlPSJJbnRlcnJvdHRvIi8+DQoJCTx1aXRleHQgbmFtZT0iU0NSVUJCQVJTVEFUVVNfUExBWUlORyIgdmFsdWU9IlJpcHJvZHV6aW9uZSIvPg0KCQk8dWl0ZXh0IG5hbWU9IlNDUlVCQkFSU1RBVFVTX05PQVVESU8iIHZhbHVlPSJBdWRpbyBpbmF0dC4iLz4NCgkJPHVpdGV4dCBuYW1lPSJTQ1JVQkJBUlNUQVRVU19WSURQTEFZSU5HIiB2YWx1ZT0iVmlkZW8gaW4gcmlwcm9kdXppb25lIi8+DQoJCTx1aXRleHQgbmFtZT0iU0NSVUJCQVJTVEFUVVNfTE9BRElORyIgdmFsdWU9IkNhcmljYW1lbnRvIi8+DQoJCTx1aXRleHQgbmFtZT0iU0NSVUJCQVJTVEFUVVNfQlVGRkVSSU5HIiB2YWx1ZT0iQnVmZmVyaW5nIi8+DQoJCTx1aXRleHQgbmFtZT0iU0NSVUJCQVJTVEFUVVNfUVVFU1RJT04iIHZhbHVlPSJSaXNwb25kaSBhIGRvbWFuZGEiLz4NCgkJPHVpdGV4dCBuYW1lPSJTQ1JVQkJBUlNUQVRVU19SRVZJRVdRVUlaIiB2YWx1ZT0iUmV2aXNpb25lIGRlbCBxdWl6Ii8+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+DQoJCTx1aXRleHQgbmFtZT0iQVRUQUNITUVOVFMiIHZhbHVlPSJBbGxlZ2F0aS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QuIi8+DQoJCTx1aXRleHQgbmFtZT0iVEFCX1FVSVoiIHZhbHVlPSJRdWl6Ii8+DQoJCTx1aXRleHQgbmFtZT0iVEFCX09VVExJTkUiIHZhbHVlPSJTdHJ1dHR1cmEiLz4NCgkJPHVpdGV4dCBuYW1lPSJUQUJfVEhVTUIiIHZhbHVlPSJNaW5pYXR1cmUiLz4NCgkJPHVpdGV4dCBuYW1lPSJUQUJfTk9URVMiIHZhbHVlPSJOb3RlIi8+DQoJCTx1aXRleHQgbmFtZT0iVEFCX1NFQVJDSCIgdmFsdWU9IkNlcmNhIi8+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+DQoJCTx1aXRleHQgbmFtZT0iU0xJREVfTk9URVMiIHZhbHVlPSJOb3RlIGRpYXBvc2l0aXZh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IS0tcXVpeiBwb2QgYW5kIG1lc3NhZ2UgYm94IHRleHRzLS0+DQoJCTx1aXRleHQgbmFtZT0iUVVJWlBPRF9RVUlaX0FUVEVNUFQiIHZhbHVlPSJRdWl6cG9naW5nOiIvPg0KCQk8dWl0ZXh0IG5hbWU9IlFVSVpQT0RfUVVJWl9BVFRFTVBUX1ZBTFVFIiB2YWx1ZT0iJW4gdmFuICV0Ii8+DQoJCTx1aXRleHQgbmFtZT0iUVVJWlBPRF9RVUlaX1NDT1JFIiB2YWx1ZT0iQmVoYWFsZGUgc2NvcmU6Ii8+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+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+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+DQoJCTx1aXRleHQgbmFtZT0iRE9DV1JBUF9USVRMRSIgdmFsdWU9IlByZXNlbnRlci1iZXN0YW5kc2JpamxhZ2UiLz4NCgkJPHVpdGV4dCBuYW1lPSJET0NXUkFQX01TRyIgdmFsdWU9Ik9wc2xhYW4gaW4gRGV6ZSBjb21wdXRlciIvPg0KCQk8dWl0ZXh0IG5hbWU9IkRPQ1dSQVBfUFJPTVBUIiB2YWx1ZT0iS2xpayBvbSB0ZSBkb3dubG9hZGVuIi8+DQoJPC9sYW5ndWFnZT4NCgk8bGFuZ3VhZ2UgaWQ9ImNuIj4NCgkJPCEtLSBmb3JtYXQgZm9yIHVpZm9udCB2YWx1ZSBpcyAiZm9udCxzaXplLGlzYm9sZCxpc2l0YWxpYyxpc3NoYWRvd2VkIiAtLT4NCgkJPHVpZm9udCBuYW1lPSJGT05UX1FVSVpaSU5HIiB2YWx1ZT0i5a6L5L2TLTE4MDMwLDEwLGZhbHNlLGZhbHNlLGZhbHNlIi8+DQoJCTx1aWZvbnQgbmFtZT0iRk9OVF9TQ1JVQlNUQVRVUyIgdmFsdWU9IuWui+S9ky0xODAzMCwxMCx0cnVlLGZhbHNlLHRydWUiLz4NCgkJPHVpZm9udCBuYW1lPSJGT05UX1NDUlVCVElNRSIgdmFsdWU9IuWui+S9ky0xODAzMCwxMCxmYWxzZSxmYWxzZSx0cnVlIi8+DQoJCTx1aWZvbnQgbmFtZT0iRk9OVF9FTEFQU0VEVElNRSIgdmFsdWU9IuWui+S9ky0xODAzMCwxMCx0cnVlLGZhbHNlLHRydWUiLz4NCgkJPHVpZm9udCBuYW1lPSJGT05UX1VUSUxTTUVOVSIgdmFsdWU9IuWui+S9ky0xODAzMCwxMCx0cnVlLGZhbHNlLGZhbHNlIi8+DQoJCTx1aWZvbnQgbmFtZT0iRk9OVF9UQUJTIiB2YWx1ZT0i5a6L5L2TLTE4MDMwLDE0LHRydWUsZmFsc2UsdHJ1ZSIvPg0KCQk8dWlmb250IG5hbWU9IkZPTlRfUFJFU0VOVEFUSU9OTkFNRSIgdmFsdWU9IuWui+S9ky0xODAzMCwxNCxmYWxzZSxmYWxzZSx0cnVlIi8+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+DQoJCTx1aWZvbnQgbmFtZT0iRk9OVF9PVVRMSU5FIiB2YWx1ZT0i5a6L5L2TLTE4MDMwLDEyLGZhbHNlLGZhbHNlLHRydWUiLz4NCgkJPHVpZm9udCBuYW1lPSJGT05UX1NFQVJDSCIgdmFsdWU9IuWui+S9ky0xODAzMCwxMixmYWxzZSxmYWxzZSx0cnVlIi8+DQoJCTx1aWZvbnQgbmFtZT0iRk9OVF9USFVNQiIgdmFsdWU9IuWui+S9ky0xODAzMCwxMCxmYWxzZSxmYWxzZSx0cnVlIi8+DQoJCTx1aWZvbnQgbmFtZT0iRk9OVF9CSU9XSU4iIHZhbHVlPSLlrovkvZMtMTgwMzAsMTIsZmFsc2UsZmFsc2UsZmFsc2UiLz4NCgkJPHVpZm9udCBuYW1lPSJGT05UX0xJU1RIRUFESU5HIiB2YWx1ZT0i5a6L5L2TLTE4MDMwLDEwLGZhbHNlLGZhbHNlLGZhbHNlIi8+DQoJCTx1aWZvbnQgbmFtZT0iRk9OVF9XSU5USVRMRSIgdmFsdWU9IuWui+S9ky0xODAzMCwxMCxmYWxzZSxmYWxzZSx0cnVlIi8+DQoJCTx1aWZvbnQgbmFtZT0iRk9OVF9BVFRBQ0hNRU5UUyIgdmFsdWU9IuWui+S9ky0xODAzMCwxMixmYWxzZSxmYWxzZSx0cnVlIi8+DQoJCTwhLS1xdWl6IHBvZCBhbmQgbWVzc2FnZSBib3ggdGV4dCBmb250cy0tPg0KCQk8dWlmb250IG5hbWU9IkZPTlRfTVNHQk9YX1dJTlRJVExFIiB2YWx1ZT0i5a6L5L2TLTE4MDMwLDEyLHRydWUsZmFsc2UsdHJ1ZSIvPg0KCQk8dWlmb250IG5hbWU9IkZPTlRfTVNHQk9YX01TRyIgdmFsdWU9IuWui+S9ky0xODAzMCwxMixmYWxzZSxmYWxzZSx0cnVlIi8+DQoJCTx1aWZvbnQgbmFtZT0iRk9OVF9NU0dCT1hfT1BUSU9OUyIgdmFsdWU9IuWui+S9ky0xODAzMCwxMCx0cnVlLGZhbHNlLHRydWUiLz4NCgkJPHVpZm9udCBuYW1lPSJGT05UX1FVSVpQT0RfUVVJWl9USVRMRSIgdmFsdWU9IuWui+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+S9ky0xODAzMCwxMCxmYWxzZSxmYWxzZSx0cnVlIi8+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+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+S9ky0xODAzMCwxMCx0cnVlLGZhbHNlLHRydWUiLz4NCgkJPHVpZm9udCBuYW1lPSJGT05UX1FVSVpQT0RfUVVJWl9RVUVTVElPTl9BVFRFTVBURUQiIHZhbHVlPSLlrovkvZMtMTgwMzAsMTAsZmFsc2UsZmFsc2UsdHJ1ZSIvPg0KCQk8dWlmb250IG5hbWU9IkZPTlRfUVVJWlBPRF9RVUlaX1FVRVNUSU9OX0FUVEVNUFRFRF9WQUxVRSIgdmFsdWU9IuWui+S9ky0xODAzMCwxMCx0cnVlLGZhbHNlLHRydWUiLz4NCgkJPHVpZm9udCBuYW1lPSJGT05UX1FVSVpQT0RfUVVJWl9TQ09SRV9UQUciIHZhbHVlPSLlrovkvZMtMTgwMzAsMTIsdHJ1ZSxmYWxzZSx0cnVlIi8+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+S9ky0xODAzMCwxMCx0cnVlLGZhbHNlLHRydWUiLz4NCgkJPHVpZm9udCBuYW1lPSJGT05UX1FVSVpQT0RfUVVJWl9QQVNTU0NPUkUiIHZhbHVlPSLlrovkvZMtMTgwMzAsMTAsZmFsc2UsZmFsc2UsdHJ1ZSIvPg0KCQk8dWlmb250IG5hbWU9IkZPTlRfUVVJWlBPRF9RVUlaX1BBU1NTQ09SRV9WQUxVRSIgdmFsdWU9IuWui+S9ky0xODAzMCwxMCx0cnVlLGZhbHNlLHRydWUiLz4NCgkJPCEtLSB1aXRleHQgLS0+DQoJCTwhLS0gc3Vic3RpdHV0aW9uOiAlbiA9PSBzbGlkZSBudW1iZXIgLS0+DQoJCTx1aXRleHQgbmFtZT0iVU5OQU1FRFNMSURFVElUTEUiIHZhbHVlPSLlubvnga/niYcgJW4iLz4NCgkJPCEtLSBzdWJzdGl0dXRpb246ICVuID09IHNsaWRlIG51bWJlciAtLT4NCgkJPCEtLSBzdWJzdGl0dXRpb246ICV0ID09IHRvdGFsIHNsaWRlIGNvdW50IC0tPg0KCQk8dWl0ZXh0IG5hbWU9IlNDUlVCQkFSU1RBVFVTX1NMSURFSU5GTyIgdmFsdWU9IuW5u+eBr+eJhyAlbiAvICV0IHwgIi8+DQoJCTx1aXRleHQgbmFtZT0iU0NSVUJCQVJTVEFUVVNfU1RPUFBFRCIgdmFsdWU9IuW3suWBnOatoiIvPg0KCQk8dWl0ZXh0IG5hbWU9IlNDUlVCQkFSU1RBVFVTX1BMQVlJTkciIHZhbHVlPSLmraPlnKjmkq3mlL4iLz4NCgkJPHVpdGV4dCBuYW1lPSJTQ1JVQkJBUlNUQVRVU19OT0FVRElPIiB2YWx1ZT0i5peg6Z+z6aKRIi8+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+DQoJCTx1aXRleHQgbmFtZT0iRUxBUFNFRCIgdmFsdWU9IuWJqeS9mSAlbSDliIbpkp8gJXMg56eSIi8+DQoJCTx1aXRleHQgbmFtZT0iTk9URk9VTkQiIHZhbHVlPSLmnKrmib7liLDku7vkvZXlhoXlrrkiLz4NCgkJPHVpdGV4dCBuYW1lPSJBVFRBQ0hNRU5UUyIgdmFsdWU9IumZhOS7tiIvPg0KCQk8IS0tIHN1YnN0aXR1dGlvbjogJXAgPT0gY3VycmVudCBzcGVha2VyJ3MgdGl0bGUgLS0+DQoJCTx1aXRleHQgbmFtZT0iQklPV0lOX1RJVExFIiB2YWx1ZT0i5Liq5Lq6566A5LuLOiAlcCIvPg0KCQk8dWl0ZXh0IG5hbWU9IkJJT0JUTl9USVRMRSIgdmFsdWU9IuS4quS6uueugOS7iyIvPg0KCQk8dWl0ZXh0IG5hbWU9IkRJVklERVJCVE5fVElUTEUiIHZhbHVlPSJ8Ii8+DQoJCTx1aXRleHQgbmFtZT0iQ09OVEFDVEJUTl9USVRMRSIgdmFsdWU9IuiBlOezu+aWueW8jyIvPg0KCQk8dWl0ZXh0IG5hbWU9IlRBQl9RVUlaIiB2YWx1ZT0i5rWL6aqMIi8+DQoJCTx1aXRleHQgbmFtZT0iVEFCX09VVExJTkUiIHZhbHVlPSLlpKfnurIiLz4NCgkJPHVpdGV4dCBuYW1lPSJUQUJfVEhVTUIiIHZhbHVlPSLnvKnnlaXlm74iLz4NCgkJPHVpdGV4dCBuYW1lPSJUQUJfTk9URVMiIHZhbHVlPSLlpIfms6giLz4NCgkJPHVpdGV4dCBuYW1lPSJUQUJfU0VBUkNIIiB2YWx1ZT0i5pCc57SiIi8+DQoJCTx1aXRleHQgbmFtZT0iU0xJREVfSEVBRElORyIgdmFsdWU9IuW5u+eBr+eJh+agh+mimCIvPg0KCQk8dWl0ZXh0IG5hbWU9IkRVUkFUSU9OX0hFQURJTkciIHZhbHVlPSLmjIHnu63ml7bpl7QiLz4NCgkJPHVpdGV4dCBuYW1lPSJTRUFSQ0hfSEVBRElORyIgdmFsdWU9IuaQnOe0ouaWh+acrDoiLz4NCgkJPHVpdGV4dCBuYW1lPSJUSFVNQl9IRUFESU5HIiB2YWx1ZT0i5bm754Gv54mHIi8+DQoJCTx1aXRleHQgbmFtZT0iVEhVTUJfSU5GTyIgdmFsdWU9IuW5u+eBr+eJh+agh+mimC/mjIHnu63ml7bpl7QiLz4NCgkJPHVpdGV4dCBuYW1lPSJBVFRBQ0hOQU1FX0hFQURJTkciIHZhbHVlPSLmlofku7blkI0iLz4NCgkJPHVpdGV4dCBuYW1lPSJBVFRBQ0hTSVpFX0hFQURJTkciIHZhbHVlPSLlpKflsI8iLz4NCgkJPHVpdGV4dCBuYW1lPSJTTElERV9OT1RFUyIgdmFsdWU9IuW5u+eBr+eJh+Wkh+azqCIvPg0KCQk8IS0tcXVpeiBwb2QgYW5kIG1lc3NhZ2UgYm94IHRleHRzLS0+DQoJCTx1aXRleHQgbmFtZT0iUVVJWlBPRF9RVUlaX0FUVEVNUFQiIHZhbHVlPSLmtYvpqozlsJ3or5XmrKHmlbA6Ii8+DQoJCTx1aXRleHQgbmFtZT0iUVVJWlBPRF9RVUlaX0FUVEVNUFRfVkFMVUUiIHZhbHVlPSLnrKwgJW4g5qyh77yM5YWxICV0IOasoSIvPg0KCQk8dWl0ZXh0IG5hbWU9IlFVSVpQT0RfUVVJWl9TQ09SRSIgdmFsdWU9IuW+l+WIhjoiLz4NCgkJPHVpdGV4dCBuYW1lPSJRVUlaUE9EX1FVSVpfUEFTU1NDT1JFIiB2YWx1ZT0i5Y+K5qC85YiG5pWwOiIvPg0KCQk8dWl0ZXh0IG5hbWU9IlFVSVpQT0RfUVVJWl9NQVhTQ09SRSIgdmFsdWU9IuacgOmrmOWIhuaVsDoiLz4NCgkJPHVpdGV4dCBuYW1lPSJRVUlaUE9EX1FVRVNBVE1QVF9TVFIiIHZhbHVlPSLlsJ3or5XmrKHmlbA6IOesrCAlbiDmrKHvvIzlhbEgJXQg5qyhIi8+DQoJCTx1aXRleHQgbmFtZT0iUVVJWlBPRF9RVUVTVFlQRV9TVFIiIHZhbHVlPSLnsbvlnos6ICVzIi8+DQoJCTx1aXRleHQgbmFtZT0iUVVJWlBPRF9RVUVTVFlQRV9HUkQiIHZhbHVlPSLor4TnuqciLz4NCgkJPHVpdGV4dCBuYW1lPSJRVUlaUE9EX1FVRVNUWVBFX1NWWSIgdmFsdWU9Iuiwg+afpSIvPg0KCQk8dWl0ZXh0IG5hbWU9IlFVSVpQT0RfUVVJWkFUTVBUX0lORiIgdmFsdWU9IuaXoOmZkCIvPg0KCQk8dWl0ZXh0IG5hbWU9IlFVSVpQT0RfUVVFU0FUTVBUX0lORiIgdmFsdWU9IuaXoOmZkCIvPg0KCQk8dWl0ZXh0IG5hbWU9IldBUk5JTkdNU0dfWUVTU1RSSU5HIiB2YWx1ZT0i5pivIi8+DQoJCTx1aXRleHQgbmFtZT0iV0FSTklOR01TR19OT1NUUklORyIgdmFsdWU9IuWQpiIvPg0KCQk8dWl0ZXh0IG5hbWU9IldBUk5JTkdNU0dfVElUTEVTVFJJTkciIHZhbHVlPSLmtYvpqozlr7zoiKrorablkYoiLz4NCgkJPHVpdGV4dCBuYW1lPSJXQVJOSU5HTVNHX01TR1NUUklORyIgdmFsdWU9IuatpOa1i+mqjOS4reacieacquWwneivleS9nOetlOeahOmXrumimOOAgiYjeEE7JiN4QTvljZXlh7vigJzmmK/igJ3pgIDlh7rmraTmtYvpqozjgILljZXlh7vigJzlkKbigJ3nu6fnu63mtYvpqozjgIIiLz4NCgkJPHVpdGV4dCBuYW1lPSJJTkZPUk1BVElPTl9IMjY0X0ZMQVNIUExBWUVSIiB2YWx1ZT0i5b2T5YmN5a6J6KOF5Zyo5oKo55qE6K6h566X5py65LiK55qEIEZsYXNoIFBsYXllciDniYjmnKzkuI3mlK/mjIHor6Xop4bpopHjgILljZXlh7vop4bpopHljLrln5/kuIvovb3mnIDmlrDniYjmnKznmoQgRmxhc2ggUGxheWVy44CC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+S7tumZhOS7tiIvPg0KCQk8dWl0ZXh0IG5hbWU9IkRPQ1dSQVBfTVNHIiB2YWx1ZT0i5L+d5a2Y5Yiw5oiR55qE6K6h566X5py6Ii8+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+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+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+DQoJCTx1aXRleHQgbmFtZT0iVEFCX09VVExJTkUiIHZhbHVlPSJBbmEgSGF0Ii8+DQoJCTx1aXRleHQgbmFtZT0iVEFCX1RIVU1CIiB2YWx1ZT0iUmVzaW0iLz4NCgkJPHVpdGV4dCBuYW1lPSJUQUJfTk9URVMiIHZhbHVlPSJOb3RsYXIiLz4NCgkJPHVpdGV4dCBuYW1lPSJUQUJfU0VBUkNIIiB2YWx1ZT0iQXJhIi8+DQoJCTx1aXRleHQgbmFtZT0iU0xJREVfSEVBRElORyIgdmFsdWU9IlNsYXl0IEJhxZ9sxLHEn8SxIi8+DQoJCTx1aXRleHQgbmFtZT0iRFVSQVRJT05fSEVBRElORyIgdmFsdWU9IlPDvHJlIi8+DQoJCTx1aXRleHQgbmFtZT0iU0VBUkNIX0hFQURJTkciIHZhbHVlPSJNZXRuaSBhcmE6Ii8+DQoJCTx1aXRleHQgbmFtZT0iVEhVTUJfSEVBRElORyIgdmFsdWU9IlNsYXl0Ii8+DQoJCTx1aXRleHQgbmFtZT0iVEhVTUJfSU5GTyIgdmFsdWU9IlNsYXl0IEJhxZ9sxLHEn8SxL1PDvHJlc2kiLz4NCgkJPHVpdGV4dCBuYW1lPSJBVFRBQ0hOQU1FX0hFQURJTkciIHZhbHVlPSJEb3N5YSBBZMSxIi8+DQoJCTx1aXRleHQgbmFtZT0iQVRUQUNIU0laRV9IRUFESU5HIiB2YWx1ZT0iQm95dXQiLz4NCgkJPHVpdGV4dCBuYW1lPSJTTElERV9OT1RFUyIgdmFsdWU9IlNsYXl0IE5vdGxhcsSx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QodC70LDQudC0ICVu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+DQoJCTx1aXRleHQgbmFtZT0iUVVJWlBPRF9RVUlaX0FUVEVNUFQiIHZhbHVlPSLQn9C+0L/Ri9GC0LrQsCDQv9GA0L7QudGC0Lgg0L7Qv9GA0L7RgToiLz4NCgkJPHVpdGV4dCBuYW1lPSJRVUlaUE9EX1FVSVpfQVRURU1QVF9WQUxVRSIgdmFsdWU9IiVuINC40LcgJXQiLz4NCgkJPHVpdGV4dCBuYW1lPSJRVUlaUE9EX1FVSVpfU0NPUkUiIHZhbHVlPSLQndCw0LHRgNCw0L3QviDQsdCw0LvQu9C+0LI6Ii8+DQoJCTx1aXRleHQgbmFtZT0iUVVJWlBPRF9RVUlaX1BBU1NTQ09SRSIgdmFsdWU9ItCf0YDQvtGF0L7QtNC90L7QuSDRgNC10LfRg9C70YzRgtCw0YI6Ii8+DQoJCTx1aXRleHQgbmFtZT0iUVVJWlBPRF9RVUlaX01BWFNDT1JFIiB2YWx1ZT0i0JzQsNC60YHQuNC80LDQu9GM0L3Ri9C5INGA0LXQt9GD0LvRjNGC0LDRgjoiLz4NCgkJPHVpdGV4dCBuYW1lPSJRVUlaUE9EX1FVRVNBVE1QVF9TVFIiIHZhbHVlPSLQn9C+0L/Ri9GC0LrQsDogJW4g0LjQtyAldCIvPg0KCQk8dWl0ZXh0IG5hbWU9IlFVSVpQT0RfUVVFU1RZUEVfU1RSIiB2YWx1ZT0i0KLQuNC/OiAlcyIvPg0KCQk8dWl0ZXh0IG5hbWU9IlFVSVpQT0RfUVVFU1RZUEVfR1JEIiB2YWx1ZT0i0KEg0L7RhtC10L3QutC+0LkiLz4NCgkJPHVpdGV4dCBuYW1lPSJRVUlaUE9EX1FVRVNUWVBFX1NWWSIgdmFsdWU9ItCe0LHQt9C+0YAiLz4NCgkJPHVpdGV4dCBuYW1lPSJRVUlaUE9EX1FVSVpBVE1QVF9JTkYiIHZhbHVlPSLQkdC+0LvRjNGI0L7QtSDRh9C40YHQu9C+Ii8+DQoJCTx1aXRleHQgbmFtZT0iUVVJWlBPRF9RVUVTQVRNUFRfSU5GIiB2YWx1ZT0i0JHQvtC70YzRiNC+0LUg0YfQuNGB0LvQviIvPg0KCQk8dWl0ZXh0IG5hbWU9IldBUk5JTkdNU0dfWUVTU1RSSU5HIiB2YWx1ZT0i0JTQsCIvPg0KCQk8dWl0ZXh0IG5hbWU9IldBUk5JTkdNU0dfTk9TVFJJTkciIHZhbHVlPSLQndC10YIiLz4NCgkJPHVpdGV4dCBuYW1lPSJXQVJOSU5HTVNHX1RJVExFU1RSSU5HIiB2YWx1ZT0i0J/RgNC10LTRg9C/0YDQtdC20LTQtdC90LjQtSDQviDQvdCw0LLQuNCz0LDRhtC40Lgg0LIg0L7Qv9GA0L7RgdC1Ii8+DQoJCTx1aXRleHQgbmFtZT0iV0FSTklOR01TR19NU0dTVFJJTkciIHZhbHVlPSLQkiDQvtC/0YDQvtGB0LUg0L7RgdGC0LDQu9C40YHRjCDQvdC10L7RgtCy0LXRh9C10L3QvdGL0LUg0LLQvtC/0YDQvtGB0Ysu0J3QsNC20LDRgtC40LUg0LrQvdC+0L/QutC4ICZxdW90O9CU0LAmcXVvdDsg0L/RgNC40LLQtdC00LXRgiDQuiDQt9Cw0LrRgNGL0YLQuNGOINC+0L/RgNC+0YHQsC4g0J3QsNC20LDRgtC40LUg0LrQvdC+0L/QutC4ICZxdW90O9Cd0LXRgiZxdW90OyDQv9GA0L7QtNC+0LvQttC40YIg0L7Qv9GA0L7RgS4iLz4NCgkJPHVpdGV4dCBuYW1lPSJJTkZPUk1BVElPTl9IMjY0X0ZMQVNIUExBWUVSIiB2YWx1ZT0i0KLQtdC60YPRidCw0Y8g0LLQtdGA0YHQuNGPINC/0YDQvtC40LPRgNGL0LLQsNGC0LXQu9GPIEZsYXNoIFBsYXllciwg0YPRgdGC0LDQvdC+0LLQu9C10L3QvdCw0Y8g0L3QsCDRjdGC0L7QvCDQutC+0LzQv9GM0Y7RgtC10YDQtSwg0L3QtSDQv9C+0LTQtNC10YDQttC40LLQsNC10YIg0Y3RgtC+INCy0LjQtNC10L4uINCp0LXQu9C60L3QuNGC0LUg0LIg0L7QsdC70LDRgdGC0Lgg0LLQuNC00LXQviwg0YfRgtC+0LHRiyDQt9Cw0LPRgNGD0LfQuNGC0Ywg0L/QvtGB0LvQtdC00L3RjtGOINCy0LXRgNGB0LjRjiDQv9GA0L7QuNCz0YDRi9Cy0LDRgtC10LvRj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+0LbQtdC90LjQtSDQsiDRhNCw0LnQuyBBZG9iZSBQcmVzZW50ZXIiLz4NCgkJPHVpdGV4dCBuYW1lPSJET0NXUkFQX01TRyIgdmFsdWU9ItCh0L7RhdGA0LDQvdC40YLRjCDQsiDQv9Cw0L/QutGDICZxdW90O9Cc0L7QuSDQutC+0LzQv9GM0Y7RgtC10YAmcXVvdDsiLz4NCgkJPHVpdGV4dCBuYW1lPSJET0NXUkFQX1BST01QVCIgdmFsdWU9ItCp0LXQu9C60L3Rg9GC0Ywg0LTQu9GPINC30LDQs9GA0YPQt9C60LgiLz4NCgk8L2xhbmd1YWdlPg0KPC9jb25maWd1cmF0aW9uPg0K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40&quot;/&gt;&lt;lineCharCount val=&quot;8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PRESENTER_SHAPEINFO" val="&lt;ThreeDShapeInfo&gt;&lt;uuid val=&quot;{7B2F4F1B-23F6-445E-9935-3A46E3E81DC1}&quot;/&gt;&lt;isInvalidForFieldText val=&quot;0&quot;/&gt;&lt;Image&gt;&lt;filename val=&quot;C:\Users\PRESEN~1\AppData\Local\Temp\PR\data\asimages\{7B2F4F1B-23F6-445E-9935-3A46E3E81DC1}_1.png&quot;/&gt;&lt;left val=&quot;-27&quot;/&gt;&lt;top val=&quot;207&quot;/&gt;&lt;width val=&quot;379&quot;/&gt;&lt;height val=&quot;120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1675406747,C:\Users\Presenter\Desktop\powerpoint_icerikler\moduller\modul12_pptx\Media.ppc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  <p:tag name="PRESENTER_SHAPEINFO" val="&lt;ThreeDShapeInfo&gt;&lt;uuid val=&quot;{28C93ABD-1A01-43E3-ACEC-8DA4A16AB4A8}&quot;/&gt;&lt;isInvalidForFieldText val=&quot;0&quot;/&gt;&lt;Image&gt;&lt;filename val=&quot;C:\Users\PRESEN~1\AppData\Local\Temp\PR\data\asimages\{28C93ABD-1A01-43E3-ACEC-8DA4A16AB4A8}_2.png&quot;/&gt;&lt;left val=&quot;25&quot;/&gt;&lt;top val=&quot;30&quot;/&gt;&lt;width val=&quot;659&quot;/&gt;&lt;height val=&quot;62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74&quot;/&gt;&lt;lineCharCount val=&quot;29&quot;/&gt;&lt;lineCharCount val=&quot;46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  <p:tag name="PRESENTER_SHAPEINFO" val="&lt;ThreeDShapeInfo&gt;&lt;uuid val=&quot;{40A51C6A-98FF-47A6-9A1B-90D0DCBED2E8}&quot;/&gt;&lt;isInvalidForFieldText val=&quot;0&quot;/&gt;&lt;Image&gt;&lt;filename val=&quot;C:\Users\PRESEN~1\AppData\Local\Temp\PR\data\asimages\{40A51C6A-98FF-47A6-9A1B-90D0DCBED2E8}_3.png&quot;/&gt;&lt;left val=&quot;25&quot;/&gt;&lt;top val=&quot;30&quot;/&gt;&lt;width val=&quot;659&quot;/&gt;&lt;height val=&quot;62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1&quot;/&gt;&lt;lineCharCount val=&quot;17&quot;/&gt;&lt;lineCharCount val=&quot;86&quot;/&gt;&lt;lineCharCount val=&quot;50&quot;/&gt;&lt;lineCharCount val=&quot;37&quot;/&gt;&lt;lineCharCount val=&quot;53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,1675406747,C:\Users\Presenter\Desktop\powerpoint_icerikler\moduller\modul12_pptx\Media.ppcx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8&quot;/&gt;&lt;/TableIndex&gt;&lt;/ShapeTextInfo&gt;"/>
  <p:tag name="PRESENTER_SHAPEINFO" val="&lt;ThreeDShapeInfo&gt;&lt;uuid val=&quot;{9329941F-F848-423E-B05F-364818D80994}&quot;/&gt;&lt;isInvalidForFieldText val=&quot;0&quot;/&gt;&lt;Image&gt;&lt;filename val=&quot;C:\Users\PRESEN~1\AppData\Local\Temp\PR\data\asimages\{9329941F-F848-423E-B05F-364818D80994}_4.png&quot;/&gt;&lt;left val=&quot;36&quot;/&gt;&lt;top val=&quot;36&quot;/&gt;&lt;width val=&quot;649&quot;/&gt;&lt;height val=&quot;46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6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8&quot;/&gt;&lt;lineCharCount val=&quot;79&quot;/&gt;&lt;lineCharCount val=&quot;1&quot;/&gt;&lt;lineCharCount val=&quot;1&quot;/&gt;&lt;lineCharCount val=&quot;1&quot;/&gt;&lt;lineCharCount val=&quot;1&quot;/&gt;&lt;lineCharCount val=&quot;1&quot;/&gt;&lt;lineCharCount val=&quot;1&quot;/&gt;&lt;lineCharCount val=&quot;77&quot;/&gt;&lt;lineCharCount val=&quot;83&quot;/&gt;&lt;lineCharCount val=&quot;95&quot;/&gt;&lt;lineCharCount val=&quot;39&quot;/&gt;&lt;lineCharCount val=&quot;1&quot;/&gt;&lt;lineCharCount val=&quot;1&quot;/&gt;&lt;lineCharCount val=&quot;1&quot;/&gt;&lt;lineCharCount val=&quot;1&quot;/&gt;&lt;lineCharCount val=&quot;82&quot;/&gt;&lt;lineCharCount val=&quot;83&quot;/&gt;&lt;lineCharCount val=&quot;64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3,1675406747,C:\Users\Presenter\Desktop\powerpoint_icerikler\moduller\modul12_pptx\Media.ppcx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2&quot;/&gt;&lt;/TableIndex&gt;&lt;/ShapeTextInfo&gt;"/>
  <p:tag name="PRESENTER_SHAPEINFO" val="&lt;ThreeDShapeInfo&gt;&lt;uuid val=&quot;{3AD492E3-07D9-47F8-9F3D-B549A0E895A9}&quot;/&gt;&lt;isInvalidForFieldText val=&quot;0&quot;/&gt;&lt;Image&gt;&lt;filename val=&quot;C:\Users\PRESEN~1\AppData\Local\Temp\PR\data\asimages\{3AD492E3-07D9-47F8-9F3D-B549A0E895A9}_5.png&quot;/&gt;&lt;left val=&quot;36&quot;/&gt;&lt;top val=&quot;30&quot;/&gt;&lt;width val=&quot;649&quot;/&gt;&lt;height val=&quot;62&quot;/&gt;&lt;hasText val=&quot;1&quot;/&gt;&lt;/Image&gt;&lt;/ThreeDShape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76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98&quot;/&gt;&lt;lineCharCount val=&quot;26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4,1675406747,C:\Users\Presenter\Desktop\powerpoint_icerikler\moduller\modul12_pptx\Media.ppcx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9&quot;/&gt;&lt;/TableIndex&gt;&lt;/ShapeTextInfo&gt;"/>
  <p:tag name="PRESENTER_SHAPEINFO" val="&lt;ThreeDShapeInfo&gt;&lt;uuid val=&quot;{8E679709-BD3B-48EA-B8A8-448A6F3433F3}&quot;/&gt;&lt;isInvalidForFieldText val=&quot;0&quot;/&gt;&lt;Image&gt;&lt;filename val=&quot;C:\Users\PRESEN~1\AppData\Local\Temp\PR\data\asimages\{8E679709-BD3B-48EA-B8A8-448A6F3433F3}_6.png&quot;/&gt;&lt;left val=&quot;36&quot;/&gt;&lt;top val=&quot;30&quot;/&gt;&lt;width val=&quot;649&quot;/&gt;&lt;height val=&quot;62&quot;/&gt;&lt;hasText val=&quot;1&quot;/&gt;&lt;/Image&gt;&lt;/ThreeDShape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2&quot;/&gt;&lt;lineCharCount val=&quot;39&quot;/&gt;&lt;lineCharCount val=&quot;71&quot;/&gt;&lt;lineCharCount val=&quot;51&quot;/&gt;&lt;lineCharCount val=&quot;68&quot;/&gt;&lt;lineCharCount val=&quot;70&quot;/&gt;&lt;lineCharCount val=&quot;1&quot;/&gt;&lt;lineCharCount val=&quot;1&quot;/&gt;&lt;lineCharCount val=&quot;1&quot;/&gt;&lt;lineCharCount val=&quot;1&quot;/&gt;&lt;lineCharCount val=&quot;1&quot;/&gt;&lt;lineCharCount val=&quot;82&quot;/&gt;&lt;lineCharCount val=&quot;55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5,1675406747,C:\Users\Presenter\Desktop\powerpoint_icerikler\moduller\modul12_pptx\Media.ppcx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  <p:tag name="PRESENTER_SHAPEINFO" val="&lt;ThreeDShapeInfo&gt;&lt;uuid val=&quot;{2FFC61E2-D91B-4EB6-96E7-0C6B090B7DE4}&quot;/&gt;&lt;isInvalidForFieldText val=&quot;0&quot;/&gt;&lt;Image&gt;&lt;filename val=&quot;C:\Users\PRESEN~1\AppData\Local\Temp\PR\data\asimages\{2FFC61E2-D91B-4EB6-96E7-0C6B090B7DE4}_7.png&quot;/&gt;&lt;left val=&quot;36&quot;/&gt;&lt;top val=&quot;30&quot;/&gt;&lt;width val=&quot;649&quot;/&gt;&lt;height val=&quot;62&quot;/&gt;&lt;hasText val=&quot;1&quot;/&gt;&lt;/Image&gt;&lt;/ThreeDShape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6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3&quot;/&gt;&lt;lineCharCount val=&quot;73&quot;/&gt;&lt;lineCharCount val=&quot;84&quot;/&gt;&lt;lineCharCount val=&quot;7&quot;/&gt;&lt;lineCharCount val=&quot;1&quot;/&gt;&lt;lineCharCount val=&quot;1&quot;/&gt;&lt;lineCharCount val=&quot;1&quot;/&gt;&lt;lineCharCount val=&quot;75&quot;/&gt;&lt;lineCharCount val=&quot;30&quot;/&gt;&lt;lineCharCount val=&quot;80&quot;/&gt;&lt;lineCharCount val=&quot;51&quot;/&gt;&lt;lineCharCount val=&quot;78&quot;/&gt;&lt;lineCharCount val=&quot;70&quot;/&gt;&lt;lineCharCount val=&quot;16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Hava Akımı">
  <a:themeElements>
    <a:clrScheme name="Hava Akımı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Hava Akımı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va Akımı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1799</TotalTime>
  <Words>414</Words>
  <Application>Microsoft Office PowerPoint</Application>
  <PresentationFormat>Ekran Gösterisi (4:3)</PresentationFormat>
  <Paragraphs>71</Paragraphs>
  <Slides>7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Slayt Başlıkları</vt:lpstr>
      </vt:variant>
      <vt:variant>
        <vt:i4>7</vt:i4>
      </vt:variant>
    </vt:vector>
  </HeadingPairs>
  <TitlesOfParts>
    <vt:vector size="9" baseType="lpstr">
      <vt:lpstr>Hava Akımı</vt:lpstr>
      <vt:lpstr>Ofis Teması</vt:lpstr>
      <vt:lpstr>PowerPoint</vt:lpstr>
      <vt:lpstr>Öğrenme Hedefleri</vt:lpstr>
      <vt:lpstr>İçindekiler</vt:lpstr>
      <vt:lpstr>Slaytlar arası geçişlere efekt uygulamak ve bu efektleri değiştirmek</vt:lpstr>
      <vt:lpstr>Slaytlara ayrı ayrı geçiş efektleri yapmak</vt:lpstr>
      <vt:lpstr>Slayt geçişlerine ses eklemek</vt:lpstr>
      <vt:lpstr>Slayt geçişlerinde zamanlama ayarlarını yapmak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zparlak</dc:creator>
  <cp:lastModifiedBy>Presenter</cp:lastModifiedBy>
  <cp:revision>536</cp:revision>
  <dcterms:created xsi:type="dcterms:W3CDTF">2011-06-08T08:18:11Z</dcterms:created>
  <dcterms:modified xsi:type="dcterms:W3CDTF">2011-09-17T10:59:37Z</dcterms:modified>
</cp:coreProperties>
</file>