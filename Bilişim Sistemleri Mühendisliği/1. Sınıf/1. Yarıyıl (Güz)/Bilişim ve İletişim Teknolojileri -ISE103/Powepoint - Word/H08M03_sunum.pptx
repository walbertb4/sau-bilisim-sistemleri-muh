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3.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4.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5.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6.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7.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1"/>
  </p:notesMasterIdLst>
  <p:sldIdLst>
    <p:sldId id="256" r:id="rId3"/>
    <p:sldId id="260" r:id="rId4"/>
    <p:sldId id="258" r:id="rId5"/>
    <p:sldId id="257" r:id="rId6"/>
    <p:sldId id="271" r:id="rId7"/>
    <p:sldId id="275" r:id="rId8"/>
    <p:sldId id="277" r:id="rId9"/>
    <p:sldId id="261" r:id="rId10"/>
  </p:sldIdLst>
  <p:sldSz cx="9144000" cy="6858000" type="screen4x3"/>
  <p:notesSz cx="6669088" cy="9928225"/>
  <p:custDataLst>
    <p:tags r:id="rId12"/>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46F890A9-2807-4EBB-B81D-B2AA78EC7F39}" styleName="Koyu Stil 2 - Vurgu 5/Vurgu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042" autoAdjust="0"/>
  </p:normalViewPr>
  <p:slideViewPr>
    <p:cSldViewPr>
      <p:cViewPr varScale="1">
        <p:scale>
          <a:sx n="92" d="100"/>
          <a:sy n="92" d="100"/>
        </p:scale>
        <p:origin x="-146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FF07403-48BF-4B87-9E20-50CC050AC631}" type="datetimeFigureOut">
              <a:rPr lang="tr-TR" smtClean="0"/>
              <a:t>18.10.2011</a:t>
            </a:fld>
            <a:endParaRPr lang="tr-TR"/>
          </a:p>
        </p:txBody>
      </p:sp>
      <p:sp>
        <p:nvSpPr>
          <p:cNvPr id="4" name="Slayt Görüntüsü Yer Tutucus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1</a:t>
            </a:fld>
            <a:endParaRPr lang="tr-TR"/>
          </a:p>
        </p:txBody>
      </p:sp>
    </p:spTree>
    <p:extLst>
      <p:ext uri="{BB962C8B-B14F-4D97-AF65-F5344CB8AC3E}">
        <p14:creationId xmlns:p14="http://schemas.microsoft.com/office/powerpoint/2010/main" val="283110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2</a:t>
            </a:fld>
            <a:endParaRPr lang="tr-TR"/>
          </a:p>
        </p:txBody>
      </p:sp>
    </p:spTree>
    <p:extLst>
      <p:ext uri="{BB962C8B-B14F-4D97-AF65-F5344CB8AC3E}">
        <p14:creationId xmlns:p14="http://schemas.microsoft.com/office/powerpoint/2010/main" val="250308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3</a:t>
            </a:fld>
            <a:endParaRPr lang="tr-TR"/>
          </a:p>
        </p:txBody>
      </p:sp>
    </p:spTree>
    <p:extLst>
      <p:ext uri="{BB962C8B-B14F-4D97-AF65-F5344CB8AC3E}">
        <p14:creationId xmlns:p14="http://schemas.microsoft.com/office/powerpoint/2010/main" val="418738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 belgelerinde sayfa yapısıyla ilgili düzenlemeler Sayfa Düzeni sayfasından gerçekleştirilmektedir. Burada bulunan Sayfa Yapısı komut grubu bu düzenlemelerle ilgili komutları barındırmaktadır. </a:t>
            </a:r>
            <a:r>
              <a:rPr lang="tr-TR" sz="1200" dirty="0" smtClean="0"/>
              <a:t>Belgenin kağıt yönünü ve boyutunu değiştirmek için</a:t>
            </a:r>
          </a:p>
          <a:p>
            <a:pPr marL="285750" indent="-285750">
              <a:buFont typeface="Arial" pitchFamily="34" charset="0"/>
              <a:buChar char="•"/>
            </a:pPr>
            <a:r>
              <a:rPr lang="tr-TR" sz="1200" b="1" dirty="0" smtClean="0"/>
              <a:t>Sayfa Düzeni </a:t>
            </a:r>
            <a:r>
              <a:rPr lang="tr-TR" sz="1200" dirty="0" smtClean="0"/>
              <a:t>sekmesi&gt;</a:t>
            </a:r>
            <a:r>
              <a:rPr lang="tr-TR" sz="1200" b="1" dirty="0" smtClean="0"/>
              <a:t>Sayfa Yapısı</a:t>
            </a:r>
            <a:r>
              <a:rPr lang="tr-TR" sz="1200" dirty="0" smtClean="0"/>
              <a:t> komut grubunda bulunan&gt;</a:t>
            </a:r>
            <a:r>
              <a:rPr lang="tr-TR" sz="1200" b="1" dirty="0" smtClean="0"/>
              <a:t>Yönlendirme</a:t>
            </a:r>
            <a:r>
              <a:rPr lang="tr-TR" sz="1200" dirty="0" smtClean="0"/>
              <a:t> ve </a:t>
            </a:r>
            <a:r>
              <a:rPr lang="tr-TR" sz="1200" b="1" dirty="0" smtClean="0"/>
              <a:t>Boyut</a:t>
            </a:r>
            <a:r>
              <a:rPr lang="tr-TR" sz="1200" dirty="0" smtClean="0"/>
              <a:t> komutları kullanılır</a:t>
            </a:r>
          </a:p>
          <a:p>
            <a:r>
              <a:rPr lang="tr-TR" sz="1200" kern="1200" dirty="0" smtClean="0">
                <a:solidFill>
                  <a:schemeClr val="tx1"/>
                </a:solidFill>
                <a:effectLst/>
                <a:latin typeface="+mn-lt"/>
                <a:ea typeface="+mn-ea"/>
                <a:cs typeface="+mn-cs"/>
              </a:rPr>
              <a:t>Yönlendirme komutuna tıkladığımızda açılan menüden sayfayı</a:t>
            </a:r>
            <a:r>
              <a:rPr lang="tr-TR" sz="1200" kern="1200" baseline="0" dirty="0" smtClean="0">
                <a:solidFill>
                  <a:schemeClr val="tx1"/>
                </a:solidFill>
                <a:effectLst/>
                <a:latin typeface="+mn-lt"/>
                <a:ea typeface="+mn-ea"/>
                <a:cs typeface="+mn-cs"/>
              </a:rPr>
              <a:t> yatay veya dikey olarak ayarlayabiliriz. Benzer şekilde boyut komutuna tıkladığımızda açılan menüden hazır kağıt boyutlarından birini seçerek sayfaya uygulayabileceğimiz gibi Tüm Sayfa Boyutları komutuna tıklayarak açılacak Sayfa Yapısı iletişim penceresi Kağıt sekmesinden Kağıt boyutunun altındaki açılır menüden Özel boyut seçip istediğimiz boyutlandırmayı yapabiliriz.</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Word belgesinde sayfada yazı yazdığımızın alanın kenarlarında boşluklar bulunmaktadır. Bu boşluklar oluşturulan belgenin özelliklerine</a:t>
            </a:r>
            <a:r>
              <a:rPr lang="tr-TR" baseline="0" dirty="0" smtClean="0"/>
              <a:t> göre artmakta veya azalmaktadır. Örneğin dilekçede kenar boşlukları Üst 5cm, Alt 4 cm, Sol 3cm ve Sağ boşlukta 2 cm olarak belirlenmektedir. Belgede varsayılan olarak ayarlanmış olan Normal boşlukların dışında kenar boşluklarını belirlemek istediğimizde </a:t>
            </a:r>
            <a:r>
              <a:rPr lang="tr-TR" sz="1200" b="1" dirty="0" smtClean="0"/>
              <a:t>Sayfa Düzeni </a:t>
            </a:r>
            <a:r>
              <a:rPr lang="tr-TR" sz="1200" dirty="0" smtClean="0"/>
              <a:t>sekmesi&gt;</a:t>
            </a:r>
            <a:r>
              <a:rPr lang="tr-TR" sz="1200" b="1" dirty="0" smtClean="0"/>
              <a:t>Sayfa Yapısı</a:t>
            </a:r>
            <a:r>
              <a:rPr lang="tr-TR" sz="1200" dirty="0" smtClean="0"/>
              <a:t> komut grubunda bulunan&gt;K</a:t>
            </a:r>
            <a:r>
              <a:rPr lang="tr-TR" sz="1200" b="1" dirty="0" smtClean="0"/>
              <a:t>enar Boşlukları </a:t>
            </a:r>
            <a:r>
              <a:rPr lang="tr-TR" sz="1200" dirty="0" smtClean="0"/>
              <a:t>komutu kullanılır.</a:t>
            </a:r>
            <a:r>
              <a:rPr lang="tr-TR" sz="1200" baseline="0" dirty="0" smtClean="0"/>
              <a:t> Bu komuta tıkladığımızda açılan menüden var olan hazır boşluklardan birini seçebileceğimiz gibi özel değerler atamak için Özel Kenar Boşlukları komutuna tıkladığımızda açılan Sayfa Yapısı iletişim penceresi Kenar Boşlukları sekmesinde bulunan metin kutularına değer girmemiz gerekir.</a:t>
            </a:r>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Belgede başlıkların sayfa</a:t>
            </a:r>
            <a:r>
              <a:rPr lang="tr-TR" sz="1200" kern="1200" baseline="0" dirty="0" smtClean="0">
                <a:solidFill>
                  <a:schemeClr val="tx1"/>
                </a:solidFill>
                <a:effectLst/>
                <a:latin typeface="+mn-lt"/>
                <a:ea typeface="+mn-ea"/>
                <a:cs typeface="+mn-cs"/>
              </a:rPr>
              <a:t> sonuna gelmesini engellemek veya tabloların iki sayfaya yayılmasını engellemek gibi nedenlerle Word belgesine girdiğimiz bazı verilerin sürekli olarak sayfa başında kalması için belgelere sayfa sonu işareti eklenir. </a:t>
            </a:r>
            <a:r>
              <a:rPr lang="tr-TR" sz="1200" dirty="0" smtClean="0"/>
              <a:t>Belgeye sayfa sonu işareti eklemek için</a:t>
            </a:r>
          </a:p>
          <a:p>
            <a:r>
              <a:rPr lang="tr-TR" sz="1200" b="1" dirty="0" smtClean="0"/>
              <a:t>Ekle</a:t>
            </a:r>
            <a:r>
              <a:rPr lang="tr-TR" sz="1200" dirty="0" smtClean="0"/>
              <a:t> sekmesinde bulunan &gt;</a:t>
            </a:r>
            <a:r>
              <a:rPr lang="tr-TR" sz="1200" b="1" dirty="0" smtClean="0"/>
              <a:t>Sayfalar </a:t>
            </a:r>
            <a:r>
              <a:rPr lang="tr-TR" sz="1200" dirty="0" smtClean="0"/>
              <a:t>komut grubundaki &gt;</a:t>
            </a:r>
            <a:r>
              <a:rPr lang="tr-TR" sz="1200" b="1" dirty="0" smtClean="0"/>
              <a:t>Sayfa Sonu </a:t>
            </a:r>
            <a:r>
              <a:rPr lang="tr-TR" sz="1200" dirty="0" smtClean="0"/>
              <a:t>komutu</a:t>
            </a:r>
          </a:p>
          <a:p>
            <a:r>
              <a:rPr lang="tr-TR" sz="1200" b="1" dirty="0" smtClean="0"/>
              <a:t>Sayfa Düzeni </a:t>
            </a:r>
            <a:r>
              <a:rPr lang="tr-TR" sz="1200" dirty="0" smtClean="0"/>
              <a:t>sekmesindeki &gt;</a:t>
            </a:r>
            <a:r>
              <a:rPr lang="tr-TR" sz="1200" b="1" dirty="0" smtClean="0"/>
              <a:t>Sayfa Yapısı</a:t>
            </a:r>
            <a:r>
              <a:rPr lang="tr-TR" sz="1200" dirty="0" smtClean="0"/>
              <a:t> komut grubunda bulunan &gt;</a:t>
            </a:r>
            <a:r>
              <a:rPr lang="tr-TR" sz="1200" b="1" dirty="0" smtClean="0"/>
              <a:t>Kesmeler</a:t>
            </a:r>
            <a:r>
              <a:rPr lang="tr-TR" sz="1200" dirty="0" smtClean="0"/>
              <a:t> açılır menüsündeki &gt;</a:t>
            </a:r>
            <a:r>
              <a:rPr lang="tr-TR" sz="1200" b="1" dirty="0" smtClean="0"/>
              <a:t>Sayfa</a:t>
            </a:r>
            <a:r>
              <a:rPr lang="tr-TR" sz="1200" dirty="0" smtClean="0"/>
              <a:t> komutu kullanılır.  Bunun için ekleme noktasını sayfanın</a:t>
            </a:r>
            <a:r>
              <a:rPr lang="tr-TR" sz="1200" baseline="0" dirty="0" smtClean="0"/>
              <a:t> başından başlamasını istediğimiz metnin başına getirir ve Sayfa sonu komutuna tıklarsak belgeye Sayfa Sonu işareti eklemiş oluruz. Bu işaretten sonra gelen metin veya nesne bir sonraki sayfanın başından başlar.</a:t>
            </a:r>
            <a:endParaRPr lang="tr-TR" sz="1200" dirty="0" smtClean="0"/>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Word belgelerinde yazma alanın dışında sayfanın üstünde ve altında başlık ve dipnot eklemek için alanlar bulunmaktadır. Üst ve alt kenar boşluklarında bulunan bu alanlara başlık veya dipnot eklemek için Ekle sekmesindeki Üstbilgi ve Altbilgi komut grubundaki komutlar veya sayfa üst/alt boşluğuna çift tıklama yöntemi kullanılır. Belgeye üst veya alt bilgi eklemek için her iki komuta</a:t>
            </a:r>
            <a:r>
              <a:rPr lang="tr-TR" sz="1200" kern="1200" baseline="0" dirty="0" smtClean="0">
                <a:solidFill>
                  <a:schemeClr val="tx1"/>
                </a:solidFill>
                <a:effectLst/>
                <a:latin typeface="+mn-lt"/>
                <a:ea typeface="+mn-ea"/>
                <a:cs typeface="+mn-cs"/>
              </a:rPr>
              <a:t> tıkladığımızda açılan galeriden hazır şablonları kullanabilir veya kendimiz metin girebiliriz. Bu işlemlerden birini yaptığımızda </a:t>
            </a:r>
            <a:r>
              <a:rPr lang="tr-TR" sz="1200" kern="1200" dirty="0" smtClean="0">
                <a:solidFill>
                  <a:schemeClr val="tx1"/>
                </a:solidFill>
                <a:effectLst/>
                <a:latin typeface="+mn-lt"/>
                <a:ea typeface="+mn-ea"/>
                <a:cs typeface="+mn-cs"/>
              </a:rPr>
              <a:t>Word belgesindeki yazma alanı pasifleşerek saydamlaşır ve Üst ve Alt bilgi alanı aktif olur</a:t>
            </a:r>
            <a:r>
              <a:rPr lang="tr-TR" sz="1200" kern="1200" baseline="0" dirty="0" smtClean="0">
                <a:solidFill>
                  <a:schemeClr val="tx1"/>
                </a:solidFill>
                <a:effectLst/>
                <a:latin typeface="+mn-lt"/>
                <a:ea typeface="+mn-ea"/>
                <a:cs typeface="+mn-cs"/>
              </a:rPr>
              <a:t>. Aynı zamanda Tasarım bağlamsal sekme görünür. Bu durumda belgeye başlık veya dipnot girebiliriz.</a:t>
            </a:r>
            <a:endParaRPr lang="tr-TR" sz="1200" kern="1200" dirty="0" smtClean="0">
              <a:solidFill>
                <a:schemeClr val="tx1"/>
              </a:solidFill>
              <a:effectLst/>
              <a:latin typeface="+mn-lt"/>
              <a:ea typeface="+mn-ea"/>
              <a:cs typeface="+mn-cs"/>
            </a:endParaRPr>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Belgede bulunan üst</a:t>
            </a:r>
            <a:r>
              <a:rPr lang="tr-TR" baseline="0" dirty="0" smtClean="0"/>
              <a:t> ve altbilgi alanları aynı zamanda belgeye tarih ve sayfa numarası eklemek için kullanılan alanlardır. İster sayfanın başlık kısmına isterse dipnot kısmına çift tıkladığımızda aktif olan alanlara tarih ve sayfa numarası girmek için Ekle sekmesi Üstbilgi ve Altbilgi komut grubu isterse Tasarım bağlamsal sekmesinden eklemek için Sayfa Numarası ve Tarih ve Saat komutları kullanılır. Sayfa numarası eklemek için Sayfa numarası komutuna tıkladığımızda açılan menüden önce sayfa numarasının konumunu ve sonra da stilini seçeriz. </a:t>
            </a:r>
            <a:r>
              <a:rPr lang="tr-TR" sz="1200" kern="1200" smtClean="0">
                <a:solidFill>
                  <a:schemeClr val="tx1"/>
                </a:solidFill>
                <a:effectLst/>
                <a:latin typeface="+mn-lt"/>
                <a:ea typeface="+mn-ea"/>
                <a:cs typeface="+mn-cs"/>
              </a:rPr>
              <a:t>Belgeye sayfa numarası verme işlemini en baştan ayarlayarak sayfalar arttıkça otomatik olarak sayfa numarası verme işlemi yaptırabiliriz.  </a:t>
            </a:r>
            <a:r>
              <a:rPr lang="tr-TR" baseline="0" smtClean="0"/>
              <a:t>Benzer </a:t>
            </a:r>
            <a:r>
              <a:rPr lang="tr-TR" baseline="0" dirty="0" smtClean="0"/>
              <a:t>şekilde Tarih ve Saat komutuna tıkladığımızda açılan Tarih ve Saat iletişim penceresinden tarih ve saatin gösterim şeklini seçmemiz gerekir.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95327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18.10.2011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18.10.2011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18.10.2011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18.10.2011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18.10.2011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18.10.2011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18.10.2011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18.10.2011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18.10.2011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18.10.2011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18.10.2011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1.wmf"/><Relationship Id="rId5" Type="http://schemas.openxmlformats.org/officeDocument/2006/relationships/tags" Target="../tags/tag39.xml"/><Relationship Id="rId10" Type="http://schemas.openxmlformats.org/officeDocument/2006/relationships/notesSlide" Target="../notesSlides/notesSlide1.xml"/><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tags" Target="../tags/tag45.xml"/><Relationship Id="rId7" Type="http://schemas.openxmlformats.org/officeDocument/2006/relationships/notesSlide" Target="../notesSlides/notesSlid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10" Type="http://schemas.openxmlformats.org/officeDocument/2006/relationships/image" Target="../media/image4.png"/><Relationship Id="rId4" Type="http://schemas.openxmlformats.org/officeDocument/2006/relationships/tags" Target="../tags/tag5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media/image7.png"/><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6.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5.png"/><Relationship Id="rId5" Type="http://schemas.openxmlformats.org/officeDocument/2006/relationships/tags" Target="../tags/tag59.xml"/><Relationship Id="rId10" Type="http://schemas.openxmlformats.org/officeDocument/2006/relationships/notesSlide" Target="../notesSlides/notesSlide4.xml"/><Relationship Id="rId4" Type="http://schemas.openxmlformats.org/officeDocument/2006/relationships/tags" Target="../tags/tag58.xml"/><Relationship Id="rId9" Type="http://schemas.openxmlformats.org/officeDocument/2006/relationships/slideLayout" Target="../slideLayouts/slideLayout13.xml"/><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media/image10.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image" Target="../media/image9.png"/><Relationship Id="rId5" Type="http://schemas.openxmlformats.org/officeDocument/2006/relationships/tags" Target="../tags/tag67.xml"/><Relationship Id="rId10" Type="http://schemas.openxmlformats.org/officeDocument/2006/relationships/notesSlide" Target="../notesSlides/notesSlide5.xml"/><Relationship Id="rId4" Type="http://schemas.openxmlformats.org/officeDocument/2006/relationships/tags" Target="../tags/tag66.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image" Target="../media/image13.png"/><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image" Target="../media/image12.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media/image11.png"/><Relationship Id="rId5" Type="http://schemas.openxmlformats.org/officeDocument/2006/relationships/tags" Target="../tags/tag75.xml"/><Relationship Id="rId10" Type="http://schemas.openxmlformats.org/officeDocument/2006/relationships/notesSlide" Target="../notesSlides/notesSlide6.xml"/><Relationship Id="rId4" Type="http://schemas.openxmlformats.org/officeDocument/2006/relationships/tags" Target="../tags/tag74.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15.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image" Target="../media/image14.png"/><Relationship Id="rId5" Type="http://schemas.openxmlformats.org/officeDocument/2006/relationships/tags" Target="../tags/tag83.xml"/><Relationship Id="rId10" Type="http://schemas.openxmlformats.org/officeDocument/2006/relationships/notesSlide" Target="../notesSlides/notesSlide7.xml"/><Relationship Id="rId4" Type="http://schemas.openxmlformats.org/officeDocument/2006/relationships/tags" Target="../tags/tag82.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17.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16.png"/><Relationship Id="rId5" Type="http://schemas.openxmlformats.org/officeDocument/2006/relationships/tags" Target="../tags/tag91.xml"/><Relationship Id="rId10" Type="http://schemas.openxmlformats.org/officeDocument/2006/relationships/notesSlide" Target="../notesSlides/notesSlide8.xml"/><Relationship Id="rId4" Type="http://schemas.openxmlformats.org/officeDocument/2006/relationships/tags" Target="../tags/tag90.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1"/>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7696200"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Kelime İşlemci Word </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a:t>
            </a:r>
            <a:r>
              <a:rPr lang="tr-TR" sz="1600" i="1" dirty="0" smtClean="0">
                <a:solidFill>
                  <a:schemeClr val="bg1"/>
                </a:solidFill>
              </a:rPr>
              <a:t>. Gör. Mustafa YILMAZ</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Metin kutusu 9"/>
          <p:cNvSpPr txBox="1"/>
          <p:nvPr>
            <p:custDataLst>
              <p:tags r:id="rId8"/>
            </p:custDataLst>
          </p:nvPr>
        </p:nvSpPr>
        <p:spPr>
          <a:xfrm>
            <a:off x="6045933" y="6629400"/>
            <a:ext cx="2678938" cy="261610"/>
          </a:xfrm>
          <a:prstGeom prst="rect">
            <a:avLst/>
          </a:prstGeom>
          <a:noFill/>
        </p:spPr>
        <p:txBody>
          <a:bodyPr wrap="none" rtlCol="0">
            <a:spAutoFit/>
          </a:bodyPr>
          <a:lstStyle/>
          <a:p>
            <a:r>
              <a:rPr lang="tr-TR" sz="1100" i="1" dirty="0" smtClean="0">
                <a:latin typeface="Calibri" pitchFamily="34" charset="0"/>
                <a:cs typeface="Calibri" pitchFamily="34" charset="0"/>
              </a:rPr>
              <a:t>Bilgisayar ve Bilişim Bilimleri Fakültesi</a:t>
            </a:r>
            <a:r>
              <a:rPr lang="tr-TR" sz="1100" i="1" smtClean="0">
                <a:latin typeface="Calibri" pitchFamily="34" charset="0"/>
                <a:cs typeface="Calibri" pitchFamily="34" charset="0"/>
              </a:rPr>
              <a:t>| YBS </a:t>
            </a:r>
            <a:endParaRPr lang="tr-TR" sz="1100" i="1" dirty="0">
              <a:latin typeface="Calibri" pitchFamily="34" charset="0"/>
              <a:cs typeface="Calibri" pitchFamily="34" charset="0"/>
            </a:endParaRP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431" y="2872952"/>
            <a:ext cx="1587569" cy="16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1524000"/>
            <a:ext cx="6096000" cy="32766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1599658"/>
            <a:ext cx="6096000" cy="2270109"/>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Kâğıt </a:t>
            </a:r>
            <a:r>
              <a:rPr lang="tr-TR" sz="1600" dirty="0">
                <a:solidFill>
                  <a:schemeClr val="tx1">
                    <a:lumMod val="75000"/>
                    <a:lumOff val="25000"/>
                  </a:schemeClr>
                </a:solidFill>
                <a:latin typeface="Calibri" pitchFamily="34" charset="0"/>
                <a:cs typeface="Calibri" pitchFamily="34" charset="0"/>
              </a:rPr>
              <a:t>yönü ve büyüklüğünü ayarlar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Kenar </a:t>
            </a:r>
            <a:r>
              <a:rPr lang="tr-TR" sz="1600" dirty="0">
                <a:solidFill>
                  <a:schemeClr val="tx1">
                    <a:lumMod val="75000"/>
                    <a:lumOff val="25000"/>
                  </a:schemeClr>
                </a:solidFill>
                <a:latin typeface="Calibri" pitchFamily="34" charset="0"/>
                <a:cs typeface="Calibri" pitchFamily="34" charset="0"/>
              </a:rPr>
              <a:t>boşluklarını düzenler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Sayfayı </a:t>
            </a:r>
            <a:r>
              <a:rPr lang="tr-TR" sz="1600" dirty="0">
                <a:solidFill>
                  <a:schemeClr val="tx1">
                    <a:lumMod val="75000"/>
                    <a:lumOff val="25000"/>
                  </a:schemeClr>
                </a:solidFill>
                <a:latin typeface="Calibri" pitchFamily="34" charset="0"/>
                <a:cs typeface="Calibri" pitchFamily="34" charset="0"/>
              </a:rPr>
              <a:t>sonlandırıp yeni sayfadan başlayabilir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Belgeye </a:t>
            </a:r>
            <a:r>
              <a:rPr lang="tr-TR" sz="1600" dirty="0">
                <a:solidFill>
                  <a:schemeClr val="tx1">
                    <a:lumMod val="75000"/>
                    <a:lumOff val="25000"/>
                  </a:schemeClr>
                </a:solidFill>
                <a:latin typeface="Calibri" pitchFamily="34" charset="0"/>
                <a:cs typeface="Calibri" pitchFamily="34" charset="0"/>
              </a:rPr>
              <a:t>başlık ve dipnot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Belgeye </a:t>
            </a:r>
            <a:r>
              <a:rPr lang="tr-TR" sz="1600" dirty="0">
                <a:solidFill>
                  <a:schemeClr val="tx1">
                    <a:lumMod val="75000"/>
                    <a:lumOff val="25000"/>
                  </a:schemeClr>
                </a:solidFill>
                <a:latin typeface="Calibri" pitchFamily="34" charset="0"/>
                <a:cs typeface="Calibri" pitchFamily="34" charset="0"/>
              </a:rPr>
              <a:t>tarih, sayfa numarası ve alan bilgisi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Belgeye </a:t>
            </a:r>
            <a:r>
              <a:rPr lang="tr-TR" sz="1600" dirty="0">
                <a:solidFill>
                  <a:schemeClr val="tx1">
                    <a:lumMod val="75000"/>
                    <a:lumOff val="25000"/>
                  </a:schemeClr>
                </a:solidFill>
                <a:latin typeface="Calibri" pitchFamily="34" charset="0"/>
                <a:cs typeface="Calibri" pitchFamily="34" charset="0"/>
              </a:rPr>
              <a:t>otomatik sayfa numarası </a:t>
            </a:r>
            <a:r>
              <a:rPr lang="tr-TR" sz="1600" dirty="0" smtClean="0">
                <a:solidFill>
                  <a:schemeClr val="tx1">
                    <a:lumMod val="75000"/>
                    <a:lumOff val="25000"/>
                  </a:schemeClr>
                </a:solidFill>
                <a:latin typeface="Calibri" pitchFamily="34" charset="0"/>
                <a:cs typeface="Calibri" pitchFamily="34" charset="0"/>
              </a:rPr>
              <a:t>ekler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2"/>
            </p:custDataLst>
          </p:nvPr>
        </p:nvSpPr>
        <p:spPr>
          <a:xfrm>
            <a:off x="457200" y="2362200"/>
            <a:ext cx="41148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3"/>
            </p:custDataLst>
          </p:nvPr>
        </p:nvSpPr>
        <p:spPr>
          <a:xfrm>
            <a:off x="457200" y="1826156"/>
            <a:ext cx="41148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4"/>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5"/>
            </p:custDataLst>
          </p:nvPr>
        </p:nvSpPr>
        <p:spPr>
          <a:xfrm>
            <a:off x="457200" y="2362199"/>
            <a:ext cx="4114800" cy="3048001"/>
          </a:xfrm>
          <a:prstGeom prst="rect">
            <a:avLst/>
          </a:prstGeom>
        </p:spPr>
        <p:txBody>
          <a:bodyPr>
            <a:normAutofit fontScale="77500" lnSpcReduction="20000"/>
          </a:bodyPr>
          <a:lstStyle/>
          <a:p>
            <a:pPr marL="0" lvl="1" indent="0">
              <a:buFont typeface="Arial" pitchFamily="34" charset="0"/>
              <a:buNone/>
            </a:pPr>
            <a:endParaRPr lang="tr-TR" sz="1200" b="1" dirty="0">
              <a:latin typeface="Calibri" pitchFamily="34" charset="0"/>
              <a:cs typeface="Calibri" pitchFamily="34" charset="0"/>
            </a:endParaRPr>
          </a:p>
          <a:p>
            <a:pPr marL="265113" lvl="1" indent="-265113">
              <a:buFont typeface="Arial" pitchFamily="34" charset="0"/>
              <a:buNone/>
            </a:pPr>
            <a:r>
              <a:rPr lang="tr-TR" sz="1600" dirty="0">
                <a:latin typeface="Calibri" pitchFamily="34" charset="0"/>
                <a:cs typeface="Calibri" pitchFamily="34" charset="0"/>
              </a:rPr>
              <a:t>3.3	Biçimlendirme</a:t>
            </a:r>
          </a:p>
          <a:p>
            <a:pPr marL="627063" lvl="1" indent="-446088">
              <a:buFont typeface="Arial" pitchFamily="34" charset="0"/>
              <a:buNone/>
            </a:pPr>
            <a:r>
              <a:rPr lang="tr-TR" sz="1600" dirty="0">
                <a:latin typeface="Calibri" pitchFamily="34" charset="0"/>
                <a:cs typeface="Calibri" pitchFamily="34" charset="0"/>
              </a:rPr>
              <a:t>3.3.3	Belge Biçimlendirme.</a:t>
            </a:r>
          </a:p>
          <a:p>
            <a:pPr marL="895350" lvl="1" indent="-446088">
              <a:buFont typeface="Arial" pitchFamily="34" charset="0"/>
              <a:buNone/>
            </a:pPr>
            <a:r>
              <a:rPr lang="tr-TR" sz="1600" dirty="0">
                <a:latin typeface="Calibri" pitchFamily="34" charset="0"/>
                <a:cs typeface="Calibri" pitchFamily="34" charset="0"/>
              </a:rPr>
              <a:t>3.3.3.1	Belge Yönünü (Yatay/Dikey) veya Kâğıt Büyüklüğünü Değiştirmek.</a:t>
            </a:r>
          </a:p>
          <a:p>
            <a:pPr marL="895350" lvl="1" indent="-446088">
              <a:buFont typeface="Arial" pitchFamily="34" charset="0"/>
              <a:buNone/>
            </a:pPr>
            <a:r>
              <a:rPr lang="tr-TR" sz="1600" dirty="0">
                <a:latin typeface="Calibri" pitchFamily="34" charset="0"/>
                <a:cs typeface="Calibri" pitchFamily="34" charset="0"/>
              </a:rPr>
              <a:t>3.3.3.2	Tüm Belgenin Üst, Alt, Sağ ve Sol Boşluklarını Değiştirmek.</a:t>
            </a:r>
          </a:p>
          <a:p>
            <a:pPr marL="895350" lvl="1" indent="-446088">
              <a:buFont typeface="Arial" pitchFamily="34" charset="0"/>
              <a:buNone/>
            </a:pPr>
            <a:r>
              <a:rPr lang="tr-TR" sz="1600" dirty="0">
                <a:latin typeface="Calibri" pitchFamily="34" charset="0"/>
                <a:cs typeface="Calibri" pitchFamily="34" charset="0"/>
              </a:rPr>
              <a:t>3.3.3.3	Belgeye Sayfa Sonu İşareti Eklemek.</a:t>
            </a:r>
          </a:p>
          <a:p>
            <a:pPr marL="895350" lvl="1" indent="-446088">
              <a:buFont typeface="Arial" pitchFamily="34" charset="0"/>
              <a:buNone/>
            </a:pPr>
            <a:r>
              <a:rPr lang="tr-TR" sz="1600" dirty="0">
                <a:latin typeface="Calibri" pitchFamily="34" charset="0"/>
                <a:cs typeface="Calibri" pitchFamily="34" charset="0"/>
              </a:rPr>
              <a:t>3.3.3.4	Belgenin Başlık veya Dipnot Metnini Değiştirmek.</a:t>
            </a:r>
          </a:p>
          <a:p>
            <a:pPr marL="895350" lvl="1" indent="-446088">
              <a:buFont typeface="Arial" pitchFamily="34" charset="0"/>
              <a:buNone/>
            </a:pPr>
            <a:r>
              <a:rPr lang="tr-TR" sz="1600" dirty="0">
                <a:latin typeface="Calibri" pitchFamily="34" charset="0"/>
                <a:cs typeface="Calibri" pitchFamily="34" charset="0"/>
              </a:rPr>
              <a:t>3.3.3.5	Başlık ve Dipnotlarda Tarih, Sayfa Numarası, Alan Bilgisi Eklenmesi.</a:t>
            </a:r>
          </a:p>
          <a:p>
            <a:pPr marL="895350" lvl="1" indent="-446088">
              <a:buFont typeface="Arial" pitchFamily="34" charset="0"/>
              <a:buNone/>
            </a:pPr>
            <a:r>
              <a:rPr lang="tr-TR" sz="1600" dirty="0">
                <a:latin typeface="Calibri" pitchFamily="34" charset="0"/>
                <a:cs typeface="Calibri" pitchFamily="34" charset="0"/>
              </a:rPr>
              <a:t>3.3.3.6	Belgeye Otomatik Sayfa Numaralama Özelliği Vermek.</a:t>
            </a:r>
          </a:p>
        </p:txBody>
      </p:sp>
      <p:sp>
        <p:nvSpPr>
          <p:cNvPr id="7" name="Metin kutusu 6"/>
          <p:cNvSpPr txBox="1"/>
          <p:nvPr>
            <p:custDataLst>
              <p:tags r:id="rId6"/>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7"/>
            </p:custDataLst>
          </p:nvPr>
        </p:nvSpPr>
        <p:spPr/>
        <p:txBody>
          <a:bodyPr/>
          <a:lstStyle/>
          <a:p>
            <a:fld id="{C1FA2219-9131-49AD-A1B5-1FFD48A79E7F}" type="slidenum">
              <a:rPr lang="tr-TR" smtClean="0"/>
              <a:t>3</a:t>
            </a:fld>
            <a:endParaRPr lang="tr-TR"/>
          </a:p>
        </p:txBody>
      </p:sp>
      <p:pic>
        <p:nvPicPr>
          <p:cNvPr id="9" name="Resim 8" descr="C:\Users\YILMAZ\AppData\Local\Temp\SNAGHTML51bdf3.PNG"/>
          <p:cNvPicPr/>
          <p:nvPr/>
        </p:nvPicPr>
        <p:blipFill>
          <a:blip r:embed="rId10">
            <a:extLst>
              <a:ext uri="{28A0092B-C50C-407E-A947-70E740481C1C}">
                <a14:useLocalDpi xmlns:a14="http://schemas.microsoft.com/office/drawing/2010/main" val="0"/>
              </a:ext>
            </a:extLst>
          </a:blip>
          <a:srcRect/>
          <a:stretch>
            <a:fillRect/>
          </a:stretch>
        </p:blipFill>
        <p:spPr bwMode="auto">
          <a:xfrm>
            <a:off x="4678680" y="1295400"/>
            <a:ext cx="4465320" cy="4342130"/>
          </a:xfrm>
          <a:prstGeom prst="rect">
            <a:avLst/>
          </a:prstGeom>
          <a:noFill/>
          <a:ln>
            <a:noFill/>
          </a:ln>
        </p:spPr>
      </p:pic>
    </p:spTree>
    <p:custDataLst>
      <p:tags r:id="rId1"/>
    </p:custDataLst>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 Yönünü (Yatay/Dikey) veya Kâğıt Büyüklüğünü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Kâğıt</a:t>
            </a:r>
            <a:r>
              <a:rPr lang="de-DE" sz="1400" b="1" dirty="0">
                <a:solidFill>
                  <a:schemeClr val="bg1"/>
                </a:solidFill>
              </a:rPr>
              <a:t> </a:t>
            </a:r>
            <a:r>
              <a:rPr lang="de-DE" sz="1400" b="1" dirty="0" err="1">
                <a:solidFill>
                  <a:schemeClr val="bg1"/>
                </a:solidFill>
              </a:rPr>
              <a:t>yönü</a:t>
            </a:r>
            <a:r>
              <a:rPr lang="de-DE" sz="1400" b="1" dirty="0">
                <a:solidFill>
                  <a:schemeClr val="bg1"/>
                </a:solidFill>
              </a:rPr>
              <a:t> </a:t>
            </a:r>
            <a:r>
              <a:rPr lang="de-DE" sz="1400" b="1" dirty="0" err="1">
                <a:solidFill>
                  <a:schemeClr val="bg1"/>
                </a:solidFill>
              </a:rPr>
              <a:t>ve</a:t>
            </a:r>
            <a:r>
              <a:rPr lang="de-DE" sz="1400" b="1" dirty="0">
                <a:solidFill>
                  <a:schemeClr val="bg1"/>
                </a:solidFill>
              </a:rPr>
              <a:t> </a:t>
            </a:r>
            <a:r>
              <a:rPr lang="de-DE" sz="1400" b="1" dirty="0" err="1">
                <a:solidFill>
                  <a:schemeClr val="bg1"/>
                </a:solidFill>
              </a:rPr>
              <a:t>büyüklüğünü</a:t>
            </a:r>
            <a:r>
              <a:rPr lang="de-DE" sz="1400" b="1" dirty="0">
                <a:solidFill>
                  <a:schemeClr val="bg1"/>
                </a:solidFill>
              </a:rPr>
              <a:t> </a:t>
            </a:r>
            <a:r>
              <a:rPr lang="de-DE" sz="1400" b="1" dirty="0" err="1">
                <a:solidFill>
                  <a:schemeClr val="bg1"/>
                </a:solidFill>
              </a:rPr>
              <a:t>ayarlar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381014" y="962925"/>
            <a:ext cx="7772400" cy="830997"/>
          </a:xfrm>
          <a:prstGeom prst="rect">
            <a:avLst/>
          </a:prstGeom>
          <a:noFill/>
        </p:spPr>
        <p:txBody>
          <a:bodyPr wrap="square" rtlCol="0">
            <a:spAutoFit/>
          </a:bodyPr>
          <a:lstStyle/>
          <a:p>
            <a:r>
              <a:rPr lang="tr-TR" sz="1600" dirty="0" smtClean="0"/>
              <a:t>Belgenin kağıt yönünü ve boyutunu değiştirmek için</a:t>
            </a:r>
          </a:p>
          <a:p>
            <a:pPr marL="285750" indent="-285750">
              <a:buFont typeface="Arial" pitchFamily="34" charset="0"/>
              <a:buChar char="•"/>
            </a:pPr>
            <a:r>
              <a:rPr lang="tr-TR" sz="1600" b="1" dirty="0" smtClean="0"/>
              <a:t>Sayfa Düzeni </a:t>
            </a:r>
            <a:r>
              <a:rPr lang="tr-TR" sz="1600" dirty="0" smtClean="0"/>
              <a:t>sekmesi&gt;</a:t>
            </a:r>
            <a:r>
              <a:rPr lang="tr-TR" sz="1600" b="1" dirty="0" smtClean="0"/>
              <a:t>Sayfa Yapısı</a:t>
            </a:r>
            <a:r>
              <a:rPr lang="tr-TR" sz="1600" dirty="0" smtClean="0"/>
              <a:t> komut grubunda bulunan&gt;</a:t>
            </a:r>
            <a:r>
              <a:rPr lang="tr-TR" sz="1600" b="1" dirty="0" smtClean="0"/>
              <a:t>Yönlendirme</a:t>
            </a:r>
            <a:r>
              <a:rPr lang="tr-TR" sz="1600" dirty="0" smtClean="0"/>
              <a:t> ve </a:t>
            </a:r>
            <a:r>
              <a:rPr lang="tr-TR" sz="1600" b="1" dirty="0" smtClean="0"/>
              <a:t>Boyut</a:t>
            </a:r>
            <a:r>
              <a:rPr lang="tr-TR" sz="1600" dirty="0" smtClean="0"/>
              <a:t> komutları kullanılır</a:t>
            </a:r>
            <a:endParaRPr lang="tr-TR" sz="1600" dirty="0"/>
          </a:p>
        </p:txBody>
      </p:sp>
      <p:pic>
        <p:nvPicPr>
          <p:cNvPr id="15" name="Resim 14" descr="Açıklama: Açıklama: C:\Users\MY\AppData\Local\Temp\SNAGHTML17860eb.PNG"/>
          <p:cNvPicPr/>
          <p:nvPr/>
        </p:nvPicPr>
        <p:blipFill>
          <a:blip r:embed="rId11">
            <a:extLst>
              <a:ext uri="{28A0092B-C50C-407E-A947-70E740481C1C}">
                <a14:useLocalDpi xmlns:a14="http://schemas.microsoft.com/office/drawing/2010/main" val="0"/>
              </a:ext>
            </a:extLst>
          </a:blip>
          <a:srcRect/>
          <a:stretch>
            <a:fillRect/>
          </a:stretch>
        </p:blipFill>
        <p:spPr bwMode="auto">
          <a:xfrm>
            <a:off x="638189" y="1793922"/>
            <a:ext cx="3629025" cy="1323975"/>
          </a:xfrm>
          <a:prstGeom prst="rect">
            <a:avLst/>
          </a:prstGeom>
          <a:noFill/>
          <a:ln>
            <a:noFill/>
          </a:ln>
        </p:spPr>
      </p:pic>
      <p:pic>
        <p:nvPicPr>
          <p:cNvPr id="16" name="Resim 15" descr="Açıklama: Açıklama: C:\Users\MY\AppData\Local\Temp\SNAGHTML17a2b99.PNG"/>
          <p:cNvPicPr/>
          <p:nvPr/>
        </p:nvPicPr>
        <p:blipFill>
          <a:blip r:embed="rId12">
            <a:extLst>
              <a:ext uri="{28A0092B-C50C-407E-A947-70E740481C1C}">
                <a14:useLocalDpi xmlns:a14="http://schemas.microsoft.com/office/drawing/2010/main" val="0"/>
              </a:ext>
            </a:extLst>
          </a:blip>
          <a:srcRect/>
          <a:stretch>
            <a:fillRect/>
          </a:stretch>
        </p:blipFill>
        <p:spPr bwMode="auto">
          <a:xfrm>
            <a:off x="638189" y="3352800"/>
            <a:ext cx="1104900" cy="1743075"/>
          </a:xfrm>
          <a:prstGeom prst="rect">
            <a:avLst/>
          </a:prstGeom>
          <a:noFill/>
          <a:ln>
            <a:noFill/>
          </a:ln>
        </p:spPr>
      </p:pic>
      <p:pic>
        <p:nvPicPr>
          <p:cNvPr id="17" name="Resim 16" descr="Açıklama: Açıklama: C:\Users\MY\AppData\Local\Temp\SNAGHTML17cd926.PNG"/>
          <p:cNvPicPr/>
          <p:nvPr/>
        </p:nvPicPr>
        <p:blipFill>
          <a:blip r:embed="rId13">
            <a:extLst>
              <a:ext uri="{28A0092B-C50C-407E-A947-70E740481C1C}">
                <a14:useLocalDpi xmlns:a14="http://schemas.microsoft.com/office/drawing/2010/main" val="0"/>
              </a:ext>
            </a:extLst>
          </a:blip>
          <a:srcRect/>
          <a:stretch>
            <a:fillRect/>
          </a:stretch>
        </p:blipFill>
        <p:spPr bwMode="auto">
          <a:xfrm>
            <a:off x="5334000" y="1509712"/>
            <a:ext cx="1981200" cy="5429250"/>
          </a:xfrm>
          <a:prstGeom prst="rect">
            <a:avLst/>
          </a:prstGeom>
          <a:noFill/>
          <a:ln>
            <a:noFill/>
          </a:ln>
        </p:spPr>
      </p:pic>
      <p:pic>
        <p:nvPicPr>
          <p:cNvPr id="18" name="Resim 17" descr="Açıklama: Açıklama: C:\Users\MY\AppData\Local\Temp\SNAGHTML18015a9.PNG"/>
          <p:cNvPicPr/>
          <p:nvPr/>
        </p:nvPicPr>
        <p:blipFill>
          <a:blip r:embed="rId14">
            <a:extLst>
              <a:ext uri="{28A0092B-C50C-407E-A947-70E740481C1C}">
                <a14:useLocalDpi xmlns:a14="http://schemas.microsoft.com/office/drawing/2010/main" val="0"/>
              </a:ext>
            </a:extLst>
          </a:blip>
          <a:srcRect/>
          <a:stretch>
            <a:fillRect/>
          </a:stretch>
        </p:blipFill>
        <p:spPr bwMode="auto">
          <a:xfrm>
            <a:off x="590550" y="3124200"/>
            <a:ext cx="4514850" cy="3695700"/>
          </a:xfrm>
          <a:prstGeom prst="rect">
            <a:avLst/>
          </a:prstGeom>
          <a:noFill/>
          <a:ln>
            <a:noFill/>
          </a:ln>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5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Tüm Belgenin Üst, Alt, Sağ ve Sol Boşluklarını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Kenar</a:t>
            </a:r>
            <a:r>
              <a:rPr lang="de-DE" sz="1400" b="1" dirty="0">
                <a:solidFill>
                  <a:schemeClr val="bg1"/>
                </a:solidFill>
              </a:rPr>
              <a:t> </a:t>
            </a:r>
            <a:r>
              <a:rPr lang="de-DE" sz="1400" b="1" dirty="0" err="1">
                <a:solidFill>
                  <a:schemeClr val="bg1"/>
                </a:solidFill>
              </a:rPr>
              <a:t>boşluklarını</a:t>
            </a:r>
            <a:r>
              <a:rPr lang="de-DE" sz="1400" b="1" dirty="0">
                <a:solidFill>
                  <a:schemeClr val="bg1"/>
                </a:solidFill>
              </a:rPr>
              <a:t> </a:t>
            </a:r>
            <a:r>
              <a:rPr lang="de-DE" sz="1400" b="1" dirty="0" err="1">
                <a:solidFill>
                  <a:schemeClr val="bg1"/>
                </a:solidFill>
              </a:rPr>
              <a:t>düzenler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dirty="0" smtClean="0"/>
              <a:t>Belgede sayfanın kenar boşluklarını değiştirmek için </a:t>
            </a:r>
            <a:endParaRPr lang="tr-TR" sz="1600" dirty="0"/>
          </a:p>
          <a:p>
            <a:pPr marL="285750" indent="-285750">
              <a:buFont typeface="Arial" pitchFamily="34" charset="0"/>
              <a:buChar char="•"/>
            </a:pPr>
            <a:r>
              <a:rPr lang="tr-TR" sz="1600" b="1" dirty="0"/>
              <a:t>Sayfa Düzeni </a:t>
            </a:r>
            <a:r>
              <a:rPr lang="tr-TR" sz="1600" dirty="0"/>
              <a:t>sekmesi&gt;</a:t>
            </a:r>
            <a:r>
              <a:rPr lang="tr-TR" sz="1600" b="1" dirty="0"/>
              <a:t>Sayfa Yapısı</a:t>
            </a:r>
            <a:r>
              <a:rPr lang="tr-TR" sz="1600" dirty="0"/>
              <a:t> komut grubunda </a:t>
            </a:r>
            <a:r>
              <a:rPr lang="tr-TR" sz="1600" dirty="0" smtClean="0"/>
              <a:t>bulunan&gt;K</a:t>
            </a:r>
            <a:r>
              <a:rPr lang="tr-TR" sz="1600" b="1" dirty="0" smtClean="0"/>
              <a:t>enar Boşlukları </a:t>
            </a:r>
            <a:r>
              <a:rPr lang="tr-TR" sz="1600" dirty="0" smtClean="0"/>
              <a:t>komutu </a:t>
            </a:r>
            <a:r>
              <a:rPr lang="tr-TR" sz="1600" dirty="0"/>
              <a:t>kullanılır</a:t>
            </a:r>
          </a:p>
        </p:txBody>
      </p:sp>
      <p:pic>
        <p:nvPicPr>
          <p:cNvPr id="14" name="Resim 13" descr="Açıklama: Açıklama: C:\Users\MY\AppData\Local\Temp\SNAGHTML167b8f9.PNG"/>
          <p:cNvPicPr/>
          <p:nvPr/>
        </p:nvPicPr>
        <p:blipFill>
          <a:blip r:embed="rId11">
            <a:extLst>
              <a:ext uri="{28A0092B-C50C-407E-A947-70E740481C1C}">
                <a14:useLocalDpi xmlns:a14="http://schemas.microsoft.com/office/drawing/2010/main" val="0"/>
              </a:ext>
            </a:extLst>
          </a:blip>
          <a:srcRect/>
          <a:stretch>
            <a:fillRect/>
          </a:stretch>
        </p:blipFill>
        <p:spPr bwMode="auto">
          <a:xfrm>
            <a:off x="503325" y="2133600"/>
            <a:ext cx="3495675" cy="4476750"/>
          </a:xfrm>
          <a:prstGeom prst="rect">
            <a:avLst/>
          </a:prstGeom>
          <a:noFill/>
          <a:ln>
            <a:noFill/>
          </a:ln>
        </p:spPr>
      </p:pic>
      <p:pic>
        <p:nvPicPr>
          <p:cNvPr id="15" name="Resim 14" descr="Açıklama: Açıklama: C:\Users\MY\AppData\Local\Temp\SNAGHTML16f0b3d.PNG"/>
          <p:cNvPicPr/>
          <p:nvPr/>
        </p:nvPicPr>
        <p:blipFill>
          <a:blip r:embed="rId12">
            <a:extLst>
              <a:ext uri="{28A0092B-C50C-407E-A947-70E740481C1C}">
                <a14:useLocalDpi xmlns:a14="http://schemas.microsoft.com/office/drawing/2010/main" val="0"/>
              </a:ext>
            </a:extLst>
          </a:blip>
          <a:srcRect/>
          <a:stretch>
            <a:fillRect/>
          </a:stretch>
        </p:blipFill>
        <p:spPr bwMode="auto">
          <a:xfrm>
            <a:off x="4114800" y="2133600"/>
            <a:ext cx="4514850" cy="4200525"/>
          </a:xfrm>
          <a:prstGeom prst="rect">
            <a:avLst/>
          </a:prstGeom>
          <a:noFill/>
          <a:ln>
            <a:noFill/>
          </a:ln>
        </p:spPr>
      </p:pic>
    </p:spTree>
    <p:custDataLst>
      <p:tags r:id="rId1"/>
    </p:custDataLst>
    <p:extLst>
      <p:ext uri="{BB962C8B-B14F-4D97-AF65-F5344CB8AC3E}">
        <p14:creationId xmlns:p14="http://schemas.microsoft.com/office/powerpoint/2010/main" val="295448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Belgeye Sayfa Sonu İşareti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Sayfayı</a:t>
            </a:r>
            <a:r>
              <a:rPr lang="de-DE" sz="1400" b="1" dirty="0">
                <a:solidFill>
                  <a:schemeClr val="bg1"/>
                </a:solidFill>
              </a:rPr>
              <a:t> </a:t>
            </a:r>
            <a:r>
              <a:rPr lang="de-DE" sz="1400" b="1" dirty="0" err="1">
                <a:solidFill>
                  <a:schemeClr val="bg1"/>
                </a:solidFill>
              </a:rPr>
              <a:t>sonlandırıp</a:t>
            </a:r>
            <a:r>
              <a:rPr lang="de-DE" sz="1400" b="1" dirty="0">
                <a:solidFill>
                  <a:schemeClr val="bg1"/>
                </a:solidFill>
              </a:rPr>
              <a:t> </a:t>
            </a:r>
            <a:r>
              <a:rPr lang="de-DE" sz="1400" b="1" dirty="0" err="1">
                <a:solidFill>
                  <a:schemeClr val="bg1"/>
                </a:solidFill>
              </a:rPr>
              <a:t>yeni</a:t>
            </a:r>
            <a:r>
              <a:rPr lang="de-DE" sz="1400" b="1" dirty="0">
                <a:solidFill>
                  <a:schemeClr val="bg1"/>
                </a:solidFill>
              </a:rPr>
              <a:t> </a:t>
            </a:r>
            <a:r>
              <a:rPr lang="de-DE" sz="1400" b="1" dirty="0" err="1">
                <a:solidFill>
                  <a:schemeClr val="bg1"/>
                </a:solidFill>
              </a:rPr>
              <a:t>sayfadan</a:t>
            </a:r>
            <a:r>
              <a:rPr lang="de-DE" sz="1400" b="1" dirty="0">
                <a:solidFill>
                  <a:schemeClr val="bg1"/>
                </a:solidFill>
              </a:rPr>
              <a:t> </a:t>
            </a:r>
            <a:r>
              <a:rPr lang="de-DE" sz="1400" b="1" dirty="0" err="1">
                <a:solidFill>
                  <a:schemeClr val="bg1"/>
                </a:solidFill>
              </a:rPr>
              <a:t>başlayabilir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03325" y="1146117"/>
            <a:ext cx="7772400" cy="1077218"/>
          </a:xfrm>
          <a:prstGeom prst="rect">
            <a:avLst/>
          </a:prstGeom>
          <a:noFill/>
        </p:spPr>
        <p:txBody>
          <a:bodyPr wrap="square" rtlCol="0">
            <a:spAutoFit/>
          </a:bodyPr>
          <a:lstStyle/>
          <a:p>
            <a:r>
              <a:rPr lang="tr-TR" sz="1600" dirty="0" smtClean="0"/>
              <a:t>Belgeye sayfa sonu işareti eklemek için</a:t>
            </a:r>
          </a:p>
          <a:p>
            <a:r>
              <a:rPr lang="tr-TR" sz="1600" b="1" dirty="0" smtClean="0"/>
              <a:t>Ekle</a:t>
            </a:r>
            <a:r>
              <a:rPr lang="tr-TR" sz="1600" dirty="0" smtClean="0"/>
              <a:t> </a:t>
            </a:r>
            <a:r>
              <a:rPr lang="tr-TR" sz="1600" dirty="0"/>
              <a:t>sekmesinde bulunan </a:t>
            </a:r>
            <a:r>
              <a:rPr lang="tr-TR" sz="1600" dirty="0" smtClean="0"/>
              <a:t>&gt;</a:t>
            </a:r>
            <a:r>
              <a:rPr lang="tr-TR" sz="1600" b="1" dirty="0" smtClean="0"/>
              <a:t>Sayfalar </a:t>
            </a:r>
            <a:r>
              <a:rPr lang="tr-TR" sz="1600" dirty="0"/>
              <a:t>komut grubundaki </a:t>
            </a:r>
            <a:r>
              <a:rPr lang="tr-TR" sz="1600" dirty="0" smtClean="0"/>
              <a:t>&gt;</a:t>
            </a:r>
            <a:r>
              <a:rPr lang="tr-TR" sz="1600" b="1" dirty="0" smtClean="0"/>
              <a:t>Sayfa </a:t>
            </a:r>
            <a:r>
              <a:rPr lang="tr-TR" sz="1600" b="1" dirty="0"/>
              <a:t>Sonu </a:t>
            </a:r>
            <a:r>
              <a:rPr lang="tr-TR" sz="1600" dirty="0" smtClean="0"/>
              <a:t>komutu</a:t>
            </a:r>
          </a:p>
          <a:p>
            <a:r>
              <a:rPr lang="tr-TR" sz="1600" b="1" dirty="0"/>
              <a:t>Sayfa Düzeni </a:t>
            </a:r>
            <a:r>
              <a:rPr lang="tr-TR" sz="1600" dirty="0"/>
              <a:t>sekmesindeki </a:t>
            </a:r>
            <a:r>
              <a:rPr lang="tr-TR" sz="1600" dirty="0" smtClean="0"/>
              <a:t>&gt;</a:t>
            </a:r>
            <a:r>
              <a:rPr lang="tr-TR" sz="1600" b="1" dirty="0" smtClean="0"/>
              <a:t>Sayfa </a:t>
            </a:r>
            <a:r>
              <a:rPr lang="tr-TR" sz="1600" b="1" dirty="0"/>
              <a:t>Yapısı</a:t>
            </a:r>
            <a:r>
              <a:rPr lang="tr-TR" sz="1600" dirty="0"/>
              <a:t> komut grubunda bulunan </a:t>
            </a:r>
            <a:r>
              <a:rPr lang="tr-TR" sz="1600" dirty="0" smtClean="0"/>
              <a:t>&gt;</a:t>
            </a:r>
            <a:r>
              <a:rPr lang="tr-TR" sz="1600" b="1" dirty="0" smtClean="0"/>
              <a:t>Kesmeler</a:t>
            </a:r>
            <a:r>
              <a:rPr lang="tr-TR" sz="1600" dirty="0" smtClean="0"/>
              <a:t> </a:t>
            </a:r>
            <a:r>
              <a:rPr lang="tr-TR" sz="1600" dirty="0"/>
              <a:t>açılır menüsündeki </a:t>
            </a:r>
            <a:r>
              <a:rPr lang="tr-TR" sz="1600" dirty="0" smtClean="0"/>
              <a:t>&gt;</a:t>
            </a:r>
            <a:r>
              <a:rPr lang="tr-TR" sz="1600" b="1" dirty="0" smtClean="0"/>
              <a:t>Sayfa</a:t>
            </a:r>
            <a:r>
              <a:rPr lang="tr-TR" sz="1600" dirty="0" smtClean="0"/>
              <a:t> </a:t>
            </a:r>
            <a:r>
              <a:rPr lang="tr-TR" sz="1600" dirty="0"/>
              <a:t>komutu kullanılır. </a:t>
            </a:r>
          </a:p>
        </p:txBody>
      </p:sp>
      <p:pic>
        <p:nvPicPr>
          <p:cNvPr id="13" name="Resim 12" descr="Açıklama: Açıklama: C:\Users\MY\AppData\Local\Temp\SNAGHTML18b8e90.PNG"/>
          <p:cNvPicPr/>
          <p:nvPr/>
        </p:nvPicPr>
        <p:blipFill>
          <a:blip r:embed="rId11">
            <a:extLst>
              <a:ext uri="{28A0092B-C50C-407E-A947-70E740481C1C}">
                <a14:useLocalDpi xmlns:a14="http://schemas.microsoft.com/office/drawing/2010/main" val="0"/>
              </a:ext>
            </a:extLst>
          </a:blip>
          <a:srcRect/>
          <a:stretch>
            <a:fillRect/>
          </a:stretch>
        </p:blipFill>
        <p:spPr bwMode="auto">
          <a:xfrm>
            <a:off x="817678" y="3324225"/>
            <a:ext cx="1981200" cy="1323975"/>
          </a:xfrm>
          <a:prstGeom prst="rect">
            <a:avLst/>
          </a:prstGeom>
          <a:noFill/>
          <a:ln>
            <a:noFill/>
          </a:ln>
        </p:spPr>
      </p:pic>
      <p:pic>
        <p:nvPicPr>
          <p:cNvPr id="14" name="Resim 13" descr="Açıklama: Açıklama: C:\Users\MY\AppData\Local\Temp\SNAGHTML18e9093.PNG"/>
          <p:cNvPicPr/>
          <p:nvPr/>
        </p:nvPicPr>
        <p:blipFill>
          <a:blip r:embed="rId12">
            <a:extLst>
              <a:ext uri="{28A0092B-C50C-407E-A947-70E740481C1C}">
                <a14:useLocalDpi xmlns:a14="http://schemas.microsoft.com/office/drawing/2010/main" val="0"/>
              </a:ext>
            </a:extLst>
          </a:blip>
          <a:srcRect/>
          <a:stretch>
            <a:fillRect/>
          </a:stretch>
        </p:blipFill>
        <p:spPr bwMode="auto">
          <a:xfrm>
            <a:off x="817678" y="4880264"/>
            <a:ext cx="3876675" cy="1657350"/>
          </a:xfrm>
          <a:prstGeom prst="rect">
            <a:avLst/>
          </a:prstGeom>
          <a:noFill/>
          <a:ln>
            <a:noFill/>
          </a:ln>
        </p:spPr>
      </p:pic>
      <p:pic>
        <p:nvPicPr>
          <p:cNvPr id="15" name="Resim 14" descr="Açıklama: Açıklama: C:\Users\MY\AppData\Local\Temp\SNAGHTML193d60b.PNG"/>
          <p:cNvPicPr/>
          <p:nvPr/>
        </p:nvPicPr>
        <p:blipFill>
          <a:blip r:embed="rId13">
            <a:extLst>
              <a:ext uri="{28A0092B-C50C-407E-A947-70E740481C1C}">
                <a14:useLocalDpi xmlns:a14="http://schemas.microsoft.com/office/drawing/2010/main" val="0"/>
              </a:ext>
            </a:extLst>
          </a:blip>
          <a:srcRect/>
          <a:stretch>
            <a:fillRect/>
          </a:stretch>
        </p:blipFill>
        <p:spPr bwMode="auto">
          <a:xfrm>
            <a:off x="817678" y="2223335"/>
            <a:ext cx="5762625" cy="990600"/>
          </a:xfrm>
          <a:prstGeom prst="rect">
            <a:avLst/>
          </a:prstGeom>
          <a:noFill/>
          <a:ln>
            <a:noFill/>
          </a:ln>
        </p:spPr>
      </p:pic>
    </p:spTree>
    <p:custDataLst>
      <p:tags r:id="rId1"/>
    </p:custDataLst>
    <p:extLst>
      <p:ext uri="{BB962C8B-B14F-4D97-AF65-F5344CB8AC3E}">
        <p14:creationId xmlns:p14="http://schemas.microsoft.com/office/powerpoint/2010/main" val="68281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Belgenin Başlık veya Dipnot Metnini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Belgeye</a:t>
            </a:r>
            <a:r>
              <a:rPr lang="de-DE" sz="1400" b="1" dirty="0">
                <a:solidFill>
                  <a:schemeClr val="bg1"/>
                </a:solidFill>
              </a:rPr>
              <a:t> </a:t>
            </a:r>
            <a:r>
              <a:rPr lang="de-DE" sz="1400" b="1" dirty="0" err="1">
                <a:solidFill>
                  <a:schemeClr val="bg1"/>
                </a:solidFill>
              </a:rPr>
              <a:t>başlık</a:t>
            </a:r>
            <a:r>
              <a:rPr lang="de-DE" sz="1400" b="1" dirty="0">
                <a:solidFill>
                  <a:schemeClr val="bg1"/>
                </a:solidFill>
              </a:rPr>
              <a:t> </a:t>
            </a:r>
            <a:r>
              <a:rPr lang="de-DE" sz="1400" b="1" dirty="0" err="1">
                <a:solidFill>
                  <a:schemeClr val="bg1"/>
                </a:solidFill>
              </a:rPr>
              <a:t>ve</a:t>
            </a:r>
            <a:r>
              <a:rPr lang="de-DE" sz="1400" b="1" dirty="0">
                <a:solidFill>
                  <a:schemeClr val="bg1"/>
                </a:solidFill>
              </a:rPr>
              <a:t> </a:t>
            </a:r>
            <a:r>
              <a:rPr lang="de-DE" sz="1400" b="1" dirty="0" err="1">
                <a:solidFill>
                  <a:schemeClr val="bg1"/>
                </a:solidFill>
              </a:rPr>
              <a:t>dipnot</a:t>
            </a:r>
            <a:r>
              <a:rPr lang="de-DE" sz="1400" b="1" dirty="0">
                <a:solidFill>
                  <a:schemeClr val="bg1"/>
                </a:solidFill>
              </a:rPr>
              <a:t>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dirty="0" smtClean="0"/>
              <a:t>Belgeye Üst ve Alt bilgi eklemek veya var olanı değiştirmek için</a:t>
            </a:r>
          </a:p>
          <a:p>
            <a:pPr marL="285750" indent="-285750">
              <a:buFont typeface="Arial" pitchFamily="34" charset="0"/>
              <a:buChar char="•"/>
            </a:pPr>
            <a:r>
              <a:rPr lang="tr-TR" sz="1600" b="1" dirty="0" smtClean="0"/>
              <a:t>Ekle </a:t>
            </a:r>
            <a:r>
              <a:rPr lang="tr-TR" sz="1600" dirty="0"/>
              <a:t>sekmesindeki </a:t>
            </a:r>
            <a:r>
              <a:rPr lang="tr-TR" sz="1600" dirty="0" smtClean="0"/>
              <a:t>&gt;</a:t>
            </a:r>
            <a:r>
              <a:rPr lang="tr-TR" sz="1600" b="1" dirty="0" smtClean="0"/>
              <a:t>Üstbilgi </a:t>
            </a:r>
            <a:r>
              <a:rPr lang="tr-TR" sz="1600" b="1" dirty="0"/>
              <a:t>ve Altbilgi</a:t>
            </a:r>
            <a:r>
              <a:rPr lang="tr-TR" sz="1600" dirty="0"/>
              <a:t> komut grubundaki </a:t>
            </a:r>
            <a:r>
              <a:rPr lang="tr-TR" sz="1600" dirty="0" smtClean="0"/>
              <a:t>komutlar</a:t>
            </a:r>
          </a:p>
          <a:p>
            <a:pPr marL="285750" indent="-285750">
              <a:buFont typeface="Arial" pitchFamily="34" charset="0"/>
              <a:buChar char="•"/>
            </a:pPr>
            <a:r>
              <a:rPr lang="tr-TR" sz="1600" dirty="0" smtClean="0"/>
              <a:t>Sayfa </a:t>
            </a:r>
            <a:r>
              <a:rPr lang="tr-TR" sz="1600" dirty="0"/>
              <a:t>üst/alt boşluğuna çift tıklama yöntemi kullanılır</a:t>
            </a:r>
            <a:endParaRPr lang="tr-TR" sz="1600" b="1" dirty="0"/>
          </a:p>
        </p:txBody>
      </p:sp>
      <p:pic>
        <p:nvPicPr>
          <p:cNvPr id="14" name="Resim 13" descr="Açıklama: Açıklama: C:\Users\MY\AppData\Local\Temp\SNAGHTML19cff0e.PNG"/>
          <p:cNvPicPr/>
          <p:nvPr/>
        </p:nvPicPr>
        <p:blipFill>
          <a:blip r:embed="rId11">
            <a:extLst>
              <a:ext uri="{28A0092B-C50C-407E-A947-70E740481C1C}">
                <a14:useLocalDpi xmlns:a14="http://schemas.microsoft.com/office/drawing/2010/main" val="0"/>
              </a:ext>
            </a:extLst>
          </a:blip>
          <a:srcRect/>
          <a:stretch>
            <a:fillRect/>
          </a:stretch>
        </p:blipFill>
        <p:spPr bwMode="auto">
          <a:xfrm>
            <a:off x="533400" y="2139660"/>
            <a:ext cx="4514850" cy="1323975"/>
          </a:xfrm>
          <a:prstGeom prst="rect">
            <a:avLst/>
          </a:prstGeom>
          <a:noFill/>
          <a:ln>
            <a:noFill/>
          </a:ln>
        </p:spPr>
      </p:pic>
      <p:pic>
        <p:nvPicPr>
          <p:cNvPr id="15" name="Resim 14" descr="Açıklama: Açıklama: C:\Users\MY\AppData\Local\Temp\SNAGHTML574b22b.PNG"/>
          <p:cNvPicPr/>
          <p:nvPr/>
        </p:nvPicPr>
        <p:blipFill>
          <a:blip r:embed="rId12">
            <a:extLst>
              <a:ext uri="{28A0092B-C50C-407E-A947-70E740481C1C}">
                <a14:useLocalDpi xmlns:a14="http://schemas.microsoft.com/office/drawing/2010/main" val="0"/>
              </a:ext>
            </a:extLst>
          </a:blip>
          <a:srcRect/>
          <a:stretch>
            <a:fillRect/>
          </a:stretch>
        </p:blipFill>
        <p:spPr bwMode="auto">
          <a:xfrm>
            <a:off x="5082886" y="3124200"/>
            <a:ext cx="3914775" cy="3571875"/>
          </a:xfrm>
          <a:prstGeom prst="rect">
            <a:avLst/>
          </a:prstGeom>
          <a:noFill/>
          <a:ln>
            <a:noFill/>
          </a:ln>
        </p:spPr>
      </p:pic>
    </p:spTree>
    <p:custDataLst>
      <p:tags r:id="rId1"/>
    </p:custDataLst>
    <p:extLst>
      <p:ext uri="{BB962C8B-B14F-4D97-AF65-F5344CB8AC3E}">
        <p14:creationId xmlns:p14="http://schemas.microsoft.com/office/powerpoint/2010/main" val="306805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1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Başlık ve Dipnotlarda Tarih, Sayfa Numarası, Alan Bilgisi Eklenmesi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8763000" cy="307777"/>
          </a:xfrm>
          <a:prstGeom prst="rect">
            <a:avLst/>
          </a:prstGeom>
          <a:noFill/>
        </p:spPr>
        <p:txBody>
          <a:bodyPr wrap="square" rtlCol="0">
            <a:spAutoFit/>
          </a:bodyPr>
          <a:lstStyle/>
          <a:p>
            <a:r>
              <a:rPr lang="pt-BR" sz="1400" b="1" dirty="0">
                <a:solidFill>
                  <a:schemeClr val="bg1"/>
                </a:solidFill>
              </a:rPr>
              <a:t>Belgeye tarih, sayfa numarası ve alan bilgisi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143000"/>
            <a:ext cx="7772400" cy="830997"/>
          </a:xfrm>
          <a:prstGeom prst="rect">
            <a:avLst/>
          </a:prstGeom>
          <a:noFill/>
        </p:spPr>
        <p:txBody>
          <a:bodyPr wrap="square" rtlCol="0">
            <a:spAutoFit/>
          </a:bodyPr>
          <a:lstStyle/>
          <a:p>
            <a:pPr>
              <a:defRPr/>
            </a:pPr>
            <a:r>
              <a:rPr lang="tr-TR" sz="1600" dirty="0" smtClean="0"/>
              <a:t>Tarih </a:t>
            </a:r>
            <a:r>
              <a:rPr lang="tr-TR" sz="1600" dirty="0"/>
              <a:t>ve sayfa numarası girmek için </a:t>
            </a:r>
            <a:endParaRPr lang="tr-TR" sz="1600" dirty="0" smtClean="0"/>
          </a:p>
          <a:p>
            <a:pPr>
              <a:defRPr/>
            </a:pPr>
            <a:r>
              <a:rPr lang="tr-TR" sz="1600" b="1" dirty="0" smtClean="0"/>
              <a:t>Ekl</a:t>
            </a:r>
            <a:r>
              <a:rPr lang="tr-TR" sz="1600" dirty="0" smtClean="0"/>
              <a:t>e </a:t>
            </a:r>
            <a:r>
              <a:rPr lang="tr-TR" sz="1600" dirty="0"/>
              <a:t>sekmesi </a:t>
            </a:r>
            <a:r>
              <a:rPr lang="tr-TR" sz="1600" dirty="0" smtClean="0"/>
              <a:t>&gt;</a:t>
            </a:r>
            <a:r>
              <a:rPr lang="tr-TR" sz="1600" b="1" dirty="0" smtClean="0"/>
              <a:t>Üstbilgi </a:t>
            </a:r>
            <a:r>
              <a:rPr lang="tr-TR" sz="1600" b="1" dirty="0"/>
              <a:t>ve Altbilgi </a:t>
            </a:r>
            <a:r>
              <a:rPr lang="tr-TR" sz="1600" dirty="0"/>
              <a:t>komut grubu </a:t>
            </a:r>
            <a:endParaRPr lang="tr-TR" sz="1600" dirty="0" smtClean="0"/>
          </a:p>
          <a:p>
            <a:pPr>
              <a:defRPr/>
            </a:pPr>
            <a:r>
              <a:rPr lang="tr-TR" sz="1600" b="1" dirty="0" smtClean="0"/>
              <a:t>Tasarım</a:t>
            </a:r>
            <a:r>
              <a:rPr lang="tr-TR" sz="1600" dirty="0" smtClean="0"/>
              <a:t> </a:t>
            </a:r>
            <a:r>
              <a:rPr lang="tr-TR" sz="1600" dirty="0"/>
              <a:t>bağlamsal </a:t>
            </a:r>
            <a:r>
              <a:rPr lang="tr-TR" sz="1600" dirty="0" smtClean="0"/>
              <a:t>sekmesi&gt;</a:t>
            </a:r>
            <a:r>
              <a:rPr lang="tr-TR" sz="1600" b="1" dirty="0" smtClean="0"/>
              <a:t>Sayfa </a:t>
            </a:r>
            <a:r>
              <a:rPr lang="tr-TR" sz="1600" b="1" dirty="0"/>
              <a:t>Numarası </a:t>
            </a:r>
            <a:r>
              <a:rPr lang="tr-TR" sz="1600" dirty="0"/>
              <a:t>ve </a:t>
            </a:r>
            <a:r>
              <a:rPr lang="tr-TR" sz="1600" b="1" dirty="0"/>
              <a:t>Tarih ve Saat </a:t>
            </a:r>
            <a:r>
              <a:rPr lang="tr-TR" sz="1600" dirty="0"/>
              <a:t>komutları kullanılır. </a:t>
            </a:r>
          </a:p>
        </p:txBody>
      </p:sp>
      <p:pic>
        <p:nvPicPr>
          <p:cNvPr id="1028" name="Picture 4" descr="C:\Users\YILMAZ\AppData\Local\Temp\SNAGHTML17d2dbb.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2057400"/>
            <a:ext cx="6429375" cy="42957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YILMAZ\AppData\Local\Temp\SNAGHTML17de373.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341" y="2057400"/>
            <a:ext cx="4695825" cy="348615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91000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38498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NSOtG2h+Wo4Yea0YYdtfKHo7jUj/4DViKGpEh9qsJDQVsMSGrCR09I/8AvmpUWqsZ35iHyaesfpVoW5YrVqGxLc4rTQLFJbc1E1uVNb6afwxxwOrN91apX0kFrcpbySRJcSjdHE0iq7j/AGV3ZNaKMiTN8sN2208Q1fhs5LjgROzd1UbttSmx2r33f7VFgMjyR81RvD7VpyWZzVWWMrxipAoGGoHhrRMf03VAY6AM54/mqvJHWpNHVN46kDMkj71Tlj2tWrJHzVK5joKRfhhq7FH92oo19quQrWKRWyHJHtqxHHQkftViGGqRPxAkO7rVqCz3N0qeC39q1LO1RQxchEQb3kb5VCj7zNV7j2IobOOFGllkjggiBaSWV1VEA+8WZvuivBviX+1xpGg2k8PhGzXVrtJAgvrwbYWz/FEgbL+uWwPl/irzL48fHi/+KmpPonhx3tfCVtNsjZQfN1B/u73X+5n7iN16/Sl4V+H8U2sQXOqRo+EDvuT5t5+bbt6Db92vUpYdQhz1DCMnWnyQM65X4ofHC98zWNZuX0452W0aCKFF/uqibR+LZq5c/sw6nGkVxPd3c86JtH7xmbA/hXNfSvhKaz02FLeCBIlxtCqK9LsrOO+tU3w/NnlVHzGodXXQ9ylgI294+M7H9nvxppNn5+n6pqunpcHZttp3XzlT7u7Dcla35PGHxg+Gs/73V4/GGlxBGK3MCu+30Ztu8fXcfu19veHvCsUltLFLAJYid3lt3qLVfgLpsl6t3BA8DZ3mJ3+V/mzg+1HMp7o0lgIbRPFvh38UtA+Jlp/xLrkJqkMKvdabL8ssLfxfUbu61001vu3HHzVQ+Ln7J4a8t/GHgZB4f8b6e/mwsp/0e/X+KGZR03fd3f7XzVF4P8WR+NvD0Gox27WF0rvb32nyt+9s7lOJY291b9Ntc0oreJ5VWhOi9R7x7TyKjeP5ulXrlTvziq7x96yMCnNGP+BVUmWrsymqr0mBSK1Vmj3VoOtVXj+9SAvRx1bjjpIY6tRR1BXxCxx1ft4aihhrRhjoWppsS20PtXmn7VPiiTwv8Hri3t5ZYrjVp0stsBw7x/ecf8CVcf8AAq9Xs49x714P+2ZDHdaf4LsRI6Tma5lH8S7dqL/OuuhFOokY1HofO3gFpJr61uLa3EXlDyVlkCthj8zfXaPlr3OaxFvbW8ifLsAQ8LXlnhLSxY6lAkW6VvM3bsc//Wr2GaMyWjx4DN/KvQxdRu0DfAUkryLejSXEc8En3kA+9Xvfw3jF9NbiVyqsN2+vJvDOima1i8xBGgx8znbur2LwTara7BGSr5ChlfctcEIyZ9JCcUrHu2m6PZ2Ig2JI7uOdu3/IrpodHtb5TKUVONsa55H1xWDolrczWls4bfgbSzen92tI3kzJ5YjXzUO0bY/l/wDQq7YWS1RyNTk9yl4k0X7NbPkhkP8AKvkDxhYnwf8AtD3CInkaX4s00XUe0fK95B8r/js2n/gVfYOu3E1xbeXISxYcqydK+Z/2kNLgV/BuquNs9hrsKxsp2tiRGRh/wJttcuntOVGWJTlR97oZssYbdkVVlh+9WtNCVdhj5s1A8frXNJWPG+yY00Py/wB7iqDrs4rZnj21Skh71BJnND/wGqskfzcVpOtVZo6AL0S1ft46qwrWlBHtFYmkdiWKP7tXYYxUMS81dt491bL4Si7ZR7dvBr56/a4kS18aeCo5HDq1lMxRQGWP51Pzehb+H2WvpPSoRJcxIf4nVWr4o1m8HjLxR4lvr2Odp7nXJ0XaW3Q4dlX6BQqrWlGXJUTN6WFeIhLW1jO8JRyr4guLjz/P3/c3H7v+7XpF/cT2emtLbwefdY4Xd8u6vL/BUwh8Y6pZ5+S2c7tw9fu/+O19AeANPstYScXKb3cMic9K7KjUp8zOihBqlyrc89t9L0RiNT+Ivi+WysscRLOYkjH91FFRarY+Do2g8QfCn4z6q8nmbBZ6raXCQl/7iXDqqH7rcbv4a9Guf2a4da1u31GeC3v9RhJVFupG8pV/2Owr1v4ffBbRfCHhLUvD9x4O0xNE1aQXF/BFcuPPkH3X2oqnevzbTu+XdXXTqK3Yh0pcxxvwN+P3ixdWg07xFfxXkrExFoBs/wD1n/ar3n4ufFTWPhloEV9BAbq6nTMCsfvtivi7XPDMHw/+KL3OhvPFpzXaKLWebe8X/Au5r6r+MfwlP7Qnw90W0k1W60ieC0laN7V+ZH2qu3du4+rVzqU29D1uS1K557oX7Tnxv8dToLP4VT+RHnzrqJFaFk/vby3X/d5/2ateK/E0Hxc8IeF5Liyl0jUYfElpa6ppk52vDMm9+/OGCq49mryXwz+z18RPhVomPAXi3xB/wk9td7xbam7xW08AHzQvFueNyWLfvFYfdWvadNsbi6urDWb22lsr2+k864ikTbyls6fN/utK3/fNXWcY+p5T5/ZvsWrmPdIxI+8fSqtxH/3zWhOvzZqpOvFeXc8xGPOv0qpNH8taU0e5lqncLtHSkyzLmXjFVX96vT1VmWpuQX7aP561EX7tUbSP5qvovSst2bE9uvNaVvHVK2/hrShWtLgX7L5XQ/xKa+Hf2itJ1Dwn8TPEMVl5q6dLqT3120A+eKGcJKr7R2++N3+zX3FB8tecfG34Q3PjKS18U6HHF/ben2rwXaOdvn2w5+XPBK/N8rdRThozuwlVU5OL6nzWLOzh8UXGp2c5lgnt4kj2/dZNu5W/KvTPAt5Jp8qTEnb3rzN9kl+s6fMroNrKNu75f7vau30O6NvYJH97ncGavRS5kbwqKnOx9H+C/FAuJ4EPzKx3hcV6/qrRQ6Bdaje3nkJHAcN6fLXzP8M5nmnil/5ZgrlmO2u58efECy1LwxcWQkzmMxbZB8rfw/ifmojf4T0KlWkrM+c11qfxVrzauiRvobzZTzc7pAD9/wBq+5vh5fbvB3hy+E0P2Tz/AC02SbiFIb71fnTYfs86xr98Ro11qDw6ZB/ojNcSDyY933eDg46DI/76r6n+AHgkrp2mS614nvp7e6tPPs7aIhIUmO4Avjk7PT1b/ZrZQklsYfWYzfLfQ+qtWsbSeJpJIo9/Z8fN/wDXrxD4hWpuPEmjOJXW3so7h0iU7VdnCp83rt+avUNO1GX+w4rW4kEt1D8jyKRj615f4lmF1qpx91E27fT5jXLV1Ma7VOm7dTDkXdxVW4X5atdmqCX7tcV7ngmXMu2qVytaE681UkXcuaGykZMy1Vf0q7cL/wACqlJ1qQZr233avItU7fpV+KoQyzbrzWlCtULdecDNaFv1qyy5bLtbit7SofMfy3wyOCp4/hK7ayLZa5z4ufELXPhz4Nlv/C2jWviHxKwd7fTrssqyImN/yjaSfm4HeqpU51JWjuZyaitT4+jj8t2Cjd5Llf8AawDXUWFxG1n5W/a4Zfm/2a5jR75NYsIb+IhluU811Ufcc/MyY7bW+Xa1TrIY7vptVf4s16VL3fdkdUpdT6I+Dlnb+ItHurB5/st1GN6OoX5z6NmvLPiTpvjvw743ntRLpV/pchDWS3kjQr/tbnCsD+la3w38WR2c3lEpE5Krvx8y16DeWo8bJLZahEv2V9v73+JT6rWjTjqgpTU37xk/Dm++OWm/vNO8HaFq+kon+kQQX0S5T+Ftz7c/xfMrV3d5rnj3RbBLK8+E0lhpEMTvZf2LeQSzQtjOf9b8+7/a7tXnUPwV8YeHZUk8GeM761ieTlVnKY/754r1zwP4d8X+H7H7Z4z8UXGvSxn5IJX+7j6df4f4a1ckoX6nqOtTcOVxRH8Lvig3jrwo+viO6tUUbJIrtGiljf0ZT3q/FIbiFZz/AMtBv+b0rDmbzr+60+zQImq3Rmk2pswu7Lv+X/oVdLMojXCDagG0L/s159Z6HjVKnMlDsZzqPm+tV5etW3XluarzL8rVxowM2delUZl3ZrRnqm/3aopGVcruZqoSfeNaVyvzcZqhJ8p7VBUtjXt4/wDgNaMaj5RVWBavwxluxqIFFq3X5lrRt4/QVBa2pbbx/wABWqvifxx4Y+HwT/hI9WjsrhxujsYo3uLuT/dhjVn/ABZcf7VdMacpu0dybnS2Nq8zqiJuLdFWvJfH+vQeIPES3ul38d7Z2CJDBPbTBonfDvLtYcH5lYf8Brxb44ftparqVhq/hzwHZW2kabeQvaPr1zJ5t8FK4fYiNshPzMAdzn+L5W6eB/C34+678JVi0TWI/wC2fC+d2z/ltb/IyZRv4h83Svfy3Deyqc9XQ4cS3OFon11r3wv0T4jXDXmkarF4L8Xz4lMkqbrHUWIPyzIPuO3yjzV+b5m3Z6V4v4qXXPhj4sTQPHvh+Xw/qTjfBJ5m+2vYt3+shlHDof73X1Va9a03WNL8XeF4tY0a8S6sN7NHOny7Yyfl3ehR2wV9JWruvBfxC0HxFpf/AAgXxV0mDxN4LupdsbXw3TabM21Fkjk+/HtG7oQy/wAPpXt4vAwqrnpb/mc1DFTh7stUeA3NmWs4rzTJ/NTG8bD/AOO1f0f4iXGnwobl5GiJRd6n0Ofwr0L4mfszXHwKuJ9X8FeI4vFnggwJezWNzMv9oabC5+VnUf6yPay/OuD83K45Pnb+HbLWl81PkZxyyHa1eBZwfJNHp251zwZ7b4b+P2nx+GpbeCeOCdHDxtIdyu275h7Vv6x8atL1TTPtMEiyyv8AI6xndvP+z7/7K185WfgHSPOl827uIFYfeyu4f7tek/DfwPo+m3UR09Jrh0Rpri+vJC32eEDc5XsPl3Vb5bCi5t8p618PfDGq/wDCOT+NdQtSLfUJ3soJV2/ukRudy9tz7v8Avn6VtStywre/Zm14R+EH0vVI3vLO7t08yC6+ZSh+8GPqu4DPdWiNTeN/A9x4Q1x7ZfMn06T57Wc9SODsfb/GuR9flP8AFXBicPOKVSOzJulJw6nJnrVeVR/u1pTW5Xqh/KqE8JVeleaWZtz/AOPVRlrQnjbd0qjMtBSM6461nS/erQvc1nP8zVncqWx0tjC7HAH0qv4r8feG/hzatJruoxQXCorixSRPOcH7vyllCBtrfMzD7teI/Hj9rGx+HGozeFfB3k6v4jgdotQ1DO6308/xRoekk3r/AAp/tNwvznqWvJ8QLhJLy5L3RcyurTmZ5Zj96R2dmLv/ACG0BQvFe1gsv9p79R2X5mUqiWh7P48/bC8R6hc3Fl4bsk07TvmBubOTdMB/v9f94rs/2f71eLajr134iunNzqkyTu5cwS/ulcn7zM2794fd2JrP1HwNDeRboZ3sbpG/d3Vv+6dD/tA9f/Har2160F9HoXiy3SKeT/j01JBiO4/wPtX0lKhGjpFWOdzb3Fm8Ny2rPPYDypU/1lt/D/8AWrJu7WPUkaKePyrjDYVhtzXQ3V5eeC7iJNRLXmku4QXWPng/3var+s6DBdQ/aIijREbhJEf/AEGtnS5tjM4rwB8UvEHwM1+f7KBe6LdN/p2lSn91Mu3DbW7HBK5/nX1L4S8b6J8SfDy6rolybiJG8meCfiaFtuV3j1x/F91ijf3q+ZtQ0WPUFWz1H5P4Y7rHy/7Iaud0l/FPwd8RHVNGdsYHmwON0U8ecgOv8Q757UU6s6Oj2MZ009VufpL4Y8YLa6Ba6yIUvIhAnh/XNPnga4iuU8orbzMnYPCrQn3iznLCsHxX8PbDTbS013Q45rvwjqQf7LOrF2spEOJbWZuodG+6zffQg9d1eb/s8fErTfjR/amhWSXFve6pYSpc6PG+Zo5oP9IhkRurBTGQCPm+Yg/er1j4e+Nbj4QeIptB1xpdV8H65CJZigDSQzIVUXKH5cuueRxvRlzzini6UcRSTh8S2/yOjCVfZT126mN4Y8L6PdXSPcSyXUrjiNX3Z/4DXpXjWzHgf4UatOkQt7rU0TTLWJ/l+adxF83f+KvZrT4f2ek3DuLCCKXu6R7Wb/arwz4nrc+PvizouniaS38M+EbuLUL6VEZlmvCD9nh/D/WN/uj+9Xy8YznNQR7z9nH94etfDDQLWCHWVvbk6NpFtpfnNqaTrbnTVRG2TM78IVUOMtx+5BNfD3xS/aAsvD3it9G+F2saoNBSd76/8UXcztLrN26KnnIHbIhUK2GPLs7n7u2ur/bg+NM2qeEpfhN4fV4Cklve+KLz5ttzIQJY7OM4UtCMrMT0JYBejV83/DqGPxFolxYSgfarZHVdo/g/iH519HToytyvY8Jrnqc7Ou8K/tGfE3QfE72//CWzalv+eO01MLcW8v8AdXnkBv8AZI+9XvHhH9sjw9rFg6eJ9Cv9J1S3P7/+zALiE+rKrsrj6c18cXljc31owtU36zprk26q23zk/ij+v8S+/wDvVdg8RRX01hr9uN9re/urhf8AnlcD72703fe/76rnq4OlP4kUqjR90+Fvj98PfGzP9i19LBlBbbqqfZlbH3vmPH/Ad1dRbX2n6xbtcaZf2mo2+dpns50mRT/dyGavzs03Sxb32rx26L5COsrwM25Dn/8Aax/wKt/4A+PLr4Sa94hu9Mje9062y1xpjuyrNCRvVQ3qv8JrzK2W2j+7Zqqh9zX8dZUi1d0HxFpnjjwrpfiDRp/tWk6lCJoJGG1sfxKy9ipVgf8AdqCeP5q+dceWXKb7o/MPT7NJnijOFQvs3f3Sf/r1pN4Xnk4gutkqfL/d2tWfYNuili/ixuH1FdJ9o+0W6Xce7e6btqn5c/db/wAer7imk4nCRWHiTW9F222qRtdWo+YNjdiuxtr3Q/Gmmf2XqADQzH5N33kPqh7Yqhp9xaatbLh0WXG0xyfK1P8A7L0+N2ScNZuTuKuPkLf3t3au2Ckut0QaWgSzWdzP4O8RkXEnlk6ffSruW6g/u/Ud6y9InuPh54nTQtRcyaHqBIs5ZR8sT/3Gat+Xw6df0kac07JLC3nWF/n57WYdOe6HoR6f8BqR7GH4p+CLywvV+za5CjKYmPzW11G3+R9Grp5X03X9WLsGo6PHIj20uVRjtH95GrL0pvLn/szUccH9zct8zL/s7e4/2a0PBGsHxX4NguLkhb+yf7FfJIdrhx91vrT9W003UKyjCyxnaWX1H3TVOKmudAYNz4JtbHV1v7SWXQ9XhcgXljOYSO24FGyM+v8AtV6ZoHxe1jT9DXw/4tiOvWaSJLBquf8ASIuNjK/ZwyM249fu9a5kQz61pH2mD/kKWafPE3/LaMdvqtU7OSPUtP8AtNlh0z++tnHzI38W30HtTglDYEj9Kvgr8X5fHvwchFmTrXiaxuE0FNjbvtRIb7NMzehQfP3HlNupf2hPip4b/Zk+FOm2K6PYeJPFdyxmtbW+DeXLcOMvczY5f/c44YLlV6fnp4C8eeJvhpr0WteDtcvNB1SMq7rbP8syg9JUO5JE/wB5T96rPxN8d6/8XvHF74m8T3/23VJD5flIuIYE+XakabuBj/LVxLCQVVzXwv8AMqUpzSh0Rzusa5qvii91HXNbuxdavqt21xdS+WFRnPZQPuIo2qB2CqKy/DDf8Ir8QonQ/uJ/ldV9/vda3rqx+y6dasMNiTcVWuf8RL5mppcx5Voj95a7pLks+xOxe8S6f/Z/iGUxfK4kbDKP8/7Nc9qmnR6dqFxqsUW7SNRIi1O1Vf8AUTfwzJ6fNz9frXZ+JGN9NBcAH99AJQyn+Po1Ztyws0ivZ4w9lMPs97E3bP8AFWcqauwaK2gwiHxdLpkkoZ7ixRoJf76n7rfmq1m/CtnkF1PcEPO8EMM+4dw8m6ta/h/sO0TVxln0nKrLn78BKt/47/7M1ZEOoxeFtJ8S3JXzHfUXS1jb70jnGwf+PUkoprm6Bsez/szfF60+HPhDS/CWvY/sOS4uGtdQUfPauZT9/wBUb5ee1fTl/b+SeoZT8wZTuVl9Vr4TTT4LGzsLZ3DywxrEF9/4q+iv2dPiM+sWT+C9UkDXlnGZdNlY/NLCPvw/VPvL7bv7tfL5pgFFe2pfM6YvSx8L2EiQ3aOT8mefpXQWcL2tzLaIe/2iBm/i/vD+v/Aa5BWKtn/x2up0rVEvI7dA6peW53QN7j+H+lerTf2TjNyO1t74sYJDa3gG5GU/e9qvW/iSPT5Psmv2/wC6cbROqbkpxsUvIILu3CQM43BcfMP7y1o2eySJYLmFLhPuncNystdsE0wGTzXHhuD+2tLI1fSYxm6gRsypH6r/ALta76xYWut6d4hsZybO+SFLrb829H+WKRvdW+Q/8Brn08Lra3yT6JdzaXKDwqfNF/u7aTW/Ct3qelS2tlbW+n6wIpvLjtuLe+UjLIF/gfeode25e2c1snOPQvUseB3Hh74x+K/Dr/8AHpqatPGrfdyV37v/AB6uyjt/LuWgk/iGwq3/AI6a8e1TxA0nirwJ4rQ7HuoFtp9o4WRDsbP/AH2Pyr2DVJBJdRSeeG37cKo+b7taUJppxBWKUMZ0PU4LyI7ufnVT97tWB4nU+CfE1vrlohXSL47biBX3KHNdNcrDcI0bnarH7zfw1VvLeDxFoN5pc4DS43JIo6N61rUjeOhVie402Ka3nuLMlonQXEEin5k/vBe4rO+2SLKkskW/zYQHlT5V3jj5l+ny/L/drN+GetS2skuhX5/fwblDMeq+la95G9rM0b/Kufur92oi04poFqi9fsGSzPKqx54+WsG9tXuJ3iOVXBrZnhkm0jB3b0O9dorNTF1tkJG5U2nn5mrWWpZa09v7Q0GAEtE9tIe3Y1M9vAoxvV7eQeU6tVDSW8m5lgP3HHKsanRSqvHJ8mPl20JXQGBdQ3C6VrmhSP5kT2snkMx6Ag7f++W21ytxP/bPjHw3ZO4a3hZLuXd93cI1f/Cuz1Jt2wgnzVDRHj+Eg7a82tbq4k1rVGtklnvTZxWNtDBGzuXMabyFHPy7ea86s7NGLR6XZXwvt+pz5aIB3j/3f71TaD4kufDPiHS/ENu/lXtpOJrSDG5nYfwt7MNyn2atH4S/DfXPjFdWuh+HntYoPMisTeXkm2FJHX5E43ElsMTtXjq1YPifQdX8F/EPV9B1dIYNU0p1t5pIpPNiVAN2+Ju4dWUg+jUOpCa5JG1pxV+h4yJAwwe9WbVirjB7/dqicR7jn5akjYqy49a81M5D0LwlrgaX7Ncksz/NHI394fw/5/u1vXkZZkeORlXP3Vry9LiRdsqEq+R83oa7/R9UGoWsTqfLc587b/A9d9Gd1Zlm3YKLd0dJ3Zgd3y/+zZrp7e6k1aJ7dJYlusfu2b5cH+FlYdDXEySJDuCFtx2/drW0NlUoTLsYHhWG2u2nLWxaZx/xA0e4tfDWqSPFJBKt2uoiLG3yZ92JVH+yQ+8f8C/u13q6k9xpFrLHIVV05VvvVoeKkj8SeG722VgZTA+1OrHhgf0Zq4LwlqH2jwvYZJY+SN/H8X8VJx9nU9UGzO3e4jZl2EP/ABbW3UlvcfZbpX+6jdeKx7O8ChQ8hZj8vzGrLTBovuHYPl+U1spFJmF4rUaH4pstXjO1JH2naK6zXmS8jinD/wCsQOFUVj+KLePVPC08ez96nzozfM1Q6VqBuPCunTkb2T5C2fm21kvdbj3JNnQb4zWcse4eYmUO6qKKY7yXBCqf4c/dqlol4LfWJQnypIOdx71PqDfZ7mU7Aq/zq73iVfQsWsm2Rtj7dy+tWJpnkTO75s1ljYr5TGSONx3UpvivmB8ruHDLTTRZW1y+Szheec7UjG8svtX1B+yd4Isvgp4IuvHmsWxt9Z2SatPdTx/MmVbyoU9vmXI7lv8AZWvBfhb4TT4gePbdLi2lutL0nZd3SKNyySk/uY29shnI/wBn3r63+KWpXGsW2jeCoIvls0Gp38Gf9Y/3reFvbcu/b/sivncdXcp2h0PQwsNeeSI/grpY8AeFde8b6xptrFa3N1da7eojhXjkm3k7l/3WVRtrl/Enw20K/wDgL8TPHHjPRbRte1K1bUF1duLi2m8tmVEPX73kwhPu4Fdn46mGteF/CvhSTS5LOfVZ0u9Ug+632aHB2Nj+9Js+X0Vqy/j14BbxpoegfDLQ9Y/sWLW5Y5dSurlDMtpaxlnXam5c5dPXojVw0pST0O2crrl5dT8zbyPa7MM7CMhqiik/2hux6VagnXU9NWcDbKDiVfR//r9aos3lt3ruTPmWadhIGDJyzdt1bWj3RsZtxfbA42yKv/jrf8B/+KrlLa68mVXH3e9bFtdBnXA3N/tVvTZJ3CzCMtI5G0FcbvSrulx3OqXKAfu4vvHaPmrlNMvtsiWxf7x2xtn/AMc/+Jrq/Dl0be5c7yiqN2/0rtpu8i0dl4fmsNP1OKNztdiyb5T1z94V5fpTP4buLjS5B81pO8O5v4gGwtdoniqC8lWwtokusld8s7bkSneKvB9xrj+bptjPNq0YCIixhlvV+6oG1vv9h6/LXVVXPC8ehb1MxL4bf+BcbTUkGoBdwIHX171pJ+zf8ariJSvw31q1Ujhrwx26/wDj7rRe/s+/FrS7Z57zw5FapECx3X8DMo/3Q7ZrzfrSh8TBRn2M1LwXSz2gy1w6HYifeP8AwGqPg+4uF8NXkVzBLb7JCQroyfKC3PPau/0bV4tP8PWR0KBbho0MtwqRulzcTwvsMzFEZ2hD8YDYH8XNd38AfhP4f8aNdeKdXkuoNL0p4vI0/TNGuGhvpCzbYWmmZYI0ZtyBWxksvfdWyrKbUkzknXcHqj52j1aJtTUJIjqf7pro9Qke4tllUFmHVdtfpH+2D8APB3iH4FL408DaFp2iS2FrFqEC6ZapCk9s6hhtSNcZG9DuHGM5J2jH5pWvih7hFLySQP3ZT8tb0ZqUL33N6croImnkRCI5WbH3fLPy1cm0nVFhglksJooJvmSWRNqP/wAC9f8AZpkmvXkiMDJvi7N5n3vyq7aXl1J4M8QAZZLOaC72R7e+6N/0Zf8Avla3ioPQ10R7j+ynrHhL4a6Xc6r4t8QWmlzz3ct3PHteV9o+SFNqKxPyrn5f71XvAf7RXw41L4w6trHijxBLpralevcRtc2kyqqJ8sKbgvoq18v6Try28NlcJLI9rcjhmHrWpqsNhq1u0V5apL/vfeX/AHa8x4OnOXNc6YV3GFon0j48/aQ8OalqviHU9PsL7VNSmcRaU04a2hSAcYdt2cN8z/KuQWXpXkd3+018XNN8RXevxR6LM88KW7LZ2yyvDGgYKFWTJO3cTnvmvLE+1+FZfkkkv9GJ+7L80sP+76itqO8jmiWeCRGQ9GU1cMJSXqEq85dbHhsF0dE1FpMf6LJjfEp6j29xV+8RXCSxsHicbg6r1H+f4aKK8un8JxMz3zlhmrNvcFW/2f7rUUVrHcg0PtRmCjO3H8Oa1v8AhIjcW/lyylX7sp/1g/xoorpUmaIuXXiCbw3o1ubIf8TK9O1JHwwgj9V9/wCVaOjaVp91fQajPZyR3FsApnluHlaaT+9y1FFdS3Qj0Xw38UPFnhGa9uLTxRqlhHOApjjuGZAoHy7lfcK9u+D/AO15odxB9i8eahJa3UT/AOj6x9n3LKD/AATKi8H/AG1X/e9SUVOIowa1R0qTPRfiN8EdA+IGiRfEz4XzWd14m00G7ju9MuikV+g+aWEtHyCy7vQg1zHib9pDwzp+g2t3rvjfxTreoT24f7LoepR6ZplgSFfy7ddjSTlPlXLqQdp3IvSiiuTD/C0eNjIrnifRPg74i2mofsX3UVnZ3Ws2Fv4fmt7iG1l82WGEq/kuj/xoilA4XoBkcdfyekbzLmcRDYiSMoZv7oNFFdcYpQdv60RpQbdx9vqwh2hEZ37sprqPCVxHdWfiuN5ViVtK3Bc/MzedGaKK2o/19x1s4XR5Hm8C2G/DIrso9q2fD+uvqOjQXD43AmF2X1FFFZwbv8ho1EvCyKD909VqpJC+mu0tqdqZ3PEw+VqKKuRZ/9k="/>
  <p:tag name="MMPROD_38498LOGO" val=""/>
  <p:tag name="MMPROD_UIDATA" val="&lt;database version=&quot;7.0&quot;&gt;&lt;object type=&quot;1&quot; unique_id=&quot;10001&quot;&gt;&lt;property id=&quot;20141&quot; value=&quot;MS Word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D:\Ders Materyali\İçerik\Temel Bilgi Teknolojisi Kullanımı&quot;/&gt;&lt;property id=&quot;20225&quot; value=&quot;D:\Ders Materyali\İçerik\Temel Bilgi Teknolojisi Kullanımı\TBTK\&quot;/&gt;&lt;property id=&quot;20226&quot; value=&quot;D:\Ders Materyali\İçerik\Temel Bilgi Teknolojisi Kullanımı\TBTK\Kelime İşlemci Modül 5.pptx&quot;/&gt;&lt;property id=&quot;20250&quot; value=&quot;0&quot;/&gt;&lt;property id=&quot;20251&quot; value=&quot;1&quot;/&gt;&lt;property id=&quot;20259&quot; value=&quot;0&quot;/&gt;&lt;property id=&quot;20501&quot; value=&quot;C:\Users\YILMAZ\Documents\My Adobe Presentations\&quot;/&gt;&lt;object type=&quot;2&quot; unique_id=&quot;10559&quot;&gt;&lt;object type=&quot;3&quot; unique_id=&quot;10560&quot;&gt;&lt;property id=&quot;20148&quot; value=&quot;5&quot;/&gt;&lt;property id=&quot;20300&quot; value=&quot;Slide 1 - &amp;quot;Kelime İşlemci Word &amp;quot;&quot;/&gt;&lt;property id=&quot;20302&quot; value=&quot;0&quot;/&gt;&lt;property id=&quot;20303&quot; value=&quot;Mustafa YILMAZ&quot;/&gt;&lt;property id=&quot;20307&quot; value=&quot;256&quot;/&gt;&lt;property id=&quot;20309&quot; value=&quot;38498&quot;/&gt;&lt;property id=&quot;20312&quot; value=&quot;0&quot;/&gt;&lt;/object&gt;&lt;object type=&quot;3&quot; unique_id=&quot;10588&quot;&gt;&lt;property id=&quot;20148&quot; value=&quot;5&quot;/&gt;&lt;property id=&quot;20300&quot; value=&quot;Slide 4 - &amp;quot;Belge Yönünü (Yatay/Dikey) veya Kâğıt Büyüklüğünü Değiştirmek&amp;quot;&quot;/&gt;&lt;property id=&quot;20302&quot; value=&quot;0&quot;/&gt;&lt;property id=&quot;20303&quot; value=&quot;Mustafa YILMAZ&quot;/&gt;&lt;property id=&quot;20307&quot; value=&quot;257&quot;/&gt;&lt;property id=&quot;20309&quot; value=&quot;38498&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Mustafa YILMAZ&quot;/&gt;&lt;property id=&quot;20307&quot; value=&quot;258&quot;/&gt;&lt;property id=&quot;20309&quot; value=&quot;38498&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Mustafa YILMAZ&quot;/&gt;&lt;property id=&quot;20307&quot; value=&quot;260&quot;/&gt;&lt;property id=&quot;20309&quot; value=&quot;38498&quot;/&gt;&lt;property id=&quot;20312&quot; value=&quot;0&quot;/&gt;&lt;/object&gt;&lt;object type=&quot;3&quot; unique_id=&quot;36872&quot;&gt;&lt;property id=&quot;20148&quot; value=&quot;5&quot;/&gt;&lt;property id=&quot;20300&quot; value=&quot;Slide 8 - &amp;quot;Başlık ve Dipnotlarda Tarih, Sayfa Numarası, Alan Bilgisi Eklenmesi&amp;quot;&quot;/&gt;&lt;property id=&quot;20302&quot; value=&quot;0&quot;/&gt;&lt;property id=&quot;20303&quot; value=&quot;Mustafa YILMAZ&quot;/&gt;&lt;property id=&quot;20307&quot; value=&quot;261&quot;/&gt;&lt;property id=&quot;20309&quot; value=&quot;38498&quot;/&gt;&lt;property id=&quot;20312&quot; value=&quot;0&quot;/&gt;&lt;/object&gt;&lt;object type=&quot;3&quot; unique_id=&quot;37836&quot;&gt;&lt;property id=&quot;20148&quot; value=&quot;5&quot;/&gt;&lt;property id=&quot;20300&quot; value=&quot;Slide 5 - &amp;quot;Tüm Belgenin Üst, Alt, Sağ ve Sol Boşluklarını Değiştirmek&amp;quot;&quot;/&gt;&lt;property id=&quot;20302&quot; value=&quot;0&quot;/&gt;&lt;property id=&quot;20303&quot; value=&quot;Mustafa YILMAZ&quot;/&gt;&lt;property id=&quot;20307&quot; value=&quot;271&quot;/&gt;&lt;property id=&quot;20309&quot; value=&quot;38498&quot;/&gt;&lt;property id=&quot;20312&quot; value=&quot;0&quot;/&gt;&lt;/object&gt;&lt;object type=&quot;3&quot; unique_id=&quot;37865&quot;&gt;&lt;property id=&quot;20148&quot; value=&quot;5&quot;/&gt;&lt;property id=&quot;20300&quot; value=&quot;Slide 6 - &amp;quot;Belgeye Sayfa Sonu İşareti Eklemek&amp;quot;&quot;/&gt;&lt;property id=&quot;20302&quot; value=&quot;0&quot;/&gt;&lt;property id=&quot;20303&quot; value=&quot;Mustafa YILMAZ&quot;/&gt;&lt;property id=&quot;20307&quot; value=&quot;275&quot;/&gt;&lt;property id=&quot;20309&quot; value=&quot;38498&quot;/&gt;&lt;property id=&quot;20312&quot; value=&quot;0&quot;/&gt;&lt;/object&gt;&lt;object type=&quot;3&quot; unique_id=&quot;38813&quot;&gt;&lt;property id=&quot;20148&quot; value=&quot;5&quot;/&gt;&lt;property id=&quot;20300&quot; value=&quot;Slide 7 - &amp;quot;Belgenin Başlık veya Dipnot Metnini Değiştirmek&amp;quot;&quot;/&gt;&lt;property id=&quot;20303&quot; value=&quot;-1&quot;/&gt;&lt;property id=&quot;20307&quot; value=&quot;277&quot;/&gt;&lt;property id=&quot;20309&quot; value=&quot;-1&quot;/&gt;&lt;/object&gt;&lt;/object&gt;&lt;object type=&quot;8&quot; unique_id=&quot;10563&quot;&gt;&lt;object type=&quot;9&quot; unique_id=&quot;38876&quot;&gt;&lt;property id=&quot;20000&quot; value=&quot;0&quot;/&gt;&lt;property id=&quot;20400&quot; value=&quot;Kelime Islemci 5.Unite&quot;/&gt;&lt;property id=&quot;20401&quot; value=&quot;5. Unite.pdf&quot;/&gt;&lt;property id=&quot;20402&quot; value=&quot;0&quot;/&gt;&lt;property id=&quot;20404&quot; value=&quot;649444&quot;/&gt;&lt;property id=&quot;20405&quot; value=&quot;0&quot;/&gt;&lt;/object&gt;&lt;/object&gt;&lt;object type=&quot;4&quot; unique_id=&quot;10695&quot;&gt;&lt;object type=&quot;5&quot; unique_id=&quot;10697&quot;&gt;&lt;property id=&quot;20149&quot; value=&quot;Esrin Palas&quot;/&gt;&lt;property id=&quot;20150&quot; value=&quot;Öğr. Gör.&quot;/&gt;&lt;property id=&quot;20153&quot; value=&quot;epalas@sakarya.edu.tr&quot;/&gt;&lt;property id=&quot;20159&quot; value=&quot;logo_sau.png&quot;/&gt;&lt;/object&gt;&lt;object type=&quot;5&quot; unique_id=&quot;38498&quot;&gt;&lt;property id=&quot;20149&quot; value=&quot;Mustafa YILMAZ&quot;/&gt;&lt;property id=&quot;20150&quot; value=&quot;Öğr.Gör.&quot;/&gt;&lt;property id=&quot;20151&quot; value=&quot;mustafa-yilmaz.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3849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1,1618657586,D:\Ders Materyali\İçerik\Temel Bilgi Teknolojisi Kullanımı\TBTK\Kelime İşlemci Modül 5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38109059-5FF0-4214-9805-895FFE5282EF}&quot;/&gt;&lt;isInvalidForFieldText val=&quot;0&quot;/&gt;&lt;Image&gt;&lt;filename val=&quot;C:\Users\YILMAZ\AppData\Local\Temp\PR\data\asimages\{38109059-5FF0-4214-9805-895FFE5282EF}_1.png&quot;/&gt;&lt;left val=&quot;-27&quot;/&gt;&lt;top val=&quot;207&quot;/&gt;&lt;width val=&quot;634&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2,1618657586,D:\Ders Materyali\İçerik\Temel Bilgi Teknolojisi Kullanımı\TBTK\Kelime İşlemci Modül 5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E636898F-ABEE-49D6-B88E-3305FD012D40}&quot;/&gt;&lt;isInvalidForFieldText val=&quot;0&quot;/&gt;&lt;Image&gt;&lt;filename val=&quot;C:\Users\YILMAZ\AppData\Local\Temp\PR\data\asimages\{E636898F-ABEE-49D6-B88E-3305FD012D40}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35&quot;/&gt;&lt;lineCharCount val=&quot;29&quot;/&gt;&lt;lineCharCount val=&quot;48&quot;/&gt;&lt;lineCharCount val=&quot;32&quot;/&gt;&lt;lineCharCount val=&quot;53&quot;/&gt;&lt;lineCharCount val=&quot;38&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PSNARRATION" val="8,1618657586,D:\Ders Materyali\İçerik\Temel Bilgi Teknolojisi Kullanımı\TBTK\Kelime İşlemci Modül 5_pptx\Media.ppcx"/>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C561947F-34A8-4B8A-9212-11E6BD25355C}&quot;/&gt;&lt;isInvalidForFieldText val=&quot;0&quot;/&gt;&lt;Image&gt;&lt;filename val=&quot;C:\Users\YILMAZ\AppData\Local\Temp\PR\data\asimages\{C561947F-34A8-4B8A-9212-11E6BD25355C}_3.png&quot;/&gt;&lt;left val=&quot;25&quot;/&gt;&lt;top val=&quot;30&quot;/&gt;&lt;width val=&quot;659&quot;/&gt;&lt;height val=&quot;62&quot;/&gt;&lt;hasText val=&quot;1&quot;/&gt;&lt;/Image&gt;&lt;/ThreeDShape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1&quot;/&gt;&lt;lineCharCount val=&quot;18&quot;/&gt;&lt;lineCharCount val=&quot;27&quot;/&gt;&lt;lineCharCount val=&quot;46&quot;/&gt;&lt;lineCharCount val=&quot;25&quot;/&gt;&lt;lineCharCount val=&quot;55&quot;/&gt;&lt;lineCharCount val=&quot;13&quot;/&gt;&lt;lineCharCount val=&quot;44&quot;/&gt;&lt;lineCharCount val=&quot;57&quot;/&gt;&lt;lineCharCount val=&quot;58&quot;/&gt;&lt;lineCharCount val=&quot;19&quot;/&gt;&lt;lineCharCount val=&quot;51&quot;/&gt;&lt;lineCharCount val=&quot;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PSNARRATION" val="3,1618657586,D:\Ders Materyali\İçerik\Temel Bilgi Teknolojisi Kullanımı\TBTK\Kelime İşlemci Modül 5_pptx\Media.ppcx"/>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1&quot;/&gt;&lt;/TableIndex&gt;&lt;/ShapeTextInfo&gt;"/>
  <p:tag name="PRESENTER_SHAPEINFO" val="&lt;ThreeDShapeInfo&gt;&lt;uuid val=&quot;{55B7E8FE-2E01-4AB1-9D62-D9A8449338FD}&quot;/&gt;&lt;isInvalidForFieldText val=&quot;0&quot;/&gt;&lt;Image&gt;&lt;filename val=&quot;C:\Users\YILMAZ\AppData\Local\Temp\PR\data\asimages\{55B7E8FE-2E01-4AB1-9D62-D9A8449338FD}_4.png&quot;/&gt;&lt;left val=&quot;36&quot;/&gt;&lt;top val=&quot;36&quot;/&gt;&lt;width val=&quot;649&quot;/&gt;&lt;height val=&quot;48&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51&quot;/&gt;&lt;lineCharCount val=&quot;78&quot;/&gt;&lt;lineCharCount val=&quot;2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PSNARRATION" val="4,1618657586,D:\Ders Materyali\İçerik\Temel Bilgi Teknolojisi Kullanımı\TBTK\Kelime İşlemci Modül 5_pptx\Media.ppcx"/>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8&quot;/&gt;&lt;/TableIndex&gt;&lt;/ShapeTextInfo&gt;"/>
  <p:tag name="PRESENTER_SHAPEINFO" val="&lt;ThreeDShapeInfo&gt;&lt;uuid val=&quot;{C8F0F3ED-238A-493A-B512-DA11AAB7A65A}&quot;/&gt;&lt;isInvalidForFieldText val=&quot;0&quot;/&gt;&lt;Image&gt;&lt;filename val=&quot;C:\Users\YILMAZ\AppData\Local\Temp\PR\data\asimages\{C8F0F3ED-238A-493A-B512-DA11AAB7A65A}_5.png&quot;/&gt;&lt;left val=&quot;30&quot;/&gt;&lt;top val=&quot;34&quot;/&gt;&lt;width val=&quot;658&quot;/&gt;&lt;height val=&quot;53&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54&quot;/&gt;&lt;lineCharCount val=&quot;81&quot;/&gt;&lt;lineCharCount val=&quot;1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PSNARRATION" val="5,1618657586,D:\Ders Materyali\İçerik\Temel Bilgi Teknolojisi Kullanımı\TBTK\Kelime İşlemci Modül 5_pptx\Media.ppcx"/>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4&quot;/&gt;&lt;/TableIndex&gt;&lt;/ShapeTextInfo&gt;"/>
  <p:tag name="PRESENTER_SHAPEINFO" val="&lt;ThreeDShapeInfo&gt;&lt;uuid val=&quot;{334A19AB-C17F-4334-936B-C9660D1B5BFF}&quot;/&gt;&lt;isInvalidForFieldText val=&quot;0&quot;/&gt;&lt;Image&gt;&lt;filename val=&quot;C:\Users\YILMAZ\AppData\Local\Temp\PR\data\asimages\{334A19AB-C17F-4334-936B-C9660D1B5BFF}_6.png&quot;/&gt;&lt;left val=&quot;36&quot;/&gt;&lt;top val=&quot;32&quot;/&gt;&lt;width val=&quot;649&quot;/&gt;&lt;height val=&quot;59&quot;/&gt;&lt;hasText val=&quot;1&quot;/&gt;&lt;/Image&gt;&lt;/ThreeDShape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6&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0&quot;/&gt;&lt;lineCharCount val=&quot;70&quot;/&gt;&lt;lineCharCount val=&quot;80&quot;/&gt;&lt;lineCharCount val=&quot;38&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PSNARRATION" val="6,1618657586,D:\Ders Materyali\İçerik\Temel Bilgi Teknolojisi Kullanımı\TBTK\Kelime İşlemci Modül 5_pptx\Media.ppcx"/>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 name="PRESENTER_SHAPEINFO" val="&lt;ThreeDShapeInfo&gt;&lt;uuid val=&quot;{76FB72AC-DDD1-42C2-B63F-736D10016EF5}&quot;/&gt;&lt;isInvalidForFieldText val=&quot;0&quot;/&gt;&lt;Image&gt;&lt;filename val=&quot;C:\Users\YILMAZ\AppData\Local\Temp\PR\data\asimages\{76FB72AC-DDD1-42C2-B63F-736D10016EF5}_7.png&quot;/&gt;&lt;left val=&quot;36&quot;/&gt;&lt;top val=&quot;32&quot;/&gt;&lt;width val=&quot;649&quot;/&gt;&lt;height val=&quot;59&quot;/&gt;&lt;hasText val=&quot;1&quot;/&gt;&lt;/Image&gt;&lt;/ThreeDShape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65&quot;/&gt;&lt;lineCharCount val=&quot;66&quot;/&gt;&lt;lineCharCount val=&quot;55&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PSNARRATION" val="7,1618657586,D:\Ders Materyali\İçerik\Temel Bilgi Teknolojisi Kullanımı\TBTK\Kelime İşlemci Modül 5_pptx\Media.ppcx"/>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7&quot;/&gt;&lt;/TableIndex&gt;&lt;/ShapeTextInfo&gt;"/>
  <p:tag name="PRESENTER_SHAPEINFO" val="&lt;ThreeDShapeInfo&gt;&lt;uuid val=&quot;{A49BFFBE-9E10-4C9D-932E-70520EAFEE89}&quot;/&gt;&lt;isInvalidForFieldText val=&quot;0&quot;/&gt;&lt;Image&gt;&lt;filename val=&quot;C:\Users\YILMAZ\AppData\Local\Temp\PR\data\asimages\{A49BFFBE-9E10-4C9D-932E-70520EAFEE89}_8.png&quot;/&gt;&lt;left val=&quot;36&quot;/&gt;&lt;top val=&quot;36&quot;/&gt;&lt;width val=&quot;649&quot;/&gt;&lt;height val=&quot;48&quot;/&gt;&lt;hasText val=&quot;1&quot;/&gt;&lt;/Image&gt;&lt;/ThreeDShape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7&quot;/&gt;&lt;lineCharCount val=&quot;48&quot;/&gt;&lt;lineCharCount val=&quot;8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2992</TotalTime>
  <Words>782</Words>
  <Application>Microsoft Office PowerPoint</Application>
  <PresentationFormat>Ekran Gösterisi (4:3)</PresentationFormat>
  <Paragraphs>69</Paragraphs>
  <Slides>8</Slides>
  <Notes>8</Notes>
  <HiddenSlides>0</HiddenSlides>
  <MMClips>0</MMClips>
  <ScaleCrop>false</ScaleCrop>
  <HeadingPairs>
    <vt:vector size="4" baseType="variant">
      <vt:variant>
        <vt:lpstr>Tema</vt:lpstr>
      </vt:variant>
      <vt:variant>
        <vt:i4>2</vt:i4>
      </vt:variant>
      <vt:variant>
        <vt:lpstr>Slayt Başlıkları</vt:lpstr>
      </vt:variant>
      <vt:variant>
        <vt:i4>8</vt:i4>
      </vt:variant>
    </vt:vector>
  </HeadingPairs>
  <TitlesOfParts>
    <vt:vector size="10" baseType="lpstr">
      <vt:lpstr>Hava Akımı</vt:lpstr>
      <vt:lpstr>Ofis Teması</vt:lpstr>
      <vt:lpstr>Kelime İşlemci Word </vt:lpstr>
      <vt:lpstr>Öğrenme Hedefleri</vt:lpstr>
      <vt:lpstr>İçindekiler</vt:lpstr>
      <vt:lpstr>Belge Yönünü (Yatay/Dikey) veya Kâğıt Büyüklüğünü Değiştirmek</vt:lpstr>
      <vt:lpstr>Tüm Belgenin Üst, Alt, Sağ ve Sol Boşluklarını Değiştirmek</vt:lpstr>
      <vt:lpstr>Belgeye Sayfa Sonu İşareti Eklemek</vt:lpstr>
      <vt:lpstr>Belgenin Başlık veya Dipnot Metnini Değiştirmek</vt:lpstr>
      <vt:lpstr>Başlık ve Dipnotlarda Tarih, Sayfa Numarası, Alan Bilgisi Eklenmesi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YILMAZ</cp:lastModifiedBy>
  <cp:revision>420</cp:revision>
  <cp:lastPrinted>2011-09-23T15:10:57Z</cp:lastPrinted>
  <dcterms:created xsi:type="dcterms:W3CDTF">2011-06-08T08:18:11Z</dcterms:created>
  <dcterms:modified xsi:type="dcterms:W3CDTF">2011-10-18T13:44:28Z</dcterms:modified>
</cp:coreProperties>
</file>