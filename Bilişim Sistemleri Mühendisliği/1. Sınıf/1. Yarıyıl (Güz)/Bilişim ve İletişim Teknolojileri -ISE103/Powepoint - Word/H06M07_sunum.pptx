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1.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2.xml" ContentType="application/vnd.openxmlformats-officedocument.presentationml.notesSlide+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3.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4.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5.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6.xml" ContentType="application/vnd.openxmlformats-officedocument.presentationml.notesSlide+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13"/>
  </p:notesMasterIdLst>
  <p:sldIdLst>
    <p:sldId id="256" r:id="rId3"/>
    <p:sldId id="260" r:id="rId4"/>
    <p:sldId id="258" r:id="rId5"/>
    <p:sldId id="302" r:id="rId6"/>
    <p:sldId id="303" r:id="rId7"/>
    <p:sldId id="304" r:id="rId8"/>
    <p:sldId id="305" r:id="rId9"/>
    <p:sldId id="306" r:id="rId10"/>
    <p:sldId id="307" r:id="rId11"/>
    <p:sldId id="308" r:id="rId12"/>
  </p:sldIdLst>
  <p:sldSz cx="9144000" cy="6858000" type="screen4x3"/>
  <p:notesSz cx="6858000" cy="9144000"/>
  <p:custDataLst>
    <p:tags r:id="rId14"/>
  </p:custData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A00"/>
    <a:srgbClr val="AADAF0"/>
    <a:srgbClr val="124D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345" autoAdjust="0"/>
  </p:normalViewPr>
  <p:slideViewPr>
    <p:cSldViewPr>
      <p:cViewPr>
        <p:scale>
          <a:sx n="70" d="100"/>
          <a:sy n="70" d="100"/>
        </p:scale>
        <p:origin x="-1368" y="-5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F07403-48BF-4B87-9E20-50CC050AC631}" type="datetimeFigureOut">
              <a:rPr lang="tr-TR" smtClean="0"/>
              <a:t>17.09.2011</a:t>
            </a:fld>
            <a:endParaRPr lang="tr-TR"/>
          </a:p>
        </p:txBody>
      </p:sp>
      <p:sp>
        <p:nvSpPr>
          <p:cNvPr id="4" name="Slayt Görüntüsü Yer Tutucusu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7E959F8-A2F4-45FB-B2CC-9E3810D229D2}" type="slidenum">
              <a:rPr lang="tr-TR" smtClean="0"/>
              <a:t>‹#›</a:t>
            </a:fld>
            <a:endParaRPr lang="tr-TR"/>
          </a:p>
        </p:txBody>
      </p:sp>
    </p:spTree>
    <p:extLst>
      <p:ext uri="{BB962C8B-B14F-4D97-AF65-F5344CB8AC3E}">
        <p14:creationId xmlns:p14="http://schemas.microsoft.com/office/powerpoint/2010/main" val="711104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b="1" dirty="0" smtClean="0"/>
              <a:t>0. </a:t>
            </a:r>
            <a:r>
              <a:rPr lang="tr-TR" sz="1200" kern="1200" dirty="0" smtClean="0">
                <a:solidFill>
                  <a:schemeClr val="tx1"/>
                </a:solidFill>
                <a:effectLst/>
                <a:latin typeface="+mn-lt"/>
                <a:ea typeface="+mn-ea"/>
                <a:cs typeface="+mn-cs"/>
              </a:rPr>
              <a:t>Slayt geçişleri, Slayt Gösterisi görünümünde bir slayttan sonrakine geçerken oluşan hareket efektleridir. </a:t>
            </a: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4</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400" b="1" dirty="0" smtClean="0"/>
              <a:t>0. </a:t>
            </a:r>
            <a:r>
              <a:rPr lang="tr-TR" dirty="0" smtClean="0"/>
              <a:t>Microsoft PowerPoint 2010'da oluşturulmuş kendi kendine çalışan bir sunu kullanarak konuşmacı olmadan bilgilerinizi iletebilirsiniz. Bu maksatla sununuzu sesli bir kayıt haline getirmeden önce bir zamanla provası yapabilirisiniz.</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5</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6</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400" b="1" dirty="0" smtClean="0"/>
              <a:t>0. </a:t>
            </a:r>
            <a:r>
              <a:rPr lang="tr-TR" sz="1200" kern="1200" dirty="0" smtClean="0">
                <a:solidFill>
                  <a:schemeClr val="tx1"/>
                </a:solidFill>
                <a:effectLst/>
                <a:latin typeface="+mn-lt"/>
                <a:ea typeface="+mn-ea"/>
                <a:cs typeface="+mn-cs"/>
              </a:rPr>
              <a:t>Sununuza bir anlatım ekleyerek bu şekilde kaydedilmesi sağlayabilirsiniz. Anlatımlı kayıt için, bilgisayarınızda ses kartı, mikrofon bulunması gerekir. Anlatımı sunudan önce kaydedip sunumda izleyicilere bunu sunabileceğiniz gibi, sunu sırasında da dinleyici yorumlarını ile birlikte de kaydedebilirsiniz.</a:t>
            </a:r>
          </a:p>
          <a:p>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7</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b="1" kern="1200" dirty="0" smtClean="0">
                <a:solidFill>
                  <a:schemeClr val="tx1"/>
                </a:solidFill>
                <a:effectLst/>
                <a:latin typeface="+mn-lt"/>
                <a:ea typeface="+mn-ea"/>
                <a:cs typeface="+mn-cs"/>
              </a:rPr>
              <a:t>0.</a:t>
            </a:r>
            <a:r>
              <a:rPr lang="tr-TR" sz="1200" kern="1200" baseline="0" dirty="0" smtClean="0">
                <a:solidFill>
                  <a:schemeClr val="tx1"/>
                </a:solidFill>
                <a:effectLst/>
                <a:latin typeface="+mn-lt"/>
                <a:ea typeface="+mn-ea"/>
                <a:cs typeface="+mn-cs"/>
              </a:rPr>
              <a:t> </a:t>
            </a:r>
            <a:r>
              <a:rPr lang="tr-TR" sz="1200" kern="1200" dirty="0" smtClean="0">
                <a:solidFill>
                  <a:schemeClr val="tx1"/>
                </a:solidFill>
                <a:effectLst/>
                <a:latin typeface="+mn-lt"/>
                <a:ea typeface="+mn-ea"/>
                <a:cs typeface="+mn-cs"/>
              </a:rPr>
              <a:t>Slayt gösterisi sırasında istediğiniz slaytların sunum sırasında görünmemesini sağlayabilirsiniz.</a:t>
            </a:r>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8</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b="1" kern="1200" dirty="0" smtClean="0">
                <a:solidFill>
                  <a:schemeClr val="tx1"/>
                </a:solidFill>
                <a:effectLst/>
                <a:latin typeface="+mn-lt"/>
                <a:ea typeface="+mn-ea"/>
                <a:cs typeface="+mn-cs"/>
              </a:rPr>
              <a:t>0.</a:t>
            </a:r>
            <a:r>
              <a:rPr lang="tr-TR" sz="1200" kern="1200" baseline="0" dirty="0" smtClean="0">
                <a:solidFill>
                  <a:schemeClr val="tx1"/>
                </a:solidFill>
                <a:effectLst/>
                <a:latin typeface="+mn-lt"/>
                <a:ea typeface="+mn-ea"/>
                <a:cs typeface="+mn-cs"/>
              </a:rPr>
              <a:t> </a:t>
            </a:r>
            <a:r>
              <a:rPr lang="tr-TR" sz="1200" kern="1200" dirty="0" smtClean="0">
                <a:solidFill>
                  <a:schemeClr val="tx1"/>
                </a:solidFill>
                <a:effectLst/>
                <a:latin typeface="+mn-lt"/>
                <a:ea typeface="+mn-ea"/>
                <a:cs typeface="+mn-cs"/>
              </a:rPr>
              <a:t>Slayt gösterisi sırasında slaytlar arasında klavyeden yön tuşları, </a:t>
            </a:r>
            <a:r>
              <a:rPr lang="tr-TR" sz="1200" kern="1200" dirty="0" err="1" smtClean="0">
                <a:solidFill>
                  <a:schemeClr val="tx1"/>
                </a:solidFill>
                <a:effectLst/>
                <a:latin typeface="+mn-lt"/>
                <a:ea typeface="+mn-ea"/>
                <a:cs typeface="+mn-cs"/>
              </a:rPr>
              <a:t>Page</a:t>
            </a:r>
            <a:r>
              <a:rPr lang="tr-TR" sz="1200" kern="1200" dirty="0" smtClean="0">
                <a:solidFill>
                  <a:schemeClr val="tx1"/>
                </a:solidFill>
                <a:effectLst/>
                <a:latin typeface="+mn-lt"/>
                <a:ea typeface="+mn-ea"/>
                <a:cs typeface="+mn-cs"/>
              </a:rPr>
              <a:t> </a:t>
            </a:r>
            <a:r>
              <a:rPr lang="tr-TR" sz="1200" kern="1200" dirty="0" err="1" smtClean="0">
                <a:solidFill>
                  <a:schemeClr val="tx1"/>
                </a:solidFill>
                <a:effectLst/>
                <a:latin typeface="+mn-lt"/>
                <a:ea typeface="+mn-ea"/>
                <a:cs typeface="+mn-cs"/>
              </a:rPr>
              <a:t>Up</a:t>
            </a:r>
            <a:r>
              <a:rPr lang="tr-TR" sz="1200" kern="1200" dirty="0" smtClean="0">
                <a:solidFill>
                  <a:schemeClr val="tx1"/>
                </a:solidFill>
                <a:effectLst/>
                <a:latin typeface="+mn-lt"/>
                <a:ea typeface="+mn-ea"/>
                <a:cs typeface="+mn-cs"/>
              </a:rPr>
              <a:t> ve </a:t>
            </a:r>
            <a:r>
              <a:rPr lang="tr-TR" sz="1200" kern="1200" dirty="0" err="1" smtClean="0">
                <a:solidFill>
                  <a:schemeClr val="tx1"/>
                </a:solidFill>
                <a:effectLst/>
                <a:latin typeface="+mn-lt"/>
                <a:ea typeface="+mn-ea"/>
                <a:cs typeface="+mn-cs"/>
              </a:rPr>
              <a:t>PageDown</a:t>
            </a:r>
            <a:r>
              <a:rPr lang="tr-TR" sz="1200" kern="1200" dirty="0" smtClean="0">
                <a:solidFill>
                  <a:schemeClr val="tx1"/>
                </a:solidFill>
                <a:effectLst/>
                <a:latin typeface="+mn-lt"/>
                <a:ea typeface="+mn-ea"/>
                <a:cs typeface="+mn-cs"/>
              </a:rPr>
              <a:t> tuşları kullanılarak ileri-geri ve farenin sol tuşu kullanılarak sadece ileri veya farenin tekerlek tuşu kullanılarak ileri veya geriye doğru ilerlenebilir.</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9</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b="1" kern="1200" dirty="0" smtClean="0">
                <a:solidFill>
                  <a:schemeClr val="tx1"/>
                </a:solidFill>
                <a:effectLst/>
                <a:latin typeface="+mn-lt"/>
                <a:ea typeface="+mn-ea"/>
                <a:cs typeface="+mn-cs"/>
              </a:rPr>
              <a:t>0.</a:t>
            </a:r>
            <a:r>
              <a:rPr lang="tr-TR" sz="1200" kern="1200" baseline="0" dirty="0" smtClean="0">
                <a:solidFill>
                  <a:schemeClr val="tx1"/>
                </a:solidFill>
                <a:effectLst/>
                <a:latin typeface="+mn-lt"/>
                <a:ea typeface="+mn-ea"/>
                <a:cs typeface="+mn-cs"/>
              </a:rPr>
              <a:t> </a:t>
            </a:r>
            <a:r>
              <a:rPr lang="tr-TR" sz="1200" kern="1200" smtClean="0">
                <a:solidFill>
                  <a:schemeClr val="tx1"/>
                </a:solidFill>
                <a:effectLst/>
                <a:latin typeface="+mn-lt"/>
                <a:ea typeface="+mn-ea"/>
                <a:cs typeface="+mn-cs"/>
              </a:rPr>
              <a:t>Slayt Gösterisi sırasında kalem aracını kullanıp slaytlarınız üzerinde işaretlemeler yapıp kendi el yazınızla notlar alabilirsiniz.</a:t>
            </a:r>
            <a:endParaRPr lang="tr-TR" sz="1200" kern="120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10</a:t>
            </a:fld>
            <a:endParaRPr lang="tr-TR"/>
          </a:p>
        </p:txBody>
      </p:sp>
    </p:spTree>
    <p:extLst>
      <p:ext uri="{BB962C8B-B14F-4D97-AF65-F5344CB8AC3E}">
        <p14:creationId xmlns:p14="http://schemas.microsoft.com/office/powerpoint/2010/main" val="418794263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10" Type="http://schemas.openxmlformats.org/officeDocument/2006/relationships/slideMaster" Target="../slideMasters/slideMaster1.xml"/><Relationship Id="rId4" Type="http://schemas.openxmlformats.org/officeDocument/2006/relationships/tags" Target="../tags/tag14.xml"/><Relationship Id="rId9" Type="http://schemas.openxmlformats.org/officeDocument/2006/relationships/tags" Target="../tags/tag1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Master" Target="../slideMasters/slideMaster1.xml"/><Relationship Id="rId5" Type="http://schemas.openxmlformats.org/officeDocument/2006/relationships/tags" Target="../tags/tag24.xml"/><Relationship Id="rId4" Type="http://schemas.openxmlformats.org/officeDocument/2006/relationships/tags" Target="../tags/tag2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Master" Target="../slideMasters/slideMaster2.xml"/><Relationship Id="rId5" Type="http://schemas.openxmlformats.org/officeDocument/2006/relationships/tags" Target="../tags/tag34.xml"/><Relationship Id="rId4" Type="http://schemas.openxmlformats.org/officeDocument/2006/relationships/tags" Target="../tags/tag3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1" name="Rectangle 10"/>
          <p:cNvSpPr/>
          <p:nvPr>
            <p:custDataLst>
              <p:tags r:id="rId1"/>
            </p:custDataLst>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custDataLst>
              <p:tags r:id="rId2"/>
            </p:custDataLst>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custDataLst>
              <p:tags r:id="rId3"/>
            </p:custDataLst>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custDataLst>
              <p:tags r:id="rId4"/>
            </p:custDataLst>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custDataLst>
              <p:tags r:id="rId5"/>
            </p:custDataLst>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custDataLst>
              <p:tags r:id="rId6"/>
            </p:custDataLst>
          </p:nvPr>
        </p:nvSpPr>
        <p:spPr/>
        <p:txBody>
          <a:bodyPr/>
          <a:lstStyle/>
          <a:p>
            <a:fld id="{33211F5A-2E08-43CC-ADB2-AE0E31144EA2}" type="datetime1">
              <a:rPr lang="tr-TR" smtClean="0"/>
              <a:t>17.09.2011</a:t>
            </a:fld>
            <a:endParaRPr lang="tr-TR"/>
          </a:p>
        </p:txBody>
      </p:sp>
      <p:sp>
        <p:nvSpPr>
          <p:cNvPr id="5" name="Footer Placeholder 4"/>
          <p:cNvSpPr>
            <a:spLocks noGrp="1"/>
          </p:cNvSpPr>
          <p:nvPr>
            <p:ph type="ftr" sz="quarter" idx="11"/>
            <p:custDataLst>
              <p:tags r:id="rId7"/>
            </p:custDataLst>
          </p:nvPr>
        </p:nvSpPr>
        <p:spPr/>
        <p:txBody>
          <a:bodyPr/>
          <a:lstStyle/>
          <a:p>
            <a:endParaRPr lang="tr-TR"/>
          </a:p>
        </p:txBody>
      </p:sp>
      <p:sp>
        <p:nvSpPr>
          <p:cNvPr id="6" name="Slide Number Placeholder 5"/>
          <p:cNvSpPr>
            <a:spLocks noGrp="1"/>
          </p:cNvSpPr>
          <p:nvPr>
            <p:ph type="sldNum" sz="quarter" idx="12"/>
            <p:custDataLst>
              <p:tags r:id="rId8"/>
            </p:custDataLst>
          </p:nvPr>
        </p:nvSpPr>
        <p:spPr/>
        <p:txBody>
          <a:bodyPr/>
          <a:lstStyle/>
          <a:p>
            <a:fld id="{C1FA2219-9131-49AD-A1B5-1FFD48A79E7F}" type="slidenum">
              <a:rPr lang="tr-TR" smtClean="0"/>
              <a:t>‹#›</a:t>
            </a:fld>
            <a:endParaRPr lang="tr-TR"/>
          </a:p>
        </p:txBody>
      </p:sp>
      <p:sp>
        <p:nvSpPr>
          <p:cNvPr id="2" name="Title 1"/>
          <p:cNvSpPr>
            <a:spLocks noGrp="1"/>
          </p:cNvSpPr>
          <p:nvPr>
            <p:ph type="ctrTitle"/>
            <p:custDataLst>
              <p:tags r:id="rId9"/>
            </p:custDataLst>
          </p:nvPr>
        </p:nvSpPr>
        <p:spPr>
          <a:xfrm>
            <a:off x="817581" y="3132290"/>
            <a:ext cx="7175351" cy="1793167"/>
          </a:xfrm>
          <a:effectLst/>
        </p:spPr>
        <p:txBody>
          <a:bodyPr>
            <a:noAutofit/>
          </a:bodyPr>
          <a:lstStyle>
            <a:lvl1pPr marL="640080" indent="-457200" algn="l">
              <a:defRPr sz="5400"/>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4" name="Date Placeholder 3"/>
          <p:cNvSpPr>
            <a:spLocks noGrp="1"/>
          </p:cNvSpPr>
          <p:nvPr>
            <p:ph type="dt" sz="half" idx="10"/>
            <p:custDataLst>
              <p:tags r:id="rId1"/>
            </p:custDataLst>
          </p:nvPr>
        </p:nvSpPr>
        <p:spPr/>
        <p:txBody>
          <a:bodyPr/>
          <a:lstStyle/>
          <a:p>
            <a:fld id="{3FF96886-1644-4805-922F-2BDD80B5EC23}" type="datetime1">
              <a:rPr lang="tr-TR" smtClean="0"/>
              <a:t>17.09.2011</a:t>
            </a:fld>
            <a:endParaRPr lang="tr-TR"/>
          </a:p>
        </p:txBody>
      </p:sp>
      <p:sp>
        <p:nvSpPr>
          <p:cNvPr id="5" name="Footer Placeholder 4"/>
          <p:cNvSpPr>
            <a:spLocks noGrp="1"/>
          </p:cNvSpPr>
          <p:nvPr>
            <p:ph type="ftr" sz="quarter" idx="11"/>
            <p:custDataLst>
              <p:tags r:id="rId2"/>
            </p:custDataLst>
          </p:nvPr>
        </p:nvSpPr>
        <p:spPr/>
        <p:txBody>
          <a:bodyPr/>
          <a:lstStyle/>
          <a:p>
            <a:endParaRPr lang="tr-TR"/>
          </a:p>
        </p:txBody>
      </p:sp>
      <p:sp>
        <p:nvSpPr>
          <p:cNvPr id="6" name="Slide Number Placeholder 5"/>
          <p:cNvSpPr>
            <a:spLocks noGrp="1"/>
          </p:cNvSpPr>
          <p:nvPr>
            <p:ph type="sldNum" sz="quarter" idx="12"/>
            <p:custDataLst>
              <p:tags r:id="rId3"/>
            </p:custDataLst>
          </p:nvPr>
        </p:nvSpPr>
        <p:spPr/>
        <p:txBody>
          <a:bodyPr/>
          <a:lstStyle/>
          <a:p>
            <a:fld id="{C1FA2219-9131-49AD-A1B5-1FFD48A79E7F}" type="slidenum">
              <a:rPr lang="tr-TR" smtClean="0"/>
              <a:t>‹#›</a:t>
            </a:fld>
            <a:endParaRPr lang="tr-TR"/>
          </a:p>
        </p:txBody>
      </p:sp>
      <p:sp>
        <p:nvSpPr>
          <p:cNvPr id="8" name="Title 7"/>
          <p:cNvSpPr>
            <a:spLocks noGrp="1"/>
          </p:cNvSpPr>
          <p:nvPr>
            <p:ph type="title"/>
            <p:custDataLst>
              <p:tags r:id="rId4"/>
            </p:custDataLst>
          </p:nvPr>
        </p:nvSpPr>
        <p:spPr/>
        <p:txBody>
          <a:bodyPr/>
          <a:lstStyle/>
          <a:p>
            <a:r>
              <a:rPr lang="tr-TR" smtClean="0"/>
              <a:t>Asıl başlık stili için tıklatın</a:t>
            </a:r>
            <a:endParaRPr lang="en-US"/>
          </a:p>
        </p:txBody>
      </p:sp>
      <p:sp>
        <p:nvSpPr>
          <p:cNvPr id="10" name="Content Placeholder 9"/>
          <p:cNvSpPr>
            <a:spLocks noGrp="1"/>
          </p:cNvSpPr>
          <p:nvPr>
            <p:ph sz="quarter" idx="13"/>
            <p:custDataLst>
              <p:tags r:id="rId5"/>
            </p:custDataLst>
          </p:nvPr>
        </p:nvSpPr>
        <p:spPr>
          <a:xfrm>
            <a:off x="1143000" y="731520"/>
            <a:ext cx="6400800"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tr-TR" smtClean="0"/>
              <a:t>Asıl başlık stili için tıklatın</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8BA02361-8417-4EAF-964E-6B3AF1721E64}" type="datetime1">
              <a:rPr lang="tr-TR" smtClean="0"/>
              <a:t>17.09.2011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23E45B0-EA10-4B07-8566-CE20F9188C4B}" type="datetime1">
              <a:rPr lang="tr-TR" smtClean="0"/>
              <a:t>17.09.2011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8" name="Title 7"/>
          <p:cNvSpPr>
            <a:spLocks noGrp="1"/>
          </p:cNvSpPr>
          <p:nvPr>
            <p:ph type="title"/>
          </p:nvPr>
        </p:nvSpPr>
        <p:spPr/>
        <p:txBody>
          <a:bodyPr/>
          <a:lstStyle/>
          <a:p>
            <a:r>
              <a:rPr lang="tr-TR" smtClean="0"/>
              <a:t>Asıl başlık stili için tıklatın</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tr-TR" smtClean="0"/>
              <a:t>Asıl metin stillerini düzenlemek için tıklatın</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60A03491-EA27-4E3B-A7B3-0119A26FB22B}" type="datetime1">
              <a:rPr lang="tr-TR" smtClean="0"/>
              <a:t>17.09.2011</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A2219-9131-49AD-A1B5-1FFD48A79E7F}" type="slidenum">
              <a:rPr lang="tr-TR" smtClean="0"/>
              <a:t>‹#›</a:t>
            </a:fld>
            <a:endParaRPr lang="tr-TR"/>
          </a:p>
        </p:txBody>
      </p:sp>
      <p:sp>
        <p:nvSpPr>
          <p:cNvPr id="10" name="Title 9"/>
          <p:cNvSpPr>
            <a:spLocks noGrp="1"/>
          </p:cNvSpPr>
          <p:nvPr>
            <p:ph type="title"/>
          </p:nvPr>
        </p:nvSpPr>
        <p:spPr/>
        <p:txBody>
          <a:body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3E781847-CA54-4811-B1DC-01FAF672C498}" type="datetime1">
              <a:rPr lang="tr-TR" smtClean="0"/>
              <a:t>17.09.2011</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263337-47B6-4C69-84FB-6ACB4B0D9006}" type="datetime1">
              <a:rPr lang="tr-TR" smtClean="0"/>
              <a:t>17.09.2011</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tr-TR" smtClean="0"/>
              <a:t>Asıl başlık stili için tıklatın</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521C6A0F-F9B9-46DA-8227-49B509E26861}" type="datetime1">
              <a:rPr lang="tr-TR" smtClean="0"/>
              <a:t>17.09.2011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49639F51-7D0A-41C3-861F-9485E53EC16C}" type="datetime1">
              <a:rPr lang="tr-TR" smtClean="0"/>
              <a:t>17.09.2011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84EC70DB-3665-4FAF-BEE4-5BD6964DBE41}" type="datetime1">
              <a:rPr lang="tr-TR" smtClean="0"/>
              <a:t>17.09.2011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7E68E074-8273-4A0D-B6A2-87AB7BAC7D23}" type="datetime1">
              <a:rPr lang="tr-TR" smtClean="0"/>
              <a:t>17.09.2011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Veri Yer Tutucusu 3"/>
          <p:cNvSpPr>
            <a:spLocks noGrp="1"/>
          </p:cNvSpPr>
          <p:nvPr>
            <p:ph type="dt" sz="half" idx="10"/>
          </p:nvPr>
        </p:nvSpPr>
        <p:spPr/>
        <p:txBody>
          <a:bodyPr/>
          <a:lstStyle/>
          <a:p>
            <a:fld id="{AAF7DEBA-5971-409F-A79B-19F780977668}"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185634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custDataLst>
              <p:tags r:id="rId1"/>
            </p:custDataLst>
          </p:nvPr>
        </p:nvSpPr>
        <p:spPr/>
        <p:txBody>
          <a:bodyPr/>
          <a:lstStyle/>
          <a:p>
            <a:r>
              <a:rPr lang="tr-TR" smtClean="0"/>
              <a:t>Asıl başlık stili için tıklatın</a:t>
            </a:r>
            <a:endParaRPr lang="tr-TR"/>
          </a:p>
        </p:txBody>
      </p:sp>
      <p:sp>
        <p:nvSpPr>
          <p:cNvPr id="3" name="İçerik Yer Tutucusu 2"/>
          <p:cNvSpPr>
            <a:spLocks noGrp="1"/>
          </p:cNvSpPr>
          <p:nvPr>
            <p:ph idx="1"/>
            <p:custDataLst>
              <p:tags r:id="rId2"/>
            </p:custDataLst>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custDataLst>
              <p:tags r:id="rId3"/>
            </p:custDataLst>
          </p:nvPr>
        </p:nvSpPr>
        <p:spPr/>
        <p:txBody>
          <a:bodyPr/>
          <a:lstStyle/>
          <a:p>
            <a:fld id="{412E2A92-3D34-4C2A-BF77-419B813C51FB}" type="datetime1">
              <a:rPr lang="tr-TR" smtClean="0"/>
              <a:t>17.09.2011</a:t>
            </a:fld>
            <a:endParaRPr lang="tr-TR"/>
          </a:p>
        </p:txBody>
      </p:sp>
      <p:sp>
        <p:nvSpPr>
          <p:cNvPr id="5" name="Altbilgi Yer Tutucusu 4"/>
          <p:cNvSpPr>
            <a:spLocks noGrp="1"/>
          </p:cNvSpPr>
          <p:nvPr>
            <p:ph type="ftr" sz="quarter" idx="11"/>
            <p:custDataLst>
              <p:tags r:id="rId4"/>
            </p:custDataLst>
          </p:nvPr>
        </p:nvSpPr>
        <p:spPr/>
        <p:txBody>
          <a:bodyPr/>
          <a:lstStyle/>
          <a:p>
            <a:endParaRPr lang="tr-TR"/>
          </a:p>
        </p:txBody>
      </p:sp>
      <p:sp>
        <p:nvSpPr>
          <p:cNvPr id="6" name="Slayt Numarası Yer Tutucusu 5"/>
          <p:cNvSpPr>
            <a:spLocks noGrp="1"/>
          </p:cNvSpPr>
          <p:nvPr>
            <p:ph type="sldNum" sz="quarter" idx="12"/>
            <p:custDataLst>
              <p:tags r:id="rId5"/>
            </p:custDataLst>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15392916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p>
            <a:fld id="{E356C50D-6847-4CE8-96A0-0F64178FC928}"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5755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215D0BC6-87A8-456B-A25D-9C643A571D87}" type="datetime1">
              <a:rPr lang="tr-TR" smtClean="0"/>
              <a:t>17.09.2011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781901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3A8AE344-31CC-436B-808B-03C782EA0E02}" type="datetime1">
              <a:rPr lang="tr-TR" smtClean="0"/>
              <a:t>17.09.2011</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2745902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D8C5D3EB-549B-47E2-A459-895304C4B8AB}" type="datetime1">
              <a:rPr lang="tr-TR" smtClean="0"/>
              <a:t>17.09.2011</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749751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7DA1C76A-13F0-4DCE-BB0A-885A6F0195A5}" type="datetime1">
              <a:rPr lang="tr-TR" smtClean="0"/>
              <a:t>17.09.2011</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934022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7D356B32-8E86-4D76-9AC6-1E615511D280}" type="datetime1">
              <a:rPr lang="tr-TR" smtClean="0"/>
              <a:t>17.09.2011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37624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811BDF59-8B1D-414D-9D5F-DCDB33DB2071}" type="datetime1">
              <a:rPr lang="tr-TR" smtClean="0"/>
              <a:t>17.09.2011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61245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6FBEDAB1-641D-41E7-BB6B-E0C1FBCE2522}"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291491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9C63332F-F009-4965-802E-83610E9E7A41}" type="datetime1">
              <a:rPr lang="tr-TR" smtClean="0"/>
              <a:t>17.09.2011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65253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21" Type="http://schemas.openxmlformats.org/officeDocument/2006/relationships/tags" Target="../tags/tag10.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tags" Target="../tags/tag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tags" Target="../tags/tag8.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25.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tags" Target="../tags/tag29.xml"/><Relationship Id="rId2" Type="http://schemas.openxmlformats.org/officeDocument/2006/relationships/slideLayout" Target="../slideLayouts/slideLayout13.xml"/><Relationship Id="rId16" Type="http://schemas.openxmlformats.org/officeDocument/2006/relationships/tags" Target="../tags/tag28.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27.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custDataLst>
              <p:tags r:id="rId13"/>
            </p:custDataLst>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custDataLst>
              <p:tags r:id="rId14"/>
            </p:custDataLst>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custDataLst>
              <p:tags r:id="rId15"/>
            </p:custDataLst>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custDataLst>
              <p:tags r:id="rId16"/>
            </p:custDataLst>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custDataLst>
              <p:tags r:id="rId17"/>
            </p:custDataLst>
          </p:nvPr>
        </p:nvSpPr>
        <p:spPr>
          <a:xfrm>
            <a:off x="1793289" y="4372168"/>
            <a:ext cx="6512511" cy="1143000"/>
          </a:xfrm>
          <a:prstGeom prst="rect">
            <a:avLst/>
          </a:prstGeom>
          <a:effectLst/>
        </p:spPr>
        <p:txBody>
          <a:bodyPr vert="horz" lIns="91440" tIns="45720" rIns="91440" bIns="45720" rtlCol="0" anchor="t" anchorCtr="0">
            <a:noAutofit/>
          </a:bodyPr>
          <a:lstStyle/>
          <a:p>
            <a:r>
              <a:rPr lang="tr-TR" smtClean="0"/>
              <a:t>Asıl başlık stili için tıklatın</a:t>
            </a:r>
            <a:endParaRPr lang="en-US" dirty="0"/>
          </a:p>
        </p:txBody>
      </p:sp>
      <p:sp>
        <p:nvSpPr>
          <p:cNvPr id="3" name="Text Placeholder 2"/>
          <p:cNvSpPr>
            <a:spLocks noGrp="1"/>
          </p:cNvSpPr>
          <p:nvPr>
            <p:ph type="body" idx="1"/>
            <p:custDataLst>
              <p:tags r:id="rId18"/>
            </p:custDataLst>
          </p:nvPr>
        </p:nvSpPr>
        <p:spPr>
          <a:xfrm>
            <a:off x="1143000" y="732260"/>
            <a:ext cx="6400800" cy="347472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custDataLst>
              <p:tags r:id="rId19"/>
            </p:custDataLst>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2CE80751-1508-4B30-8CAE-152919EC98AB}" type="datetime1">
              <a:rPr lang="tr-TR" smtClean="0"/>
              <a:t>17.09.2011</a:t>
            </a:fld>
            <a:endParaRPr lang="tr-TR"/>
          </a:p>
        </p:txBody>
      </p:sp>
      <p:sp>
        <p:nvSpPr>
          <p:cNvPr id="5" name="Footer Placeholder 4"/>
          <p:cNvSpPr>
            <a:spLocks noGrp="1"/>
          </p:cNvSpPr>
          <p:nvPr>
            <p:ph type="ftr" sz="quarter" idx="3"/>
            <p:custDataLst>
              <p:tags r:id="rId20"/>
            </p:custDataLst>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tr-TR"/>
          </a:p>
        </p:txBody>
      </p:sp>
      <p:sp>
        <p:nvSpPr>
          <p:cNvPr id="6" name="Slide Number Placeholder 5"/>
          <p:cNvSpPr>
            <a:spLocks noGrp="1"/>
          </p:cNvSpPr>
          <p:nvPr>
            <p:ph type="sldNum" sz="quarter" idx="4"/>
            <p:custDataLst>
              <p:tags r:id="rId21"/>
            </p:custDataLst>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C1FA2219-9131-49AD-A1B5-1FFD48A79E7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custDataLst>
              <p:tags r:id="rId13"/>
            </p:custDataLst>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custDataLst>
              <p:tags r:id="rId14"/>
            </p:custDataLst>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custDataLst>
              <p:tags r:id="rId15"/>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BBDD0B-BAA1-4B61-9F7E-305C5CC1739C}" type="datetime1">
              <a:rPr lang="tr-TR" smtClean="0"/>
              <a:t>17.09.2011</a:t>
            </a:fld>
            <a:endParaRPr lang="tr-TR"/>
          </a:p>
        </p:txBody>
      </p:sp>
      <p:sp>
        <p:nvSpPr>
          <p:cNvPr id="5" name="Altbilgi Yer Tutucusu 4"/>
          <p:cNvSpPr>
            <a:spLocks noGrp="1"/>
          </p:cNvSpPr>
          <p:nvPr>
            <p:ph type="ftr" sz="quarter" idx="3"/>
            <p:custDataLst>
              <p:tags r:id="rId16"/>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custDataLst>
              <p:tags r:id="rId17"/>
            </p:custDataLst>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A2219-9131-49AD-A1B5-1FFD48A79E7F}" type="slidenum">
              <a:rPr lang="tr-TR" smtClean="0"/>
              <a:t>‹#›</a:t>
            </a:fld>
            <a:endParaRPr lang="tr-TR"/>
          </a:p>
        </p:txBody>
      </p:sp>
    </p:spTree>
    <p:extLst>
      <p:ext uri="{BB962C8B-B14F-4D97-AF65-F5344CB8AC3E}">
        <p14:creationId xmlns:p14="http://schemas.microsoft.com/office/powerpoint/2010/main" val="37033124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37.xml"/><Relationship Id="rId7" Type="http://schemas.openxmlformats.org/officeDocument/2006/relationships/tags" Target="../tags/tag4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5" Type="http://schemas.openxmlformats.org/officeDocument/2006/relationships/tags" Target="../tags/tag39.xml"/><Relationship Id="rId10" Type="http://schemas.openxmlformats.org/officeDocument/2006/relationships/image" Target="../media/image2.jpg"/><Relationship Id="rId4" Type="http://schemas.openxmlformats.org/officeDocument/2006/relationships/tags" Target="../tags/tag38.xml"/><Relationship Id="rId9" Type="http://schemas.openxmlformats.org/officeDocument/2006/relationships/image" Target="../media/image1.wmf"/></Relationships>
</file>

<file path=ppt/slides/_rels/slide2.xml.rels><?xml version="1.0" encoding="UTF-8" standalone="yes"?>
<Relationships xmlns="http://schemas.openxmlformats.org/package/2006/relationships"><Relationship Id="rId3" Type="http://schemas.openxmlformats.org/officeDocument/2006/relationships/tags" Target="../tags/tag44.xml"/><Relationship Id="rId7" Type="http://schemas.openxmlformats.org/officeDocument/2006/relationships/image" Target="../media/image3.gif"/><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slideLayout" Target="../slideLayouts/slideLayout2.xml"/><Relationship Id="rId5" Type="http://schemas.openxmlformats.org/officeDocument/2006/relationships/tags" Target="../tags/tag46.xml"/><Relationship Id="rId4" Type="http://schemas.openxmlformats.org/officeDocument/2006/relationships/tags" Target="../tags/tag45.xml"/></Relationships>
</file>

<file path=ppt/slides/_rels/slide3.xml.rels><?xml version="1.0" encoding="UTF-8" standalone="yes"?>
<Relationships xmlns="http://schemas.openxmlformats.org/package/2006/relationships"><Relationship Id="rId3" Type="http://schemas.openxmlformats.org/officeDocument/2006/relationships/tags" Target="../tags/tag49.xml"/><Relationship Id="rId7" Type="http://schemas.openxmlformats.org/officeDocument/2006/relationships/slideLayout" Target="../slideLayouts/slideLayout2.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s>
</file>

<file path=ppt/slides/_rels/slide4.xml.rels><?xml version="1.0" encoding="UTF-8" standalone="yes"?>
<Relationships xmlns="http://schemas.openxmlformats.org/package/2006/relationships"><Relationship Id="rId8" Type="http://schemas.openxmlformats.org/officeDocument/2006/relationships/tags" Target="../tags/tag60.xml"/><Relationship Id="rId3" Type="http://schemas.openxmlformats.org/officeDocument/2006/relationships/tags" Target="../tags/tag55.xml"/><Relationship Id="rId7" Type="http://schemas.openxmlformats.org/officeDocument/2006/relationships/tags" Target="../tags/tag59.xml"/><Relationship Id="rId12" Type="http://schemas.openxmlformats.org/officeDocument/2006/relationships/image" Target="../media/image5.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image" Target="../media/image4.png"/><Relationship Id="rId5" Type="http://schemas.openxmlformats.org/officeDocument/2006/relationships/tags" Target="../tags/tag57.xml"/><Relationship Id="rId10" Type="http://schemas.openxmlformats.org/officeDocument/2006/relationships/notesSlide" Target="../notesSlides/notesSlide1.xml"/><Relationship Id="rId4" Type="http://schemas.openxmlformats.org/officeDocument/2006/relationships/tags" Target="../tags/tag56.xml"/><Relationship Id="rId9"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tags" Target="../tags/tag68.xml"/><Relationship Id="rId3" Type="http://schemas.openxmlformats.org/officeDocument/2006/relationships/tags" Target="../tags/tag63.xml"/><Relationship Id="rId7" Type="http://schemas.openxmlformats.org/officeDocument/2006/relationships/tags" Target="../tags/tag67.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image" Target="../media/image6.gif"/><Relationship Id="rId5" Type="http://schemas.openxmlformats.org/officeDocument/2006/relationships/tags" Target="../tags/tag65.xml"/><Relationship Id="rId10" Type="http://schemas.openxmlformats.org/officeDocument/2006/relationships/notesSlide" Target="../notesSlides/notesSlide2.xml"/><Relationship Id="rId4" Type="http://schemas.openxmlformats.org/officeDocument/2006/relationships/tags" Target="../tags/tag64.xml"/><Relationship Id="rId9"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tags" Target="../tags/tag76.xml"/><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image" Target="../media/image8.png"/><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image" Target="../media/image7.png"/><Relationship Id="rId5" Type="http://schemas.openxmlformats.org/officeDocument/2006/relationships/tags" Target="../tags/tag73.xml"/><Relationship Id="rId10" Type="http://schemas.openxmlformats.org/officeDocument/2006/relationships/notesSlide" Target="../notesSlides/notesSlide3.xml"/><Relationship Id="rId4" Type="http://schemas.openxmlformats.org/officeDocument/2006/relationships/tags" Target="../tags/tag72.xml"/><Relationship Id="rId9"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tags" Target="../tags/tag84.xml"/><Relationship Id="rId13" Type="http://schemas.openxmlformats.org/officeDocument/2006/relationships/image" Target="../media/image10.png"/><Relationship Id="rId3" Type="http://schemas.openxmlformats.org/officeDocument/2006/relationships/tags" Target="../tags/tag79.xml"/><Relationship Id="rId7" Type="http://schemas.openxmlformats.org/officeDocument/2006/relationships/tags" Target="../tags/tag83.xml"/><Relationship Id="rId12" Type="http://schemas.openxmlformats.org/officeDocument/2006/relationships/image" Target="../media/image9.gif"/><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tags" Target="../tags/tag82.xml"/><Relationship Id="rId11" Type="http://schemas.openxmlformats.org/officeDocument/2006/relationships/notesSlide" Target="../notesSlides/notesSlide4.xml"/><Relationship Id="rId5" Type="http://schemas.openxmlformats.org/officeDocument/2006/relationships/tags" Target="../tags/tag81.xml"/><Relationship Id="rId10" Type="http://schemas.openxmlformats.org/officeDocument/2006/relationships/slideLayout" Target="../slideLayouts/slideLayout13.xml"/><Relationship Id="rId4" Type="http://schemas.openxmlformats.org/officeDocument/2006/relationships/tags" Target="../tags/tag80.xml"/><Relationship Id="rId9" Type="http://schemas.openxmlformats.org/officeDocument/2006/relationships/tags" Target="../tags/tag85.xml"/><Relationship Id="rId1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tags" Target="../tags/tag93.xml"/><Relationship Id="rId3" Type="http://schemas.openxmlformats.org/officeDocument/2006/relationships/tags" Target="../tags/tag88.xml"/><Relationship Id="rId7" Type="http://schemas.openxmlformats.org/officeDocument/2006/relationships/tags" Target="../tags/tag92.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image" Target="../media/image12.png"/><Relationship Id="rId5" Type="http://schemas.openxmlformats.org/officeDocument/2006/relationships/tags" Target="../tags/tag90.xml"/><Relationship Id="rId10" Type="http://schemas.openxmlformats.org/officeDocument/2006/relationships/notesSlide" Target="../notesSlides/notesSlide5.xml"/><Relationship Id="rId4" Type="http://schemas.openxmlformats.org/officeDocument/2006/relationships/tags" Target="../tags/tag89.xml"/><Relationship Id="rId9"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tags" Target="../tags/tag101.xml"/><Relationship Id="rId3" Type="http://schemas.openxmlformats.org/officeDocument/2006/relationships/tags" Target="../tags/tag96.xml"/><Relationship Id="rId7" Type="http://schemas.openxmlformats.org/officeDocument/2006/relationships/tags" Target="../tags/tag100.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11" Type="http://schemas.openxmlformats.org/officeDocument/2006/relationships/image" Target="../media/image13.png"/><Relationship Id="rId5" Type="http://schemas.openxmlformats.org/officeDocument/2006/relationships/tags" Target="../tags/tag98.xml"/><Relationship Id="rId10" Type="http://schemas.openxmlformats.org/officeDocument/2006/relationships/notesSlide" Target="../notesSlides/notesSlide6.xml"/><Relationship Id="rId4" Type="http://schemas.openxmlformats.org/officeDocument/2006/relationships/tags" Target="../tags/tag97.xml"/><Relationship Id="rId9"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tags" Target="../tags/tag109.xml"/><Relationship Id="rId3" Type="http://schemas.openxmlformats.org/officeDocument/2006/relationships/tags" Target="../tags/tag104.xml"/><Relationship Id="rId7" Type="http://schemas.openxmlformats.org/officeDocument/2006/relationships/tags" Target="../tags/tag108.xml"/><Relationship Id="rId12" Type="http://schemas.openxmlformats.org/officeDocument/2006/relationships/image" Target="../media/image15.png"/><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tags" Target="../tags/tag107.xml"/><Relationship Id="rId11" Type="http://schemas.openxmlformats.org/officeDocument/2006/relationships/image" Target="../media/image14.png"/><Relationship Id="rId5" Type="http://schemas.openxmlformats.org/officeDocument/2006/relationships/tags" Target="../tags/tag106.xml"/><Relationship Id="rId10" Type="http://schemas.openxmlformats.org/officeDocument/2006/relationships/notesSlide" Target="../notesSlides/notesSlide7.xml"/><Relationship Id="rId4" Type="http://schemas.openxmlformats.org/officeDocument/2006/relationships/tags" Target="../tags/tag105.xml"/><Relationship Id="rId9"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0 Resim" descr="sau_logo.wmf"/>
          <p:cNvPicPr/>
          <p:nvPr/>
        </p:nvPicPr>
        <p:blipFill>
          <a:blip r:embed="rId9"/>
          <a:stretch>
            <a:fillRect/>
          </a:stretch>
        </p:blipFill>
        <p:spPr>
          <a:xfrm>
            <a:off x="189107" y="4572000"/>
            <a:ext cx="8765785" cy="2188205"/>
          </a:xfrm>
          <a:prstGeom prst="rect">
            <a:avLst/>
          </a:prstGeom>
          <a:noFill/>
          <a:ln>
            <a:noFill/>
          </a:ln>
        </p:spPr>
      </p:pic>
      <p:sp>
        <p:nvSpPr>
          <p:cNvPr id="7" name="Dikdörtgen 6"/>
          <p:cNvSpPr/>
          <p:nvPr>
            <p:custDataLst>
              <p:tags r:id="rId1"/>
            </p:custDataLst>
          </p:nvPr>
        </p:nvSpPr>
        <p:spPr>
          <a:xfrm>
            <a:off x="0" y="2895600"/>
            <a:ext cx="7696200" cy="1219200"/>
          </a:xfrm>
          <a:prstGeom prst="rect">
            <a:avLst/>
          </a:prstGeom>
          <a:solidFill>
            <a:schemeClr val="tx2">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Alt Başlık 2"/>
          <p:cNvSpPr>
            <a:spLocks noGrp="1"/>
          </p:cNvSpPr>
          <p:nvPr>
            <p:ph type="subTitle" idx="1"/>
            <p:custDataLst>
              <p:tags r:id="rId2"/>
            </p:custDataLst>
          </p:nvPr>
        </p:nvSpPr>
        <p:spPr>
          <a:xfrm>
            <a:off x="64207" y="3733800"/>
            <a:ext cx="3974393" cy="609600"/>
          </a:xfrm>
        </p:spPr>
        <p:txBody>
          <a:bodyPr>
            <a:normAutofit/>
          </a:bodyPr>
          <a:lstStyle/>
          <a:p>
            <a:pPr>
              <a:spcBef>
                <a:spcPts val="0"/>
              </a:spcBef>
              <a:spcAft>
                <a:spcPts val="0"/>
              </a:spcAft>
            </a:pPr>
            <a:r>
              <a:rPr lang="tr-TR" sz="1800" dirty="0" smtClean="0">
                <a:solidFill>
                  <a:srgbClr val="AADAF0"/>
                </a:solidFill>
              </a:rPr>
              <a:t>Temel Bilgi Teknolojisi Kullanımı</a:t>
            </a:r>
            <a:endParaRPr lang="tr-TR" sz="1800" dirty="0">
              <a:solidFill>
                <a:srgbClr val="AADAF0"/>
              </a:solidFill>
            </a:endParaRPr>
          </a:p>
        </p:txBody>
      </p:sp>
      <p:sp>
        <p:nvSpPr>
          <p:cNvPr id="2" name="Başlık 1"/>
          <p:cNvSpPr>
            <a:spLocks noGrp="1"/>
          </p:cNvSpPr>
          <p:nvPr>
            <p:ph type="ctrTitle"/>
            <p:custDataLst>
              <p:tags r:id="rId3"/>
            </p:custDataLst>
          </p:nvPr>
        </p:nvSpPr>
        <p:spPr>
          <a:xfrm>
            <a:off x="0" y="2827491"/>
            <a:ext cx="4455328" cy="795454"/>
          </a:xfrm>
          <a:effectLst/>
        </p:spPr>
        <p:txBody>
          <a:bodyPr/>
          <a:lstStyle/>
          <a:p>
            <a:pPr marL="0" indent="0">
              <a:buNone/>
            </a:pPr>
            <a:r>
              <a:rPr lang="tr-TR"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PowerPoint</a:t>
            </a:r>
            <a:endParaRPr lang="tr-TR"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8" name="Dikdörtgen 7"/>
          <p:cNvSpPr/>
          <p:nvPr>
            <p:custDataLst>
              <p:tags r:id="rId4"/>
            </p:custDataLst>
          </p:nvPr>
        </p:nvSpPr>
        <p:spPr>
          <a:xfrm>
            <a:off x="0" y="4114800"/>
            <a:ext cx="7696200" cy="381000"/>
          </a:xfrm>
          <a:prstGeom prst="rect">
            <a:avLst/>
          </a:prstGeom>
          <a:solidFill>
            <a:schemeClr val="bg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Alt Başlık 2"/>
          <p:cNvSpPr txBox="1">
            <a:spLocks/>
          </p:cNvSpPr>
          <p:nvPr>
            <p:custDataLst>
              <p:tags r:id="rId5"/>
            </p:custDataLst>
          </p:nvPr>
        </p:nvSpPr>
        <p:spPr>
          <a:xfrm>
            <a:off x="64207" y="4152900"/>
            <a:ext cx="3974393" cy="304800"/>
          </a:xfrm>
          <a:prstGeom prst="rect">
            <a:avLst/>
          </a:prstGeom>
        </p:spPr>
        <p:txBody>
          <a:bodyPr vert="horz" lIns="91440" tIns="45720" rIns="91440" bIns="45720" rtlCol="0">
            <a:normAutofit fontScale="925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spcBef>
                <a:spcPts val="0"/>
              </a:spcBef>
            </a:pPr>
            <a:r>
              <a:rPr lang="tr-TR" sz="1600" i="1" dirty="0" err="1" smtClean="0">
                <a:solidFill>
                  <a:schemeClr val="bg1"/>
                </a:solidFill>
              </a:rPr>
              <a:t>Öğr.Gör.Dr</a:t>
            </a:r>
            <a:r>
              <a:rPr lang="tr-TR" sz="1600" i="1" dirty="0" smtClean="0">
                <a:solidFill>
                  <a:schemeClr val="bg1"/>
                </a:solidFill>
              </a:rPr>
              <a:t>. Zekeriya PARLAK</a:t>
            </a:r>
            <a:endParaRPr lang="tr-TR" sz="1600" i="1" dirty="0">
              <a:solidFill>
                <a:schemeClr val="bg1"/>
              </a:solidFill>
            </a:endParaRPr>
          </a:p>
        </p:txBody>
      </p:sp>
      <p:sp>
        <p:nvSpPr>
          <p:cNvPr id="9" name="Dikdörtgen 8"/>
          <p:cNvSpPr/>
          <p:nvPr>
            <p:custDataLst>
              <p:tags r:id="rId6"/>
            </p:custDataLst>
          </p:nvPr>
        </p:nvSpPr>
        <p:spPr>
          <a:xfrm>
            <a:off x="7696200" y="2895600"/>
            <a:ext cx="1447800" cy="1600200"/>
          </a:xfrm>
          <a:prstGeom prst="rect">
            <a:avLst/>
          </a:prstGeom>
          <a:solidFill>
            <a:schemeClr val="accent5">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pic>
        <p:nvPicPr>
          <p:cNvPr id="4" name="Resim 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696200" y="2895600"/>
            <a:ext cx="1447800" cy="1600200"/>
          </a:xfrm>
          <a:prstGeom prst="rect">
            <a:avLst/>
          </a:prstGeom>
        </p:spPr>
      </p:pic>
      <p:sp>
        <p:nvSpPr>
          <p:cNvPr id="11" name="Metin kutusu 10"/>
          <p:cNvSpPr txBox="1"/>
          <p:nvPr>
            <p:custDataLst>
              <p:tags r:id="rId7"/>
            </p:custDataLst>
          </p:nvPr>
        </p:nvSpPr>
        <p:spPr>
          <a:xfrm>
            <a:off x="7813186" y="6629400"/>
            <a:ext cx="1330814" cy="261610"/>
          </a:xfrm>
          <a:prstGeom prst="rect">
            <a:avLst/>
          </a:prstGeom>
          <a:noFill/>
        </p:spPr>
        <p:txBody>
          <a:bodyPr wrap="none" rtlCol="0">
            <a:spAutoFit/>
          </a:bodyPr>
          <a:lstStyle/>
          <a:p>
            <a:r>
              <a:rPr lang="tr-TR" sz="1100" i="1" dirty="0" smtClean="0">
                <a:latin typeface="Calibri" pitchFamily="34" charset="0"/>
                <a:cs typeface="Calibri" pitchFamily="34" charset="0"/>
              </a:rPr>
              <a:t>Sakarya Üniversitesi</a:t>
            </a:r>
            <a:endParaRPr lang="tr-TR" sz="1100" i="1" dirty="0">
              <a:latin typeface="Calibri" pitchFamily="34" charset="0"/>
              <a:cs typeface="Calibri" pitchFamily="34" charset="0"/>
            </a:endParaRPr>
          </a:p>
        </p:txBody>
      </p:sp>
    </p:spTree>
    <p:extLst>
      <p:ext uri="{BB962C8B-B14F-4D97-AF65-F5344CB8AC3E}">
        <p14:creationId xmlns:p14="http://schemas.microsoft.com/office/powerpoint/2010/main" val="1024001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ikdörtgen 13"/>
          <p:cNvSpPr/>
          <p:nvPr>
            <p:custDataLst>
              <p:tags r:id="rId2"/>
            </p:custDataLst>
          </p:nvPr>
        </p:nvSpPr>
        <p:spPr>
          <a:xfrm>
            <a:off x="381000" y="2285999"/>
            <a:ext cx="7391400" cy="2133601"/>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3"/>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Öğrenme Hedefleri</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6" name="Metin kutusu 5"/>
          <p:cNvSpPr txBox="1"/>
          <p:nvPr>
            <p:custDataLst>
              <p:tags r:id="rId4"/>
            </p:custDataLst>
          </p:nvPr>
        </p:nvSpPr>
        <p:spPr>
          <a:xfrm>
            <a:off x="381000" y="2361658"/>
            <a:ext cx="7543800" cy="1938992"/>
          </a:xfrm>
          <a:prstGeom prst="rect">
            <a:avLst/>
          </a:prstGeom>
          <a:noFill/>
        </p:spPr>
        <p:txBody>
          <a:bodyPr wrap="square" rtlCol="0">
            <a:spAutoFit/>
          </a:bodyPr>
          <a:lstStyle/>
          <a:p>
            <a:pPr marL="217170" indent="-171450">
              <a:lnSpc>
                <a:spcPct val="150000"/>
              </a:lnSpc>
              <a:buClr>
                <a:schemeClr val="accent6">
                  <a:lumMod val="75000"/>
                </a:schemeClr>
              </a:buClr>
              <a:buSzPct val="130000"/>
              <a:buBlip>
                <a:blip r:embed="rId7"/>
              </a:buBlip>
              <a:tabLst>
                <a:tab pos="182563" algn="l"/>
              </a:tabLst>
            </a:pPr>
            <a:r>
              <a:rPr lang="tr-TR" sz="1600" dirty="0" smtClean="0">
                <a:solidFill>
                  <a:schemeClr val="tx1">
                    <a:lumMod val="75000"/>
                    <a:lumOff val="25000"/>
                  </a:schemeClr>
                </a:solidFill>
                <a:latin typeface="Calibri" pitchFamily="34" charset="0"/>
                <a:cs typeface="Calibri" pitchFamily="34" charset="0"/>
              </a:rPr>
              <a:t> Slayt gösterisini başlatır</a:t>
            </a:r>
          </a:p>
          <a:p>
            <a:pPr marL="217170" indent="-171450">
              <a:lnSpc>
                <a:spcPct val="150000"/>
              </a:lnSpc>
              <a:buClr>
                <a:schemeClr val="accent6">
                  <a:lumMod val="75000"/>
                </a:schemeClr>
              </a:buClr>
              <a:buSzPct val="130000"/>
              <a:buBlip>
                <a:blip r:embed="rId7"/>
              </a:buBlip>
              <a:tabLst>
                <a:tab pos="182563" algn="l"/>
              </a:tabLst>
            </a:pPr>
            <a:r>
              <a:rPr lang="tr-TR" sz="1600" dirty="0">
                <a:solidFill>
                  <a:schemeClr val="tx1">
                    <a:lumMod val="75000"/>
                    <a:lumOff val="25000"/>
                  </a:schemeClr>
                </a:solidFill>
                <a:latin typeface="Calibri" pitchFamily="34" charset="0"/>
                <a:cs typeface="Calibri" pitchFamily="34" charset="0"/>
              </a:rPr>
              <a:t> </a:t>
            </a:r>
            <a:r>
              <a:rPr lang="tr-TR" sz="1600" dirty="0" smtClean="0">
                <a:solidFill>
                  <a:schemeClr val="tx1">
                    <a:lumMod val="75000"/>
                    <a:lumOff val="25000"/>
                  </a:schemeClr>
                </a:solidFill>
                <a:latin typeface="Calibri" pitchFamily="34" charset="0"/>
                <a:cs typeface="Calibri" pitchFamily="34" charset="0"/>
              </a:rPr>
              <a:t>Zaman provası yapar</a:t>
            </a:r>
          </a:p>
          <a:p>
            <a:pPr marL="217170" indent="-171450">
              <a:lnSpc>
                <a:spcPct val="150000"/>
              </a:lnSpc>
              <a:buClr>
                <a:schemeClr val="accent6">
                  <a:lumMod val="75000"/>
                </a:schemeClr>
              </a:buClr>
              <a:buSzPct val="130000"/>
              <a:buBlip>
                <a:blip r:embed="rId7"/>
              </a:buBlip>
              <a:tabLst>
                <a:tab pos="182563" algn="l"/>
              </a:tabLst>
            </a:pPr>
            <a:r>
              <a:rPr lang="tr-TR" sz="1600" dirty="0" smtClean="0">
                <a:solidFill>
                  <a:schemeClr val="tx1">
                    <a:lumMod val="75000"/>
                    <a:lumOff val="25000"/>
                  </a:schemeClr>
                </a:solidFill>
                <a:latin typeface="Calibri" pitchFamily="34" charset="0"/>
                <a:cs typeface="Calibri" pitchFamily="34" charset="0"/>
              </a:rPr>
              <a:t> Slayt gösterisini kaydeder</a:t>
            </a:r>
          </a:p>
          <a:p>
            <a:pPr marL="217170" indent="-171450">
              <a:lnSpc>
                <a:spcPct val="150000"/>
              </a:lnSpc>
              <a:buClr>
                <a:schemeClr val="accent6">
                  <a:lumMod val="75000"/>
                </a:schemeClr>
              </a:buClr>
              <a:buSzPct val="130000"/>
              <a:buBlip>
                <a:blip r:embed="rId7"/>
              </a:buBlip>
              <a:tabLst>
                <a:tab pos="182563" algn="l"/>
              </a:tabLst>
            </a:pPr>
            <a:r>
              <a:rPr lang="tr-TR" sz="1600" dirty="0" smtClean="0">
                <a:solidFill>
                  <a:schemeClr val="tx1">
                    <a:lumMod val="75000"/>
                    <a:lumOff val="25000"/>
                  </a:schemeClr>
                </a:solidFill>
                <a:latin typeface="Calibri" pitchFamily="34" charset="0"/>
                <a:cs typeface="Calibri" pitchFamily="34" charset="0"/>
              </a:rPr>
              <a:t> Slaytları gösterip / gizler</a:t>
            </a:r>
          </a:p>
          <a:p>
            <a:pPr marL="217170" indent="-171450">
              <a:lnSpc>
                <a:spcPct val="150000"/>
              </a:lnSpc>
              <a:buClr>
                <a:schemeClr val="accent6">
                  <a:lumMod val="75000"/>
                </a:schemeClr>
              </a:buClr>
              <a:buSzPct val="130000"/>
              <a:buBlip>
                <a:blip r:embed="rId7"/>
              </a:buBlip>
              <a:tabLst>
                <a:tab pos="182563" algn="l"/>
              </a:tabLst>
            </a:pPr>
            <a:r>
              <a:rPr lang="tr-TR" sz="1600" dirty="0">
                <a:solidFill>
                  <a:schemeClr val="tx1">
                    <a:lumMod val="75000"/>
                    <a:lumOff val="25000"/>
                  </a:schemeClr>
                </a:solidFill>
                <a:latin typeface="Calibri" pitchFamily="34" charset="0"/>
                <a:cs typeface="Calibri" pitchFamily="34" charset="0"/>
              </a:rPr>
              <a:t> </a:t>
            </a:r>
            <a:r>
              <a:rPr lang="tr-TR" sz="1600" dirty="0" smtClean="0">
                <a:solidFill>
                  <a:schemeClr val="tx1">
                    <a:lumMod val="75000"/>
                    <a:lumOff val="25000"/>
                  </a:schemeClr>
                </a:solidFill>
                <a:latin typeface="Calibri" pitchFamily="34" charset="0"/>
                <a:cs typeface="Calibri" pitchFamily="34" charset="0"/>
              </a:rPr>
              <a:t>Slayt gösterisi ekranını tanır</a:t>
            </a:r>
            <a:endParaRPr lang="tr-TR" sz="1600" dirty="0">
              <a:solidFill>
                <a:schemeClr val="tx1">
                  <a:lumMod val="75000"/>
                  <a:lumOff val="25000"/>
                </a:schemeClr>
              </a:solidFill>
              <a:latin typeface="Calibri" pitchFamily="34" charset="0"/>
              <a:cs typeface="Calibri" pitchFamily="34" charset="0"/>
            </a:endParaRPr>
          </a:p>
        </p:txBody>
      </p:sp>
      <p:sp>
        <p:nvSpPr>
          <p:cNvPr id="15" name="Slayt Numarası Yer Tutucusu 14"/>
          <p:cNvSpPr>
            <a:spLocks noGrp="1"/>
          </p:cNvSpPr>
          <p:nvPr>
            <p:ph type="sldNum" sz="quarter" idx="12"/>
            <p:custDataLst>
              <p:tags r:id="rId5"/>
            </p:custDataLst>
          </p:nvPr>
        </p:nvSpPr>
        <p:spPr/>
        <p:txBody>
          <a:bodyPr/>
          <a:lstStyle/>
          <a:p>
            <a:fld id="{C1FA2219-9131-49AD-A1B5-1FFD48A79E7F}" type="slidenum">
              <a:rPr lang="tr-TR" smtClean="0"/>
              <a:t>2</a:t>
            </a:fld>
            <a:endParaRPr lang="tr-TR"/>
          </a:p>
        </p:txBody>
      </p:sp>
    </p:spTree>
    <p:custDataLst>
      <p:tags r:id="rId1"/>
    </p:custDataLst>
    <p:extLst>
      <p:ext uri="{BB962C8B-B14F-4D97-AF65-F5344CB8AC3E}">
        <p14:creationId xmlns:p14="http://schemas.microsoft.com/office/powerpoint/2010/main" val="5266409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ikdörtgen 12"/>
          <p:cNvSpPr/>
          <p:nvPr>
            <p:custDataLst>
              <p:tags r:id="rId1"/>
            </p:custDataLst>
          </p:nvPr>
        </p:nvSpPr>
        <p:spPr>
          <a:xfrm>
            <a:off x="457200" y="2362200"/>
            <a:ext cx="8077200" cy="3124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İçindekiler</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3" name="İçerik Yer Tutucusu 2"/>
          <p:cNvSpPr>
            <a:spLocks noGrp="1"/>
          </p:cNvSpPr>
          <p:nvPr>
            <p:ph idx="4294967295"/>
            <p:custDataLst>
              <p:tags r:id="rId3"/>
            </p:custDataLst>
          </p:nvPr>
        </p:nvSpPr>
        <p:spPr>
          <a:xfrm>
            <a:off x="457200" y="2362199"/>
            <a:ext cx="7467600" cy="3048001"/>
          </a:xfrm>
          <a:prstGeom prst="rect">
            <a:avLst/>
          </a:prstGeom>
        </p:spPr>
        <p:txBody>
          <a:bodyPr>
            <a:noAutofit/>
          </a:bodyPr>
          <a:lstStyle/>
          <a:p>
            <a:pPr marL="0" lvl="1" indent="0">
              <a:spcBef>
                <a:spcPts val="0"/>
              </a:spcBef>
              <a:spcAft>
                <a:spcPts val="0"/>
              </a:spcAft>
              <a:buFont typeface="Arial" pitchFamily="34" charset="0"/>
              <a:buNone/>
            </a:pPr>
            <a:endParaRPr lang="tr-TR" sz="1800" b="1" dirty="0">
              <a:latin typeface="Calibri" pitchFamily="34" charset="0"/>
              <a:cs typeface="Calibri" pitchFamily="34" charset="0"/>
            </a:endParaRPr>
          </a:p>
          <a:p>
            <a:pPr marL="0" lvl="1" indent="0">
              <a:spcBef>
                <a:spcPts val="0"/>
              </a:spcBef>
              <a:spcAft>
                <a:spcPts val="0"/>
              </a:spcAft>
              <a:buFont typeface="Arial" pitchFamily="34" charset="0"/>
              <a:buNone/>
            </a:pPr>
            <a:r>
              <a:rPr lang="tr-TR" b="1" dirty="0">
                <a:latin typeface="Calibri" pitchFamily="34" charset="0"/>
                <a:cs typeface="Calibri" pitchFamily="34" charset="0"/>
              </a:rPr>
              <a:t>7.       Slayt Gösterisi</a:t>
            </a:r>
          </a:p>
          <a:p>
            <a:pPr marL="274320" lvl="2" indent="0">
              <a:spcBef>
                <a:spcPts val="0"/>
              </a:spcBef>
              <a:spcAft>
                <a:spcPts val="0"/>
              </a:spcAft>
              <a:buFont typeface="Arial" pitchFamily="34" charset="0"/>
              <a:buNone/>
            </a:pPr>
            <a:r>
              <a:rPr lang="tr-TR" b="1" dirty="0">
                <a:latin typeface="Calibri" pitchFamily="34" charset="0"/>
                <a:cs typeface="Calibri" pitchFamily="34" charset="0"/>
              </a:rPr>
              <a:t>7.1.    Slayt gösterisini başlatma </a:t>
            </a:r>
          </a:p>
          <a:p>
            <a:pPr marL="548640" lvl="3" indent="0">
              <a:spcBef>
                <a:spcPts val="0"/>
              </a:spcBef>
              <a:spcAft>
                <a:spcPts val="0"/>
              </a:spcAft>
              <a:buFont typeface="Arial" pitchFamily="34" charset="0"/>
              <a:buNone/>
            </a:pPr>
            <a:r>
              <a:rPr lang="tr-TR" b="1" dirty="0">
                <a:latin typeface="Calibri" pitchFamily="34" charset="0"/>
                <a:cs typeface="Calibri" pitchFamily="34" charset="0"/>
              </a:rPr>
              <a:t>7.1.1. Baştan ve belirli bir slayttan başlatmak</a:t>
            </a:r>
          </a:p>
          <a:p>
            <a:pPr marL="548640" lvl="3" indent="0">
              <a:spcBef>
                <a:spcPts val="0"/>
              </a:spcBef>
              <a:spcAft>
                <a:spcPts val="0"/>
              </a:spcAft>
              <a:buFont typeface="Arial" pitchFamily="34" charset="0"/>
              <a:buNone/>
            </a:pPr>
            <a:r>
              <a:rPr lang="tr-TR" b="1" dirty="0">
                <a:latin typeface="Calibri" pitchFamily="34" charset="0"/>
                <a:cs typeface="Calibri" pitchFamily="34" charset="0"/>
              </a:rPr>
              <a:t>7.1.2. Zaman provası yapmak</a:t>
            </a:r>
          </a:p>
          <a:p>
            <a:pPr marL="548640" lvl="3" indent="0">
              <a:spcBef>
                <a:spcPts val="0"/>
              </a:spcBef>
              <a:spcAft>
                <a:spcPts val="0"/>
              </a:spcAft>
              <a:buFont typeface="Arial" pitchFamily="34" charset="0"/>
              <a:buNone/>
            </a:pPr>
            <a:r>
              <a:rPr lang="tr-TR" b="1" dirty="0">
                <a:latin typeface="Calibri" pitchFamily="34" charset="0"/>
                <a:cs typeface="Calibri" pitchFamily="34" charset="0"/>
              </a:rPr>
              <a:t>7.1.3. Slayt gösterisini kaydetmek</a:t>
            </a:r>
          </a:p>
          <a:p>
            <a:pPr marL="548640" lvl="3" indent="0">
              <a:spcBef>
                <a:spcPts val="0"/>
              </a:spcBef>
              <a:spcAft>
                <a:spcPts val="0"/>
              </a:spcAft>
              <a:buFont typeface="Arial" pitchFamily="34" charset="0"/>
              <a:buNone/>
            </a:pPr>
            <a:r>
              <a:rPr lang="tr-TR" b="1" dirty="0">
                <a:latin typeface="Calibri" pitchFamily="34" charset="0"/>
                <a:cs typeface="Calibri" pitchFamily="34" charset="0"/>
              </a:rPr>
              <a:t>7.1.4. Slaytları gizlemek/göstermek</a:t>
            </a:r>
          </a:p>
          <a:p>
            <a:pPr marL="274320" lvl="2" indent="0">
              <a:spcBef>
                <a:spcPts val="0"/>
              </a:spcBef>
              <a:spcAft>
                <a:spcPts val="0"/>
              </a:spcAft>
              <a:buFont typeface="Arial" pitchFamily="34" charset="0"/>
              <a:buNone/>
            </a:pPr>
            <a:r>
              <a:rPr lang="tr-TR" b="1" dirty="0">
                <a:latin typeface="Calibri" pitchFamily="34" charset="0"/>
                <a:cs typeface="Calibri" pitchFamily="34" charset="0"/>
              </a:rPr>
              <a:t>7.2.    Slayt gösteri ekranı</a:t>
            </a:r>
          </a:p>
          <a:p>
            <a:pPr marL="548640" lvl="3" indent="0">
              <a:spcBef>
                <a:spcPts val="0"/>
              </a:spcBef>
              <a:spcAft>
                <a:spcPts val="0"/>
              </a:spcAft>
              <a:buFont typeface="Arial" pitchFamily="34" charset="0"/>
              <a:buNone/>
            </a:pPr>
            <a:r>
              <a:rPr lang="tr-TR" b="1" dirty="0">
                <a:latin typeface="Calibri" pitchFamily="34" charset="0"/>
                <a:cs typeface="Calibri" pitchFamily="34" charset="0"/>
              </a:rPr>
              <a:t>7.2.1. Slaytlar arasında sırayla ve istenilen </a:t>
            </a:r>
            <a:r>
              <a:rPr lang="tr-TR" b="1" dirty="0" err="1">
                <a:latin typeface="Calibri" pitchFamily="34" charset="0"/>
                <a:cs typeface="Calibri" pitchFamily="34" charset="0"/>
              </a:rPr>
              <a:t>slayta</a:t>
            </a:r>
            <a:r>
              <a:rPr lang="tr-TR" b="1" dirty="0">
                <a:latin typeface="Calibri" pitchFamily="34" charset="0"/>
                <a:cs typeface="Calibri" pitchFamily="34" charset="0"/>
              </a:rPr>
              <a:t> geçme şeklinde ilerleme</a:t>
            </a:r>
          </a:p>
          <a:p>
            <a:pPr marL="548640" lvl="3" indent="0">
              <a:spcBef>
                <a:spcPts val="0"/>
              </a:spcBef>
              <a:spcAft>
                <a:spcPts val="0"/>
              </a:spcAft>
              <a:buFont typeface="Arial" pitchFamily="34" charset="0"/>
              <a:buNone/>
            </a:pPr>
            <a:r>
              <a:rPr lang="tr-TR" b="1" dirty="0">
                <a:latin typeface="Calibri" pitchFamily="34" charset="0"/>
                <a:cs typeface="Calibri" pitchFamily="34" charset="0"/>
              </a:rPr>
              <a:t>7.2.2. Kalem kullanımı ve kalem işaretlemelerini kaydetme/çıkarma</a:t>
            </a:r>
          </a:p>
        </p:txBody>
      </p:sp>
      <p:sp>
        <p:nvSpPr>
          <p:cNvPr id="15" name="Slayt Numarası Yer Tutucusu 14"/>
          <p:cNvSpPr>
            <a:spLocks noGrp="1"/>
          </p:cNvSpPr>
          <p:nvPr>
            <p:ph type="sldNum" sz="quarter" idx="12"/>
            <p:custDataLst>
              <p:tags r:id="rId4"/>
            </p:custDataLst>
          </p:nvPr>
        </p:nvSpPr>
        <p:spPr/>
        <p:txBody>
          <a:bodyPr/>
          <a:lstStyle/>
          <a:p>
            <a:fld id="{C1FA2219-9131-49AD-A1B5-1FFD48A79E7F}" type="slidenum">
              <a:rPr lang="tr-TR" smtClean="0"/>
              <a:t>3</a:t>
            </a:fld>
            <a:endParaRPr lang="tr-TR"/>
          </a:p>
        </p:txBody>
      </p:sp>
      <p:sp>
        <p:nvSpPr>
          <p:cNvPr id="6" name="Dikdörtgen 5"/>
          <p:cNvSpPr/>
          <p:nvPr>
            <p:custDataLst>
              <p:tags r:id="rId5"/>
            </p:custDataLst>
          </p:nvPr>
        </p:nvSpPr>
        <p:spPr>
          <a:xfrm>
            <a:off x="457200" y="1828800"/>
            <a:ext cx="8077200" cy="4191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defPPr>
              <a:defRPr lang="tr-T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tr-TR"/>
          </a:p>
        </p:txBody>
      </p:sp>
      <p:sp>
        <p:nvSpPr>
          <p:cNvPr id="7" name="Metin kutusu 6"/>
          <p:cNvSpPr txBox="1"/>
          <p:nvPr>
            <p:custDataLst>
              <p:tags r:id="rId6"/>
            </p:custDataLst>
          </p:nvPr>
        </p:nvSpPr>
        <p:spPr>
          <a:xfrm>
            <a:off x="533400" y="1964525"/>
            <a:ext cx="2667000" cy="242631"/>
          </a:xfrm>
          <a:prstGeom prst="rect">
            <a:avLst/>
          </a:prstGeom>
          <a:noFill/>
        </p:spPr>
        <p:txBody>
          <a:bodyPr wrap="square" rtlCol="0">
            <a:spAutoFit/>
          </a:bodyPr>
          <a:ls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indent="-182880">
              <a:lnSpc>
                <a:spcPct val="80000"/>
              </a:lnSpc>
              <a:spcBef>
                <a:spcPct val="20000"/>
              </a:spcBef>
              <a:spcAft>
                <a:spcPts val="300"/>
              </a:spcAft>
              <a:buClr>
                <a:schemeClr val="accent6">
                  <a:lumMod val="75000"/>
                </a:schemeClr>
              </a:buClr>
              <a:buSzPct val="130000"/>
              <a:buFont typeface="Wingdings" pitchFamily="2" charset="2"/>
              <a:buChar char="§"/>
              <a:tabLst>
                <a:tab pos="182563" algn="l"/>
              </a:tabLst>
            </a:pPr>
            <a:r>
              <a:rPr lang="tr-TR" sz="1200" dirty="0" smtClean="0">
                <a:solidFill>
                  <a:schemeClr val="tx1">
                    <a:lumMod val="75000"/>
                    <a:lumOff val="25000"/>
                  </a:schemeClr>
                </a:solidFill>
                <a:latin typeface="Calibri" pitchFamily="34" charset="0"/>
                <a:cs typeface="Calibri" pitchFamily="34" charset="0"/>
              </a:rPr>
              <a:t>Öğrenme Hedefleri</a:t>
            </a:r>
            <a:endParaRPr lang="tr-TR" dirty="0"/>
          </a:p>
        </p:txBody>
      </p:sp>
    </p:spTree>
    <p:extLst>
      <p:ext uri="{BB962C8B-B14F-4D97-AF65-F5344CB8AC3E}">
        <p14:creationId xmlns:p14="http://schemas.microsoft.com/office/powerpoint/2010/main" val="32433695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9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Baştan ve belirli bir slayttan başlatmak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Slayt gösterisini </a:t>
            </a:r>
            <a:r>
              <a:rPr lang="tr-TR" sz="1400" b="1" dirty="0" smtClean="0">
                <a:solidFill>
                  <a:schemeClr val="bg1"/>
                </a:solidFill>
              </a:rPr>
              <a:t>başlatır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4</a:t>
            </a:fld>
            <a:endParaRPr lang="tr-TR"/>
          </a:p>
        </p:txBody>
      </p:sp>
      <p:sp>
        <p:nvSpPr>
          <p:cNvPr id="7" name="Metin kutusu 6"/>
          <p:cNvSpPr txBox="1"/>
          <p:nvPr>
            <p:custDataLst>
              <p:tags r:id="rId5"/>
            </p:custDataLst>
          </p:nvPr>
        </p:nvSpPr>
        <p:spPr>
          <a:xfrm>
            <a:off x="533400" y="1371600"/>
            <a:ext cx="7772400" cy="3200876"/>
          </a:xfrm>
          <a:prstGeom prst="rect">
            <a:avLst/>
          </a:prstGeom>
          <a:noFill/>
        </p:spPr>
        <p:txBody>
          <a:bodyPr wrap="square" rtlCol="0">
            <a:spAutoFit/>
          </a:bodyPr>
          <a:lstStyle/>
          <a:p>
            <a:pPr lvl="0">
              <a:spcAft>
                <a:spcPts val="600"/>
              </a:spcAft>
            </a:pPr>
            <a:r>
              <a:rPr lang="tr-TR" sz="1600" b="1" u="sng" dirty="0"/>
              <a:t>Sununuzu ilk slayttan Slayt Gösterisi görünümünde görüntülemek için şunları </a:t>
            </a:r>
            <a:r>
              <a:rPr lang="tr-TR" sz="1600" b="1" u="sng" dirty="0" smtClean="0"/>
              <a:t>yapın</a:t>
            </a:r>
            <a:endParaRPr lang="tr-TR" sz="1600" b="1" u="sng" dirty="0"/>
          </a:p>
          <a:p>
            <a:pPr marL="285750" lvl="0" indent="-285750">
              <a:buFont typeface="Arial" pitchFamily="34" charset="0"/>
              <a:buChar char="•"/>
            </a:pPr>
            <a:r>
              <a:rPr lang="tr-TR" sz="1600" b="1" i="1" dirty="0" smtClean="0"/>
              <a:t>Slayt </a:t>
            </a:r>
            <a:r>
              <a:rPr lang="tr-TR" sz="1600" b="1" i="1" dirty="0"/>
              <a:t>Gösterisi sekmesi &gt; Slayt Gösterisini Başlat grubunda &gt; Baştan</a:t>
            </a:r>
            <a:r>
              <a:rPr lang="tr-TR" sz="1600" dirty="0"/>
              <a:t>'ı tıklatın veya klavyeden </a:t>
            </a:r>
            <a:r>
              <a:rPr lang="tr-TR" sz="1600" b="1" i="1" dirty="0"/>
              <a:t>F5</a:t>
            </a:r>
            <a:r>
              <a:rPr lang="tr-TR" sz="1600" dirty="0"/>
              <a:t>’e </a:t>
            </a:r>
            <a:r>
              <a:rPr lang="tr-TR" sz="1600" dirty="0" smtClean="0"/>
              <a:t>basın</a:t>
            </a:r>
          </a:p>
          <a:p>
            <a:pPr lvl="0"/>
            <a:endParaRPr lang="tr-TR" sz="1600" dirty="0"/>
          </a:p>
          <a:p>
            <a:pPr lvl="0"/>
            <a:endParaRPr lang="tr-TR" sz="1600" dirty="0" smtClean="0"/>
          </a:p>
          <a:p>
            <a:pPr lvl="0"/>
            <a:endParaRPr lang="tr-TR" sz="1600" dirty="0"/>
          </a:p>
          <a:p>
            <a:pPr lvl="0"/>
            <a:r>
              <a:rPr lang="tr-TR" sz="1600" dirty="0"/>
              <a:t> </a:t>
            </a:r>
          </a:p>
          <a:p>
            <a:pPr lvl="0"/>
            <a:endParaRPr lang="tr-TR" sz="1600" dirty="0"/>
          </a:p>
          <a:p>
            <a:pPr lvl="0">
              <a:spcAft>
                <a:spcPts val="600"/>
              </a:spcAft>
            </a:pPr>
            <a:r>
              <a:rPr lang="tr-TR" sz="1600" b="1" u="sng" dirty="0"/>
              <a:t>Sununuzu PowerPoint ekranında aktif olan geçerli slayttan Slayt Gösterisi görünümünde görüntülemek için şunları </a:t>
            </a:r>
            <a:r>
              <a:rPr lang="tr-TR" sz="1600" b="1" u="sng" dirty="0" smtClean="0"/>
              <a:t>yapın</a:t>
            </a:r>
          </a:p>
          <a:p>
            <a:pPr marL="285750" lvl="0" indent="-285750">
              <a:spcAft>
                <a:spcPts val="600"/>
              </a:spcAft>
              <a:buFont typeface="Arial" pitchFamily="34" charset="0"/>
              <a:buChar char="•"/>
            </a:pPr>
            <a:r>
              <a:rPr lang="tr-TR" sz="1600" b="1" i="1" dirty="0" smtClean="0"/>
              <a:t>Slayt </a:t>
            </a:r>
            <a:r>
              <a:rPr lang="tr-TR" sz="1600" b="1" i="1" dirty="0"/>
              <a:t>Gösterisi sekmesi &gt; Slayt Gösterisini Başlat </a:t>
            </a:r>
            <a:r>
              <a:rPr lang="tr-TR" sz="1600" b="1" i="1" dirty="0" smtClean="0"/>
              <a:t>grubu </a:t>
            </a:r>
            <a:r>
              <a:rPr lang="tr-TR" sz="1600" b="1" i="1" dirty="0"/>
              <a:t>&gt; Geçerli </a:t>
            </a:r>
            <a:r>
              <a:rPr lang="tr-TR" sz="1600" b="1" i="1" dirty="0" err="1"/>
              <a:t>Slayttan</a:t>
            </a:r>
            <a:r>
              <a:rPr lang="tr-TR" sz="1600" dirty="0" err="1"/>
              <a:t>'ı</a:t>
            </a:r>
            <a:r>
              <a:rPr lang="tr-TR" sz="1600" dirty="0"/>
              <a:t> tıklatın veya klavyeden </a:t>
            </a:r>
            <a:r>
              <a:rPr lang="tr-TR" sz="1600" b="1" i="1" dirty="0" err="1"/>
              <a:t>Shift</a:t>
            </a:r>
            <a:r>
              <a:rPr lang="tr-TR" sz="1600" b="1" i="1" dirty="0"/>
              <a:t> +F5</a:t>
            </a:r>
            <a:r>
              <a:rPr lang="tr-TR" sz="1600" dirty="0"/>
              <a:t>’e basın</a:t>
            </a:r>
          </a:p>
        </p:txBody>
      </p:sp>
      <p:pic>
        <p:nvPicPr>
          <p:cNvPr id="16" name="Resim 15"/>
          <p:cNvPicPr/>
          <p:nvPr/>
        </p:nvPicPr>
        <p:blipFill>
          <a:blip r:embed="rId11"/>
          <a:stretch>
            <a:fillRect/>
          </a:stretch>
        </p:blipFill>
        <p:spPr>
          <a:xfrm>
            <a:off x="3243580" y="2295458"/>
            <a:ext cx="2371090" cy="828000"/>
          </a:xfrm>
          <a:prstGeom prst="rect">
            <a:avLst/>
          </a:prstGeom>
        </p:spPr>
      </p:pic>
      <p:pic>
        <p:nvPicPr>
          <p:cNvPr id="17" name="Resim 16"/>
          <p:cNvPicPr/>
          <p:nvPr/>
        </p:nvPicPr>
        <p:blipFill>
          <a:blip r:embed="rId12"/>
          <a:stretch>
            <a:fillRect/>
          </a:stretch>
        </p:blipFill>
        <p:spPr>
          <a:xfrm>
            <a:off x="3243580" y="5257799"/>
            <a:ext cx="2352040" cy="828000"/>
          </a:xfrm>
          <a:prstGeom prst="rect">
            <a:avLst/>
          </a:prstGeom>
        </p:spPr>
      </p:pic>
    </p:spTree>
    <p:custDataLst>
      <p:tags r:id="rId1"/>
    </p:custDataLst>
    <p:extLst>
      <p:ext uri="{BB962C8B-B14F-4D97-AF65-F5344CB8AC3E}">
        <p14:creationId xmlns:p14="http://schemas.microsoft.com/office/powerpoint/2010/main" val="567179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7" end="7"/>
                                            </p:txEl>
                                          </p:spTgt>
                                        </p:tgtEl>
                                        <p:attrNameLst>
                                          <p:attrName>style.visibility</p:attrName>
                                        </p:attrNameLst>
                                      </p:cBhvr>
                                      <p:to>
                                        <p:strVal val="visible"/>
                                      </p:to>
                                    </p:set>
                                    <p:animEffect transition="in" filter="fade">
                                      <p:cBhvr>
                                        <p:cTn id="20" dur="500"/>
                                        <p:tgtEl>
                                          <p:spTgt spid="7">
                                            <p:txEl>
                                              <p:pRg st="7" end="7"/>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animEffect transition="in" filter="fade">
                                      <p:cBhvr>
                                        <p:cTn id="25" dur="500"/>
                                        <p:tgtEl>
                                          <p:spTgt spid="7">
                                            <p:txEl>
                                              <p:pRg st="8" end="8"/>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9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Zaman provası yapmak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Zaman provası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5</a:t>
            </a:fld>
            <a:endParaRPr lang="tr-TR"/>
          </a:p>
        </p:txBody>
      </p:sp>
      <p:sp>
        <p:nvSpPr>
          <p:cNvPr id="7" name="Metin kutusu 6"/>
          <p:cNvSpPr txBox="1"/>
          <p:nvPr>
            <p:custDataLst>
              <p:tags r:id="rId5"/>
            </p:custDataLst>
          </p:nvPr>
        </p:nvSpPr>
        <p:spPr>
          <a:xfrm>
            <a:off x="533400" y="1371600"/>
            <a:ext cx="7772400" cy="5586145"/>
          </a:xfrm>
          <a:prstGeom prst="rect">
            <a:avLst/>
          </a:prstGeom>
          <a:noFill/>
        </p:spPr>
        <p:txBody>
          <a:bodyPr wrap="square" rtlCol="0">
            <a:spAutoFit/>
          </a:bodyPr>
          <a:lstStyle/>
          <a:p>
            <a:pPr>
              <a:spcAft>
                <a:spcPts val="600"/>
              </a:spcAft>
            </a:pPr>
            <a:r>
              <a:rPr lang="tr-TR" sz="1600" dirty="0"/>
              <a:t>Sununuzu zamanlamaya başlamak için;</a:t>
            </a:r>
          </a:p>
          <a:p>
            <a:pPr marL="342900" lvl="0" indent="-342900">
              <a:buFont typeface="+mj-lt"/>
              <a:buAutoNum type="arabicPeriod"/>
            </a:pPr>
            <a:r>
              <a:rPr lang="tr-TR" sz="1600" b="1" dirty="0"/>
              <a:t>Slayt Gösterisi</a:t>
            </a:r>
            <a:r>
              <a:rPr lang="tr-TR" sz="1600" dirty="0"/>
              <a:t> sekmesi &gt; </a:t>
            </a:r>
            <a:r>
              <a:rPr lang="tr-TR" sz="1600" b="1" dirty="0"/>
              <a:t>Ayarla</a:t>
            </a:r>
            <a:r>
              <a:rPr lang="tr-TR" sz="1600" dirty="0"/>
              <a:t> komut grubu &gt;</a:t>
            </a:r>
            <a:r>
              <a:rPr lang="tr-TR" sz="1600" b="1" dirty="0"/>
              <a:t>Zamanlama Provası</a:t>
            </a:r>
            <a:r>
              <a:rPr lang="tr-TR" sz="1600" dirty="0"/>
              <a:t> düğmesine </a:t>
            </a:r>
            <a:r>
              <a:rPr lang="tr-TR" sz="1600" dirty="0" smtClean="0"/>
              <a:t>tıklatın.</a:t>
            </a:r>
          </a:p>
          <a:p>
            <a:pPr marL="342900" lvl="0" indent="-342900">
              <a:buFont typeface="+mj-lt"/>
              <a:buAutoNum type="arabicPeriod"/>
            </a:pPr>
            <a:r>
              <a:rPr lang="tr-TR" sz="1600" b="1" dirty="0" smtClean="0"/>
              <a:t>Prova</a:t>
            </a:r>
            <a:r>
              <a:rPr lang="tr-TR" sz="1600" dirty="0" smtClean="0"/>
              <a:t> </a:t>
            </a:r>
            <a:r>
              <a:rPr lang="tr-TR" sz="1600" dirty="0"/>
              <a:t>araç çubuğu görünür ve </a:t>
            </a:r>
            <a:r>
              <a:rPr lang="tr-TR" sz="1600" b="1" dirty="0"/>
              <a:t>Slayt Süresi</a:t>
            </a:r>
            <a:r>
              <a:rPr lang="tr-TR" sz="1600" dirty="0"/>
              <a:t> kutusu sunu zamanlamasına başlar</a:t>
            </a:r>
            <a:r>
              <a:rPr lang="tr-TR" sz="1600" dirty="0" smtClean="0"/>
              <a:t>.</a:t>
            </a:r>
          </a:p>
          <a:p>
            <a:pPr marL="342900" lvl="0" indent="-342900">
              <a:buFont typeface="+mj-lt"/>
              <a:buAutoNum type="arabicPeriod"/>
            </a:pPr>
            <a:endParaRPr lang="tr-TR" sz="1600" dirty="0"/>
          </a:p>
          <a:p>
            <a:pPr marL="342900" lvl="0" indent="-342900">
              <a:buFont typeface="+mj-lt"/>
              <a:buAutoNum type="arabicPeriod"/>
            </a:pPr>
            <a:endParaRPr lang="tr-TR" sz="1600" dirty="0" smtClean="0"/>
          </a:p>
          <a:p>
            <a:pPr marL="342900" lvl="0" indent="-342900">
              <a:buFont typeface="+mj-lt"/>
              <a:buAutoNum type="arabicPeriod"/>
            </a:pPr>
            <a:endParaRPr lang="tr-TR" sz="1600" dirty="0"/>
          </a:p>
          <a:p>
            <a:pPr marL="342900" lvl="0" indent="-342900">
              <a:buFont typeface="+mj-lt"/>
              <a:buAutoNum type="arabicPeriod"/>
            </a:pPr>
            <a:endParaRPr lang="tr-TR" sz="1600" dirty="0" smtClean="0"/>
          </a:p>
          <a:p>
            <a:pPr marL="342900" lvl="0" indent="-342900">
              <a:buFont typeface="+mj-lt"/>
              <a:buAutoNum type="arabicPeriod"/>
            </a:pPr>
            <a:endParaRPr lang="tr-TR" sz="1600" dirty="0"/>
          </a:p>
          <a:p>
            <a:pPr lvl="1"/>
            <a:r>
              <a:rPr lang="tr-TR" sz="1600" dirty="0"/>
              <a:t>Prova araç </a:t>
            </a:r>
            <a:r>
              <a:rPr lang="tr-TR" sz="1600" dirty="0" smtClean="0"/>
              <a:t>çubuğunda</a:t>
            </a:r>
            <a:endParaRPr lang="tr-TR" sz="1600" dirty="0"/>
          </a:p>
          <a:p>
            <a:pPr marL="800100" lvl="1" indent="-342900">
              <a:buFont typeface="+mj-lt"/>
              <a:buAutoNum type="arabicPeriod"/>
            </a:pPr>
            <a:r>
              <a:rPr lang="tr-TR" sz="1600" dirty="0"/>
              <a:t>İleri </a:t>
            </a:r>
          </a:p>
          <a:p>
            <a:pPr marL="800100" lvl="1" indent="-342900">
              <a:buFont typeface="+mj-lt"/>
              <a:buAutoNum type="arabicPeriod"/>
            </a:pPr>
            <a:r>
              <a:rPr lang="tr-TR" sz="1600" dirty="0"/>
              <a:t>Duraklat</a:t>
            </a:r>
          </a:p>
          <a:p>
            <a:pPr marL="800100" lvl="1" indent="-342900">
              <a:buFont typeface="+mj-lt"/>
              <a:buAutoNum type="arabicPeriod"/>
            </a:pPr>
            <a:r>
              <a:rPr lang="tr-TR" sz="1600" dirty="0"/>
              <a:t>Slayt Süresi</a:t>
            </a:r>
          </a:p>
          <a:p>
            <a:pPr marL="800100" lvl="1" indent="-342900">
              <a:buFont typeface="+mj-lt"/>
              <a:buAutoNum type="arabicPeriod"/>
            </a:pPr>
            <a:r>
              <a:rPr lang="tr-TR" sz="1600" dirty="0"/>
              <a:t>Yinele</a:t>
            </a:r>
          </a:p>
          <a:p>
            <a:pPr marL="800100" lvl="1" indent="-342900">
              <a:buFont typeface="+mj-lt"/>
              <a:buAutoNum type="arabicPeriod"/>
            </a:pPr>
            <a:r>
              <a:rPr lang="tr-TR" sz="1600" dirty="0"/>
              <a:t>Toplam sunu süresi </a:t>
            </a:r>
            <a:r>
              <a:rPr lang="tr-TR" sz="1050" dirty="0" smtClean="0"/>
              <a:t>(* Bu bölüm PowerPoint </a:t>
            </a:r>
            <a:r>
              <a:rPr lang="tr-TR" sz="1050" dirty="0" err="1" smtClean="0"/>
              <a:t>Help’den</a:t>
            </a:r>
            <a:r>
              <a:rPr lang="tr-TR" sz="1050" dirty="0" smtClean="0"/>
              <a:t> alınmıştır.)</a:t>
            </a:r>
          </a:p>
          <a:p>
            <a:pPr marL="342900" lvl="0" indent="-342900">
              <a:buFont typeface="+mj-lt"/>
              <a:buAutoNum type="arabicPeriod"/>
            </a:pPr>
            <a:r>
              <a:rPr lang="tr-TR" sz="1600" dirty="0"/>
              <a:t>Sununuzun zamanlamasını yaparken, </a:t>
            </a:r>
            <a:r>
              <a:rPr lang="tr-TR" sz="1600" dirty="0" smtClean="0"/>
              <a:t>aşağıda sıralanan </a:t>
            </a:r>
            <a:r>
              <a:rPr lang="tr-TR" sz="1600" dirty="0"/>
              <a:t>işlemleri yapabilirsiniz</a:t>
            </a:r>
          </a:p>
          <a:p>
            <a:pPr marL="806450" lvl="2" indent="-342900">
              <a:buFont typeface="Arial" pitchFamily="34" charset="0"/>
              <a:buChar char="•"/>
            </a:pPr>
            <a:r>
              <a:rPr lang="tr-TR" sz="1600" dirty="0"/>
              <a:t>Sonraki slayda geçmek için,</a:t>
            </a:r>
            <a:r>
              <a:rPr lang="tr-TR" sz="1600" i="1" dirty="0"/>
              <a:t> </a:t>
            </a:r>
            <a:r>
              <a:rPr lang="tr-TR" sz="1600" b="1" i="1" dirty="0"/>
              <a:t>İleri</a:t>
            </a:r>
            <a:r>
              <a:rPr lang="tr-TR" sz="1600" dirty="0"/>
              <a:t> düğmesini tıklatın.</a:t>
            </a:r>
          </a:p>
          <a:p>
            <a:pPr marL="806450" lvl="2" indent="-342900">
              <a:buFont typeface="Arial" pitchFamily="34" charset="0"/>
              <a:buChar char="•"/>
            </a:pPr>
            <a:r>
              <a:rPr lang="tr-TR" sz="1600" dirty="0"/>
              <a:t>Süreyi geçici olarak durdurmak için,</a:t>
            </a:r>
            <a:r>
              <a:rPr lang="tr-TR" sz="1600" i="1" dirty="0"/>
              <a:t> </a:t>
            </a:r>
            <a:r>
              <a:rPr lang="tr-TR" sz="1600" b="1" i="1" dirty="0"/>
              <a:t>Duraklat</a:t>
            </a:r>
            <a:r>
              <a:rPr lang="tr-TR" sz="1600" dirty="0"/>
              <a:t> düğmesini tıklatın.</a:t>
            </a:r>
          </a:p>
          <a:p>
            <a:pPr marL="806450" lvl="2" indent="-342900">
              <a:buFont typeface="Arial" pitchFamily="34" charset="0"/>
              <a:buChar char="•"/>
            </a:pPr>
            <a:r>
              <a:rPr lang="tr-TR" sz="1600" dirty="0"/>
              <a:t>Duraklatma sonrasında süreyi yeniden başlatmak için, </a:t>
            </a:r>
            <a:r>
              <a:rPr lang="tr-TR" sz="1600" b="1" i="1" dirty="0"/>
              <a:t>Duraklat</a:t>
            </a:r>
            <a:r>
              <a:rPr lang="tr-TR" sz="1600" dirty="0"/>
              <a:t> düğmesini tıklatın.</a:t>
            </a:r>
          </a:p>
          <a:p>
            <a:pPr marL="806450" lvl="2" indent="-342900">
              <a:buFont typeface="Arial" pitchFamily="34" charset="0"/>
              <a:buChar char="•"/>
            </a:pPr>
            <a:r>
              <a:rPr lang="tr-TR" sz="1600" dirty="0"/>
              <a:t>Bir slaydın görüneceği tam süreyi ayarlamak için </a:t>
            </a:r>
            <a:r>
              <a:rPr lang="tr-TR" sz="1600" b="1" i="1" dirty="0"/>
              <a:t>Slayt Süresi</a:t>
            </a:r>
            <a:r>
              <a:rPr lang="tr-TR" sz="1600" b="1" dirty="0"/>
              <a:t> </a:t>
            </a:r>
            <a:r>
              <a:rPr lang="tr-TR" sz="1600" dirty="0"/>
              <a:t>kutusuna süreyi yazın.</a:t>
            </a:r>
          </a:p>
          <a:p>
            <a:pPr marL="806450" lvl="2" indent="-342900">
              <a:buFont typeface="Arial" pitchFamily="34" charset="0"/>
              <a:buChar char="•"/>
            </a:pPr>
            <a:r>
              <a:rPr lang="tr-TR" sz="1600" dirty="0"/>
              <a:t>Geçerli slaydın süresini kaydetmeyi yeniden başlatmak için, </a:t>
            </a:r>
            <a:r>
              <a:rPr lang="tr-TR" sz="1600" b="1" i="1" dirty="0"/>
              <a:t>Yinele</a:t>
            </a:r>
            <a:r>
              <a:rPr lang="tr-TR" sz="1600" i="1" dirty="0"/>
              <a:t> </a:t>
            </a:r>
            <a:r>
              <a:rPr lang="tr-TR" sz="1600" dirty="0"/>
              <a:t>öğesini tıklatın.</a:t>
            </a:r>
          </a:p>
          <a:p>
            <a:pPr marL="342900" indent="-342900">
              <a:buFont typeface="+mj-lt"/>
              <a:buAutoNum type="arabicPeriod"/>
            </a:pPr>
            <a:endParaRPr lang="tr-TR" sz="1600" dirty="0" smtClean="0"/>
          </a:p>
        </p:txBody>
      </p:sp>
      <p:pic>
        <p:nvPicPr>
          <p:cNvPr id="13" name="Resim 12" descr="Prova iletişim kutusu"/>
          <p:cNvPicPr/>
          <p:nvPr/>
        </p:nvPicPr>
        <p:blipFill>
          <a:blip r:embed="rId11">
            <a:extLst>
              <a:ext uri="{28A0092B-C50C-407E-A947-70E740481C1C}">
                <a14:useLocalDpi xmlns:a14="http://schemas.microsoft.com/office/drawing/2010/main" val="0"/>
              </a:ext>
            </a:extLst>
          </a:blip>
          <a:srcRect/>
          <a:stretch>
            <a:fillRect/>
          </a:stretch>
        </p:blipFill>
        <p:spPr bwMode="auto">
          <a:xfrm>
            <a:off x="3124200" y="2287904"/>
            <a:ext cx="2362200" cy="1086757"/>
          </a:xfrm>
          <a:prstGeom prst="rect">
            <a:avLst/>
          </a:prstGeom>
          <a:noFill/>
          <a:ln>
            <a:noFill/>
          </a:ln>
        </p:spPr>
      </p:pic>
    </p:spTree>
    <p:custDataLst>
      <p:tags r:id="rId1"/>
    </p:custDataLst>
    <p:extLst>
      <p:ext uri="{BB962C8B-B14F-4D97-AF65-F5344CB8AC3E}">
        <p14:creationId xmlns:p14="http://schemas.microsoft.com/office/powerpoint/2010/main" val="883225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animEffect transition="in" filter="fade">
                                      <p:cBhvr>
                                        <p:cTn id="25" dur="500"/>
                                        <p:tgtEl>
                                          <p:spTgt spid="7">
                                            <p:txEl>
                                              <p:pRg st="8" end="8"/>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
                                            <p:txEl>
                                              <p:pRg st="9" end="9"/>
                                            </p:txEl>
                                          </p:spTgt>
                                        </p:tgtEl>
                                        <p:attrNameLst>
                                          <p:attrName>style.visibility</p:attrName>
                                        </p:attrNameLst>
                                      </p:cBhvr>
                                      <p:to>
                                        <p:strVal val="visible"/>
                                      </p:to>
                                    </p:set>
                                    <p:animEffect transition="in" filter="fade">
                                      <p:cBhvr>
                                        <p:cTn id="28" dur="500"/>
                                        <p:tgtEl>
                                          <p:spTgt spid="7">
                                            <p:txEl>
                                              <p:pRg st="9" end="9"/>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7">
                                            <p:txEl>
                                              <p:pRg st="10" end="10"/>
                                            </p:txEl>
                                          </p:spTgt>
                                        </p:tgtEl>
                                        <p:attrNameLst>
                                          <p:attrName>style.visibility</p:attrName>
                                        </p:attrNameLst>
                                      </p:cBhvr>
                                      <p:to>
                                        <p:strVal val="visible"/>
                                      </p:to>
                                    </p:set>
                                    <p:animEffect transition="in" filter="fade">
                                      <p:cBhvr>
                                        <p:cTn id="31" dur="500"/>
                                        <p:tgtEl>
                                          <p:spTgt spid="7">
                                            <p:txEl>
                                              <p:pRg st="10" end="10"/>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7">
                                            <p:txEl>
                                              <p:pRg st="11" end="11"/>
                                            </p:txEl>
                                          </p:spTgt>
                                        </p:tgtEl>
                                        <p:attrNameLst>
                                          <p:attrName>style.visibility</p:attrName>
                                        </p:attrNameLst>
                                      </p:cBhvr>
                                      <p:to>
                                        <p:strVal val="visible"/>
                                      </p:to>
                                    </p:set>
                                    <p:animEffect transition="in" filter="fade">
                                      <p:cBhvr>
                                        <p:cTn id="34" dur="500"/>
                                        <p:tgtEl>
                                          <p:spTgt spid="7">
                                            <p:txEl>
                                              <p:pRg st="11" end="11"/>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7">
                                            <p:txEl>
                                              <p:pRg st="12" end="12"/>
                                            </p:txEl>
                                          </p:spTgt>
                                        </p:tgtEl>
                                        <p:attrNameLst>
                                          <p:attrName>style.visibility</p:attrName>
                                        </p:attrNameLst>
                                      </p:cBhvr>
                                      <p:to>
                                        <p:strVal val="visible"/>
                                      </p:to>
                                    </p:set>
                                    <p:animEffect transition="in" filter="fade">
                                      <p:cBhvr>
                                        <p:cTn id="37" dur="500"/>
                                        <p:tgtEl>
                                          <p:spTgt spid="7">
                                            <p:txEl>
                                              <p:pRg st="12" end="12"/>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7">
                                            <p:txEl>
                                              <p:pRg st="13" end="13"/>
                                            </p:txEl>
                                          </p:spTgt>
                                        </p:tgtEl>
                                        <p:attrNameLst>
                                          <p:attrName>style.visibility</p:attrName>
                                        </p:attrNameLst>
                                      </p:cBhvr>
                                      <p:to>
                                        <p:strVal val="visible"/>
                                      </p:to>
                                    </p:set>
                                    <p:animEffect transition="in" filter="fade">
                                      <p:cBhvr>
                                        <p:cTn id="40" dur="500"/>
                                        <p:tgtEl>
                                          <p:spTgt spid="7">
                                            <p:txEl>
                                              <p:pRg st="13" end="1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7">
                                            <p:txEl>
                                              <p:pRg st="14" end="14"/>
                                            </p:txEl>
                                          </p:spTgt>
                                        </p:tgtEl>
                                        <p:attrNameLst>
                                          <p:attrName>style.visibility</p:attrName>
                                        </p:attrNameLst>
                                      </p:cBhvr>
                                      <p:to>
                                        <p:strVal val="visible"/>
                                      </p:to>
                                    </p:set>
                                    <p:animEffect transition="in" filter="fade">
                                      <p:cBhvr>
                                        <p:cTn id="45" dur="500"/>
                                        <p:tgtEl>
                                          <p:spTgt spid="7">
                                            <p:txEl>
                                              <p:pRg st="14" end="14"/>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7">
                                            <p:txEl>
                                              <p:pRg st="15" end="15"/>
                                            </p:txEl>
                                          </p:spTgt>
                                        </p:tgtEl>
                                        <p:attrNameLst>
                                          <p:attrName>style.visibility</p:attrName>
                                        </p:attrNameLst>
                                      </p:cBhvr>
                                      <p:to>
                                        <p:strVal val="visible"/>
                                      </p:to>
                                    </p:set>
                                    <p:animEffect transition="in" filter="fade">
                                      <p:cBhvr>
                                        <p:cTn id="50" dur="500"/>
                                        <p:tgtEl>
                                          <p:spTgt spid="7">
                                            <p:txEl>
                                              <p:pRg st="15" end="15"/>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7">
                                            <p:txEl>
                                              <p:pRg st="16" end="16"/>
                                            </p:txEl>
                                          </p:spTgt>
                                        </p:tgtEl>
                                        <p:attrNameLst>
                                          <p:attrName>style.visibility</p:attrName>
                                        </p:attrNameLst>
                                      </p:cBhvr>
                                      <p:to>
                                        <p:strVal val="visible"/>
                                      </p:to>
                                    </p:set>
                                    <p:animEffect transition="in" filter="fade">
                                      <p:cBhvr>
                                        <p:cTn id="55" dur="500"/>
                                        <p:tgtEl>
                                          <p:spTgt spid="7">
                                            <p:txEl>
                                              <p:pRg st="16" end="16"/>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7">
                                            <p:txEl>
                                              <p:pRg st="17" end="17"/>
                                            </p:txEl>
                                          </p:spTgt>
                                        </p:tgtEl>
                                        <p:attrNameLst>
                                          <p:attrName>style.visibility</p:attrName>
                                        </p:attrNameLst>
                                      </p:cBhvr>
                                      <p:to>
                                        <p:strVal val="visible"/>
                                      </p:to>
                                    </p:set>
                                    <p:animEffect transition="in" filter="fade">
                                      <p:cBhvr>
                                        <p:cTn id="60" dur="500"/>
                                        <p:tgtEl>
                                          <p:spTgt spid="7">
                                            <p:txEl>
                                              <p:pRg st="17" end="17"/>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7">
                                            <p:txEl>
                                              <p:pRg st="18" end="18"/>
                                            </p:txEl>
                                          </p:spTgt>
                                        </p:tgtEl>
                                        <p:attrNameLst>
                                          <p:attrName>style.visibility</p:attrName>
                                        </p:attrNameLst>
                                      </p:cBhvr>
                                      <p:to>
                                        <p:strVal val="visible"/>
                                      </p:to>
                                    </p:set>
                                    <p:animEffect transition="in" filter="fade">
                                      <p:cBhvr>
                                        <p:cTn id="65" dur="500"/>
                                        <p:tgtEl>
                                          <p:spTgt spid="7">
                                            <p:txEl>
                                              <p:pRg st="18" end="18"/>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7">
                                            <p:txEl>
                                              <p:pRg st="19" end="19"/>
                                            </p:txEl>
                                          </p:spTgt>
                                        </p:tgtEl>
                                        <p:attrNameLst>
                                          <p:attrName>style.visibility</p:attrName>
                                        </p:attrNameLst>
                                      </p:cBhvr>
                                      <p:to>
                                        <p:strVal val="visible"/>
                                      </p:to>
                                    </p:set>
                                    <p:animEffect transition="in" filter="fade">
                                      <p:cBhvr>
                                        <p:cTn id="70" dur="500"/>
                                        <p:tgtEl>
                                          <p:spTgt spid="7">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9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Zaman provası yapmak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Zaman provası </a:t>
            </a:r>
            <a:r>
              <a:rPr lang="tr-TR" sz="1400" b="1" dirty="0" smtClean="0">
                <a:solidFill>
                  <a:schemeClr val="bg1"/>
                </a:solidFill>
              </a:rPr>
              <a:t>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6</a:t>
            </a:fld>
            <a:endParaRPr lang="tr-TR"/>
          </a:p>
        </p:txBody>
      </p:sp>
      <p:sp>
        <p:nvSpPr>
          <p:cNvPr id="7" name="Metin kutusu 6"/>
          <p:cNvSpPr txBox="1"/>
          <p:nvPr>
            <p:custDataLst>
              <p:tags r:id="rId5"/>
            </p:custDataLst>
          </p:nvPr>
        </p:nvSpPr>
        <p:spPr>
          <a:xfrm>
            <a:off x="533400" y="1371600"/>
            <a:ext cx="7772400" cy="2800767"/>
          </a:xfrm>
          <a:prstGeom prst="rect">
            <a:avLst/>
          </a:prstGeom>
          <a:noFill/>
        </p:spPr>
        <p:txBody>
          <a:bodyPr wrap="square" rtlCol="0">
            <a:spAutoFit/>
          </a:bodyPr>
          <a:lstStyle/>
          <a:p>
            <a:pPr marL="342900" lvl="0" indent="-342900">
              <a:buFont typeface="+mj-lt"/>
              <a:buAutoNum type="arabicPeriod" startAt="4"/>
            </a:pPr>
            <a:r>
              <a:rPr lang="tr-TR" sz="1600" dirty="0"/>
              <a:t>Son slaydın zamanını ayarladıktan sonra, toplam </a:t>
            </a:r>
            <a:r>
              <a:rPr lang="tr-TR" sz="1600" dirty="0" smtClean="0"/>
              <a:t>süreyi de görüntüleyen </a:t>
            </a:r>
            <a:r>
              <a:rPr lang="tr-TR" sz="1600" dirty="0"/>
              <a:t>iletişim kutusunda aşağıdakilerden birini yapın:</a:t>
            </a:r>
          </a:p>
          <a:p>
            <a:pPr marL="742950" lvl="1" indent="-285750">
              <a:buFont typeface="Arial" pitchFamily="34" charset="0"/>
              <a:buChar char="•"/>
            </a:pPr>
            <a:r>
              <a:rPr lang="tr-TR" sz="1600" dirty="0"/>
              <a:t>Kaydedilen slayt zamanlamalarını tutmak için </a:t>
            </a:r>
            <a:r>
              <a:rPr lang="tr-TR" sz="1600" b="1" i="1" dirty="0"/>
              <a:t>Evet</a:t>
            </a:r>
            <a:r>
              <a:rPr lang="tr-TR" sz="1600" i="1" dirty="0"/>
              <a:t> </a:t>
            </a:r>
            <a:r>
              <a:rPr lang="tr-TR" sz="1600" dirty="0"/>
              <a:t>düğmesini tıklatın.</a:t>
            </a:r>
          </a:p>
          <a:p>
            <a:pPr marL="742950" lvl="1" indent="-285750">
              <a:buFont typeface="Arial" pitchFamily="34" charset="0"/>
              <a:buChar char="•"/>
            </a:pPr>
            <a:r>
              <a:rPr lang="tr-TR" sz="1600" dirty="0"/>
              <a:t>Kaydedilen slayt zamanlamalarını atmak için </a:t>
            </a:r>
            <a:r>
              <a:rPr lang="tr-TR" sz="1600" b="1" i="1" dirty="0"/>
              <a:t>Hayır </a:t>
            </a:r>
            <a:r>
              <a:rPr lang="tr-TR" sz="1600" dirty="0"/>
              <a:t>düğmesini tıklatın</a:t>
            </a:r>
            <a:r>
              <a:rPr lang="tr-TR" sz="1600" dirty="0" smtClean="0"/>
              <a:t>.</a:t>
            </a:r>
          </a:p>
          <a:p>
            <a:pPr marL="742950" lvl="1" indent="-285750">
              <a:buFont typeface="Arial" pitchFamily="34" charset="0"/>
              <a:buChar char="•"/>
            </a:pPr>
            <a:endParaRPr lang="tr-TR" sz="1600" dirty="0"/>
          </a:p>
          <a:p>
            <a:pPr marL="742950" lvl="1" indent="-285750">
              <a:buFont typeface="Arial" pitchFamily="34" charset="0"/>
              <a:buChar char="•"/>
            </a:pPr>
            <a:endParaRPr lang="tr-TR" sz="1600" dirty="0" smtClean="0"/>
          </a:p>
          <a:p>
            <a:pPr marL="742950" lvl="1" indent="-285750">
              <a:buFont typeface="Arial" pitchFamily="34" charset="0"/>
              <a:buChar char="•"/>
            </a:pPr>
            <a:endParaRPr lang="tr-TR" sz="1600" dirty="0"/>
          </a:p>
          <a:p>
            <a:pPr marL="742950" lvl="1" indent="-285750">
              <a:buFont typeface="Arial" pitchFamily="34" charset="0"/>
              <a:buChar char="•"/>
            </a:pPr>
            <a:endParaRPr lang="tr-TR" sz="1600" dirty="0" smtClean="0"/>
          </a:p>
          <a:p>
            <a:pPr marL="742950" lvl="1" indent="-285750">
              <a:buFont typeface="Arial" pitchFamily="34" charset="0"/>
              <a:buChar char="•"/>
            </a:pPr>
            <a:endParaRPr lang="tr-TR" sz="1600" dirty="0"/>
          </a:p>
          <a:p>
            <a:pPr marL="342900" indent="-342900">
              <a:buFont typeface="+mj-lt"/>
              <a:buAutoNum type="arabicPeriod" startAt="5"/>
            </a:pPr>
            <a:r>
              <a:rPr lang="tr-TR" sz="1600" dirty="0"/>
              <a:t>Eğer </a:t>
            </a:r>
            <a:r>
              <a:rPr lang="tr-TR" sz="1600" b="1" i="1" dirty="0" err="1"/>
              <a:t>Evet</a:t>
            </a:r>
            <a:r>
              <a:rPr lang="tr-TR" sz="1600" dirty="0" err="1"/>
              <a:t>’i</a:t>
            </a:r>
            <a:r>
              <a:rPr lang="tr-TR" sz="1600" dirty="0"/>
              <a:t> seçerseniz </a:t>
            </a:r>
            <a:r>
              <a:rPr lang="tr-TR" sz="1600" b="1" i="1" dirty="0"/>
              <a:t>Slayt Sıralayıcısı </a:t>
            </a:r>
            <a:r>
              <a:rPr lang="tr-TR" sz="1600" dirty="0"/>
              <a:t>görünümü açılarak, sununuzdaki her slaydın zamanını görüntüler</a:t>
            </a:r>
            <a:r>
              <a:rPr lang="tr-TR" sz="1600" dirty="0" smtClean="0"/>
              <a:t>.</a:t>
            </a:r>
          </a:p>
        </p:txBody>
      </p:sp>
      <p:pic>
        <p:nvPicPr>
          <p:cNvPr id="14" name="Resim 13" descr="C:\Users\zparlak\AppData\Local\Temp\SNAGHTML52d884.PNG"/>
          <p:cNvPicPr/>
          <p:nvPr/>
        </p:nvPicPr>
        <p:blipFill>
          <a:blip r:embed="rId11">
            <a:extLst>
              <a:ext uri="{28A0092B-C50C-407E-A947-70E740481C1C}">
                <a14:useLocalDpi xmlns:a14="http://schemas.microsoft.com/office/drawing/2010/main" val="0"/>
              </a:ext>
            </a:extLst>
          </a:blip>
          <a:srcRect/>
          <a:stretch>
            <a:fillRect/>
          </a:stretch>
        </p:blipFill>
        <p:spPr bwMode="auto">
          <a:xfrm>
            <a:off x="1545340" y="2595902"/>
            <a:ext cx="5748520" cy="967105"/>
          </a:xfrm>
          <a:prstGeom prst="rect">
            <a:avLst/>
          </a:prstGeom>
          <a:noFill/>
          <a:ln>
            <a:noFill/>
          </a:ln>
        </p:spPr>
      </p:pic>
      <p:pic>
        <p:nvPicPr>
          <p:cNvPr id="15" name="Resim 14"/>
          <p:cNvPicPr/>
          <p:nvPr/>
        </p:nvPicPr>
        <p:blipFill>
          <a:blip r:embed="rId12"/>
          <a:stretch>
            <a:fillRect/>
          </a:stretch>
        </p:blipFill>
        <p:spPr>
          <a:xfrm>
            <a:off x="2793206" y="4038600"/>
            <a:ext cx="3557588" cy="2634878"/>
          </a:xfrm>
          <a:prstGeom prst="rect">
            <a:avLst/>
          </a:prstGeom>
        </p:spPr>
      </p:pic>
    </p:spTree>
    <p:custDataLst>
      <p:tags r:id="rId1"/>
    </p:custDataLst>
    <p:extLst>
      <p:ext uri="{BB962C8B-B14F-4D97-AF65-F5344CB8AC3E}">
        <p14:creationId xmlns:p14="http://schemas.microsoft.com/office/powerpoint/2010/main" val="3871515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2" end="2"/>
                                            </p:txEl>
                                          </p:spTgt>
                                        </p:tgtEl>
                                        <p:attrNameLst>
                                          <p:attrName>style.visibility</p:attrName>
                                        </p:attrNameLst>
                                      </p:cBhvr>
                                      <p:to>
                                        <p:strVal val="visible"/>
                                      </p:to>
                                    </p:set>
                                    <p:animEffect transition="in" filter="fade">
                                      <p:cBhvr>
                                        <p:cTn id="20" dur="500"/>
                                        <p:tgtEl>
                                          <p:spTgt spid="7">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animEffect transition="in" filter="fade">
                                      <p:cBhvr>
                                        <p:cTn id="25" dur="500"/>
                                        <p:tgtEl>
                                          <p:spTgt spid="7">
                                            <p:txEl>
                                              <p:pRg st="8" end="8"/>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9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Slayt gösterisini kaydetmek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7"/>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8"/>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9"/>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Slayt gösterisini </a:t>
            </a:r>
            <a:r>
              <a:rPr lang="tr-TR" sz="1400" b="1" dirty="0" smtClean="0">
                <a:solidFill>
                  <a:schemeClr val="bg1"/>
                </a:solidFill>
              </a:rPr>
              <a:t>kaydeder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7</a:t>
            </a:fld>
            <a:endParaRPr lang="tr-TR"/>
          </a:p>
        </p:txBody>
      </p:sp>
      <p:sp>
        <p:nvSpPr>
          <p:cNvPr id="7" name="Metin kutusu 6"/>
          <p:cNvSpPr txBox="1"/>
          <p:nvPr>
            <p:custDataLst>
              <p:tags r:id="rId5"/>
            </p:custDataLst>
          </p:nvPr>
        </p:nvSpPr>
        <p:spPr>
          <a:xfrm>
            <a:off x="533400" y="1371600"/>
            <a:ext cx="7772400" cy="6001643"/>
          </a:xfrm>
          <a:prstGeom prst="rect">
            <a:avLst/>
          </a:prstGeom>
          <a:noFill/>
        </p:spPr>
        <p:txBody>
          <a:bodyPr wrap="square" rtlCol="0">
            <a:spAutoFit/>
          </a:bodyPr>
          <a:lstStyle/>
          <a:p>
            <a:pPr marL="342900" lvl="0" indent="-342900">
              <a:buFont typeface="+mj-lt"/>
              <a:buAutoNum type="arabicPeriod"/>
            </a:pPr>
            <a:r>
              <a:rPr lang="tr-TR" sz="1600" b="1" i="1" dirty="0"/>
              <a:t>Slayt Gösterisi sekmesi &gt;  Ayarla Komut </a:t>
            </a:r>
            <a:r>
              <a:rPr lang="tr-TR" sz="1600" b="1" i="1" dirty="0" smtClean="0"/>
              <a:t>grubu &gt; </a:t>
            </a:r>
            <a:r>
              <a:rPr lang="tr-TR" sz="1600" b="1" i="1" dirty="0"/>
              <a:t>Slayt Gösterisi </a:t>
            </a:r>
            <a:r>
              <a:rPr lang="tr-TR" sz="1600" b="1" i="1" dirty="0" err="1"/>
              <a:t>Kaydı</a:t>
            </a:r>
            <a:r>
              <a:rPr lang="tr-TR" sz="1600" dirty="0" err="1"/>
              <a:t>’nı</a:t>
            </a:r>
            <a:r>
              <a:rPr lang="tr-TR" sz="1600" dirty="0"/>
              <a:t> </a:t>
            </a:r>
            <a:r>
              <a:rPr lang="tr-TR" sz="1600" dirty="0" smtClean="0"/>
              <a:t>tıklatın</a:t>
            </a:r>
          </a:p>
          <a:p>
            <a:pPr marL="342900" lvl="0" indent="-342900">
              <a:buFont typeface="+mj-lt"/>
              <a:buAutoNum type="arabicPeriod"/>
            </a:pPr>
            <a:endParaRPr lang="tr-TR" sz="1600" dirty="0"/>
          </a:p>
          <a:p>
            <a:pPr marL="342900" lvl="0" indent="-342900">
              <a:buFont typeface="+mj-lt"/>
              <a:buAutoNum type="arabicPeriod"/>
            </a:pPr>
            <a:endParaRPr lang="tr-TR" sz="1600" dirty="0" smtClean="0"/>
          </a:p>
          <a:p>
            <a:pPr marL="342900" lvl="0" indent="-342900">
              <a:buFont typeface="+mj-lt"/>
              <a:buAutoNum type="arabicPeriod"/>
            </a:pPr>
            <a:endParaRPr lang="tr-TR" sz="1600" dirty="0"/>
          </a:p>
          <a:p>
            <a:pPr marL="342900" lvl="0" indent="-342900">
              <a:buFont typeface="+mj-lt"/>
              <a:buAutoNum type="arabicPeriod"/>
            </a:pPr>
            <a:endParaRPr lang="tr-TR" sz="1600" dirty="0" smtClean="0"/>
          </a:p>
          <a:p>
            <a:pPr marL="342900" lvl="0" indent="-342900">
              <a:buFont typeface="+mj-lt"/>
              <a:buAutoNum type="arabicPeriod"/>
            </a:pPr>
            <a:endParaRPr lang="tr-TR" sz="1600" dirty="0"/>
          </a:p>
          <a:p>
            <a:pPr marL="342900" lvl="0" indent="-342900">
              <a:buFont typeface="+mj-lt"/>
              <a:buAutoNum type="arabicPeriod"/>
            </a:pPr>
            <a:endParaRPr lang="tr-TR" sz="1600" dirty="0" smtClean="0"/>
          </a:p>
          <a:p>
            <a:pPr marL="342900" lvl="0" indent="-342900">
              <a:buFont typeface="+mj-lt"/>
              <a:buAutoNum type="arabicPeriod"/>
            </a:pPr>
            <a:endParaRPr lang="tr-TR" sz="1600" dirty="0" smtClean="0"/>
          </a:p>
          <a:p>
            <a:pPr marL="342900" lvl="0" indent="-342900">
              <a:buFont typeface="+mj-lt"/>
              <a:buAutoNum type="arabicPeriod"/>
            </a:pPr>
            <a:r>
              <a:rPr lang="tr-TR" sz="1600" dirty="0" smtClean="0"/>
              <a:t>Aşağıdakilerden </a:t>
            </a:r>
            <a:r>
              <a:rPr lang="tr-TR" sz="1600" dirty="0"/>
              <a:t>birini seçin:</a:t>
            </a:r>
          </a:p>
          <a:p>
            <a:pPr marL="742950" lvl="1" indent="-285750">
              <a:buFont typeface="Arial" pitchFamily="34" charset="0"/>
              <a:buChar char="•"/>
            </a:pPr>
            <a:r>
              <a:rPr lang="tr-TR" sz="1600" b="1" i="1" dirty="0" smtClean="0"/>
              <a:t>Kayda </a:t>
            </a:r>
            <a:r>
              <a:rPr lang="tr-TR" sz="1600" b="1" i="1" dirty="0"/>
              <a:t>Başlangıçtan Başla</a:t>
            </a:r>
          </a:p>
          <a:p>
            <a:pPr marL="742950" lvl="1" indent="-285750">
              <a:buFont typeface="Arial" pitchFamily="34" charset="0"/>
              <a:buChar char="•"/>
            </a:pPr>
            <a:r>
              <a:rPr lang="tr-TR" sz="1600" b="1" i="1" dirty="0" smtClean="0"/>
              <a:t>Kaydı </a:t>
            </a:r>
            <a:r>
              <a:rPr lang="tr-TR" sz="1600" b="1" i="1" dirty="0"/>
              <a:t>Geçerli Slayttan </a:t>
            </a:r>
            <a:r>
              <a:rPr lang="tr-TR" sz="1600" b="1" i="1" dirty="0" smtClean="0"/>
              <a:t>Başlat</a:t>
            </a:r>
            <a:endParaRPr lang="tr-TR" sz="1600" b="1" i="1" dirty="0"/>
          </a:p>
          <a:p>
            <a:pPr marL="342900" lvl="0" indent="-342900">
              <a:buFont typeface="+mj-lt"/>
              <a:buAutoNum type="arabicPeriod" startAt="3"/>
            </a:pPr>
            <a:r>
              <a:rPr lang="tr-TR" sz="1600" dirty="0" smtClean="0"/>
              <a:t>Slayt </a:t>
            </a:r>
            <a:r>
              <a:rPr lang="tr-TR" sz="1600" dirty="0"/>
              <a:t>Gösterisi Kaydı iletişim kutusu açılacaktır, burada </a:t>
            </a:r>
            <a:r>
              <a:rPr lang="tr-TR" sz="1600" b="1" i="1" dirty="0"/>
              <a:t>Anlatımlar ve lazer </a:t>
            </a:r>
            <a:r>
              <a:rPr lang="tr-TR" sz="1600" dirty="0"/>
              <a:t>işaretçisi onay kutusunu seçin ve </a:t>
            </a:r>
            <a:r>
              <a:rPr lang="tr-TR" sz="1600" b="1" i="1" dirty="0"/>
              <a:t>Slayt ve animasyon zamanlamaları </a:t>
            </a:r>
            <a:r>
              <a:rPr lang="tr-TR" sz="1600" dirty="0"/>
              <a:t>onay kutusunu seçin veya temizleyin. </a:t>
            </a:r>
            <a:endParaRPr lang="tr-TR" sz="1600" dirty="0" smtClean="0"/>
          </a:p>
          <a:p>
            <a:pPr marL="342900" lvl="0" indent="-342900">
              <a:buFont typeface="+mj-lt"/>
              <a:buAutoNum type="arabicPeriod" startAt="3"/>
            </a:pPr>
            <a:endParaRPr lang="tr-TR" sz="1600" dirty="0" smtClean="0"/>
          </a:p>
          <a:p>
            <a:pPr marL="342900" lvl="0" indent="-342900">
              <a:buFont typeface="+mj-lt"/>
              <a:buAutoNum type="arabicPeriod" startAt="3"/>
            </a:pPr>
            <a:endParaRPr lang="tr-TR" sz="1600" dirty="0" smtClean="0"/>
          </a:p>
          <a:p>
            <a:pPr marL="342900" lvl="0" indent="-342900">
              <a:buFont typeface="+mj-lt"/>
              <a:buAutoNum type="arabicPeriod" startAt="3"/>
            </a:pPr>
            <a:endParaRPr lang="tr-TR" sz="1600" dirty="0" smtClean="0"/>
          </a:p>
          <a:p>
            <a:pPr marL="342900" lvl="0" indent="-342900">
              <a:buFont typeface="+mj-lt"/>
              <a:buAutoNum type="arabicPeriod" startAt="4"/>
            </a:pPr>
            <a:r>
              <a:rPr lang="tr-TR" sz="1600" b="1" i="1" dirty="0" smtClean="0"/>
              <a:t>Kaydı </a:t>
            </a:r>
            <a:r>
              <a:rPr lang="tr-TR" sz="1600" b="1" i="1" dirty="0" err="1"/>
              <a:t>Başlat</a:t>
            </a:r>
            <a:r>
              <a:rPr lang="tr-TR" sz="1600" dirty="0" err="1"/>
              <a:t>'ı</a:t>
            </a:r>
            <a:r>
              <a:rPr lang="tr-TR" sz="1600" dirty="0"/>
              <a:t> tıklatın.</a:t>
            </a:r>
          </a:p>
          <a:p>
            <a:pPr marL="342900" lvl="0" indent="-342900">
              <a:buFont typeface="+mj-lt"/>
              <a:buAutoNum type="arabicPeriod" startAt="4"/>
            </a:pPr>
            <a:r>
              <a:rPr lang="tr-TR" sz="1600" dirty="0"/>
              <a:t>Zamanlama Provası konusunda anlatılan araç çubuğunun aynı çıkacaktır.</a:t>
            </a:r>
          </a:p>
          <a:p>
            <a:pPr marL="342900" lvl="0" indent="-342900">
              <a:buFont typeface="+mj-lt"/>
              <a:buAutoNum type="arabicPeriod" startAt="4"/>
            </a:pPr>
            <a:r>
              <a:rPr lang="tr-TR" sz="1600" dirty="0"/>
              <a:t>Slayt gösterisi kaydınızı sonlandırmak için, slaydı sağ tıklatın ve sonra </a:t>
            </a:r>
            <a:r>
              <a:rPr lang="tr-TR" sz="1600" b="1" i="1" dirty="0"/>
              <a:t>Gösteriyi </a:t>
            </a:r>
            <a:r>
              <a:rPr lang="tr-TR" sz="1600" b="1" i="1" dirty="0" err="1"/>
              <a:t>Bitir</a:t>
            </a:r>
            <a:r>
              <a:rPr lang="tr-TR" sz="1600" dirty="0" err="1"/>
              <a:t>'i</a:t>
            </a:r>
            <a:r>
              <a:rPr lang="tr-TR" sz="1600" dirty="0"/>
              <a:t> tıklatın.</a:t>
            </a:r>
          </a:p>
          <a:p>
            <a:pPr marL="342900" lvl="0" indent="-342900">
              <a:buFont typeface="+mj-lt"/>
              <a:buAutoNum type="arabicPeriod" startAt="4"/>
            </a:pPr>
            <a:r>
              <a:rPr lang="tr-TR" sz="1600" dirty="0"/>
              <a:t>Her slaydın altına zamanlamalar eklenmiş olarak </a:t>
            </a:r>
            <a:r>
              <a:rPr lang="tr-TR" sz="1600" b="1" i="1" dirty="0"/>
              <a:t>Slayt Sıralayıcısı </a:t>
            </a:r>
            <a:r>
              <a:rPr lang="tr-TR" sz="1600" dirty="0"/>
              <a:t>görünümü açılır.</a:t>
            </a:r>
          </a:p>
          <a:p>
            <a:pPr marL="342900" lvl="0" indent="-342900">
              <a:buFont typeface="+mj-lt"/>
              <a:buAutoNum type="arabicPeriod" startAt="5"/>
            </a:pPr>
            <a:endParaRPr lang="tr-TR" sz="1600" dirty="0"/>
          </a:p>
          <a:p>
            <a:pPr marL="342900" lvl="0" indent="-342900">
              <a:buFont typeface="+mj-lt"/>
              <a:buAutoNum type="arabicPeriod" startAt="5"/>
            </a:pPr>
            <a:endParaRPr lang="tr-TR" sz="1600" dirty="0" smtClean="0"/>
          </a:p>
        </p:txBody>
      </p:sp>
      <p:pic>
        <p:nvPicPr>
          <p:cNvPr id="16" name="Picture 2" descr="G:\Muhittin Akgül\imajlar\postit.gif"/>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83657" y="1694975"/>
            <a:ext cx="2438400" cy="2264473"/>
          </a:xfrm>
          <a:prstGeom prst="rect">
            <a:avLst/>
          </a:prstGeom>
          <a:noFill/>
          <a:extLst>
            <a:ext uri="{909E8E84-426E-40DD-AFC4-6F175D3DCCD1}">
              <a14:hiddenFill xmlns:a14="http://schemas.microsoft.com/office/drawing/2010/main">
                <a:solidFill>
                  <a:srgbClr val="FFFFFF"/>
                </a:solidFill>
              </a14:hiddenFill>
            </a:ext>
          </a:extLst>
        </p:spPr>
      </p:pic>
      <p:sp>
        <p:nvSpPr>
          <p:cNvPr id="17" name="Metin kutusu 16"/>
          <p:cNvSpPr txBox="1"/>
          <p:nvPr>
            <p:custDataLst>
              <p:tags r:id="rId6"/>
            </p:custDataLst>
          </p:nvPr>
        </p:nvSpPr>
        <p:spPr>
          <a:xfrm>
            <a:off x="6337225" y="2104889"/>
            <a:ext cx="2156232" cy="1615827"/>
          </a:xfrm>
          <a:prstGeom prst="rect">
            <a:avLst/>
          </a:prstGeom>
          <a:noFill/>
        </p:spPr>
        <p:txBody>
          <a:bodyPr wrap="square" rtlCol="0">
            <a:spAutoFit/>
          </a:bodyPr>
          <a:lstStyle/>
          <a:p>
            <a:pPr marL="171450" lvl="0" indent="-171450">
              <a:buFont typeface="Arial" pitchFamily="34" charset="0"/>
              <a:buChar char="•"/>
            </a:pPr>
            <a:r>
              <a:rPr lang="tr-TR" sz="1100" dirty="0"/>
              <a:t>Konuşma kaydederken tüm sunuyu kaydedebilir ve istediğiniz zaman kaydı duraklatıp devam ettirebilirsiniz.</a:t>
            </a:r>
          </a:p>
          <a:p>
            <a:pPr marL="171450" lvl="0" indent="-171450">
              <a:buFont typeface="Arial" pitchFamily="34" charset="0"/>
              <a:buChar char="•"/>
            </a:pPr>
            <a:r>
              <a:rPr lang="tr-TR" sz="1100" dirty="0"/>
              <a:t>Kayıt işlemine başlamadan önce mikrofonunuzun çalışır ve gerekli ayarlamalarının yapılmış olduğundan emin olun.</a:t>
            </a:r>
          </a:p>
        </p:txBody>
      </p:sp>
      <p:pic>
        <p:nvPicPr>
          <p:cNvPr id="18" name="Resim 17" descr="C:\Users\zparlak\AppData\Local\Temp\SNAGHTML60d808.PNG"/>
          <p:cNvPicPr/>
          <p:nvPr/>
        </p:nvPicPr>
        <p:blipFill>
          <a:blip r:embed="rId13">
            <a:extLst>
              <a:ext uri="{28A0092B-C50C-407E-A947-70E740481C1C}">
                <a14:useLocalDpi xmlns:a14="http://schemas.microsoft.com/office/drawing/2010/main" val="0"/>
              </a:ext>
            </a:extLst>
          </a:blip>
          <a:srcRect/>
          <a:stretch>
            <a:fillRect/>
          </a:stretch>
        </p:blipFill>
        <p:spPr bwMode="auto">
          <a:xfrm>
            <a:off x="3656471" y="4572000"/>
            <a:ext cx="2860040" cy="1228725"/>
          </a:xfrm>
          <a:prstGeom prst="rect">
            <a:avLst/>
          </a:prstGeom>
          <a:noFill/>
          <a:ln>
            <a:noFill/>
          </a:ln>
        </p:spPr>
      </p:pic>
      <p:pic>
        <p:nvPicPr>
          <p:cNvPr id="1026" name="Picture 2" descr="C:\Users\zparlak\AppData\Local\Temp\SNAGHTML1b0db6.PNG"/>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58816" y="1828800"/>
            <a:ext cx="4257675" cy="140017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408809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1026"/>
                                        </p:tgtEl>
                                        <p:attrNameLst>
                                          <p:attrName>style.visibility</p:attrName>
                                        </p:attrNameLst>
                                      </p:cBhvr>
                                      <p:to>
                                        <p:strVal val="visible"/>
                                      </p:to>
                                    </p:set>
                                    <p:animEffect transition="in" filter="fade">
                                      <p:cBhvr>
                                        <p:cTn id="16" dur="500"/>
                                        <p:tgtEl>
                                          <p:spTgt spid="102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
                                            <p:txEl>
                                              <p:pRg st="8" end="8"/>
                                            </p:txEl>
                                          </p:spTgt>
                                        </p:tgtEl>
                                        <p:attrNameLst>
                                          <p:attrName>style.visibility</p:attrName>
                                        </p:attrNameLst>
                                      </p:cBhvr>
                                      <p:to>
                                        <p:strVal val="visible"/>
                                      </p:to>
                                    </p:set>
                                    <p:animEffect transition="in" filter="fade">
                                      <p:cBhvr>
                                        <p:cTn id="21" dur="500"/>
                                        <p:tgtEl>
                                          <p:spTgt spid="7">
                                            <p:txEl>
                                              <p:pRg st="8" end="8"/>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xEl>
                                              <p:pRg st="9" end="9"/>
                                            </p:txEl>
                                          </p:spTgt>
                                        </p:tgtEl>
                                        <p:attrNameLst>
                                          <p:attrName>style.visibility</p:attrName>
                                        </p:attrNameLst>
                                      </p:cBhvr>
                                      <p:to>
                                        <p:strVal val="visible"/>
                                      </p:to>
                                    </p:set>
                                    <p:animEffect transition="in" filter="fade">
                                      <p:cBhvr>
                                        <p:cTn id="24" dur="500"/>
                                        <p:tgtEl>
                                          <p:spTgt spid="7">
                                            <p:txEl>
                                              <p:pRg st="9" end="9"/>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
                                            <p:txEl>
                                              <p:pRg st="10" end="10"/>
                                            </p:txEl>
                                          </p:spTgt>
                                        </p:tgtEl>
                                        <p:attrNameLst>
                                          <p:attrName>style.visibility</p:attrName>
                                        </p:attrNameLst>
                                      </p:cBhvr>
                                      <p:to>
                                        <p:strVal val="visible"/>
                                      </p:to>
                                    </p:set>
                                    <p:animEffect transition="in" filter="fade">
                                      <p:cBhvr>
                                        <p:cTn id="27" dur="500"/>
                                        <p:tgtEl>
                                          <p:spTgt spid="7">
                                            <p:txEl>
                                              <p:pRg st="10" end="1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xEl>
                                              <p:pRg st="11" end="11"/>
                                            </p:txEl>
                                          </p:spTgt>
                                        </p:tgtEl>
                                        <p:attrNameLst>
                                          <p:attrName>style.visibility</p:attrName>
                                        </p:attrNameLst>
                                      </p:cBhvr>
                                      <p:to>
                                        <p:strVal val="visible"/>
                                      </p:to>
                                    </p:set>
                                    <p:animEffect transition="in" filter="fade">
                                      <p:cBhvr>
                                        <p:cTn id="32" dur="500"/>
                                        <p:tgtEl>
                                          <p:spTgt spid="7">
                                            <p:txEl>
                                              <p:pRg st="11" end="11"/>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
                                            <p:txEl>
                                              <p:pRg st="15" end="15"/>
                                            </p:txEl>
                                          </p:spTgt>
                                        </p:tgtEl>
                                        <p:attrNameLst>
                                          <p:attrName>style.visibility</p:attrName>
                                        </p:attrNameLst>
                                      </p:cBhvr>
                                      <p:to>
                                        <p:strVal val="visible"/>
                                      </p:to>
                                    </p:set>
                                    <p:animEffect transition="in" filter="fade">
                                      <p:cBhvr>
                                        <p:cTn id="40" dur="500"/>
                                        <p:tgtEl>
                                          <p:spTgt spid="7">
                                            <p:txEl>
                                              <p:pRg st="15" end="1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7">
                                            <p:txEl>
                                              <p:pRg st="16" end="16"/>
                                            </p:txEl>
                                          </p:spTgt>
                                        </p:tgtEl>
                                        <p:attrNameLst>
                                          <p:attrName>style.visibility</p:attrName>
                                        </p:attrNameLst>
                                      </p:cBhvr>
                                      <p:to>
                                        <p:strVal val="visible"/>
                                      </p:to>
                                    </p:set>
                                    <p:animEffect transition="in" filter="fade">
                                      <p:cBhvr>
                                        <p:cTn id="45" dur="500"/>
                                        <p:tgtEl>
                                          <p:spTgt spid="7">
                                            <p:txEl>
                                              <p:pRg st="16" end="1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7">
                                            <p:txEl>
                                              <p:pRg st="17" end="17"/>
                                            </p:txEl>
                                          </p:spTgt>
                                        </p:tgtEl>
                                        <p:attrNameLst>
                                          <p:attrName>style.visibility</p:attrName>
                                        </p:attrNameLst>
                                      </p:cBhvr>
                                      <p:to>
                                        <p:strVal val="visible"/>
                                      </p:to>
                                    </p:set>
                                    <p:animEffect transition="in" filter="fade">
                                      <p:cBhvr>
                                        <p:cTn id="50" dur="500"/>
                                        <p:tgtEl>
                                          <p:spTgt spid="7">
                                            <p:txEl>
                                              <p:pRg st="17" end="17"/>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7">
                                            <p:txEl>
                                              <p:pRg st="18" end="18"/>
                                            </p:txEl>
                                          </p:spTgt>
                                        </p:tgtEl>
                                        <p:attrNameLst>
                                          <p:attrName>style.visibility</p:attrName>
                                        </p:attrNameLst>
                                      </p:cBhvr>
                                      <p:to>
                                        <p:strVal val="visible"/>
                                      </p:to>
                                    </p:set>
                                    <p:animEffect transition="in" filter="fade">
                                      <p:cBhvr>
                                        <p:cTn id="55" dur="500"/>
                                        <p:tgtEl>
                                          <p:spTgt spid="7">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9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Slaytları gizlemek/göstermek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Slaytları gösterip / </a:t>
            </a:r>
            <a:r>
              <a:rPr lang="tr-TR" sz="1400" b="1" dirty="0" smtClean="0">
                <a:solidFill>
                  <a:schemeClr val="bg1"/>
                </a:solidFill>
              </a:rPr>
              <a:t>gizler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8</a:t>
            </a:fld>
            <a:endParaRPr lang="tr-TR"/>
          </a:p>
        </p:txBody>
      </p:sp>
      <p:sp>
        <p:nvSpPr>
          <p:cNvPr id="7" name="Metin kutusu 6"/>
          <p:cNvSpPr txBox="1"/>
          <p:nvPr>
            <p:custDataLst>
              <p:tags r:id="rId5"/>
            </p:custDataLst>
          </p:nvPr>
        </p:nvSpPr>
        <p:spPr>
          <a:xfrm>
            <a:off x="533400" y="1371600"/>
            <a:ext cx="7772400" cy="4031873"/>
          </a:xfrm>
          <a:prstGeom prst="rect">
            <a:avLst/>
          </a:prstGeom>
          <a:noFill/>
        </p:spPr>
        <p:txBody>
          <a:bodyPr wrap="square" rtlCol="0">
            <a:spAutoFit/>
          </a:bodyPr>
          <a:lstStyle/>
          <a:p>
            <a:pPr marL="342900" lvl="0" indent="-342900">
              <a:buFont typeface="+mj-lt"/>
              <a:buAutoNum type="arabicPeriod"/>
            </a:pPr>
            <a:r>
              <a:rPr lang="tr-TR" sz="1600" dirty="0" smtClean="0"/>
              <a:t>Slayt </a:t>
            </a:r>
            <a:r>
              <a:rPr lang="tr-TR" sz="1600" dirty="0"/>
              <a:t>gösterisi sırasında gizlemek istediğiniz slayt ya </a:t>
            </a:r>
            <a:r>
              <a:rPr lang="tr-TR" sz="1600" dirty="0" smtClean="0"/>
              <a:t>slaytları </a:t>
            </a:r>
            <a:r>
              <a:rPr lang="tr-TR" sz="1600" dirty="0"/>
              <a:t>seçin ve üzerinde sağ tıklayıp </a:t>
            </a:r>
            <a:r>
              <a:rPr lang="tr-TR" sz="1600" b="1" i="1" dirty="0"/>
              <a:t>Slayt </a:t>
            </a:r>
            <a:r>
              <a:rPr lang="tr-TR" sz="1600" b="1" i="1" dirty="0" err="1"/>
              <a:t>Gizle</a:t>
            </a:r>
            <a:r>
              <a:rPr lang="tr-TR" sz="1600" dirty="0" err="1"/>
              <a:t>’yi</a:t>
            </a:r>
            <a:r>
              <a:rPr lang="tr-TR" sz="1600" dirty="0"/>
              <a:t> seçin.</a:t>
            </a:r>
          </a:p>
          <a:p>
            <a:pPr marL="342900" lvl="0" indent="-342900">
              <a:buFont typeface="+mj-lt"/>
              <a:buAutoNum type="arabicPeriod"/>
            </a:pPr>
            <a:r>
              <a:rPr lang="tr-TR" sz="1600" dirty="0"/>
              <a:t>Gizlenen slaytların küçük resimlerinde slayt numaralarının üzerine gizlendiğini gösteren bir işaret gelecektir</a:t>
            </a:r>
            <a:r>
              <a:rPr lang="tr-TR" sz="1600" dirty="0" smtClean="0"/>
              <a:t>.</a:t>
            </a:r>
          </a:p>
          <a:p>
            <a:pPr marL="342900" lvl="0" indent="-342900">
              <a:buFont typeface="+mj-lt"/>
              <a:buAutoNum type="arabicPeriod"/>
            </a:pPr>
            <a:endParaRPr lang="tr-TR" sz="1600" dirty="0"/>
          </a:p>
          <a:p>
            <a:pPr marL="342900" lvl="0" indent="-342900">
              <a:buFont typeface="+mj-lt"/>
              <a:buAutoNum type="arabicPeriod"/>
            </a:pPr>
            <a:endParaRPr lang="tr-TR" sz="1600" dirty="0" smtClean="0"/>
          </a:p>
          <a:p>
            <a:pPr marL="342900" lvl="0" indent="-342900">
              <a:buFont typeface="+mj-lt"/>
              <a:buAutoNum type="arabicPeriod"/>
            </a:pPr>
            <a:endParaRPr lang="tr-TR" sz="1600" dirty="0"/>
          </a:p>
          <a:p>
            <a:pPr marL="342900" lvl="0" indent="-342900">
              <a:buFont typeface="+mj-lt"/>
              <a:buAutoNum type="arabicPeriod"/>
            </a:pPr>
            <a:endParaRPr lang="tr-TR" sz="1600" dirty="0" smtClean="0"/>
          </a:p>
          <a:p>
            <a:pPr marL="342900" lvl="0" indent="-342900">
              <a:buFont typeface="+mj-lt"/>
              <a:buAutoNum type="arabicPeriod"/>
            </a:pPr>
            <a:endParaRPr lang="tr-TR" sz="1600" dirty="0" smtClean="0"/>
          </a:p>
          <a:p>
            <a:pPr marL="342900" lvl="0" indent="-342900">
              <a:buFont typeface="+mj-lt"/>
              <a:buAutoNum type="arabicPeriod"/>
            </a:pPr>
            <a:endParaRPr lang="tr-TR" sz="1600" dirty="0"/>
          </a:p>
          <a:p>
            <a:pPr marL="342900" lvl="0" indent="-342900">
              <a:buFont typeface="+mj-lt"/>
              <a:buAutoNum type="arabicPeriod"/>
            </a:pPr>
            <a:endParaRPr lang="tr-TR" sz="1600" dirty="0" smtClean="0"/>
          </a:p>
          <a:p>
            <a:pPr marL="342900" lvl="0" indent="-342900">
              <a:buFont typeface="+mj-lt"/>
              <a:buAutoNum type="arabicPeriod"/>
            </a:pPr>
            <a:endParaRPr lang="tr-TR" sz="1600" dirty="0"/>
          </a:p>
          <a:p>
            <a:pPr marL="342900" lvl="0" indent="-342900">
              <a:buFont typeface="+mj-lt"/>
              <a:buAutoNum type="arabicPeriod"/>
            </a:pPr>
            <a:endParaRPr lang="tr-TR" sz="1600" dirty="0" smtClean="0"/>
          </a:p>
          <a:p>
            <a:pPr marL="342900" lvl="0" indent="-342900">
              <a:buFont typeface="+mj-lt"/>
              <a:buAutoNum type="arabicPeriod"/>
            </a:pPr>
            <a:endParaRPr lang="tr-TR" sz="1600" dirty="0" smtClean="0"/>
          </a:p>
          <a:p>
            <a:pPr marL="342900" indent="-342900">
              <a:buFont typeface="+mj-lt"/>
              <a:buAutoNum type="arabicPeriod"/>
            </a:pPr>
            <a:r>
              <a:rPr lang="tr-TR" sz="1600" dirty="0"/>
              <a:t>Gizlenmiş olan bir </a:t>
            </a:r>
            <a:r>
              <a:rPr lang="tr-TR" sz="1600" dirty="0" err="1"/>
              <a:t>slaytı</a:t>
            </a:r>
            <a:r>
              <a:rPr lang="tr-TR" sz="1600" dirty="0"/>
              <a:t> Slayt gösterini sırasında tekrar görünür yapmak için tekrar üzerlerinde sağ tıklayın ve </a:t>
            </a:r>
            <a:r>
              <a:rPr lang="tr-TR" sz="1600" b="1" i="1" dirty="0"/>
              <a:t>Slayt </a:t>
            </a:r>
            <a:r>
              <a:rPr lang="tr-TR" sz="1600" b="1" i="1" dirty="0" err="1"/>
              <a:t>Gizle</a:t>
            </a:r>
            <a:r>
              <a:rPr lang="tr-TR" sz="1600" dirty="0" err="1"/>
              <a:t>’yi</a:t>
            </a:r>
            <a:r>
              <a:rPr lang="tr-TR" sz="1600" dirty="0"/>
              <a:t> seçin</a:t>
            </a:r>
            <a:r>
              <a:rPr lang="tr-TR" sz="1600" dirty="0" smtClean="0"/>
              <a:t>.</a:t>
            </a:r>
            <a:endParaRPr lang="tr-TR" sz="1600" dirty="0"/>
          </a:p>
        </p:txBody>
      </p:sp>
      <p:pic>
        <p:nvPicPr>
          <p:cNvPr id="13" name="Resim 12"/>
          <p:cNvPicPr/>
          <p:nvPr/>
        </p:nvPicPr>
        <p:blipFill>
          <a:blip r:embed="rId11"/>
          <a:stretch>
            <a:fillRect/>
          </a:stretch>
        </p:blipFill>
        <p:spPr>
          <a:xfrm>
            <a:off x="1600200" y="2424545"/>
            <a:ext cx="457200" cy="2376055"/>
          </a:xfrm>
          <a:prstGeom prst="rect">
            <a:avLst/>
          </a:prstGeom>
        </p:spPr>
      </p:pic>
    </p:spTree>
    <p:custDataLst>
      <p:tags r:id="rId1"/>
    </p:custDataLst>
    <p:extLst>
      <p:ext uri="{BB962C8B-B14F-4D97-AF65-F5344CB8AC3E}">
        <p14:creationId xmlns:p14="http://schemas.microsoft.com/office/powerpoint/2010/main" val="4080462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12" end="12"/>
                                            </p:txEl>
                                          </p:spTgt>
                                        </p:tgtEl>
                                        <p:attrNameLst>
                                          <p:attrName>style.visibility</p:attrName>
                                        </p:attrNameLst>
                                      </p:cBhvr>
                                      <p:to>
                                        <p:strVal val="visible"/>
                                      </p:to>
                                    </p:set>
                                    <p:animEffect transition="in" filter="fade">
                                      <p:cBhvr>
                                        <p:cTn id="20" dur="500"/>
                                        <p:tgtEl>
                                          <p:spTgt spid="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Slaytlar arasında sırayla ve istenilen </a:t>
            </a:r>
            <a:r>
              <a:rPr lang="tr-TR" sz="2000" b="1" spc="50" dirty="0" err="1">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slayta</a:t>
            </a:r>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 geçme şeklinde ilerleme</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 Slayt gösterisi ekranını </a:t>
            </a:r>
            <a:r>
              <a:rPr lang="tr-TR" sz="1400" b="1" dirty="0" smtClean="0">
                <a:solidFill>
                  <a:schemeClr val="bg1"/>
                </a:solidFill>
              </a:rPr>
              <a:t>tanır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9</a:t>
            </a:fld>
            <a:endParaRPr lang="tr-TR"/>
          </a:p>
        </p:txBody>
      </p:sp>
      <p:sp>
        <p:nvSpPr>
          <p:cNvPr id="7" name="Metin kutusu 6"/>
          <p:cNvSpPr txBox="1"/>
          <p:nvPr>
            <p:custDataLst>
              <p:tags r:id="rId5"/>
            </p:custDataLst>
          </p:nvPr>
        </p:nvSpPr>
        <p:spPr>
          <a:xfrm>
            <a:off x="533400" y="1371600"/>
            <a:ext cx="7772400" cy="907941"/>
          </a:xfrm>
          <a:prstGeom prst="rect">
            <a:avLst/>
          </a:prstGeom>
          <a:noFill/>
        </p:spPr>
        <p:txBody>
          <a:bodyPr wrap="square" rtlCol="0">
            <a:spAutoFit/>
          </a:bodyPr>
          <a:lstStyle/>
          <a:p>
            <a:pPr>
              <a:spcAft>
                <a:spcPts val="600"/>
              </a:spcAft>
            </a:pPr>
            <a:r>
              <a:rPr lang="tr-TR" sz="1600" dirty="0"/>
              <a:t>Slayt gösterisi sırasında istediğiniz bir </a:t>
            </a:r>
            <a:r>
              <a:rPr lang="tr-TR" sz="1600" dirty="0" err="1"/>
              <a:t>slayta</a:t>
            </a:r>
            <a:r>
              <a:rPr lang="tr-TR" sz="1600" dirty="0"/>
              <a:t> gitmek için</a:t>
            </a:r>
          </a:p>
          <a:p>
            <a:pPr marL="342900" indent="-342900">
              <a:buFont typeface="+mj-lt"/>
              <a:buAutoNum type="arabicPeriod"/>
            </a:pPr>
            <a:r>
              <a:rPr lang="tr-TR" sz="1600" dirty="0"/>
              <a:t>Sağ tıklayın ve açılan menüden </a:t>
            </a:r>
            <a:r>
              <a:rPr lang="tr-TR" sz="1600" b="1" i="1" dirty="0" err="1"/>
              <a:t>Slayta</a:t>
            </a:r>
            <a:r>
              <a:rPr lang="tr-TR" sz="1600" b="1" i="1" dirty="0"/>
              <a:t> </a:t>
            </a:r>
            <a:r>
              <a:rPr lang="tr-TR" sz="1600" b="1" i="1" dirty="0" err="1"/>
              <a:t>Git</a:t>
            </a:r>
            <a:r>
              <a:rPr lang="tr-TR" sz="1600" dirty="0" err="1"/>
              <a:t>’in</a:t>
            </a:r>
            <a:r>
              <a:rPr lang="tr-TR" sz="1600" dirty="0"/>
              <a:t> üzerine </a:t>
            </a:r>
            <a:r>
              <a:rPr lang="tr-TR" sz="1600" dirty="0" smtClean="0"/>
              <a:t>gelin</a:t>
            </a:r>
          </a:p>
          <a:p>
            <a:pPr marL="342900" indent="-342900">
              <a:buFont typeface="+mj-lt"/>
              <a:buAutoNum type="arabicPeriod"/>
            </a:pPr>
            <a:r>
              <a:rPr lang="tr-TR" sz="1600" dirty="0" smtClean="0"/>
              <a:t>Gitmek </a:t>
            </a:r>
            <a:r>
              <a:rPr lang="tr-TR" sz="1600" dirty="0"/>
              <a:t>istediğiniz </a:t>
            </a:r>
            <a:r>
              <a:rPr lang="tr-TR" sz="1600" dirty="0" err="1"/>
              <a:t>slayt’ı</a:t>
            </a:r>
            <a:r>
              <a:rPr lang="tr-TR" sz="1600" dirty="0"/>
              <a:t> seçin</a:t>
            </a:r>
          </a:p>
        </p:txBody>
      </p:sp>
      <p:pic>
        <p:nvPicPr>
          <p:cNvPr id="14" name="Resim 13"/>
          <p:cNvPicPr/>
          <p:nvPr/>
        </p:nvPicPr>
        <p:blipFill>
          <a:blip r:embed="rId11"/>
          <a:stretch>
            <a:fillRect/>
          </a:stretch>
        </p:blipFill>
        <p:spPr>
          <a:xfrm>
            <a:off x="2906556" y="2722243"/>
            <a:ext cx="3330887" cy="2306955"/>
          </a:xfrm>
          <a:prstGeom prst="rect">
            <a:avLst/>
          </a:prstGeom>
        </p:spPr>
      </p:pic>
    </p:spTree>
    <p:custDataLst>
      <p:tags r:id="rId1"/>
    </p:custDataLst>
    <p:extLst>
      <p:ext uri="{BB962C8B-B14F-4D97-AF65-F5344CB8AC3E}">
        <p14:creationId xmlns:p14="http://schemas.microsoft.com/office/powerpoint/2010/main" val="4126792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Kalem kullanımı ve kalem işaretlemelerini kaydetme/çıkarma</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 Slayt gösterisi </a:t>
            </a:r>
            <a:r>
              <a:rPr lang="tr-TR" sz="1400" b="1">
                <a:solidFill>
                  <a:schemeClr val="bg1"/>
                </a:solidFill>
              </a:rPr>
              <a:t>ekranını </a:t>
            </a:r>
            <a:r>
              <a:rPr lang="tr-TR" sz="1400" b="1" smtClean="0">
                <a:solidFill>
                  <a:schemeClr val="bg1"/>
                </a:solidFill>
              </a:rPr>
              <a:t>tanır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10</a:t>
            </a:fld>
            <a:endParaRPr lang="tr-TR"/>
          </a:p>
        </p:txBody>
      </p:sp>
      <p:sp>
        <p:nvSpPr>
          <p:cNvPr id="7" name="Metin kutusu 6"/>
          <p:cNvSpPr txBox="1"/>
          <p:nvPr>
            <p:custDataLst>
              <p:tags r:id="rId5"/>
            </p:custDataLst>
          </p:nvPr>
        </p:nvSpPr>
        <p:spPr>
          <a:xfrm>
            <a:off x="533400" y="1371600"/>
            <a:ext cx="7772400" cy="4770537"/>
          </a:xfrm>
          <a:prstGeom prst="rect">
            <a:avLst/>
          </a:prstGeom>
          <a:noFill/>
        </p:spPr>
        <p:txBody>
          <a:bodyPr wrap="square" rtlCol="0">
            <a:spAutoFit/>
          </a:bodyPr>
          <a:lstStyle/>
          <a:p>
            <a:pPr marL="342900" indent="-342900">
              <a:buFont typeface="+mj-lt"/>
              <a:buAutoNum type="arabicPeriod"/>
            </a:pPr>
            <a:r>
              <a:rPr lang="tr-TR" sz="1600" dirty="0" smtClean="0"/>
              <a:t>Slayt gösterisi sırasında </a:t>
            </a:r>
            <a:r>
              <a:rPr lang="tr-TR" sz="1600" dirty="0" err="1" smtClean="0"/>
              <a:t>slaytın</a:t>
            </a:r>
            <a:r>
              <a:rPr lang="tr-TR" sz="1600" dirty="0" smtClean="0"/>
              <a:t> üzerinde sağ </a:t>
            </a:r>
            <a:r>
              <a:rPr lang="tr-TR" sz="1600" dirty="0"/>
              <a:t>tıklayın ve açılan menüden </a:t>
            </a:r>
            <a:r>
              <a:rPr lang="tr-TR" sz="1600" b="1" i="1" dirty="0"/>
              <a:t>İşaretçi </a:t>
            </a:r>
            <a:r>
              <a:rPr lang="tr-TR" sz="1600" b="1" i="1" dirty="0" err="1"/>
              <a:t>Seçenekleri</a:t>
            </a:r>
            <a:r>
              <a:rPr lang="tr-TR" sz="1600" dirty="0" err="1"/>
              <a:t>’in</a:t>
            </a:r>
            <a:r>
              <a:rPr lang="tr-TR" sz="1600" dirty="0"/>
              <a:t> üzerine gelin</a:t>
            </a:r>
          </a:p>
          <a:p>
            <a:pPr marL="342900" indent="-342900">
              <a:buFont typeface="+mj-lt"/>
              <a:buAutoNum type="arabicPeriod"/>
            </a:pPr>
            <a:r>
              <a:rPr lang="tr-TR" sz="1600" dirty="0"/>
              <a:t>Bir kalem tipi (</a:t>
            </a:r>
            <a:r>
              <a:rPr lang="tr-TR" sz="1600" b="1" i="1" dirty="0"/>
              <a:t>Kalem</a:t>
            </a:r>
            <a:r>
              <a:rPr lang="tr-TR" sz="1600" dirty="0"/>
              <a:t> veya </a:t>
            </a:r>
            <a:r>
              <a:rPr lang="tr-TR" sz="1600" b="1" i="1" dirty="0"/>
              <a:t>Vurgulayıc</a:t>
            </a:r>
            <a:r>
              <a:rPr lang="tr-TR" sz="1600" dirty="0"/>
              <a:t>ı)ve </a:t>
            </a:r>
            <a:r>
              <a:rPr lang="tr-TR" sz="1600" b="1" i="1" dirty="0"/>
              <a:t>Mürekkep rengini </a:t>
            </a:r>
            <a:r>
              <a:rPr lang="tr-TR" sz="1600" dirty="0"/>
              <a:t>seçin</a:t>
            </a:r>
            <a:r>
              <a:rPr lang="tr-TR" sz="1600" dirty="0" smtClean="0"/>
              <a:t>.</a:t>
            </a:r>
          </a:p>
          <a:p>
            <a:pPr marL="342900" indent="-342900">
              <a:buFont typeface="+mj-lt"/>
              <a:buAutoNum type="arabicPeriod"/>
            </a:pPr>
            <a:endParaRPr lang="tr-TR" sz="1600" dirty="0"/>
          </a:p>
          <a:p>
            <a:pPr marL="342900" indent="-342900">
              <a:buFont typeface="+mj-lt"/>
              <a:buAutoNum type="arabicPeriod"/>
            </a:pPr>
            <a:endParaRPr lang="tr-TR" sz="1600" dirty="0" smtClean="0"/>
          </a:p>
          <a:p>
            <a:pPr marL="342900" indent="-342900">
              <a:buFont typeface="+mj-lt"/>
              <a:buAutoNum type="arabicPeriod"/>
            </a:pPr>
            <a:endParaRPr lang="tr-TR" sz="1600" dirty="0"/>
          </a:p>
          <a:p>
            <a:pPr marL="342900" indent="-342900">
              <a:buFont typeface="+mj-lt"/>
              <a:buAutoNum type="arabicPeriod"/>
            </a:pPr>
            <a:endParaRPr lang="tr-TR" sz="1600" dirty="0" smtClean="0"/>
          </a:p>
          <a:p>
            <a:pPr marL="342900" indent="-342900">
              <a:buFont typeface="+mj-lt"/>
              <a:buAutoNum type="arabicPeriod"/>
            </a:pPr>
            <a:endParaRPr lang="tr-TR" sz="1600" dirty="0" smtClean="0"/>
          </a:p>
          <a:p>
            <a:pPr marL="342900" indent="-342900">
              <a:buFont typeface="+mj-lt"/>
              <a:buAutoNum type="arabicPeriod"/>
            </a:pPr>
            <a:endParaRPr lang="tr-TR" sz="1600" dirty="0"/>
          </a:p>
          <a:p>
            <a:pPr marL="342900" indent="-342900">
              <a:buFont typeface="+mj-lt"/>
              <a:buAutoNum type="arabicPeriod"/>
            </a:pPr>
            <a:endParaRPr lang="tr-TR" sz="1600" dirty="0"/>
          </a:p>
          <a:p>
            <a:pPr marL="342900" indent="-342900">
              <a:buFont typeface="+mj-lt"/>
              <a:buAutoNum type="arabicPeriod"/>
            </a:pPr>
            <a:endParaRPr lang="tr-TR" sz="1600" dirty="0" smtClean="0"/>
          </a:p>
          <a:p>
            <a:pPr marL="342900" indent="-342900">
              <a:buFont typeface="+mj-lt"/>
              <a:buAutoNum type="arabicPeriod"/>
            </a:pPr>
            <a:endParaRPr lang="tr-TR" sz="1600" dirty="0" smtClean="0"/>
          </a:p>
          <a:p>
            <a:pPr marL="342900" indent="-342900">
              <a:buFont typeface="+mj-lt"/>
              <a:buAutoNum type="arabicPeriod"/>
            </a:pPr>
            <a:r>
              <a:rPr lang="tr-TR" sz="1600" dirty="0"/>
              <a:t>Slaytlar üzerinde işaretlemelerinizi yapın ve notlarını yazın (Tabletler aracılığıyla)</a:t>
            </a:r>
          </a:p>
          <a:p>
            <a:pPr marL="342900" indent="-342900">
              <a:buFont typeface="+mj-lt"/>
              <a:buAutoNum type="arabicPeriod"/>
            </a:pPr>
            <a:r>
              <a:rPr lang="tr-TR" sz="1600" dirty="0"/>
              <a:t>Bir slayttan diğerine geçerken kelem seçiminiz aktif kalmaya devam edecektir.</a:t>
            </a:r>
          </a:p>
          <a:p>
            <a:pPr marL="342900" indent="-342900">
              <a:buFont typeface="+mj-lt"/>
              <a:buAutoNum type="arabicPeriod"/>
            </a:pPr>
            <a:r>
              <a:rPr lang="tr-TR" sz="1600" dirty="0"/>
              <a:t>Kalem </a:t>
            </a:r>
            <a:r>
              <a:rPr lang="tr-TR" sz="1600" dirty="0" err="1"/>
              <a:t>modundan</a:t>
            </a:r>
            <a:r>
              <a:rPr lang="tr-TR" sz="1600" dirty="0"/>
              <a:t> çıkmak için klavyeden </a:t>
            </a:r>
            <a:r>
              <a:rPr lang="tr-TR" sz="1600" b="1" i="1" dirty="0" err="1"/>
              <a:t>Esc</a:t>
            </a:r>
            <a:r>
              <a:rPr lang="tr-TR" sz="1600" dirty="0"/>
              <a:t> tuşuna basın.</a:t>
            </a:r>
          </a:p>
          <a:p>
            <a:pPr marL="342900" indent="-342900">
              <a:buFont typeface="+mj-lt"/>
              <a:buAutoNum type="arabicPeriod"/>
            </a:pPr>
            <a:r>
              <a:rPr lang="tr-TR" sz="1600" dirty="0"/>
              <a:t>Slayt gösterisi bittiğinde veya sizin isteğinizle sonlandırıldığında (</a:t>
            </a:r>
            <a:r>
              <a:rPr lang="tr-TR" sz="1600" b="1" i="1" dirty="0" err="1"/>
              <a:t>Esc</a:t>
            </a:r>
            <a:r>
              <a:rPr lang="tr-TR" sz="1600" dirty="0"/>
              <a:t> tuşuyla) yaptığınız işaretleme ve notlarınızın slaytlar üzerinde saklamak veya çıkarmak için karşınıza bir iletişim kutusu gelecektir. İstediğiniz bir tanesini seçin.</a:t>
            </a:r>
          </a:p>
          <a:p>
            <a:pPr lvl="2"/>
            <a:endParaRPr lang="tr-TR" sz="1600" dirty="0"/>
          </a:p>
        </p:txBody>
      </p:sp>
      <p:pic>
        <p:nvPicPr>
          <p:cNvPr id="13" name="Resim 12"/>
          <p:cNvPicPr/>
          <p:nvPr/>
        </p:nvPicPr>
        <p:blipFill>
          <a:blip r:embed="rId11"/>
          <a:stretch>
            <a:fillRect/>
          </a:stretch>
        </p:blipFill>
        <p:spPr>
          <a:xfrm>
            <a:off x="3320781" y="2209800"/>
            <a:ext cx="2197637" cy="2057400"/>
          </a:xfrm>
          <a:prstGeom prst="rect">
            <a:avLst/>
          </a:prstGeom>
        </p:spPr>
      </p:pic>
      <p:pic>
        <p:nvPicPr>
          <p:cNvPr id="15" name="Resim 14" descr="C:\Users\zparlak\AppData\Local\Temp\SNAGHTML79fd92.PNG"/>
          <p:cNvPicPr/>
          <p:nvPr/>
        </p:nvPicPr>
        <p:blipFill>
          <a:blip r:embed="rId12">
            <a:extLst>
              <a:ext uri="{28A0092B-C50C-407E-A947-70E740481C1C}">
                <a14:useLocalDpi xmlns:a14="http://schemas.microsoft.com/office/drawing/2010/main" val="0"/>
              </a:ext>
            </a:extLst>
          </a:blip>
          <a:srcRect/>
          <a:stretch>
            <a:fillRect/>
          </a:stretch>
        </p:blipFill>
        <p:spPr bwMode="auto">
          <a:xfrm>
            <a:off x="3416299" y="5867400"/>
            <a:ext cx="2891567" cy="990600"/>
          </a:xfrm>
          <a:prstGeom prst="rect">
            <a:avLst/>
          </a:prstGeom>
          <a:noFill/>
          <a:ln>
            <a:noFill/>
          </a:ln>
        </p:spPr>
      </p:pic>
    </p:spTree>
    <p:custDataLst>
      <p:tags r:id="rId1"/>
    </p:custDataLst>
    <p:extLst>
      <p:ext uri="{BB962C8B-B14F-4D97-AF65-F5344CB8AC3E}">
        <p14:creationId xmlns:p14="http://schemas.microsoft.com/office/powerpoint/2010/main" val="1937116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11" end="11"/>
                                            </p:txEl>
                                          </p:spTgt>
                                        </p:tgtEl>
                                        <p:attrNameLst>
                                          <p:attrName>style.visibility</p:attrName>
                                        </p:attrNameLst>
                                      </p:cBhvr>
                                      <p:to>
                                        <p:strVal val="visible"/>
                                      </p:to>
                                    </p:set>
                                    <p:animEffect transition="in" filter="fade">
                                      <p:cBhvr>
                                        <p:cTn id="20" dur="500"/>
                                        <p:tgtEl>
                                          <p:spTgt spid="7">
                                            <p:txEl>
                                              <p:pRg st="11" end="1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xEl>
                                              <p:pRg st="12" end="12"/>
                                            </p:txEl>
                                          </p:spTgt>
                                        </p:tgtEl>
                                        <p:attrNameLst>
                                          <p:attrName>style.visibility</p:attrName>
                                        </p:attrNameLst>
                                      </p:cBhvr>
                                      <p:to>
                                        <p:strVal val="visible"/>
                                      </p:to>
                                    </p:set>
                                    <p:animEffect transition="in" filter="fade">
                                      <p:cBhvr>
                                        <p:cTn id="25" dur="500"/>
                                        <p:tgtEl>
                                          <p:spTgt spid="7">
                                            <p:txEl>
                                              <p:pRg st="12" end="1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
                                            <p:txEl>
                                              <p:pRg st="13" end="13"/>
                                            </p:txEl>
                                          </p:spTgt>
                                        </p:tgtEl>
                                        <p:attrNameLst>
                                          <p:attrName>style.visibility</p:attrName>
                                        </p:attrNameLst>
                                      </p:cBhvr>
                                      <p:to>
                                        <p:strVal val="visible"/>
                                      </p:to>
                                    </p:set>
                                    <p:animEffect transition="in" filter="fade">
                                      <p:cBhvr>
                                        <p:cTn id="30" dur="500"/>
                                        <p:tgtEl>
                                          <p:spTgt spid="7">
                                            <p:txEl>
                                              <p:pRg st="13" end="1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txEl>
                                              <p:pRg st="14" end="14"/>
                                            </p:txEl>
                                          </p:spTgt>
                                        </p:tgtEl>
                                        <p:attrNameLst>
                                          <p:attrName>style.visibility</p:attrName>
                                        </p:attrNameLst>
                                      </p:cBhvr>
                                      <p:to>
                                        <p:strVal val="visible"/>
                                      </p:to>
                                    </p:set>
                                    <p:animEffect transition="in" filter="fade">
                                      <p:cBhvr>
                                        <p:cTn id="35" dur="500"/>
                                        <p:tgtEl>
                                          <p:spTgt spid="7">
                                            <p:txEl>
                                              <p:pRg st="14" end="14"/>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Lst>
  </p:timing>
</p:sld>
</file>

<file path=ppt/tags/tag1.xml><?xml version="1.0" encoding="utf-8"?>
<p:tagLst xmlns:a="http://schemas.openxmlformats.org/drawingml/2006/main" xmlns:r="http://schemas.openxmlformats.org/officeDocument/2006/relationships" xmlns:p="http://schemas.openxmlformats.org/presentationml/2006/main">
  <p:tag name="VIDEO_FILES_RECORD" val="&lt;Videos&gt;&lt;Video Name=&quot;Math 142 Venn diagrams logic_271_1_60529.flv&quot; Position=&quot;1&quot; SlideID=&quot;271&quot;/&gt;&lt;/Videos&gt;&#10;"/>
  <p:tag name="ISPRING_RESOURCE_PATHS_HASH" val="94b0f9a2ce84e864a328139283993d548c239c2d"/>
  <p:tag name="MMPROD_NEXTUNIQUEID" val="10105"/>
  <p:tag name="MMPROD_10697PHOTO" val=""/>
  <p:tag name="MMPROD_10697LOGO" val="iVBORw0KGgoAAAANSUhEUgAAAJYAAAAnCAMAAADaSUEAAAAAA3NCSVQICAjb4U/gAAABgFBMVEUKAoV5c7pFQpzLyNghHIW0sM9xa67k4+mhnsJhW6gzL5QMB4SWkr3X1t6+vNWBfLRTUKMZEYbv7/AoJo2ppsc+OJfe3eaKhr3EwdlQSp1qZK17dbYMBYudnb4pIYu2tM729veJhbasrNY1L5sWDIzOzd6koMualr1bV5tKQptybbIQCIW8uNYIAIxpZrbe3uzFwtavrceDfr5iXa4vKI6RjLzW1eYbFoxRSqV8ea0jHYxLSJ5HPZ/v7/Y4M5UmGpK2tdbQz+Ps6vG/vd+ZmcyTk8URDYRXUqUNAIulo82PjLZtaa0+OZqMi72DgbZBO5x2c7UQCIve1uZLRKRlYayurc5cWK3Fxd0xKJkgGo08OJealMOzsNZzcakZEI2mpcN7eLVXUaspI5XT0d9WTKrj4ezKx9yEgb3p6PMbFYTZ2Oy1s9uko9V+fb05MZusqM9cWKZkYaYsJ5PDv98OA4dsabaSjriUkMMkIJIIAJTm5e8UDYzHx+MvJZecnMQwKJRRYdU1AAAAgHRSTlP//////////////////////////////////////////wD//////////////////////////////////////////////////////////////////////////////////////////////////////////////////////////////33b3zAAAAAJcEhZcwAACxIAAAsSAdLdfvwAAAAcdEVYdFNvZnR3YXJlAEFkb2JlIEZpcmV3b3JrcyBDUzQGstOgAAAAFnRFWHRDcmVhdGlvbiBUaW1lADA2LzA4LzEx1qX7YgAABeBJREFUWIXNmP1b2kgQx1MtpxBFQEVErn6pBluSHGdb4xuhGDWCLwinFBVqOSkRbSuItPWJLfzrN0HwsPf4tOfT53LzC7vLZPPJ7OzM7DL4XwrT2bE7Rl3omzcJpVOYm5ZSn7ty2vGYPUdJMA/oWph2o3zmE9Uo7KoDcuShbCKSIUzrN8iKYq2MDLsNONQvyAbMpGphyQ6fT2SzCO0P6thVPbDw/GfzsRwMSQJFW1VHni1DmxVFttdsrGSMJAjZ5ixghd+CtCCSqBlzsQSeIKzAKIGU2THImz6DMxYxF8tGVIuAlY3CoxJelyg2sWJ5M7E+10Sxi1aSfGpJpYa1TRWbPTURKxKLNXSM0NbTL6sKkj5frC3H5mHlfOKChDqfgBJZCBm2u6GKVc0KqwyCYi2LHJ8EdlQN8VQHVSxmVhZi5DOxipKTXH6DtSB6eIsqNnbvieMbnFW6P9b4pHgGjQ8gzh4bAesWVWzz3hOnk1rl/juGeVITr+I4XlSifBkztClvge0rbcXC1LTU7rgL3/O5/twyB2jpYntAuOsJ6R9BW6InmUPj7RVJGOgd6BJCu5O3sSa5lm7ZIWmjM61O/aT8HSw9ckW5vn7e/pCyunqH5qiTgLnOkaeDMphrCv6jfbw3sdHHeby1WgdWKtrSHZ6jh9tZUki9/w4WwimyAndThsiB0B2KGfrCX7Y6Ry5yZK02APs8/Xvv6/neQsbLdhgs3tKdSwWNBVHK/mQJ0dRj+H8FLJ+Cp+iet+fO7fkRl7JehMUfLLawPLSIdXTnyzMVCeMzoUJwCz1+Hb1babjzaY/1lPu07nFl4+jju6ahzczoEPrWM65suQOLFmyurPUm5qekzPPDm8H291JNMZslA1eU1ANE+XfY4BBc0G3bKPCRZEPavIKSgDcSevTnLSyNPxAmd5Dls3BeIjSAfEV+GMfhZdImLH72ZBFWKSgl9dMIN7aovIjbe3F2JHdikYTL9un113Uus8G2fKxtLRTWfL4tjKxqh2uU21cGaPMH8ktnR3BPhunvOPu+X0M2kalOtLAumliS8yMmJvCYX8FK6qKfg2rtP/Hi61cF8osUzf52FhfE/OHQk2+4q1dpWpiJG9+6kZ3P3UPz/jfdnFGuimKqHU+JwvLyCPBn9yvkW4v8Bxqs94X34HbuGgpH1Wny76mps+uYEuYNawWaWLZNwqqjtL8zhBL7qqCFcESuCs+CbwVv93ExuYrdlMAtwT5LpE2s2dg3YpW10ZE3r93uNfL9yaUWllcHRqryXLioGtZ69yy1jKAzFDas9dxQGKE6Dd4FyXbW1H9Vo80yNA5J/Q2Ns6a1MMbT2Cz9r+DlDu3WHmVz0LDWMr+KYwpPcLuKexHM7ZFvnXdk5muJ4gMvlU8yRnW43w4327ucVimjkfJXB11DfEA5udS9bOLplcTxi4ZCaPAL2Z8fGKZSkmSpYcsN+RU6srxSHl3KWUq5WLbRbAE1kuAUZ0RBqaKNBV3bqhK67OrXJ9SN8T+eaL8cY3iQAyN8k25iVM0/4C3YH4bOi9tt1wpxliGKLu6cfBpFIcehO10s5UrFnFy02JsaU4ZWTglZrr+kmN1KU8s9rvUIdpdkMUJTM0gsz3igCwKtOJcmT7ILPZDSJegrZM/MtIVG7AVK1Zu3qSbttHvWEOIrCNVq+TuizbeijWYKP6j6Q8LgwW1rpen4c0AV6oIbG2LN84PTLNl+bmnGQOiMnmwdxQYdfxyzS8jWxL2f+q5/hYXNjvS8BdeB0w0vna/TdPAYMREr8PdepFpwjo4/CapzPE5R3L8rkf0XWBhuG8sLVFgBK+oITgfJhgmzqJpYnmZAF8WKcRURoKNiELotZvo5EQmj+hMX5ebxx7izwSL1nZrJWLD6fL4DnfL8M0pim3Kzz6fNo2pfJFkZWxFp1UtBizJEklaVNfUmqYWFAY0CmANywyk1j9mPLGZSdVxSSiolwC4KD3GG4XdNCw3Xwty0SmUXKryAcbWaNNHZr+UvRc6TFskuISEAAAAASUVORK5CYII="/>
  <p:tag name="ARTICULATE_PROJECT_OPEN" val="0"/>
  <p:tag name="MMPROD_DATA" val="&lt;object type=&quot;10002&quot; unique_id=&quot;901&quot;&gt;&lt;property id=&quot;10007&quot; value=&quot;Next&quot;/&gt;&lt;property id=&quot;10008&quot; value=&quot;Back&quot;/&gt;&lt;property id=&quot;10009&quot; value=&quot;Gönder&quot;/&gt;&lt;property id=&quot;10012&quot; value=&quot;0&quot;/&gt;&lt;property id=&quot;10022&quot; value=&quot;Tekrar deneyin&quot;/&gt;&lt;property id=&quot;10068&quot; value=&quot;Doğru - Devam etmek için tıklayınız&quot;/&gt;&lt;property id=&quot;10069&quot; value=&quot;Yanlış - Devam etmek için tıklayınız&quot;/&gt;&lt;property id=&quot;10124&quot; value=&quot;Click to continue&quot;/&gt;&lt;property id=&quot;10125&quot; value=&quot;Click to submit answer&quot;/&gt;&lt;property id=&quot;10126&quot; value=&quot;Click to go back&quot;/&gt;&lt;property id=&quot;10127&quot; value=&quot;Temizle&quot;/&gt;&lt;property id=&quot;10128&quot; value=&quot;Click to clear&quot;/&gt;&lt;property id=&quot;10133&quot; value=&quot;1&quot;/&gt;&lt;property id=&quot;10134&quot; value=&quot;0&quot;/&gt;&lt;property id=&quot;10135&quot; value=&quot;,&quot;/&gt;&lt;property id=&quot;10136&quot; value=&quot;2&quot;/&gt;&lt;property id=&quot;10156&quot; value=&quot;1&quot;/&gt;&lt;property id=&quot;10157&quot; value=&quot;1&quot;/&gt;&lt;property id=&quot;10158&quot; value=&quot;1&quot;/&gt;&lt;property id=&quot;10177&quot; value=&quot;0&quot;/&gt;&lt;property id=&quot;10183&quot; value=&quot;Devam etmeden önce bu soruyu cevaplamalısınız&quot;/&gt;&lt;property id=&quot;10185&quot; value=&quot;1&quot;/&gt;&lt;property id=&quot;10188&quot; value=&quot;The time to answer this question has expired.&quot;/&gt;&lt;property id=&quot;10189&quot; value=&quot;1&quot;/&gt;&lt;property id=&quot;10194&quot; value=&quot;1&quot;/&gt;&lt;property id=&quot;10195&quot; value=&quot;1&quot;/&gt;&lt;property id=&quot;10196&quot; value=&quot;0&quot;/&gt;&lt;property id=&quot;10198&quot; value=&quot;100&quot;/&gt;&lt;property id=&quot;10200&quot; value=&quot;1&quot;/&gt;&lt;property id=&quot;10212&quot; value=&quot;1&quot;/&gt;&lt;property id=&quot;10213&quot; value=&quot;1&quot;/&gt;&lt;property id=&quot;10214&quot; value=&quot;0&quot;/&gt;&lt;property id=&quot;10215&quot; value=&quot;0&quot;/&gt;&lt;property id=&quot;10216&quot; value=&quot;0&quot;/&gt;&lt;property id=&quot;10217&quot; value=&quot;1&quot;/&gt;&lt;property id=&quot;10218&quot; value=&quot;0&quot;/&gt;&lt;property id=&quot;10219&quot; value=&quot;0&quot;/&gt;&lt;property id=&quot;10220&quot; value=&quot;&amp;lt;Format Name=&amp;quot;Presentation Default&amp;quot;&amp;gt;&amp;lt;Question FontName=&amp;quot;Trebuchet MS&amp;quot; IsBold=&amp;quot;1&amp;quot; IsItalic=&amp;quot;0&amp;quot; IsUnderline=&amp;quot;0&amp;quot; FontSize=&amp;quot;46&amp;quot; UseDefFont=&amp;quot;1&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quot;/&gt;&lt;property id=&quot;10221&quot; value=&quot;&amp;lt;Format Name=&amp;quot;Presentation Default&amp;quot;&amp;gt;&amp;lt;Question FontName=&amp;quot;Trebuchet MS&amp;quot; IsBold=&amp;quot;1&amp;quot; IsItalic=&amp;quot;0&amp;quot; IsUnderline=&amp;quot;0&amp;quot; FontSize=&amp;quot;46&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 &quot;/&gt;&lt;property id=&quot;10227&quot; value=&quot;1&quot;/&gt;&lt;property id=&quot;10229&quot; value=&quot;0&quot;/&gt;&lt;object type=&quot;10054&quot; unique_id=&quot;10002&quot;&gt;&lt;property id=&quot;10139&quot; value=&quot;1.0&quot;/&gt;&lt;property id=&quot;10141&quot; value=&quot;80&quot;/&gt;&lt;property id=&quot;10143&quot; value=&quot;0&quot;/&gt;&lt;property id=&quot;10144&quot; value=&quot;0&quot;/&gt;&lt;property id=&quot;10145&quot; value=&quot;0&quot;/&gt;&lt;property id=&quot;10146&quot; value=&quot;1&quot;/&gt;&lt;property id=&quot;10147&quot; value=&quot;0&quot;/&gt;&lt;property id=&quot;10148&quot; value=&quot;0&quot;/&gt;&lt;property id=&quot;10149&quot; value=&quot;0&quot;/&gt;&lt;property id=&quot;10150&quot; value=&quot;0&quot;/&gt;&lt;/object&gt;&lt;object type=&quot;10042&quot; unique_id=&quot;903&quot;&gt;&lt;object type=&quot;10003&quot; unique_id=&quot;10009&quot;&gt;&lt;property id=&quot;10002&quot; value=&quot;Değerlendirme Sınavı&quot;/&gt;&lt;property id=&quot;10003&quot; value=&quot;0&quot;/&gt;&lt;property id=&quot;10004&quot; value=&quot;0&quot;/&gt;&lt;property id=&quot;10005&quot; value=&quot;0&quot;/&gt;&lt;property id=&quot;10006&quot; value=&quot;0&quot;/&gt;&lt;property id=&quot;10010&quot; value=&quot;1&quot;/&gt;&lt;property id=&quot;10014&quot; value=&quot;1&quot;/&gt;&lt;property id=&quot;10015&quot; value=&quot;1&quot;/&gt;&lt;property id=&quot;10016&quot; value=&quot;1&quot;/&gt;&lt;property id=&quot;10017&quot; value=&quot;1&quot;/&gt;&lt;property id=&quot;10018&quot; value=&quot;1&quot;/&gt;&lt;property id=&quot;10029&quot; value=&quot;2&quot;/&gt;&lt;property id=&quot;10072&quot; value=&quot;Quiz10009&quot;/&gt;&lt;property id=&quot;10123&quot; value=&quot;1&quot;/&gt;&lt;property id=&quot;10129&quot; value=&quot;0&quot;/&gt;&lt;property id=&quot;10130&quot; value=&quot;80&quot;/&gt;&lt;property id=&quot;10160&quot; value=&quot;1&quot;/&gt;&lt;property id=&quot;10161&quot; value=&quot;1&quot;/&gt;&lt;property id=&quot;10162&quot; value=&quot;1&quot;/&gt;&lt;property id=&quot;10163&quot; value=&quot;0&quot;/&gt;&lt;property id=&quot;10164&quot; value=&quot;0&quot;/&gt;&lt;property id=&quot;10165&quot; value=&quot;Başarılı&quot;/&gt;&lt;property id=&quot;10166&quot; value=&quot;Başarısız&quot;/&gt;&lt;property id=&quot;10167&quot; value=&quot;FFFFFFFF&quot;/&gt;&lt;property id=&quot;10169&quot; value=&quot;Question %d of %d&quot;/&gt;&lt;property id=&quot;10170&quot; value=&quot;Send E-mail&quot;/&gt;&lt;property id=&quot;10171&quot; value=&quot;Doğru cevapladınız&quot;/&gt;&lt;property id=&quot;10172&quot; value=&quot;Yanlış cevapladınız&quot;/&gt;&lt;property id=&quot;10173&quot; value=&quot;Cevabınız:&quot;/&gt;&lt;property id=&quot;10174&quot; value=&quot;Doğru cevap:&quot;/&gt;&lt;property id=&quot;10208&quot; value=&quot;0&quot;/&gt;&lt;property id=&quot;10222&quot; value=&quot;0&quot;/&gt;&lt;property id=&quot;10223&quot; value=&quot;1&quot;/&gt;&lt;property id=&quot;10224&quot; value=&quot;1&quot;/&gt;&lt;property id=&quot;10225&quot; value=&quot;Instruction Slide Title&quot;/&gt;&lt;property id=&quot;10226&quot; value=&quot;Write instructions for quiz takers here...&quot;/&gt;&lt;property id=&quot;10228&quot; value=&quot;0&quot;/&gt;&lt;object type=&quot;10062&quot; unique_id=&quot;10010&quot;&gt;&lt;object type=&quot;10050&quot; unique_id=&quot;10011&quot;&gt;&lt;property id=&quot;10020&quot; value=&quot;2&quot;/&gt;&lt;property id=&quot;10102&quot; value=&quot;0&quot;/&gt;&lt;property id=&quot;10191&quot; value=&quot;-1&quot;/&gt;&lt;/object&gt;&lt;object type=&quot;10051&quot; unique_id=&quot;10012&quot;&gt;&lt;property id=&quot;10020&quot; value=&quot;2&quot;/&gt;&lt;property id=&quot;10102&quot; value=&quot;0&quot;/&gt;&lt;property id=&quot;10191&quot; value=&quot;-1&quot;/&gt;&lt;/object&gt;&lt;/object&gt;&lt;object type=&quot;10061&quot; unique_id=&quot;20000&quot;&gt;&lt;object type=&quot;10058&quot; unique_id=&quot;10089&quot;&gt;&lt;property id=&quot;10201&quot; value=&quot;Question Group&quot;/&gt;&lt;property id=&quot;10202&quot; value=&quot;1&quot;/&gt;&lt;property id=&quot;10204&quot; value=&quot;5&quot;/&gt;&lt;property id=&quot;10205&quot; value=&quot;10&quot;/&gt;&lt;object type=&quot;10064&quot; unique_id=&quot;10090&quot;&gt;&lt;object type=&quot;10059&quot; unique_id=&quot;10091&quot;&gt;&lt;object type=&quot;10060&quot; unique_id=&quot;10093&quot;&gt;&lt;property id=&quot;10020&quot; value=&quot;2&quot;/&gt;&lt;property id=&quot;10102&quot; value=&quot;0&quot;/&gt;&lt;property id=&quot;10191&quot; value=&quot;-1&quot;/&gt;&lt;property id=&quot;10210&quot; value=&quot;0&quot;/&gt;&lt;property id=&quot;10211&quot; value=&quot;49&quot;/&gt;&lt;/object&gt;&lt;object type=&quot;10060&quot; unique_id=&quot;10094&quot;&gt;&lt;property id=&quot;10020&quot; value=&quot;2&quot;/&gt;&lt;property id=&quot;10102&quot; value=&quot;0&quot;/&gt;&lt;property id=&quot;10191&quot; value=&quot;-1&quot;/&gt;&lt;property id=&quot;10210&quot; value=&quot;50&quot;/&gt;&lt;property id=&quot;10211&quot; value=&quot;100&quot;/&gt;&lt;/object&gt;&lt;/object&gt;&lt;/object&gt;&lt;/object&gt;&lt;/object&gt;&lt;/object&gt;&lt;/object&gt;&lt;/object&gt;&#10;"/>
  <p:tag name="MMPROD_THEME_BG_IMAGE" val=""/>
  <p:tag name="MMPROD_49462PHOTO" val="/9j/4AAQSkZJRgABAQAAAQABAAD/2wBDAAMCAgMCAgMDAwMEAwMEBQgFBQQEBQoHBwYIDAoMDAsKCwsNDhIQDQ4RDgsLEBYQERMUFRUVDA8XGBYUGBIUFRT/2wBDAQMEBAUEBQkFBQkUDQsNFBQUFBQUFBQUFBQUFBQUFBQUFBQUFBQUFBQUFBQUFBQUFBQUFBQUFBQUFBQUFBQUFBT/wAARCADIAKA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gkj/76p4jqVIanSHmhmdyAQ/LUqw1OsNSrH9aBFYR07ZVoQ0/yaAKojqRY6tJDuqZLUt2oKM/y6PJrXTTZGRSkTuv95RRPpcsYViDGuf4hQBkNHto8kNVqSaCN9jyRq/93evP+760QqlxDvTa2OjKaAKLR9qDHVxrfuPmprRnpwtAFIw7uaY0dXdtMK/WgCg8O2ovL21oPHUTQ/LQKxQdfY0xl/4FV14aheP/AL5oGX0jqVI/+BU9F9qnSMZ6UMkjSGpBHz0qVI+ORUqR/wCztoAiWE+lSpb7m6fNUyR7uKuJHFbwvPOdkUSFiyjdQA2z0mWYZCFlFeRfFP8AaAs/Bs0ukeHBbalq4O2S5zvht2/u8cOf9mvHfi18ZNT+IWsNBYXF1Z6CnyJbNOQs3+06ptFY2ieHbSSFJA5snc8uys0X/wBale+xqonSReNPGHi67zc65e2sE78/ZZvs8Wf4flHFdFL4Z1XT7ZdQuLm7v0hKqZYr196KTt3fe/h+9V3RobCx06LT3SB7mVNouYl3I+fuh1PBH/Af+BV1/gPwLcah5AnkZUzsaJDuwpb+H2X/AOJq2rHVTpObKp1BNJhi+2oLhSGiDRvuYOMc/wDAht+aom+J1vpdmlvbpJ99lWSc7V2jj5vevovSvg+L4pDcadDLBKPvM4RlzhVO4r/s7v8AgVcd8Uv2SYJNOuL3TALeaIF5Nj+ap9mrK7O14B8vMjhNA+KGn6lIsdw8as3yBY3HD/4V2kapdRLIuGUjcGU7s18u6XHrHhfxG2nxT2unTi42BpbdJYQw7OCuRu/vf9816v4Y1DV7ER3InFl5UhS9sWP7kN/eRenzVqtUeVOm4vlPSHt9tVmjK/7X+9WoGjurZJ4yHRxuDLULw1JkZzR011q48P8AwKonhoC5TdaieOrrx+1QsvpmgC6kdTpHT0Wp0j9qCRiR+1SpD7VMkdTpGd3SgCOC35UVx/7QXiaPwX8JtRlJ23F+RZQL/eLj5vwUbjXoNtD8/PrXy/8Ats69JN4h8NaBFIX+yWj3BiUfKryFVUt6nav+d1JlxPE/DFnca1c+RBHtgjG53x8qj+GvbvA3hG91iVLaOB9n3dzDcpqr4H8Ep4d0S0tCd9w43zsw+Yua+hfhNY20azoQN4T5dv8AFXKqjvoe7h8KpL3yfwL+z/ZRzpPekO2OYohsVj/SvoDw94T0jQbZIreyi342lsbmx/vVh+H2SOZHH3cbfmNd5ocIZ2klcLj5Rz/FWyu2e5TpwpqyRpaXZmTZ5duqqg+8o+9/wGtdNPguIXjMSrkFdy/rWnok1vcIwSJmYjlmFaD6ejcfc/2a6bWQOqk+U+C/2o/gedN1x9Q06I27v+981U+Vv7p/76XBH+0tcHZ6LLfQPJcSCeWWNEMUYDI/3cFe4ON3/j1fcXx70e3vPD7i43okce4T/wBxf4q/PvxP4o1LS/El7LGI2RY0ihlT5Udw3yq69t2773+7UpWPnsVbn5j1LwRHG2jzxxSvKkcm3a4+dOPutWtJHzWJ8KNUGvaVe3ETiWBvLfcw+dWI3bW916N71000fz4qWeRLczXWmGOrbw7TULx0ElN4+1V3jrQdf9moXX5u1BJdRd1Wo46dFCN3+zVmOPvQAyKP2qdI/u1KkftVhI9poFcLSPnpXzV+2HoZh8e+FNbkgRYJIPs4ZT8zlHV/m/P/AMdr6dhUqy15d+1v4bj1T4LT6wE/0rRruG4Rv7qO3lv/AOhLUy2NofEcbaWf75CR94Kfzr2zwN4biumt5YpyjsNv935q+f2h8Q+KJrC20R4rOIWkTvc3J2rnYp+b2XdXR6V8QvEfw5W3/te8s721U/vLy1DmJR/vhcf+PVyU4WPpqVXljsfWUOiy6Xp0sfmo8qQtL8vrXX+FZI7qHN5cRWqwp+8klfav1avEfBHjyf4iLLZ6ZIst5dW5WPaf4v8AerpvGPgPVfCWgrqfi24KWSIiyQQMdpYjo3+FdMZI9Hm0909nb4yfDvQ5lgPiWylvMbVgtn3M3/1v0+Wui8N/ETRvGFs0llJLFMshTZOm3ew/uN0NfBWhftCeGvBfi2yi1K3i0RNQMktrJBo0c3ypnd5s0k0WeAeF/i+Va+o/h98TtP8AF2qLZXFnaPeH/UXlrBJbq395HR1V7aZf7j8HqGI5rp5uZXONe82pPVHo3j/wy/iTw/exo+yfyzjb97Ffl98UfCN/DqF+Z0NqtsCskuflZC7bTt9dyqrfnX62QW7rCplId/8Anovevifxn8Mb3xN8T9b8NWMby3t5HLhJI96bSf4vb5s7uMbfvVk0rnJXp86908n/AGaJPt3hLXLwnaz3qoVVvk+5u+X/AL6r06aMZapbP4LaV8DdC+waL4iPiG1mv5YbrzbU2721yiDMaqeqfK20/wA+tN/1lK9zwK0JU58k1ZlKSM1Xkj9q0njqs8fzf/E1JiZ7x881XlXnOK0po9tVXXbVXA1Ej7Vbij9qSGP1q1FH92mA2NanSOnxx1YjjoJsMij+asX4x6Wdc+CHjixS3N082lSeXGv3twwyn/gO3d/wGuiij5WtnTYw26N0Dq6FCrfdKlfu1DV0axdnqfI9zJJN4R0bT7O5FvLcW9v5jsNy7di5+XvWjq/wT0i41CfxJ/wkbW7TWMdu+mWcJmZ2BQ5Du37vds528nc43YZq3/BOk27TWtvLAu3YItkg28D5cV6D4ujs9D0R3EcNrbxo2FjAVfu1hGThqfVUqCqQVzi/2JvDd5oPxRW38+SdbaNnCyqq9So27RwPpX6NeMvDkPjTw/faPdojxXCMpdo1cI+MK+D3FfGv7GXh3ztcl8UO6s15cC0hjl+VkUfMz19uXcdzFbziExvIynYzn5M9s1vRXNDU6eVJJHyx4d/Zw1TwnrUEmoWXhTXrOxkzZfbrBWaDPPydhz/6DX0dpENxqUa/aLayfaBh7aPbj/d+WvPPh18VrDxlqF7p0qvZ6jbSGKazndWK44/EV7Hp7QWdsgVozs6cda2ppNabDqx5HruNnXyYk4wQo7dq8Vl02V/2gPFN3psccut2vhZTaRSHajvJJhS+OoXaufZq9g1PUhcK6qGbj7uK5PR9Asl8bal4hEUr6tdab/ZxlUsw8vduVdvTrzUSSZgtEeS/Gi/k8V/Di01uSF7XULbUYY9TtXBXyZgjRtjPOPnSvIbb5kr6F+PtlZ+Hvh1cRO6y32tXaZUBuZt6SSuA3QKIsAdt1eAwQ7UWpSa0Z4mNcXUvHsNeP+Kq0se7tWjt7VXkj+tI8ozpI6ryR1pPHw1U5I/agDWijPtVpI6Yi1ajWrAfHHU6R7qEj+7VpI/u0ANSPbt4rRsf3coP901WSOrVsu1lqAPGvE+njRfiHq0YJRGn+0J/uyBX/wDZmqj8W4X1Twx5ayuiuUUsvp/FXX/GSx+y+IdL1MDbHd2vlFl/vof/AIllrlvF1v8A2l4cikZHlihjLmJT8znb92uSeh9dgavNSOP+FnjTxZpfimCPS08+1j2YSAMuNnDM33h8y9RX2R8IbC38YahdeLD4z8S3FnqAkSfw9JOBaQsPlwvGUH8Py4r5T+E/ijxnJqUUfgzRNM0i4wXEmvTomU/iyqo/5V7/AOA7D4nrPPZnxv4R8P6eJGd4LGzN5sc9cD5Mfia6KSSPVhRlOHNexofFv4VnwD4q03x54NHkxRps1LTlI3eX/wA9V917rXtHhLxA2tada3YdHjkRc8/LXmPi3RPiXYi31TTfFuia/YW/F3pkmjvbPOP4ir+a4/4Dt/irrPhosk3hiKOON7dst+6b70Y3dN1VdKTsc1VyW56Qn75mjz82edtcT8S/Eep+CfCt7q2kiJr2zmt3Kyj5Hi3jeG/3l4/4FXZWEaafas8kgdccyKO1eW/HDVFuPh7f7Ol9f20I2n+EOzt/6BWi0R5NWq0rnkXjDxprHxK1pNT1XyokhTZb2kH+qhB+9t3dS3rWckO0VPZ24VF+XtUzR7ajmPn5zc5c0ii8e3cKikWrrx1XdaDMoPHVWWP71X5lqrIvtQUascdWoY/+A0yNauRLVskei+1WEjoijq1HHSuAiL7VYiXmhIanEdSTYyfHXhuTxZ4Tnt7aPzdRtH+1Wq/xOw+8n/Al/VVrxvS9WPkfY3IZWPybh0b+61fQtoxjdcH7prhfi78NYrzTL3xTpH7m/tE869tFHyXabvmdfR1+8fX61lOFz08JivY+6cB4X8D2mtarPF57RbflRIn2sSa+gvhh+zHpHh2eK+iuy+pRYfa3zI2f+BV8u6P4yg0HUoNQJ2yo+4xsPu8V7Non7VWnabq6Sfaz9ldFYqvzbDtwwVaKcEtz6NY9ch9YNpI8iISYEsQ2yMo9Ky4ZItHeVE2RIHXK/wANeJf8NZaRdW7R2kczsRwypu/4Du65rKi1zxL8Urzyp5zo2kZ3+RA+2V/+BdhXW6cOh5NTFTnM9S1zx8de1RNC0PNxdO376VfuW4/iZmrN+OWjnTfAfh63HzL/AGsuWY9cQS/NXXfDrwPaeH7WKOKJYtw/u7mZv96vLv8AgoVrh8F/Db4c6xFcGCWw8Y20skcZ+aSD7NcC4T3Gxv8Ax6i19EctVvkbkcdbQlUXjtTnX61pfZ02K8TiWBwrxup+VkK5Vv8Avmqske3dWJ5ZnyR1WlX1rRkX1qrMvOaVyjOlWqki1oSL2qq8fzUgNaHrVyNaghjq7HH7VRJLGo7VcjX7tMhhq7DbmgBqR1OkNWIrMt0H6Veh0mWTpGzf7ooAowwncOK4z9ov4wWXwJ+C+ra9cRR3epX+7TNMspc7Z53B3M2P4ETc5+ir/FXea9q2heB7WC88Ta7pfhq1mO2OXV71LdZf93e3P/Aa/Oz/AIKD/GHSfil8RdG0/wAL6vDrfhXQNPaKO8tVbyZLyR83DIx++MCFN33fkOKLXHF+8e/p4Z0zxFZWVxbkS29zGksMq/3SoatPQPgze6leKPPCxL13JXhn7OfxOkfwRpVjdSndbIIkLH+EcLX2H8MvHEGpKttJBtlU/JJkbWWsIay5T2lBThzI0fBfwLsrNle5jWWUDd8wr1zw94TstFRY4Iz5uOFX+H/gXaptFt5Ps2R93uqn5v8Avqp7HWI7e52ZjKpnKs+1Ex94sxrtSshKml7x2+keXptvLc3ksVvZ28fmyXMp2rGAPmPPb3r82/2uPjUP2gvH9umnFl8H6IHt9MjYbTcMT+9nP+/tXb7KP7zV2/7SH7R1x8SjceG/D9y8XhSJ9lxeRHb/AGk47L/0xU/99/Tr4Na6ejFP4cn9K9nCYZ255niY3FqX7uGx9C/s1+Kh4o+Hn9h3MqHWfDp+ylGK73tf+WLqvcL9zd/sr/er0G6t2Vm4/wCA18bWnia8+GfxL07WdOuFtby3tZVhVgrJNkrvR17ptxx/LbXufhj9qjRtUmS08WaVLocpO3+07MGW23f3nT76f8B31xYnCyU24HNTrJrlZ6FMtVZI+1bz2sF5aQXdnPFdWc6CWC5tnDxSIfusrDg1nXNuV3cV5mp1GRIu1vxqnMtaM6lapyRnvSKNiFa0bW3LdKrWkPzdK5v42/GLS/gH4DbWbqOC/wBeuj5Oj6PLIwa6kG3e7Y58tA24n/dG7c1a7mdzuNV1LR/Cdgl/4g1nTtBsieJ9Tukt1P8Au725/wCA15j4w/bK+EfglGjs9VuvGV72g8Pwbov+BTSbUH/Ac1+fPjnxdq/xU8Uaj4o8RTi81a+kLlefKgG7iGJWZtiL0Va57d5Ixjan3Tt7VoqYuY+nviF/wUK8e6sssPhDStL8G2fKpO6C+uz/AHfnddgP+6leOX/7TXxh1a5W4vfib4kWVOiWl81un/fKbR/47XEzW4ksZePmQ/pWW8fz4/8AQaVrEp3NzxL4p1jxpq0+teI9Wvdf1qYYa61O5aaX/ZGT0HsK1vFXgu4XwFbagke5IQd7e3y5P/j1clFNHb3nmyLvggQuU9SO3/fVeh+DPjv5V5baZ4k0+zPhyYmO4e1ibzURhtY8lgR/eGMmtIct7M0d+gfBy4MNkttv2Skbo/8Aab0r7B+C3i54fs8Vy8ac/dnG3kf3Wr5jsfAv9h3el3uj3A1DQ5J9kV5Ed6HLcbse1fSWieB5LGGS9u3WztbcedJPK+xYU/iZm9PeuFxcah6eHm+U+0vD3iSCTSl3kS/Jysf3f++vSvlP40/GqT4iXV54a8NXBTwpG7LqOpRHb/aR/ihRv+eK92/j+nXw34jftfeHby/fwjZXOof8IuHEV3qdjEv+lr/EqqSD5PqOrfT5a7Wxg07U9BsrvQLmG+0m4T9xc2x+Q46j2IPUNyK97AUI1Z80+nQ4cbieVckNu5gTQiaXZGmEToq1qW1vHpsL3c4DLCjPtztzir0eliELn73fdXOeM5Li8Frpdp965YtN7RD+H/gRb/x2voHornhfEeW619v8RXdkb2OWK9u7iSe4uWH7m1tidyRqw4yw212kmkz61o0XllLVF+QzynbkD7rbe9dLpmkxaTA6ffdgqybvu1k6n5rXKf2eLd0zxLK58qH/AGVTv/vVyqFveZTd9jpfhx8RNc+E9p/ZWmXMOraXcEv9h1OMtFG/8TxMGUpu/iHQ/wB2uui/aw0+O8+z6z4b2rna8+kXXm+X/eZldV/753V4teWcen7rjXLuW6Vd2FgB2O3psHP4NXOXOvS3ULeRZvp1uP4Wj+f/AL57Vx1cPSnq1qawlNdT7wg+wa9Z/bNHv7XVbNhuE9jMJVx/tY6Vl3NuY+1fD3h6PUbXWrfVLPUbrS7qH545bN/Kcf8AAh/Jq+jvBH7Q1peW6WHjQNb3QIVNZtoP3Mg/6bIPuH/aUY/2VryKmEnBXjqdcKqbtI9x+1Weg6PqGs6i/ladptrJd3UmduIkDO3/AKDtr8y/iX8TtZ+NXxCuvEeusIZ5kEVjYx/6qztvm2Qp/wB9ct3LMa+mf29/iLfaP4d0L4f6a7QR6rEdT1N1bb5sKPshh/3S6s7f7i18bXTG+gt7iP5J8hA39yTt+DbayijSTLumw/6ctuQdqh2K1Lf2aqyvs7crin+F/wDiaeIVmI2q1o7uvo24Ky/nWrc2v2i88v7yp8x57V0JaHPfU5qztz/p9tyyrCso9qzjCYyz7Pug/dro/D8P2zxZqNtyrS27qFUegzViPw+6+flOkYzUcl0PnsefzZbT5Rgl5SuPpWV5bx7SUKq396u+0fw6l5qF1AE+VId236mmal4V8uTy40+VaydN2NlUSK/g3xhrvg1nfRNVn07zDvMa4eJiO7I6sCf+A19eeJ/jXB8bf2ZtCnu3htPFK6zJpmtW1mm3z0hg8yGQJu+USbwfTfE+K+PE0lPsbCSWO3nSTZ857dfxrofDN1c+G4r82RSV7+BYvPaMqyYOdy57/wANXBe8mx+1cYtLqcb4nsUt9SnQDZsJXap3f5Ndn8H/AIzX3wj1lxsbUPD904+3aYz4z/00T+5IP1HB9p7bwPJ/Z7Xtym7eP3a/+zVz2n/D288Sa0lnZoVdzyzD5UH96toqpTmpw3I54OPLI+5tB1/RvHPhxNa8P3sd/p7/ACs6fK8L7fuOOqP7H/eXctc7q2pWGjzTzvLFvUbPMkkVVTH95jXl/g34Tax8J9dsdZ0bxDcaVKhX7QqYdJ0+9sKHIcf7LLXS3Gg6HHdvfyWUT3ErmVmlTc2S2W2r2r6BVpyh76szzpRipe6ydtcOsMzwB7qLPErBlhH+761VmklW6iLksyEN5bfLurRXWBsxBbP5rfKnmDaq+9ULyaPTw8sp8+6f9WpNiWhFd6hIs/mY33TZUbj8qf7q/wBapx6TJ4iRpLi9uFgR133Odqj2X/4qn6Jpb+ILtnndkshu8xl+9L/srWt4r1a30+H7FbYRYRz5Z+VE/wB6otdXexe2xT1L7JGPLtlS38nCG7c7/NYfwtjb5hq4mho0P7w3PT+IhP8Ax0LxXK+H9ckvpFk0/T5NXvE/1cudlpbD/fP3z/tBTXVWVrrEh8y9vbeJ26xWsbN/48W/9lrWm09TNqx5f+0D8Vo/id8bfEequwl0a2k/srTNp+VbaFmVXX/fbe//AAOvOZbWO1f94PMs5fvsp+Vkb+Jf93/2Wq9trgsSha28+1ccukIZv+A5rW07Wo9Sgls5UgvYMMfMtY/KuI/9oxH7/wDwCvmopWPSd90X/AEAXWPEs0rgpAicr/Fnk/8AoP610NnZmFEaVds95ucr6KFri/hnqH/FWXelblljvSF3KflJTdt/Su61i6Efjb7OfuRWWwL6MWrqp2cLmU73OI8PXH2H4kWcjj5JZthX1B+WvXtb8Oi1tp5VAXd827H8NeLeKIzpuu293ESrRyCXd9CtfSXirY3hVr0fdlt1fdn1FXQWkkZ1HseXfDTSRqFzrl4R8qFIhu9ly3/oVVb66itUvZXCsqOcNXV/CK3Fv4DuruQf666dize1cG+nvql7FZ7C63OopEVU/eTflv03UONooSerLGpeGtLtfs92dQtWnngMu65k+VXGz92iqv323Eru4wh+atPwx4Vk1bXHs3MNyiTuhntixR0B4K55ww5+b+9Wj46uLPSW/wBAt44lEisnHvXbeHI7fw74eutYuNsHmAyj2WqhSXMJydjD8bRx26RWFsg83GxEX+FR/FW34A0e20G2a5IDyk7t38TtXF6zNPNNbyyjbqWrSL5cTfejh/x29a9BRfsdsiZ2Kg+d2/gX/GuqnZyuZPRWLl9qD3Vz5k5DvH0XPyx//XrndW8SfPI4AKRHlm7tTHvDcbY4MorHaiKPu/7VZN4sU2q2umIR5CHzZ2atJVHIlI6i3mNrYfbLly0rjhW7f4Vzt3dG8knnncpBbjdM+f8AvlF9zVnWdSkvryKC2TdLKRFAimuU8Z6tHYy2eh2b+aySHfKv/LWbb87f8B+7WcpJI0SOgtfGT2NmxRAjv8kMEQ3MnoFrNik0ia/U+Jb4Xl3uzHotmDMye7hFzn3bH4VhQpHboLrV9RXStLJKPcq376Y/xRw45z/eI6fdHfHTaLdWFjF9j0C3isLLG5765CooX++2eT/vNx/tVMJue5VrI6+21qJbeIQRf2dZKPvSxqm3/ZVd3J/2av8AnSXS5j83yj0aUfO3+FcbpV7aR3onsLS/8TXWcLfMAIR/uyybUA/3FNb1xZ65eQb73V7XRYMf6uzRriX/AL7k2j/xyu6L0MmtTwXRtNvbh0knnltbX73X53X/AGfSuve8HnB/sUTKOkrRru4/2qZFZmP5z87Z+8wrX01R0cbmx/EK8enTSVjplO5x+oaXa6d8QfCus2MKwR3lxsnjRuBIO/tuDVd8Q/L8R7pPWNcNVjxxZjTbfR71B5UUOrQttI9chsVS8QZ/4TlZx/cVqTXLdFr3+UxPH9rutbqQj7sZ+avaW1BtU+BOl3g5d7NF+Xuw+WvKfFUYvNKvv4t0bYrs/hzqg1T4FWtpktLa3bROuO2f8Gq6T5ZyXdCqL3F6m74ZtZNP+Ek4jT96I5HC/wC1triPA1xHfeItOdzs+xRyXTt/tldi/wDoR/75r1vw7CJPD11ZABto3bcbdwK7a8i8BeVZ3Ximf+Hz/sycfd2cn9WrSorOBjF7jvEinXPEmnadGN32m6RNtej+LJItQ1eDTFO3S9NAluNv8bj7if1ryfRdUePx9YX+zzVtpGcL6t/DXQeNdeksdPnEZ/0ieQ4/vPKf/ifu1nGWjY3F3SNTwez+LPGd/rko3WVn/otuuPl3fxVr+JNY86b7JA+5FPzt/eaq+jxx+C/CNrZIR55j3O2PvOfvH/x6smwzcXCyyfNklq6I3UbdSZG3aSfYbZ7g/K+GrmpdWj02O61Cd3+c/d/9BFWtZvjM62yfdJ5bNc1C39uarEgH+h277U3fdd/WspSs7ISX2jpbLUpdL0SXWrtNmo3QMVlE3/LIfxNXCeFLG68aeM9q3KWVkmLY3kp27Fz85Hux3c1v/ES6P9mTyRv/AKmMW9rFnqS21j+dYlh4dSPSoLO5+1bHwz2tp8rzt/Qf71RK8ml0Nla1za8SaHp1jrjW9r4hs2uxtiEenWrahd7B2VvuR/7q4/GuksPD/hbw/HDf6g3lXboD9p1+fzbkn/cbp+C0zw94L1iO18jT4rXwvZHqsSbrhx/tSmuhsfBeiaGftN5LFdT/AHjPcvvauqnT1vYzc/skSeODqB/4klnLqzD5ftM+6KFP91T1qaHS9b1KZZL2WDaw5SLPFXLnxxpWnhI4I5Lh+0aDatZF3rms61N9meJdIs5TxFF+9u5h/ur9wf7TV1XUd3cx1ucToeoNeWy+em1f7zDrXS6XZi6u0COFx13dloorzodDWRwXx51+JdP0/TbcnKzecD7BcZ/M1Tg1y31p7W7+9Okaq+40UVzVJP2jOuCXJEvzYuI5RkfMNu2rHwKuNsutaMTtUSCUK3/fNFFOn8aE/hZ6TYa8NF8brZyY2zBsr64WvObXXNPTwjdTwo/2i6eeZEiHzF3cn/x1WWiiuiq2c8IqxX8GQpJdpevhkjj83d7mltLgeJvG1uHG2ysG81/4tz/w0UVhHZF9WdFreoHUr3YM+Uv92n/bBZx5QlVA+7RRXT1Muhz2s3zrC0UZ23Fydu70T1pui3EGnwzuhVUhTaGX+9RRWP2ykO8PaHPqxTULu7iiUyeVatdk7c/3lXqT/druIVi8Kun/ABM5Ly4VG/dWcZdyT9elFFa0gqD1vNc1SNUi0jdGesuoTs2f+AitK10PVVMUlxFYoqjjyoFbH57qKK7Y7mJqtmO1Ypc+U2eGSNV+auP8RTap5Tg6jJsdudvBb8qKKur8IU9z/9k="/>
  <p:tag name="MMPROD_49462LOGO" val=""/>
  <p:tag name="MMPROD_UIDATA" val="&lt;database version=&quot;7.0&quot;&gt;&lt;object type=&quot;1&quot; unique_id=&quot;10001&quot;&gt;&lt;property id=&quot;20141&quot; value=&quot;MS PowerPoint 2010&quot;/&gt;&lt;property id=&quot;20144&quot; value=&quot;1&quot;/&gt;&lt;property id=&quot;20146&quot; value=&quot;0&quot;/&gt;&lt;property id=&quot;20147&quot; value=&quot;0&quot;/&gt;&lt;property id=&quot;20148&quot; value=&quot;5&quot;/&gt;&lt;property id=&quot;20180&quot; value=&quot;1&quot;/&gt;&lt;property id=&quot;20181&quot; value=&quot;1&quot;/&gt;&lt;property id=&quot;20182&quot; value=&quot;0&quot;/&gt;&lt;property id=&quot;20183&quot; value=&quot;1&quot;/&gt;&lt;property id=&quot;20184&quot; value=&quot;7&quot;/&gt;&lt;property id=&quot;20193&quot; value=&quot;-1&quot;/&gt;&lt;property id=&quot;20221&quot; value=&quot;C:\Users\zparlak\Desktop\adobe_presenter\&quot;/&gt;&lt;property id=&quot;20224&quot; value=&quot;C:\Users\zparlak\Documents\My Adobe Presentations\tema_presenter&quot;/&gt;&lt;property id=&quot;20225&quot; value=&quot;C:\Users\zparlak\Desktop\adobe_presenter\&quot;/&gt;&lt;property id=&quot;20226&quot; value=&quot;C:\Users\zparlak\Desktop\powerpoint_ders_notu\modüller\modul13.pptx&quot;/&gt;&lt;property id=&quot;20250&quot; value=&quot;7&quot;/&gt;&lt;property id=&quot;20251&quot; value=&quot;0&quot;/&gt;&lt;property id=&quot;20259&quot; value=&quot;0&quot;/&gt;&lt;property id=&quot;20501&quot; value=&quot;C:\Users\Presenter\Documents\My Adobe Presentations\&quot;/&gt;&lt;object type=&quot;2&quot; unique_id=&quot;10559&quot;&gt;&lt;object type=&quot;3&quot; unique_id=&quot;10560&quot;&gt;&lt;property id=&quot;20148&quot; value=&quot;5&quot;/&gt;&lt;property id=&quot;20300&quot; value=&quot;Slide 1 - &amp;quot;PowerPoint&amp;quot;&quot;/&gt;&lt;property id=&quot;20302&quot; value=&quot;1&quot;/&gt;&lt;property id=&quot;20303&quot; value=&quot;Zekeriya PARLAK&quot;/&gt;&lt;property id=&quot;20307&quot; value=&quot;256&quot;/&gt;&lt;property id=&quot;20309&quot; value=&quot;49462&quot;/&gt;&lt;property id=&quot;20312&quot; value=&quot;0&quot;/&gt;&lt;/object&gt;&lt;object type=&quot;3&quot; unique_id=&quot;10726&quot;&gt;&lt;property id=&quot;20148&quot; value=&quot;5&quot;/&gt;&lt;property id=&quot;20300&quot; value=&quot;Slide 3 - &amp;quot;İçindekiler&amp;quot;&quot;/&gt;&lt;property id=&quot;20302&quot; value=&quot;1&quot;/&gt;&lt;property id=&quot;20303&quot; value=&quot;Zekeriya PARLAK&quot;/&gt;&lt;property id=&quot;20307&quot; value=&quot;258&quot;/&gt;&lt;property id=&quot;20309&quot; value=&quot;49462&quot;/&gt;&lt;property id=&quot;20312&quot; value=&quot;0&quot;/&gt;&lt;/object&gt;&lt;object type=&quot;3&quot; unique_id=&quot;10780&quot;&gt;&lt;property id=&quot;20148&quot; value=&quot;5&quot;/&gt;&lt;property id=&quot;20300&quot; value=&quot;Slide 2 - &amp;quot;Öğrenme Hedefleri&amp;quot;&quot;/&gt;&lt;property id=&quot;20302&quot; value=&quot;0&quot;/&gt;&lt;property id=&quot;20303&quot; value=&quot;Zekeriya PARLAK&quot;/&gt;&lt;property id=&quot;20307&quot; value=&quot;260&quot;/&gt;&lt;property id=&quot;20309&quot; value=&quot;49462&quot;/&gt;&lt;property id=&quot;20312&quot; value=&quot;0&quot;/&gt;&lt;/object&gt;&lt;object type=&quot;3&quot; unique_id=&quot;45154&quot;&gt;&lt;property id=&quot;20148&quot; value=&quot;5&quot;/&gt;&lt;property id=&quot;20300&quot; value=&quot;Slide 4 - &amp;quot;Baştan ve belirli bir slayttan başlatmak&amp;quot;&quot;/&gt;&lt;property id=&quot;20302&quot; value=&quot;0&quot;/&gt;&lt;property id=&quot;20303&quot; value=&quot;Zekeriya PARLAK&quot;/&gt;&lt;property id=&quot;20307&quot; value=&quot;302&quot;/&gt;&lt;property id=&quot;20309&quot; value=&quot;49462&quot;/&gt;&lt;property id=&quot;20312&quot; value=&quot;0&quot;/&gt;&lt;/object&gt;&lt;object type=&quot;3&quot; unique_id=&quot;48279&quot;&gt;&lt;property id=&quot;20148&quot; value=&quot;5&quot;/&gt;&lt;property id=&quot;20300&quot; value=&quot;Slide 5 - &amp;quot;Zaman provası yapmak&amp;quot;&quot;/&gt;&lt;property id=&quot;20302&quot; value=&quot;0&quot;/&gt;&lt;property id=&quot;20303&quot; value=&quot;Zekeriya PARLAK&quot;/&gt;&lt;property id=&quot;20307&quot; value=&quot;303&quot;/&gt;&lt;property id=&quot;20309&quot; value=&quot;49462&quot;/&gt;&lt;property id=&quot;20312&quot; value=&quot;0&quot;/&gt;&lt;/object&gt;&lt;object type=&quot;3&quot; unique_id=&quot;48382&quot;&gt;&lt;property id=&quot;20148&quot; value=&quot;5&quot;/&gt;&lt;property id=&quot;20300&quot; value=&quot;Slide 6 - &amp;quot;Zaman provası yapmak&amp;quot;&quot;/&gt;&lt;property id=&quot;20302&quot; value=&quot;0&quot;/&gt;&lt;property id=&quot;20303&quot; value=&quot;Zekeriya PARLAK&quot;/&gt;&lt;property id=&quot;20307&quot; value=&quot;304&quot;/&gt;&lt;property id=&quot;20309&quot; value=&quot;49462&quot;/&gt;&lt;property id=&quot;20312&quot; value=&quot;0&quot;/&gt;&lt;/object&gt;&lt;object type=&quot;3&quot; unique_id=&quot;48422&quot;&gt;&lt;property id=&quot;20148&quot; value=&quot;5&quot;/&gt;&lt;property id=&quot;20300&quot; value=&quot;Slide 7 - &amp;quot;Slayt gösterisini kaydetmek&amp;quot;&quot;/&gt;&lt;property id=&quot;20302&quot; value=&quot;0&quot;/&gt;&lt;property id=&quot;20303&quot; value=&quot;Zekeriya PARLAK&quot;/&gt;&lt;property id=&quot;20307&quot; value=&quot;305&quot;/&gt;&lt;property id=&quot;20309&quot; value=&quot;49462&quot;/&gt;&lt;property id=&quot;20312&quot; value=&quot;0&quot;/&gt;&lt;/object&gt;&lt;object type=&quot;3&quot; unique_id=&quot;48619&quot;&gt;&lt;property id=&quot;20148&quot; value=&quot;5&quot;/&gt;&lt;property id=&quot;20300&quot; value=&quot;Slide 8 - &amp;quot;Slaytları gizlemek/göstermek&amp;quot;&quot;/&gt;&lt;property id=&quot;20302&quot; value=&quot;0&quot;/&gt;&lt;property id=&quot;20303&quot; value=&quot;Zekeriya PARLAK&quot;/&gt;&lt;property id=&quot;20307&quot; value=&quot;306&quot;/&gt;&lt;property id=&quot;20309&quot; value=&quot;49462&quot;/&gt;&lt;property id=&quot;20312&quot; value=&quot;0&quot;/&gt;&lt;/object&gt;&lt;object type=&quot;3&quot; unique_id=&quot;48755&quot;&gt;&lt;property id=&quot;20148&quot; value=&quot;5&quot;/&gt;&lt;property id=&quot;20300&quot; value=&quot;Slide 9 - &amp;quot;Slaytlar arasında sırayla ve istenilen slayta geçme şeklinde ilerleme&amp;quot;&quot;/&gt;&lt;property id=&quot;20302&quot; value=&quot;0&quot;/&gt;&lt;property id=&quot;20303&quot; value=&quot;Zekeriya PARLAK&quot;/&gt;&lt;property id=&quot;20307&quot; value=&quot;307&quot;/&gt;&lt;property id=&quot;20309&quot; value=&quot;49462&quot;/&gt;&lt;property id=&quot;20312&quot; value=&quot;0&quot;/&gt;&lt;/object&gt;&lt;object type=&quot;3&quot; unique_id=&quot;48836&quot;&gt;&lt;property id=&quot;20148&quot; value=&quot;5&quot;/&gt;&lt;property id=&quot;20300&quot; value=&quot;Slide 10 - &amp;quot;Kalem kullanımı ve kalem işaretlemelerini kaydetme/çıkarma&amp;quot;&quot;/&gt;&lt;property id=&quot;20302&quot; value=&quot;0&quot;/&gt;&lt;property id=&quot;20303&quot; value=&quot;Zekeriya PARLAK&quot;/&gt;&lt;property id=&quot;20307&quot; value=&quot;308&quot;/&gt;&lt;property id=&quot;20309&quot; value=&quot;49462&quot;/&gt;&lt;property id=&quot;20312&quot; value=&quot;0&quot;/&gt;&lt;/object&gt;&lt;/object&gt;&lt;object type=&quot;8&quot; unique_id=&quot;10563&quot;&gt;&lt;/object&gt;&lt;object type=&quot;4&quot; unique_id=&quot;10695&quot;&gt;&lt;object type=&quot;5&quot; unique_id=&quot;49462&quot;&gt;&lt;property id=&quot;20149&quot; value=&quot;Zekeriya PARLAK&quot;/&gt;&lt;property id=&quot;20150&quot; value=&quot;Öğr.Gör.Dr.&quot;/&gt;&lt;property id=&quot;20151&quot; value=&quot;100_4bdc29d7029a3.jpg&quot;/&gt;&lt;/object&gt;&lt;/object&gt;&lt;object type=&quot;10&quot; unique_id=&quot;33809&quot;&gt;&lt;object type=&quot;11&quot; unique_id=&quot;33810&quot;&gt;&lt;property id=&quot;20180&quot; value=&quot;1&quot;/&gt;&lt;property id=&quot;20181&quot; value=&quot;1&quot;/&gt;&lt;property id=&quot;20182&quot; value=&quot;0&quot;/&gt;&lt;property id=&quot;20183&quot; value=&quot;1&quot;/&gt;&lt;/object&gt;&lt;object type=&quot;12&quot; unique_id=&quot;33812&quot;&gt;&lt;/object&gt;&lt;object type=&quot;13&quot; unique_id=&quot;49480&quot;&gt;&lt;/object&gt;&lt;/object&gt;&lt;/object&gt;&lt;/database&gt;"/>
  <p:tag name="MMPROD_TAG_VCONFIG" val="PD94bWwgdmVyc2lvbj0iMS4wIiBlbmNvZGluZz0iVVRGLTgiPz4NCjxjb25maWd1cmF0aW9uPg0KCTxicmFuZGluZz4NCgkJPHVpZm9udCBuYW1lPSJGT05UX05PVEVTX1RFWFQiIHZhbHVlPSJWZXJkYW5hLDksZmFsc2UsZmFsc2UsZmFsc2UiLz4NCgk8L2JyYW5kaW5nPg0KCTxjb2xvcnM+DQoJCTx1aWNvbG9yIG5hbWU9InByaW1hcnkiIHZhbHVlPSIweDZGODQ4OCIvPg0KCQk8dWljb2xvciBuYW1lPSJnbG93IiB2YWx1ZT0iMHgzNUQzMzQiLz4NCgkJPHVpY29sb3IgbmFtZT0idGV4dCIgdmFsdWU9IjB4RkZGRkZGIi8+DQoJCTx1aWNvbG9yIG5hbWU9ImxpZ2h0IiB2YWx1ZT0iMHg0RTVENjAiLz4NCgkJPHVpY29sb3IgbmFtZT0ic2hhZG93IiB2YWx1ZT0iMHgwMDAwMDAiLz4NCgkJPHVpY29sb3IgbmFtZT0iYmFja2dyb3VuZCIgdmFsdWU9IjB4NzI3OTcxIi8+DQoJPC9jb2xvcnM+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ZmFsc2UiLz4NCgkJPHVpc2hvdyBuYW1lPSJwcmVzZW50ZXJiaW8iIHZhbHVlPSJmYWxzZSIvPg0KCQk8dWlzaG93IG5hbWU9ImNvbXBhbnlsb2dvIiB2YWx1ZT0iZmFsc2UiLz4NCgkJPHVpc2hvdyBuYW1lPSJzaWRlYmFyIiB2YWx1ZT0idHJ1ZSIvPg0KCQk8dWlzaG93IG5hbWU9Im91dGxpbmUiIHZhbHVlPSJ0cnVlIi8+DQoJCTx1aXNob3cgbmFtZT0idGh1bWJuYWlsIiB2YWx1ZT0idHJ1ZSIvPg0KCQk8dWlzaG93IG5hbWU9Im5vdGVzIiB2YWx1ZT0iZmFsc2UiLz4NCgkJPHVpc2hvdyBuYW1lPSJzZWFyY2giIHZhbHVlPSJ0cnVlIi8+DQoJCTx1aXNob3cgbmFtZT0icXVpeiIgdmFsdWU9InRydWUiLz4NCgkJPHVpc2hvdyBuYW1lPSJhdHRhY2htZW50cyIgdmFsdWU9InRydWUiLz4NCgkJPHVpc2hvdyBuYW1lPSJ1dGlscyIgdmFsdWU9InRydWUiLz4NCgkJPHVpc2hvdyBuYW1lPSJ2b2x1bWUiIHZhbHVlPSJ0cnVlIi8+DQoJCTx1aXNob3cgbmFtZT0icGxheWJhciIgdmFsdWU9InRydWUiLz4NCgkJPHVpc2hvdyBuYW1lPSJ0YWxraW5naGVhZCIgdmFsdWU9InRydWUiLz4NCgkJPHVpc2hvdyBuYW1lPSJzaWRlYmFyb25yaWdodCIgdmFsdWU9InRydWUiLz4NCgkJPHVpc2hvdyBuYW1lPSJ2aWV3Y2hhbmdlIiB2YWx1ZT0idHJ1ZSIvPg0KCQk8dWlzaG93IG5hbWU9ImFsd2F5c1NjcnVuY2giIHZhbHVlPSJmYWxzZSIvPg0KCQk8dWlzaG93IG5hbWU9ImluaXRpYWxkaXNwbGF5bW9kZWlzbm9ybWFsIiB2YWx1ZT0idHJ1ZSIvPg0KCQk8dWlyZXBsYWNlIG5hbWU9ImxvZ28iIHZhbHVlPSIiLz4NCgkJPHVpcmVwbGFjZSBuYW1lPSJiZ2ltYWdlIiB2YWx1ZT0iIi8+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lNsaWRlICVuIi8+DQoJCTwhLS0gc3Vic3RpdHV0aW9uOiAlbiA9PSBzbGlkZSBudW1iZXIgLS0+DQoJCTwhLS0gc3Vic3RpdHV0aW9uOiAldCA9PSB0b3RhbCBzbGlkZSBjb3VudCAtLT4NCgkJPHVpdGV4dCBuYW1lPSJTQ1JVQkJBUlNUQVRVU19TTElERUlORk8iIHZhbHVlPSJTbGlkZSAlbiAvICV0IHwgIi8+DQoJCTx1aXRleHQgbmFtZT0iU0NSVUJCQVJTVEFUVVNfU1RPUFBFRCIgdmFsdWU9IlN0b3BwZWQiLz4NCgkJPHVpdGV4dCBuYW1lPSJTQ1JVQkJBUlNUQVRVU19QTEFZSU5HIiB2YWx1ZT0iUGxheWluZyIvPg0KCQk8dWl0ZXh0IG5hbWU9IlNDUlVCQkFSU1RBVFVTX05PQVVESU8iIHZhbHVlPSJObyBBdWRpbyIvPg0KCQk8dWl0ZXh0IG5hbWU9IlNDUlVCQkFSU1RBVFVTX1ZJRFBMQVlJTkciIHZhbHVlPSJWaWRlbyBQbGF5aW5nIi8+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DQoJCTx1aXRleHQgbmFtZT0iVEFCX1FVSVoiIHZhbHVlPSJRdWl6Ii8+DQoJCTx1aXRleHQgbmFtZT0iVEFCX09VVExJTkUiIHZhbHVlPSJPdXRsaW5lIi8+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DQoJCTx1aXRleHQgbmFtZT0iU0xJREVfTk9URVMiIHZhbHVlPSJTbGlkZSBOb3RlcyIvPg0KCQk8IS0tcXVpeiBwb2QgYW5kIG1lc3NhZ2UgYm94IHRleHRzLS0+DQoJCTx1aXRleHQgbmFtZT0iUVVJWlBPRF9RVUlaX0FUVEVNUFQiIHZhbHVlPSJRdWl6IEF0dGVtcHQ6Ii8+DQoJCTx1aXRleHQgbmFtZT0iUVVJWlBPRF9RVUlaX0FUVEVNUFRfVkFMVUUiIHZhbHVlPSIlbiBvZiAldCIvPg0KCQk8dWl0ZXh0IG5hbWU9IlFVSVpQT0RfUVVJWl9TQ09SRSIgdmFsdWU9IlNjb3JlZDoiLz4NCgkJPHVpdGV4dCBuYW1lPSJRVUlaUE9EX1FVSVpfUEFTU1NDT1JFIiB2YWx1ZT0iUGFzc2luZyBTY29yZToiLz4NCgkJPHVpdGV4dCBuYW1lPSJRVUlaUE9EX1FVSVpfTUFYU0NPUkUiIHZhbHVlPSJNYXggU2NvcmU6Ii8+DQoJCTx1aXRleHQgbmFtZT0iUVVJWlBPRF9RVUVTQVRNUFRfU1RSIiB2YWx1ZT0iQXR0ZW1wdDogJW4gb2YgJXQiLz4NCgkJPHVpdGV4dCBuYW1lPSJRVUlaUE9EX1FVRVNUWVBFX1NUUiIgdmFsdWU9IlR5cGU6ICVzIi8+DQoJCTx1aXRleHQgbmFtZT0iUVVJWlBPRF9RVUVTVFlQRV9HUkQiIHZhbHVlPSJHcmFkZWQiLz4NCgkJPHVpdGV4dCBuYW1lPSJRVUlaUE9EX1FVRVNUWVBFX1NWWSIgdmFsdWU9IlN1cnZleSIvPg0KCQk8dWl0ZXh0IG5hbWU9IlFVSVpQT0RfUVVJWkFUTVBUX0lORiIgdmFsdWU9IkluZmluaXRlIi8+DQoJCTx1aXRleHQgbmFtZT0iUVVJWlBPRF9RVUVTQVRNUFRfSU5GIiB2YWx1ZT0iSW5maW5pdGUiLz4NCgkJPHVpdGV4dCBuYW1lPSJXQVJOSU5HTVNHX1lFU1NUUklORyIgdmFsdWU9IlllcyIvPg0KCQk8dWl0ZXh0IG5hbWU9IldBUk5JTkdNU0dfTk9TVFJJTkciIHZhbHVlPSJObyIvPg0KCQk8dWl0ZXh0IG5hbWU9IldBUk5JTkdNU0dfVElUTEVTVFJJTkciIHZhbHVlPSJRdWl6IE5hdmlnYXRpb24gV2FybmluZyIvPg0KCQk8dWl0ZXh0IG5hbWU9IldBUk5JTkdNU0dfTVNHU1RSSU5HIiB2YWx1ZT0iVGhlcmUgYXJlIHVuLWF0dGVtcHRlZCBxdWVzdGlvbnMgaW4gdGhpcyBRdWl6LiYjeEE7JiN4QTtDbGlja2luZyBZZXMgd2lsbCB0YWtlIHlvdSBvdXQgb2YgdGhlIFF1aXouIENsaWNrIE5vIHRvIGNvbnRpbnVlIHRoZSBRdWl6LiIvPg0KCQk8dWl0ZXh0IG5hbWU9IklORk9STUFUSU9OX0gyNjRfRkxBU0hQTEFZRVIiIHZhbHVlPSJUaGUgY3VycmVudCB2ZXJzaW9uIG9mIEZsYXNoIFBsYXllciBpbnN0YWxsZWQgb24geW91ciBtYWNoaW5lIGRvZXMgbm90IHN1cHBvcnQgdGhpcyB2aWRlby4gQ2xpY2sgb24gdGhlIHZpZGVvIGFyZWEgdG8gZG93bmxvYWQgdGhlIGxhdGVzdC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Nob3cgc2lkZWJhciB0byBwYXJ0aWNpcGFudHMiLz4NCgkJPHVpdGV4dCBuYW1lPSJNVVRFIiB2YWx1ZT0iTXV0ZSIvPg0KCQk8dWl0ZXh0IG5hbWU9IkRPQ1dSQVBfVElUTEUiIHZhbHVlPSJQcmVzZW50ZXIgRmlsZSBBdHRhY2htZW50Ii8+DQoJCTx1aXRleHQgbmFtZT0iRE9DV1JBUF9NU0ciIHZhbHVlPSJTYXZlIHRvIE15IENvbXB1dGVyIi8+DQoJCTx1aXRleHQgbmFtZT0iRE9DV1JBUF9QUk9NUFQiIHZhbHVlPSJDbGljayB0byBEb3dubG9hZCIvPg0KCTwvbGFuZ3VhZ2U+DQoJPGxhbmd1YWdlIGlkPSJkZ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VG9uIGF1cyIvPg0KCQk8dWl0ZXh0IG5hbWU9IkRPQ1dSQVBfVElUTEUiIHZhbHVlPSJQcmVzZW50ZXItQW5oYW5nIi8+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cG9zaXRpdmUgJW4iLz4NCgkJPCEtLSBzdWJzdGl0dXRpb246ICVuID09IHNsaWRlIG51bWJlciAtLT4NCgkJPCEtLSBzdWJzdGl0dXRpb246ICV0ID09IHRvdGFsIHNsaWRlIGNvdW50IC0tPg0KCQk8dWl0ZXh0IG5hbWU9IlNDUlVCQkFSU1RBVFVTX1NMSURFSU5GTyIgdmFsdWU9IkRpYXBvc2l0aXZlICVuIC8gJXQgfCAiLz4NCgkJPHVpdGV4dCBuYW1lPSJTQ1JVQkJBUlNUQVRVU19TVE9QUEVEIiB2YWx1ZT0iQXJyw6p0w6llIi8+DQoJCTx1aXRleHQgbmFtZT0iU0NSVUJCQVJTVEFUVVNfUExBWUlORyIgdmFsdWU9IkxlY3R1cmUiLz4NCgkJPHVpdGV4dCBuYW1lPSJTQ1JVQkJBUlNUQVRVU19OT0FVRElPIiB2YWx1ZT0iUGFzIGRlIHNvbiIvPg0KCQk8dWl0ZXh0IG5hbWU9IlNDUlVCQkFSU1RBVFVTX1ZJRFBMQVlJTkciIHZhbHVlPSJMZWN0dXJlIHZpZMOpbyBlbiBjb3VycyIvPg0KCQk8dWl0ZXh0IG5hbWU9IlNDUlVCQkFSU1RBVFVTX0xPQURJTkciIHZhbHVlPSJDaGFyZ2VtZW50IGVuIGNvdXJzIi8+DQoJCTx1aXRleHQgbmFtZT0iU0NSVUJCQVJTVEFUVVNfQlVGRkVSSU5HIiB2YWx1ZT0iTWlzZSBlbiBtw6ltb2lyZSIvPg0KCQk8dWl0ZXh0IG5hbWU9IlNDUlVCQkFSU1RBVFVTX1FVRVNUSU9OIiB2YWx1ZT0iUsOpcG9uZHJlIMOgIGxhIHF1ZXN0aW9uIi8+DQoJCTx1aXRleHQgbmFtZT0iU0NSVUJCQVJTVEFUVVNfUkVWSUVXUVVJWiIgdmFsdWU9IlLDqXZpc2lvbiBkdSBxdWVzdGlvbm5haXJlIi8+DQoJCTwhLS0gc3Vic3RpdHV0aW9uOiAlbSA9PSBtaW51dGVzIHJlbWFpbmluZyAtLT4NCgkJPCEtLSBzdWJzdGl0dXRpb246ICVzID09IHNlY29uZHMgcmVtYWluaW5nIC0tPg0KCQk8dWl0ZXh0IG5hbWU9IkVMQVBTRUQiIHZhbHVlPSIlbSBtaW51dGVzICVzIHNlY29uZGVzIHJlc3RhbnRlcyIvPg0KCQk8dWl0ZXh0IG5hbWU9Ik5PVEZPVU5EIiB2YWx1ZT0iUmllbiB0cm91dsOpIi8+DQoJCTx1aXRleHQgbmFtZT0iQVRUQUNITUVOVFMiIHZhbHVlPSJQacOoY2VzIGpvaW50ZXMiLz4NCgkJPCEtLSBzdWJzdGl0dXRpb246ICVwID09IGN1cnJlbnQgc3BlYWtlcidzIHRpdGxlIC0tPg0KCQk8dWl0ZXh0IG5hbWU9IkJJT1dJTl9USVRMRSIgdmFsdWU9IkJpbyA6ICVwIi8+DQoJCTx1aXRleHQgbmFtZT0iQklPQlROX1RJVExFIiB2YWx1ZT0iQmlvIDoiLz4NCgkJPHVpdGV4dCBuYW1lPSJESVZJREVSQlROX1RJVExFIiB2YWx1ZT0ifCIvPg0KCQk8dWl0ZXh0IG5hbWU9IkNPTlRBQ1RCVE5fVElUTEUiIHZhbHVlPSJDb250YWN0Ii8+DQoJCTx1aXRleHQgbmFtZT0iVEFCX1FVSVoiIHZhbHVlPSJRdWl6Ii8+DQoJCTx1aXRleHQgbmFtZT0iVEFCX09VVExJTkUiIHZhbHVlPSJQbGFuIi8+DQoJCTx1aXRleHQgbmFtZT0iVEFCX1RIVU1CIiB2YWx1ZT0iRGlhcG9zIi8+DQoJCTx1aXRleHQgbmFtZT0iVEFCX05PVEVTIiB2YWx1ZT0iTm90ZXMiLz4NCgkJPHVpdGV4dCBuYW1lPSJUQUJfU0VBUkNIIiB2YWx1ZT0iUmVjaGVyY2hlIi8+DQoJCTx1aXRleHQgbmFtZT0iU0xJREVfSEVBRElORyIgdmFsdWU9IlRpdHJlIGRlIGxhIGRpYXBvc2l0aXZlIi8+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DQoJCTx1aXRleHQgbmFtZT0iQVRUQUNITkFNRV9IRUFESU5HIiB2YWx1ZT0iTm9tIGRlIGZpY2hpZXIiLz4NCgkJPHVpdGV4dCBuYW1lPSJBVFRBQ0hTSVpFX0hFQURJTkciIHZhbHVlPSJUYWlsbGUiLz4NCgkJPHVpdGV4dCBuYW1lPSJTTElERV9OT1RFUyIgdmFsdWU9IkNvbW1lbnRhaXJlcyBkZXMgZGlhcG9zaXRpdmVzIi8+DQoJCTwhLS1xdWl6IHBvZCBhbmQgbWVzc2FnZSBib3ggdGV4dHMtLT4NCgkJPHVpdGV4dCBuYW1lPSJRVUlaUE9EX1FVSVpfQVRURU1QVCIgdmFsdWU9IlRlbnRhdGl2ZSBkZSBxdWVzdGlvbm5haXJlIDoiLz4NCgkJPHVpdGV4dCBuYW1lPSJRVUlaUE9EX1FVSVpfQVRURU1QVF9WQUxVRSIgdmFsdWU9IiVuIHN1ciAldCIvPg0KCQk8dWl0ZXh0IG5hbWU9IlFVSVpQT0RfUVVJWl9TQ09SRSIgdmFsdWU9Ik5vdGUgb2J0ZW51ZSA6Ii8+DQoJCTx1aXRleHQgbmFtZT0iUVVJWlBPRF9RVUlaX1BBU1NTQ09SRSIgdmFsdWU9Ik5vdGUgZCdhZG1pc3NpYmlsaXTDqcKgOiIvPg0KCQk8dWl0ZXh0IG5hbWU9IlFVSVpQT0RfUVVJWl9NQVhTQ09SRSIgdmFsdWU9Ik5vdGUgbWF4aW1hbGUgOiIvPg0KCQk8dWl0ZXh0IG5hbWU9IlFVSVpQT0RfUVVFU0FUTVBUX1NUUiIgdmFsdWU9IlRlbnRhdGl2ZSA6ICVuIHN1ciAldCIvPg0KCQk8dWl0ZXh0IG5hbWU9IlFVSVpQT0RfUVVFU1RZUEVfU1RSIiB2YWx1ZT0iVHlwZTogJXMiLz4NCgkJPHVpdGV4dCBuYW1lPSJRVUlaUE9EX1FVRVNUWVBFX0dSRCIgdmFsdWU9Ik5vdMOpIi8+DQoJCTx1aXRleHQgbmFtZT0iUVVJWlBPRF9RVUVTVFlQRV9TVlkiIHZhbHVlPSJFbnF1w6p0ZSIvPg0KCQk8dWl0ZXh0IG5hbWU9IlFVSVpQT0RfUVVJWkFUTVBUX0lORiIgdmFsdWU9IklsbGltaXTDqSIvPg0KCQk8dWl0ZXh0IG5hbWU9IlFVSVpQT0RfUVVFU0FUTVBUX0lORiIgdmFsdWU9IklsbGltaXTDqSIvPg0KCQk8dWl0ZXh0IG5hbWU9IldBUk5JTkdNU0dfWUVTU1RSSU5HIiB2YWx1ZT0iT3VpIi8+DQoJCTx1aXRleHQgbmFtZT0iV0FSTklOR01TR19OT1NUUklORyIgdmFsdWU9Ik5vbiIvPg0KCQk8dWl0ZXh0IG5hbWU9IldBUk5JTkdNU0dfVElUTEVTVFJJTkciIHZhbHVlPSJBdmVydGlzc2VtZW50IGRlIG5hdmlnYXRpb24gZHUgcXVlc3Rpb25uYWlyZSIvPg0KCQk8dWl0ZXh0IG5hbWU9IldBUk5JTkdNU0dfTVNHU1RSSU5HIiB2YWx1ZT0iVm91cyBuJ2F2ZXogcGFzIHLDqXBvbmR1IMOgIGNlcnRhaW5lcyBxdWVzdGlvbnMgZGUgY2UgcXVlc3Rpb25uYWlyZS4mI3hBOyYjeEE7U2kgdm91cyBjbGlxdWV6IHN1ciBPdWksIHZvdXMgcXVpdHRlcmV6IGxlIHF1ZXN0aW9ubmFpcmUuIENsaXF1ZXogc3VyIE5vbiBwb3VyIGNvbnRpbnVlciBsZSBxdWVzdGlvbm5haXJlLiIvPg0KCQk8dWl0ZXh0IG5hbWU9IklORk9STUFUSU9OX0gyNjRfRkxBU0hQTEFZRVIiIHZhbHVlPSJMYSB2ZXJzaW9uIGRlIEZsYXNoIFBsYXllciBhY3R1ZWxsZW1lbnQgaW5zdGFsbMOpZSBzdXIgdm90cmUgbWFjaGluZSBuZSBwcmVuZCBwYXMgZW4gY2hhcmdlIGNlIHR5cGUgZGUgdmlkw6lvLiBDbGlxdWV6IHN1ciBsYSB6b25lIHZpZMOpbyBwb3VyIHTDqWzDqWNoYXJnZXIgbGEgZGVybmnDqHJlIHZlcnNpb24gZGU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250cmVyIGwnZW5jYWRyw6kgYXV4IHBhcnRpY2lwYW50cyIvPg0KCQk8dWl0ZXh0IG5hbWU9Ik1VVEUiIHZhbHVlPSJNdWV0Ii8+DQoJCTx1aXRleHQgbmFtZT0iRE9DV1JBUF9USVRMRSIgdmFsdWU9IlBpw6hjZSBqb2ludGUgUHJlc2VudGVyIi8+DQoJCTx1aXRleHQgbmFtZT0iRE9DV1JBUF9NU0ciIHZhbHVlPSJFbnJlZ2lzdHJlciBzdXIgbW9uIG9yZGluYXRldXIiLz4NCgkJPHVpdGV4dCBuYW1lPSJET0NXUkFQX1BST01QVCIgdmFsdWU9IkNsaXF1ZXIgcG91ciB0w6lsw6ljaGFyZ2VyIi8+DQoJPC9sYW5ndWFnZT4NCgk8bGFuZ3VhZ2UgaWQ9ImphIj4NCgkJPCEtLSBmb3JtYXQgZm9yIHVpZm9udCB2YWx1ZSBpcyAiZm9udCxzaXplLGlzYm9sZCxpc2l0YWxpYyxpc3NoYWRvd2VkIiAtLT4NCgkJPHVpZm9udCBuYW1lPSJGT05UX1FVSVpaSU5HIiB2YWx1ZT0iVmVyZGFuYSw5LGZhbHNlLGZhbHNlLGZhbHNlIi8+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xMSxmYWxzZSxmYWxzZSx0cnVlIi8+DQoJCTx1aWZvbnQgbmFtZT0iRk9OVF9CSU9XSU4iIHZhbHVlPSJWZXJkYW5hLDExLGZhbHNlLGZhbHNlLGZhbHNlIi8+DQoJCTx1aWZvbnQgbmFtZT0iRk9OVF9MSVNUSEVBRElORyIgdmFsdWU9IlZlcmRhbmEsMTEsZmFsc2UsZmFsc2UsZmFsc2UiLz4NCgkJPHVpZm9udCBuYW1lPSJGT05UX1dJTlRJVExFIiB2YWx1ZT0iVmVyZGFuYSwxM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7Iqs65287J2065OcICVuIi8+DQoJCTwhLS0gc3Vic3RpdHV0aW9uOiAlbiA9PSBzbGlkZSBudW1iZXIgLS0+DQoJCTwhLS0gc3Vic3RpdHV0aW9uOiAldCA9PSB0b3RhbCBzbGlkZSBjb3VudCAtLT4NCgkJPHVpdGV4dCBuYW1lPSJTQ1JVQkJBUlNUQVRVU19TTElERUlORk8iIHZhbHVlPSLsiqzrnbzsnbTrk5wgJW4gLyAldCB8ICIvPg0KCQk8dWl0ZXh0IG5hbWU9IlNDUlVCQkFSU1RBVFVTX1NUT1BQRUQiIHZhbHVlPSLspJHsp4DrkKgiLz4NCgkJPHVpdGV4dCBuYW1lPSJTQ1JVQkJBUlNUQVRVU19QTEFZSU5HIiB2YWx1ZT0i7J6s7IOdIi8+DQoJCTx1aXRleHQgbmFtZT0iU0NSVUJCQVJTVEFUVVNfTk9BVURJTyIgdmFsdWU9IuyYpOuUlOyYpCDsl4bsnYwiLz4NCgkJPHVpdGV4dCBuYW1lPSJTQ1JVQkJBUlNUQVRVU19WSURQTEFZSU5HIiB2YWx1ZT0i67mE65SU7JikIOyerOyDnSDspJEiLz4NCgkJPHVpdGV4dCBuYW1lPSJTQ1JVQkJBUlNUQVRVU19MT0FESU5HIiB2YWx1ZT0i66Gc65SpIi8+DQoJCTx1aXRleHQgbmFtZT0iU0NSVUJCQVJTVEFUVVNfQlVGRkVSSU5HIiB2YWx1ZT0i67KE7Y2866eBIi8+DQoJCTx1aXRleHQgbmFtZT0iU0NSVUJCQVJTVEFUVVNfUVVFU1RJT04iIHZhbHVlPSLsp4jrrLjsl5Ag64u17ZWY6riwIi8+DQoJCTx1aXRleHQgbmFtZT0iU0NSVUJCQVJTVEFUVVNfUkVWSUVXUVVJWiIgdmFsdWU9IuyniOusuCDri6Tsi5zrs7TquLAiLz4NCgkJPCEtLSBzdWJzdGl0dXRpb246ICVtID09IG1pbnV0ZXMgcmVtYWluaW5nIC0tPg0KCQk8IS0tIHN1YnN0aXR1dGlvbjogJXMgPT0gc2Vjb25kcyByZW1haW5pbmcgLS0+DQoJCTx1aXRleHQgbmFtZT0iRUxBUFNFRCIgdmFsdWU9IiVt67aEICVz7LSIIOuCqOydjCIvPg0KCQk8dWl0ZXh0IG5hbWU9Ik5PVEZPVU5EIiB2YWx1ZT0i7JeG7J2MIi8+DQoJCTx1aXRleHQgbmFtZT0iQVRUQUNITUVOVFMiIHZhbHVlPSLssqjrtoAg7YyM7J28Ii8+DQoJCTwhLS0gc3Vic3RpdHV0aW9uOiAlcCA9PSBjdXJyZW50IHNwZWFrZXIncyB0aXRsZSAtLT4NCgkJPHVpdGV4dCBuYW1lPSJCSU9XSU5fVElUTEUiIHZhbHVlPSLqsr3roKUg7IaM6rCcOiAlcCIvPg0KCQk8dWl0ZXh0IG5hbWU9IkJJT0JUTl9USVRMRSIgdmFsdWU9IuqyveugpSDshozqsJwiLz4NCgkJPHVpdGV4dCBuYW1lPSJESVZJREVSQlROX1RJVExFIiB2YWx1ZT0ifCIvPg0KCQk8dWl0ZXh0IG5hbWU9IkNPTlRBQ1RCVE5fVElUTEUiIHZhbHVlPSLsl7Drnb3sspgiLz4NCgkJPHVpdGV4dCBuYW1lPSJUQUJfUVVJWiIgdmFsdWU9Iu2AtOymiCIvPg0KCQk8dWl0ZXh0IG5hbWU9IlRBQl9PVVRMSU5FIiB2YWx1ZT0i6rCc7JqUIi8+DQoJCTx1aXRleHQgbmFtZT0iVEFCX1RIVU1CIiB2YWx1ZT0i7LaV7IaM7YyQIi8+DQoJCTx1aXRleHQgbmFtZT0iVEFCX05PVEVTIiB2YWx1ZT0i64W47Yq4Ii8+DQoJCTx1aXRleHQgbmFtZT0iVEFCX1NFQVJDSCIgdmFsdWU9IuqygOyDiSIvPg0KCQk8dWl0ZXh0IG5hbWU9IlNMSURFX0hFQURJTkciIHZhbHVlPSLsiqzrnbzsnbTrk5wg7KCc66qpIi8+DQoJCTx1aXRleHQgbmFtZT0iRFVSQVRJT05fSEVBRElORyIgdmFsdWU9IuyerOyDneyLnOqwhCIvPg0KCQk8dWl0ZXh0IG5hbWU9IlNFQVJDSF9IRUFESU5HIiB2YWx1ZT0i7YWN7Iqk7Yq4IOqygOyDiToiLz4NCgkJPHVpdGV4dCBuYW1lPSJUSFVNQl9IRUFESU5HIiB2YWx1ZT0i7Iqs65287J2065OcIi8+DQoJCTx1aXRleHQgbmFtZT0iVEhVTUJfSU5GTyIgdmFsdWU9IuygnOuqqS/snqzsg53si5zqsIQiLz4NCgkJPHVpdGV4dCBuYW1lPSJBVFRBQ0hOQU1FX0hFQURJTkciIHZhbHVlPSLtjIzsnbwg7J2066aEIi8+DQoJCTx1aXRleHQgbmFtZT0iQVRUQUNIU0laRV9IRUFESU5HIiB2YWx1ZT0i7YGs6riwIi8+DQoJCTx1aXRleHQgbmFtZT0iU0xJREVfTk9URVMiIHZhbHVlPSLsiqzrnbzsnbTrk5wg64W47Yq4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CEtLXF1aXogcG9kIGFuZCBtZXNzYWdlIGJveCB0ZXh0cy0tPg0KCQk8dWl0ZXh0IG5hbWU9IlFVSVpQT0RfUVVJWl9BVFRFTVBUIiB2YWx1ZT0iSW50ZW50byBkZSBwcnVlYmE6Ii8+DQoJCTx1aXRleHQgbmFtZT0iUVVJWlBPRF9RVUlaX0FUVEVNUFRfVkFMVUUiIHZhbHVlPSIlbiBkZSAldCIvPg0KCQk8dWl0ZXh0IG5hbWU9IlFVSVpQT0RfUVVJWl9TQ09SRSIgdmFsdWU9IlB1bnR1YWNpw7NuOiIvPg0KCQk8dWl0ZXh0IG5hbWU9IlFVSVpQT0RfUVVJWl9QQVNTU0NPUkUiIHZhbHVlPSJQdW50dWFjacOzbiBwYXJhIGFwcm9iYXI6Ii8+DQoJCTx1aXRleHQgbmFtZT0iUVVJWlBPRF9RVUlaX01BWFNDT1JFIiB2YWx1ZT0iUHVudHVhY2nDs24gbcOheGltYToiLz4NCgkJPHVpdGV4dCBuYW1lPSJRVUlaUE9EX1FVRVNBVE1QVF9TVFIiIHZhbHVlPSJJbnRlbnRvczogJW4gZGUgJXQiLz4NCgkJPHVpdGV4dCBuYW1lPSJRVUlaUE9EX1FVRVNUWVBFX1NUUiIgdmFsdWU9IlRpcG86ICVzIi8+DQoJCTx1aXRleHQgbmFtZT0iUVVJWlBPRF9RVUVTVFlQRV9HUkQiIHZhbHVlPSJDb24gcHVudHVhY2nDs24iLz4NCgkJPHVpdGV4dCBuYW1lPSJRVUlaUE9EX1FVRVNUWVBFX1NWWSIgdmFsdWU9IkVuY3Vlc3RhIi8+DQoJCTx1aXRleHQgbmFtZT0iUVVJWlBPRF9RVUlaQVRNUFRfSU5GIiB2YWx1ZT0iSW5maW5pdG8iLz4NCgkJPHVpdGV4dCBuYW1lPSJRVUlaUE9EX1FVRVNBVE1QVF9JTkYiIHZhbHVlPSJJbmZpbml0byIvPg0KCQk8dWl0ZXh0IG5hbWU9IldBUk5JTkdNU0dfWUVTU1RSSU5HIiB2YWx1ZT0iU8OtIi8+DQoJCTx1aXRleHQgbmFtZT0iV0FSTklOR01TR19OT1NUUklORyIgdmFsdWU9Ik5vIi8+DQoJCTx1aXRleHQgbmFtZT0iV0FSTklOR01TR19USVRMRVNUUklORyIgdmFsdWU9IkF2aXNvIGRlIG5hdmVnYWNpw7NuIGRlIHBydWViYSIvPg0KCQk8dWl0ZXh0IG5hbWU9IldBUk5JTkdNU0dfTVNHU1RSSU5HIiB2YWx1ZT0iSGF5IHByZWd1bnRhcyBzaW4gaW50ZW50b3MgZW4gZXN0YSBwcnVlYmEuJiN4QTsmI3hBO1BhcmEgc2FsaXIgZGUgbGEgcHJ1ZWJhLCBoYWdhIGNsaWMgZW4gU8OtLiBQYXJhIGNvbnRpbnVhciwgaGFnYSBjbGljIGVuIE5vLiIvPg0KCQk8dWl0ZXh0IG5hbWU9IklORk9STUFUSU9OX0gyNjRfRkxBU0hQTEFZRVIiIHZhbHVlPSJMYSB2ZXJzacOzbiBhY3R1YWwgZGUgRmxhc2ggUGxheWVyIGluc3RhbGFkYSBlbiBlbCBvcmRlbmFkb3Igbm8gZXMgY29tcGF0aWJsZSBjb24gZXN0ZSB2w61kZW8uIEhhZ2EgY2xpYyBlbiBlbCDDoXJlYSBkZSB2w61kZW8gcGFyYSBkZXNjYXJnYXIgbGEgw7psdGltYSB2ZXJzacOzbiBkZSBGbGFzaCBQbGF5ZXIuIi8+DQoJCTwhLS0gc3Vic3RpdHV0aW9uOiAlcCA9PSBwcmVzZW50YXRpb24gdGl0bGUgLS0+DQoJCTwhLS0gc3Vic3RpdHV0aW9uOiAlcyA9PSBzbGlkZSB0aXRsZSAtLT4NCgkJPCEtLSBzdWJzdGl0dXRpb246ICVuID09IHNsaWRlIG51bWJlciAtLT4NCgkJPHVpdGV4dCBuYW1lPSJCT09LTUFSSyIgdmFsdWU9IkFkb2JlIFByZXNlbnRlcjogJXAiLz4NCgkJPCEtLSBzdWJzdGl0dXRpb246ICVwID09IHByZXNlbnRhdGlvbiB0aXRsZSAtLT4NCgkJPCEtLSBzdWJzdGl0dXRpb246ICVzID09IHNsaWRlIHRpdGxlIC0tPg0KCQk8IS0tIHN1YnN0aXR1dGlvbjogJW4gPT0gc2xpZGUgbnVtYmVyIC0tPg0KCQk8dWl0ZXh0IG5hbWU9IkJPT0tNQVJLU0xJREUiIHZhbHVlPSJBZG9iZSBQcmVzZW50ZXI6ICVwICVzIi8+DQoJCTx1aXRleHQgbmFtZT0iU0hPV1NJREVCQVIiIHZhbHVlPSJNb3N0cmFyIGJhcnJhIGxhdGVyYWwgYSBsb3MgcGFydGljaXBhbnRlcyIvPg0KCQk8dWl0ZXh0IG5hbWU9Ik1VVEUiIHZhbHVlPSJTaWxlbmNpYXI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IS0tIHN1YnN0aXR1dGlvbjogJW4gPT0gc2xpZGUgbnVtYmVyIC0tPg0KCQk8IS0tIHN1YnN0aXR1dGlvbjogJXQgPT0gdG90YWwgc2xpZGUgY291bnQgLS0+DQoJCTx1aXRleHQgbmFtZT0iU0NSVUJCQVJTVEFUVVNfU0xJREVJTkZPIiB2YWx1ZT0iU2xpZGUgJW4gLyAldCB8ICIvPg0KCQk8dWl0ZXh0IG5hbWU9IlNDUlVCQkFSU1RBVFVTX1NUT1BQRUQiIHZhbHVlPSJQYXJhZG8iLz4NCgkJPHVpdGV4dCBuYW1lPSJTQ1JVQkJBUlNUQVRVU19QTEFZSU5HIiB2YWx1ZT0iUmVwcm9kdXppbmRvIi8+DQoJCTx1aXRleHQgbmFtZT0iU0NSVUJCQVJTVEFUVVNfTk9BVURJTyIgdmFsdWU9IlNlbSDDoXVkaW8iLz4NCgkJPHVpdGV4dCBuYW1lPSJTQ1JVQkJBUlNUQVRVU19WSURQTEFZSU5HIiB2YWx1ZT0iVsOtZGVvIGVtIHJlcHJvZHXDp8OjbyIvPg0KCQk8dWl0ZXh0IG5hbWU9IlNDUlVCQkFSU1RBVFVTX0xPQURJTkciIHZhbHVlPSJDYXJyZWdhbmRvIi8+DQoJCTx1aXRleHQgbmFtZT0iU0NSVUJCQVJTVEFUVVNfQlVGRkVSSU5HIiB2YWx1ZT0iQXJtYXplbmFuZG8gZW0gYnVmZmVyIi8+DQoJCTx1aXRleHQgbmFtZT0iU0NSVUJCQVJTVEFUVVNfUVVFU1RJT04iIHZhbHVlPSJSZXNwb25kZXIgcGVyZ3VudGEiLz4NCgkJPHVpdGV4dCBuYW1lPSJTQ1JVQkJBUlNUQVRVU19SRVZJRVdRVUlaIiB2YWx1ZT0iUmV2aXNhbmRvIHF1ZXN0aW9uw6FyaW8iLz4NCgkJPCEtLSBzdWJzdGl0dXRpb246ICVtID09IG1pbnV0ZXMgcmVtYWluaW5nIC0tPg0KCQk8IS0tIHN1YnN0aXR1dGlvbjogJXMgPT0gc2Vjb25kcyByZW1haW5pbmcgLS0+DQoJCTx1aXRleHQgbmFtZT0iRUxBUFNFRCIgdmFsdWU9IiVtIG1pbnV0b3MgJXMgc2VndW5kb3MgcmVzdGFudGVzIi8+DQoJCTx1aXRleHQgbmFtZT0iTk9URk9VTkQiIHZhbHVlPSJOYWRhIGVuY29udHJhZG8iLz4NCgkJPHVpdGV4dCBuYW1lPSJBVFRBQ0hNRU5UUyIgdmFsdWU9IkFuZXhv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dG8iLz4NCgkJPHVpdGV4dCBuYW1lPSJUQUJfUVVJWiIgdmFsdWU9IlF1ZXN0LiIvPg0KCQk8dWl0ZXh0IG5hbWU9IlRBQl9PVVRMSU5FIiB2YWx1ZT0iRXNxdWVtYSIvPg0KCQk8dWl0ZXh0IG5hbWU9IlRBQl9USFVNQiIgdmFsdWU9Ik1pbmkiLz4NCgkJPHVpdGV4dCBuYW1lPSJUQUJfTk9URVMiIHZhbHVlPSJOb3RhcyIvPg0KCQk8dWl0ZXh0IG5hbWU9IlRBQl9TRUFSQ0giIHZhbHVlPSJCdXNjYSIvPg0KCQk8dWl0ZXh0IG5hbWU9IlNMSURFX0hFQURJTkciIHZhbHVlPSJUw610dWxvIGRvIHNsaWRlIi8+DQoJCTx1aXRleHQgbmFtZT0iRFVSQVRJT05fSEVBRElORyIgdmFsdWU9IkR1cmHDp8OjbyIvPg0KCQk8dWl0ZXh0IG5hbWU9IlNFQVJDSF9IRUFESU5HIiB2YWx1ZT0iUHJvY3VyYXIgdGV4dG86Ii8+DQoJCTx1aXRleHQgbmFtZT0iVEhVTUJfSEVBRElORyIgdmFsdWU9IlNsaWRlIi8+DQoJCTx1aXRleHQgbmFtZT0iVEhVTUJfSU5GTyIgdmFsdWU9IlTDrXR1bG8vRHVyYcOnw6NvIGRvIHNsaWRlIi8+DQoJCTx1aXRleHQgbmFtZT0iQVRUQUNITkFNRV9IRUFESU5HIiB2YWx1ZT0iTm9tZSBkbyBhcnF1aXZvIi8+DQoJCTx1aXRleHQgbmFtZT0iQVRUQUNIU0laRV9IRUFESU5HIiB2YWx1ZT0iVGFtYW5obyIvPg0KCQk8dWl0ZXh0IG5hbWU9IlNMSURFX05PVEVTIiB2YWx1ZT0iQW5vdGHDp8O1ZXMgZG8gc2xpZGUiLz4NCgkJPCEtLXF1aXogcG9kIGFuZCBtZXNzYWdlIGJveCB0ZXh0cy0tPg0KCQk8dWl0ZXh0IG5hbWU9IlFVSVpQT0RfUVVJWl9BVFRFTVBUIiB2YWx1ZT0iVGVudGF0aXZhIG5vIHF1ZXN0aW9uw6FyaW86Ii8+DQoJCTx1aXRleHQgbmFtZT0iUVVJWlBPRF9RVUlaX0FUVEVNUFRfVkFMVUUiIHZhbHVlPSIlbiBkZSAldCIvPg0KCQk8dWl0ZXh0IG5hbWU9IlFVSVpQT0RfUVVJWl9TQ09SRSIgdmFsdWU9IlBvbnR1YcOnw6NvOiIvPg0KCQk8dWl0ZXh0IG5hbWU9IlFVSVpQT0RfUVVJWl9QQVNTU0NPUkUiIHZhbHVlPSJQb250dWHDp8OjbyBkZSBhcHJvdmHDp8OjbzoiLz4NCgkJPHVpdGV4dCBuYW1lPSJRVUlaUE9EX1FVSVpfTUFYU0NPUkUiIHZhbHVlPSJQb250dWHDp8OjbyBtw6F4aW1hOiIvPg0KCQk8dWl0ZXh0IG5hbWU9IlFVSVpQT0RfUVVFU0FUTVBUX1NUUiIgdmFsdWU9IlRlbnRhdGl2YTogJW4gZGUgJXQiLz4NCgkJPHVpdGV4dCBuYW1lPSJRVUlaUE9EX1FVRVNUWVBFX1NUUiIgdmFsdWU9IlRpcG86ICVzIi8+DQoJCTx1aXRleHQgbmFtZT0iUVVJWlBPRF9RVUVTVFlQRV9HUkQiIHZhbHVlPSJDbGFzc2lmaWNhdMOzcmlhIi8+DQoJCTx1aXRleHQgbmFtZT0iUVVJWlBPRF9RVUVTVFlQRV9TVlkiIHZhbHVlPSJQZXNxdWlzYSIvPg0KCQk8dWl0ZXh0IG5hbWU9IlFVSVpQT0RfUVVJWkFUTVBUX0lORiIgdmFsdWU9IkluZmluaXRvIi8+DQoJCTx1aXRleHQgbmFtZT0iUVVJWlBPRF9RVUVTQVRNUFRfSU5GIiB2YWx1ZT0iSW5maW5pdG8iLz4NCgkJPHVpdGV4dCBuYW1lPSJXQVJOSU5HTVNHX1lFU1NUUklORyIgdmFsdWU9IlNpbSIvPg0KCQk8dWl0ZXh0IG5hbWU9IldBUk5JTkdNU0dfTk9TVFJJTkciIHZhbHVlPSJOw6NvIi8+DQoJCTx1aXRleHQgbmFtZT0iV0FSTklOR01TR19USVRMRVNUUklORyIgdmFsdWU9IkFsZXJ0YSBkZSBuYXZlZ2HDp8OjbyBkbyBxdWVzdGlvbsOhcmlvIi8+DQoJCTx1aXRleHQgbmFtZT0iV0FSTklOR01TR19NU0dTVFJJTkciIHZhbHVlPSJFeGlzdGVtIHBlcmd1bnRhcyBxdWUgbsOjbyBmb3JhbSByZXNwb25kaWRhcyBuZXN0ZSBxdWVzdGlvbsOhcmlvLiYjeEE7JiN4QTtDbGlxdWUgZW0gU2ltIHBhcmEgc2FpciBkbyBxdWVzdGlvbsOhcmlvIG91IGVtIE7Do28gc2UgcXVpc2VyIGNvbnRpbnVhci4iLz4NCgkJPHVpdGV4dCBuYW1lPSJJTkZPUk1BVElPTl9IMjY0X0ZMQVNIUExBWUVSIiB2YWx1ZT0iQSB2ZXJzw6NvIGF0dWFsIGRvIEZsYXNoIFBsYXllciBpbnN0YWxhZGEgbm8gY29tcHV0YWRvciBuw6NvIG9mZXJlY2Ugc3Vwb3J0ZSBhIGVzc2UgdsOtZGVvLiBDbGlxdWUgbmEgw6FyZWEgZG8gdsOtZGVvIHBhcmEgYmFpeGFyIGEgdmVyc8OjbyBtYWlzIHJlY2VudGUgZG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FyIGJhcnJhIGxhdGVyYWwgYW8gcGFydGljaXBhbnRlcyIvPg0KCQk8dWl0ZXh0IG5hbWU9Ik1VVEUiIHZhbHVlPSJNdWRvIi8+DQoJCTx1aXRleHQgbmFtZT0iRE9DV1JBUF9USVRMRSIgdmFsdWU9IkFuZXhvIGRlIGFycXVpdm8gZG8gUHJlc2VudGVyIi8+DQoJCTx1aXRleHQgbmFtZT0iRE9DV1JBUF9NU0ciIHZhbHVlPSJTYWx2YXIgZW0gTWV1IGNvbXB1dGFkb3IiLz4NCgkJPHVpdGV4dCBuYW1lPSJET0NXUkFQX1BST01QVCIgdmFsdWU9IkNsaXF1ZSBwYXJhIGJhaXhhciIvPg0KCTwvbGFuZ3VhZ2U+DQoJPGxhbmd1YWdlIGlkPSJp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Fwb3NpdGl2YSAlbiIvPg0KCQk8IS0tIHN1YnN0aXR1dGlvbjogJW4gPT0gc2xpZGUgbnVtYmVyIC0tPg0KCQk8IS0tIHN1YnN0aXR1dGlvbjogJXQgPT0gdG90YWwgc2xpZGUgY291bnQgLS0+DQoJCTx1aXRleHQgbmFtZT0iU0NSVUJCQVJTVEFUVVNfU0xJREVJTkZPIiB2YWx1ZT0iRGlhcG9zaXRpdmEgJW4gLyAldCB8ICIvPg0KCQk8dWl0ZXh0IG5hbWU9IlNDUlVCQkFSU1RBVFVTX1NUT1BQRUQiIHZhbHVlPSJJbnRlcnJvdHRvIi8+DQoJCTx1aXRleHQgbmFtZT0iU0NSVUJCQVJTVEFUVVNfUExBWUlORyIgdmFsdWU9IlJpcHJvZHV6aW9uZSIvPg0KCQk8dWl0ZXh0IG5hbWU9IlNDUlVCQkFSU1RBVFVTX05PQVVESU8iIHZhbHVlPSJBdWRpbyBpbmF0dC4iLz4NCgkJPHVpdGV4dCBuYW1lPSJTQ1JVQkJBUlNUQVRVU19WSURQTEFZSU5HIiB2YWx1ZT0iVmlkZW8gaW4gcmlwcm9kdXppb25lIi8+DQoJCTx1aXRleHQgbmFtZT0iU0NSVUJCQVJTVEFUVVNfTE9BRElORyIgdmFsdWU9IkNhcmljYW1lbnRvIi8+DQoJCTx1aXRleHQgbmFtZT0iU0NSVUJCQVJTVEFUVVNfQlVGRkVSSU5HIiB2YWx1ZT0iQnVmZmVyaW5nIi8+DQoJCTx1aXRleHQgbmFtZT0iU0NSVUJCQVJTVEFUVVNfUVVFU1RJT04iIHZhbHVlPSJSaXNwb25kaSBhIGRvbWFuZGEiLz4NCgkJPHVpdGV4dCBuYW1lPSJTQ1JVQkJBUlNUQVRVU19SRVZJRVdRVUlaIiB2YWx1ZT0iUmV2aXNpb25lIGRlbCBxdWl6Ii8+DQoJCTwhLS0gc3Vic3RpdHV0aW9uOiAlbSA9PSBtaW51dGVzIHJlbWFpbmluZyAtLT4NCgkJPCEtLSBzdWJzdGl0dXRpb246ICVzID09IHNlY29uZHMgcmVtYWluaW5nIC0tPg0KCQk8dWl0ZXh0IG5hbWU9IkVMQVBTRUQiIHZhbHVlPSIlbSBNaW51dGkgJXMgU2Vjb25kaSByaW1hbmVudGkiLz4NCgkJPHVpdGV4dCBuYW1lPSJOT1RGT1VORCIgdmFsdWU9Ik5lc3N1biBlbGVtZW50byB0cm92YXRvIi8+DQoJCTx1aXRleHQgbmFtZT0iQVRUQUNITUVOVFMiIHZhbHVlPSJBbGxlZ2F0aS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QuIi8+DQoJCTx1aXRleHQgbmFtZT0iVEFCX1FVSVoiIHZhbHVlPSJRdWl6Ii8+DQoJCTx1aXRleHQgbmFtZT0iVEFCX09VVExJTkUiIHZhbHVlPSJTdHJ1dHR1cmEiLz4NCgkJPHVpdGV4dCBuYW1lPSJUQUJfVEhVTUIiIHZhbHVlPSJNaW5pYXR1cmUiLz4NCgkJPHVpdGV4dCBuYW1lPSJUQUJfTk9URVMiIHZhbHVlPSJOb3RlIi8+DQoJCTx1aXRleHQgbmFtZT0iVEFCX1NFQVJDSCIgdmFsdWU9IkNlcmNhIi8+DQoJCTx1aXRleHQgbmFtZT0iU0xJREVfSEVBRElORyIgdmFsdWU9IlRpdG9sbyBkaWFwb3NpdGl2YSIvPg0KCQk8dWl0ZXh0IG5hbWU9IkRVUkFUSU9OX0hFQURJTkciIHZhbHVlPSJEdXJhdGEiLz4NCgkJPHVpdGV4dCBuYW1lPSJTRUFSQ0hfSEVBRElORyIgdmFsdWU9IkNlcmNhIHRlc3RvOiIvPg0KCQk8dWl0ZXh0IG5hbWU9IlRIVU1CX0hFQURJTkciIHZhbHVlPSJEaWFwb3NpdGl2YSIvPg0KCQk8dWl0ZXh0IG5hbWU9IlRIVU1CX0lORk8iIHZhbHVlPSJUaXRvbG8vVGVtcG8iLz4NCgkJPHVpdGV4dCBuYW1lPSJBVFRBQ0hOQU1FX0hFQURJTkciIHZhbHVlPSJOb21lIGZpbGUiLz4NCgkJPHVpdGV4dCBuYW1lPSJBVFRBQ0hTSVpFX0hFQURJTkciIHZhbHVlPSJEaW1lbnNpb25lIi8+DQoJCTx1aXRleHQgbmFtZT0iU0xJREVfTk9URVMiIHZhbHVlPSJOb3RlIGRpYXBvc2l0aXZh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EgJW4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IS0tcXVpeiBwb2QgYW5kIG1lc3NhZ2UgYm94IHRleHRzLS0+DQoJCTx1aXRleHQgbmFtZT0iUVVJWlBPRF9RVUlaX0FUVEVNUFQiIHZhbHVlPSJRdWl6cG9naW5nOiIvPg0KCQk8dWl0ZXh0IG5hbWU9IlFVSVpQT0RfUVVJWl9BVFRFTVBUX1ZBTFVFIiB2YWx1ZT0iJW4gdmFuICV0Ii8+DQoJCTx1aXRleHQgbmFtZT0iUVVJWlBPRF9RVUlaX1NDT1JFIiB2YWx1ZT0iQmVoYWFsZGUgc2NvcmU6Ii8+DQoJCTx1aXRleHQgbmFtZT0iUVVJWlBPRF9RVUlaX1BBU1NTQ09SRSIgdmFsdWU9IlZvbGRvZW5kZSBzY29yZToiLz4NCgkJPHVpdGV4dCBuYW1lPSJRVUlaUE9EX1FVSVpfTUFYU0NPUkUiIHZhbHVlPSJNYXhpbWFhbCBoYWFsYmFyZSBzY29yZToiLz4NCgkJPHVpdGV4dCBuYW1lPSJRVUlaUE9EX1FVRVNBVE1QVF9TVFIiIHZhbHVlPSJQb2dpbmc6ICVuIHZhbiAldCIvPg0KCQk8dWl0ZXh0IG5hbWU9IlFVSVpQT0RfUVVFU1RZUEVfU1RSIiB2YWx1ZT0iVHlwZTogJXMiLz4NCgkJPHVpdGV4dCBuYW1lPSJRVUlaUE9EX1FVRVNUWVBFX0dSRCIgdmFsdWU9IlRlbHQgdm9vciBzY29yZSIvPg0KCQk8dWl0ZXh0IG5hbWU9IlFVSVpQT0RfUVVFU1RZUEVfU1ZZIiB2YWx1ZT0iRW5xdcOqdGUiLz4NCgkJPHVpdGV4dCBuYW1lPSJRVUlaUE9EX1FVSVpBVE1QVF9JTkYiIHZhbHVlPSJPbmJlcGVya3QiLz4NCgkJPHVpdGV4dCBuYW1lPSJRVUlaUE9EX1FVRVNBVE1QVF9JTkYiIHZhbHVlPSJPbmJlcGVya3QiLz4NCgkJPHVpdGV4dCBuYW1lPSJXQVJOSU5HTVNHX1lFU1NUUklORyIgdmFsdWU9IkphIi8+DQoJCTx1aXRleHQgbmFtZT0iV0FSTklOR01TR19OT1NUUklORyIgdmFsdWU9Ik5lZSIvPg0KCQk8dWl0ZXh0IG5hbWU9IldBUk5JTkdNU0dfVElUTEVTVFJJTkciIHZhbHVlPSJXYWFyc2NodXdpbmcgbWV0IGJldHJla2tpbmcgdG90IHF1aXpuYXZpZ2F0aWUiLz4NCgkJPHVpdGV4dCBuYW1lPSJXQVJOSU5HTVNHX01TR1NUUklORyIgdmFsdWU9IlUgaGVidCBuaWV0IGFsbGUgdnJhZ2VuIGluIGRlemUgcXVpeiBiZWFudHdvb3JkLiYjeEE7JiN4QTtLbGlrIG9wIEphIG9tIGRlIHF1aXogYWYgdGUgc2x1aXRlbi4gS2xpayBvcCBOZWUgb20gZGUgcXVpeiB2b29ydCB0ZSB6ZXR0ZW4uIi8+DQoJCTx1aXRleHQgbmFtZT0iSU5GT1JNQVRJT05fSDI2NF9GTEFTSFBMQVlFUiIgdmFsdWU9IkRlemUgdmlkZW8gd29yZHQgbmlldCBvbmRlcnN0ZXVuZCBkb29yIGRlIHZlcnNpZSB2YW4gRmxhc2ggUGxheWVyIGRpZSBtb21lbnRlZWwgb3AgdXcgY29tcHV0ZXIgaXMgZ2XDr25zdGFsbGVlcmQuIEtsaWsgaW4gZGUgdmlkZW8gb20gZGUgbmlldXdzdGUgRmxhc2ggUGxheWVyIHRlIGRvd25sb2FkZW4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ppanBhbmVlbCBhYW4gZGVlbG5lbWVycyB3ZWVyZ2V2ZW4iLz4NCgkJPHVpdGV4dCBuYW1lPSJNVVRFIiB2YWx1ZT0iRGVtcGVuIi8+DQoJCTx1aXRleHQgbmFtZT0iRE9DV1JBUF9USVRMRSIgdmFsdWU9IlByZXNlbnRlci1iZXN0YW5kc2JpamxhZ2UiLz4NCgkJPHVpdGV4dCBuYW1lPSJET0NXUkFQX01TRyIgdmFsdWU9Ik9wc2xhYW4gaW4gRGV6ZSBjb21wdXRlciIvPg0KCQk8dWl0ZXh0IG5hbWU9IkRPQ1dSQVBfUFJPTVBUIiB2YWx1ZT0iS2xpayBvbSB0ZSBkb3dubG9hZGVuIi8+DQoJPC9sYW5ndWFnZT4NCgk8bGFuZ3VhZ2UgaWQ9ImNuIj4NCgkJPCEtLSBmb3JtYXQgZm9yIHVpZm9udCB2YWx1ZSBpcyAiZm9udCxzaXplLGlzYm9sZCxpc2l0YWxpYyxpc3NoYWRvd2VkIiAtLT4NCgkJPHVpZm9udCBuYW1lPSJGT05UX1FVSVpaSU5HIiB2YWx1ZT0i5a6L5L2TLTE4MDMwLDEwLGZhbHNlLGZhbHNlLGZhbHNlIi8+DQoJCTx1aWZvbnQgbmFtZT0iRk9OVF9TQ1JVQlNUQVRVUyIgdmFsdWU9IuWui+S9ky0xODAzMCwxMCx0cnVlLGZhbHNlLHRydWUiLz4NCgkJPHVpZm9udCBuYW1lPSJGT05UX1NDUlVCVElNRSIgdmFsdWU9IuWui+S9ky0xODAzMCwxMCxmYWxzZSxmYWxzZSx0cnVlIi8+DQoJCTx1aWZvbnQgbmFtZT0iRk9OVF9FTEFQU0VEVElNRSIgdmFsdWU9IuWui+S9ky0xODAzMCwxMCx0cnVlLGZhbHNlLHRydWUiLz4NCgkJPHVpZm9udCBuYW1lPSJGT05UX1VUSUxTTUVOVSIgdmFsdWU9IuWui+S9ky0xODAzMCwxMCx0cnVlLGZhbHNlLGZhbHNlIi8+DQoJCTx1aWZvbnQgbmFtZT0iRk9OVF9UQUJTIiB2YWx1ZT0i5a6L5L2TLTE4MDMwLDE0LHRydWUsZmFsc2UsdHJ1ZSIvPg0KCQk8dWlmb250IG5hbWU9IkZPTlRfUFJFU0VOVEFUSU9OTkFNRSIgdmFsdWU9IuWui+S9ky0xODAzMCwxNCxmYWxzZSxmYWxzZSx0cnVlIi8+DQoJCTx1aWZvbnQgbmFtZT0iRk9OVF9QUkVTRU5URVJOQU1FIiB2YWx1ZT0i5a6L5L2TLTE4MDMwLDE0LHRydWUsZmFsc2UsdHJ1ZSIvPg0KCQk8dWlmb250IG5hbWU9IkZPTlRfUFJFU0VOVEVSVElUTEUiIHZhbHVlPSLlrovkvZMtMTgwMzAsMTMsZmFsc2UsZmFsc2UsdHJ1ZSIvPg0KCQk8dWlmb250IG5hbWU9IkZPTlRfQklPQlROIiB2YWx1ZT0i5a6L5L2TLTE4MDMwLDEwLGZhbHNlLGZhbHNlLHRydWUiLz4NCgkJPHVpZm9udCBuYW1lPSJGT05UX05PVEVTIiB2YWx1ZT0i5a6L5L2TLTE4MDMwLDEyLGZhbHNlLGZhbHNlLGZhbHNlIi8+DQoJCTx1aWZvbnQgbmFtZT0iRk9OVF9PVVRMSU5FIiB2YWx1ZT0i5a6L5L2TLTE4MDMwLDEyLGZhbHNlLGZhbHNlLHRydWUiLz4NCgkJPHVpZm9udCBuYW1lPSJGT05UX1NFQVJDSCIgdmFsdWU9IuWui+S9ky0xODAzMCwxMixmYWxzZSxmYWxzZSx0cnVlIi8+DQoJCTx1aWZvbnQgbmFtZT0iRk9OVF9USFVNQiIgdmFsdWU9IuWui+S9ky0xODAzMCwxMCxmYWxzZSxmYWxzZSx0cnVlIi8+DQoJCTx1aWZvbnQgbmFtZT0iRk9OVF9CSU9XSU4iIHZhbHVlPSLlrovkvZMtMTgwMzAsMTIsZmFsc2UsZmFsc2UsZmFsc2UiLz4NCgkJPHVpZm9udCBuYW1lPSJGT05UX0xJU1RIRUFESU5HIiB2YWx1ZT0i5a6L5L2TLTE4MDMwLDEwLGZhbHNlLGZhbHNlLGZhbHNlIi8+DQoJCTx1aWZvbnQgbmFtZT0iRk9OVF9XSU5USVRMRSIgdmFsdWU9IuWui+S9ky0xODAzMCwxMCxmYWxzZSxmYWxzZSx0cnVlIi8+DQoJCTx1aWZvbnQgbmFtZT0iRk9OVF9BVFRBQ0hNRU5UUyIgdmFsdWU9IuWui+S9ky0xODAzMCwxMixmYWxzZSxmYWxzZSx0cnVlIi8+DQoJCTwhLS1xdWl6IHBvZCBhbmQgbWVzc2FnZSBib3ggdGV4dCBmb250cy0tPg0KCQk8dWlmb250IG5hbWU9IkZPTlRfTVNHQk9YX1dJTlRJVExFIiB2YWx1ZT0i5a6L5L2TLTE4MDMwLDEyLHRydWUsZmFsc2UsdHJ1ZSIvPg0KCQk8dWlmb250IG5hbWU9IkZPTlRfTVNHQk9YX01TRyIgdmFsdWU9IuWui+S9ky0xODAzMCwxMixmYWxzZSxmYWxzZSx0cnVlIi8+DQoJCTx1aWZvbnQgbmFtZT0iRk9OVF9NU0dCT1hfT1BUSU9OUyIgdmFsdWU9IuWui+S9ky0xODAzMCwxMCx0cnVlLGZhbHNlLHRydWUiLz4NCgkJPHVpZm9udCBuYW1lPSJGT05UX1FVSVpQT0RfUVVJWl9USVRMRSIgdmFsdWU9IuWui+S9ky0xODAzMCwxMix0cnVlLGZhbHNlLHRydWUiLz4NCgkJPHVpZm9udCBuYW1lPSJGT05UX1FVSVpQT0RfUVVJWl9BVFRFTVBUIiB2YWx1ZT0i5a6L5L2TLTE4MDMwLDEwLGZhbHNlLGZhbHNlLHRydWUiLz4NCgkJPHVpZm9udCBuYW1lPSJGT05UX1FVSVpQT0RfUVVJWl9BVFRFTVBUX1ZBTFVFIiB2YWx1ZT0i5a6L5L2TLTE4MDMwLDEwLHRydWUsZmFsc2UsdHJ1ZSIvPg0KCQk8dWlmb250IG5hbWU9IkZPTlRfUVVJWlBPRF9RVUVTVElPTl9TQ09SRSIgdmFsdWU9IuWui+S9ky0xODAzMCwxMCxmYWxzZSxmYWxzZSx0cnVlIi8+DQoJCTx1aWZvbnQgbmFtZT0iRk9OVF9RVUlaUE9EX1FVRVNUSU9OX1NDT1JFX1ZBTFVFIiB2YWx1ZT0i5a6L5L2TLTE4MDMwLDEwLHRydWUsZmFsc2UsdHJ1ZSIvPg0KCQk8dWlmb250IG5hbWU9IkZPTlRfUVVJWlBPRF9RVUVTVElPTl9BVFRFTVBUIiB2YWx1ZT0i5a6L5L2TLTE4MDMwLDEwLGZhbHNlLGZhbHNlLHRydWUiLz4NCgkJPHVpZm9udCBuYW1lPSJGT05UX1FVSVpQT0RfUVVFU1RJT05fQVRURU1QVF9WQUxVRSIgdmFsdWU9IuWui+S9ky0xODAzMCwxMCx0cnVlLGZhbHNlLHRydWUiLz4NCgkJPHVpZm9udCBuYW1lPSJGT05UX1FVSVpQT0RfUVVFU1RJT05fVEFHIiB2YWx1ZT0i5a6L5L2TLTE4MDMwLDEyLHRydWUsZmFsc2UsdHJ1ZSIvPg0KCQk8dWlmb250IG5hbWU9IkZPTlRfUVVJWlBPRF9RVUlaX1FVRVNUSU9OX0NPVU5UIiB2YWx1ZT0i5a6L5L2TLTE4MDMwLDEwLGZhbHNlLGZhbHNlLHRydWUiLz4NCgkJPHVpZm9udCBuYW1lPSJGT05UX1FVSVpQT0RfUVVJWl9RVUVTVElPTl9DT1VOVF9WQUxVRSIgdmFsdWU9IuWui+S9ky0xODAzMCwxMCx0cnVlLGZhbHNlLHRydWUiLz4NCgkJPHVpZm9udCBuYW1lPSJGT05UX1FVSVpQT0RfUVVJWl9RVUVTVElPTl9BVFRFTVBURUQiIHZhbHVlPSLlrovkvZMtMTgwMzAsMTAsZmFsc2UsZmFsc2UsdHJ1ZSIvPg0KCQk8dWlmb250IG5hbWU9IkZPTlRfUVVJWlBPRF9RVUlaX1FVRVNUSU9OX0FUVEVNUFRFRF9WQUxVRSIgdmFsdWU9IuWui+S9ky0xODAzMCwxMCx0cnVlLGZhbHNlLHRydWUiLz4NCgkJPHVpZm9udCBuYW1lPSJGT05UX1FVSVpQT0RfUVVJWl9TQ09SRV9UQUciIHZhbHVlPSLlrovkvZMtMTgwMzAsMTIsdHJ1ZSxmYWxzZSx0cnVlIi8+DQoJCTx1aWZvbnQgbmFtZT0iRk9OVF9RVUlaUE9EX1FVSVpfU0NPUkUiIHZhbHVlPSLlrovkvZMtMTgwMzAsMTAsZmFsc2UsZmFsc2UsdHJ1ZSIvPg0KCQk8dWlmb250IG5hbWU9IkZPTlRfUVVJWlBPRF9RVUlaX1NDT1JFX1ZBTFVFIiB2YWx1ZT0i5a6L5L2TLTE4MDMwLDEwLHRydWUsZmFsc2UsdHJ1ZSIvPg0KCQk8dWlmb250IG5hbWU9IkZPTlRfUVVJWlBPRF9RVUlaX01BWFNDT1JFIiB2YWx1ZT0i5a6L5L2TLTE4MDMwLDEwLGZhbHNlLGZhbHNlLHRydWUiLz4NCgkJPHVpZm9udCBuYW1lPSJGT05UX1FVSVpQT0RfUVVJWl9NQVhTQ09SRV9WQUxVRSIgdmFsdWU9IuWui+S9ky0xODAzMCwxMCx0cnVlLGZhbHNlLHRydWUiLz4NCgkJPHVpZm9udCBuYW1lPSJGT05UX1FVSVpQT0RfUVVJWl9QQVNTU0NPUkUiIHZhbHVlPSLlrovkvZMtMTgwMzAsMTAsZmFsc2UsZmFsc2UsdHJ1ZSIvPg0KCQk8dWlmb250IG5hbWU9IkZPTlRfUVVJWlBPRF9RVUlaX1BBU1NTQ09SRV9WQUxVRSIgdmFsdWU9IuWui+S9ky0xODAzMCwxMCx0cnVlLGZhbHNlLHRydWUiLz4NCgkJPCEtLSB1aXRleHQgLS0+DQoJCTwhLS0gc3Vic3RpdHV0aW9uOiAlbiA9PSBzbGlkZSBudW1iZXIgLS0+DQoJCTx1aXRleHQgbmFtZT0iVU5OQU1FRFNMSURFVElUTEUiIHZhbHVlPSLlubvnga/niYcgJW4iLz4NCgkJPCEtLSBzdWJzdGl0dXRpb246ICVuID09IHNsaWRlIG51bWJlciAtLT4NCgkJPCEtLSBzdWJzdGl0dXRpb246ICV0ID09IHRvdGFsIHNsaWRlIGNvdW50IC0tPg0KCQk8dWl0ZXh0IG5hbWU9IlNDUlVCQkFSU1RBVFVTX1NMSURFSU5GTyIgdmFsdWU9IuW5u+eBr+eJhyAlbiAvICV0IHwgIi8+DQoJCTx1aXRleHQgbmFtZT0iU0NSVUJCQVJTVEFUVVNfU1RPUFBFRCIgdmFsdWU9IuW3suWBnOatoiIvPg0KCQk8dWl0ZXh0IG5hbWU9IlNDUlVCQkFSU1RBVFVTX1BMQVlJTkciIHZhbHVlPSLmraPlnKjmkq3mlL4iLz4NCgkJPHVpdGV4dCBuYW1lPSJTQ1JVQkJBUlNUQVRVU19OT0FVRElPIiB2YWx1ZT0i5peg6Z+z6aKRIi8+DQoJCTx1aXRleHQgbmFtZT0iU0NSVUJCQVJTVEFUVVNfVklEUExBWUlORyIgdmFsdWU9IuinhumikeaSreaUviIvPg0KCQk8dWl0ZXh0IG5hbWU9IlNDUlVCQkFSU1RBVFVTX0xPQURJTkciIHZhbHVlPSLmraPlnKjovb3lhaUiLz4NCgkJPHVpdGV4dCBuYW1lPSJTQ1JVQkJBUlNUQVRVU19CVUZGRVJJTkciIHZhbHVlPSLmraPlnKjov5vooYznvJPlhrLlpITnkIYiLz4NCgkJPHVpdGV4dCBuYW1lPSJTQ1JVQkJBUlNUQVRVU19RVUVTVElPTiIgdmFsdWU9IuWbnuetlOmXrumimCIvPg0KCQk8dWl0ZXh0IG5hbWU9IlNDUlVCQkFSU1RBVFVTX1JFVklFV1FVSVoiIHZhbHVlPSLmraPlnKjlrqHpmIXmtYvpqowiLz4NCgkJPCEtLSBzdWJzdGl0dXRpb246ICVtID09IG1pbnV0ZXMgcmVtYWluaW5nIC0tPg0KCQk8IS0tIHN1YnN0aXR1dGlvbjogJXMgPT0gc2Vjb25kcyByZW1haW5pbmcgLS0+DQoJCTx1aXRleHQgbmFtZT0iRUxBUFNFRCIgdmFsdWU9IuWJqeS9mSAlbSDliIbpkp8gJXMg56eSIi8+DQoJCTx1aXRleHQgbmFtZT0iTk9URk9VTkQiIHZhbHVlPSLmnKrmib7liLDku7vkvZXlhoXlrrkiLz4NCgkJPHVpdGV4dCBuYW1lPSJBVFRBQ0hNRU5UUyIgdmFsdWU9IumZhOS7tiIvPg0KCQk8IS0tIHN1YnN0aXR1dGlvbjogJXAgPT0gY3VycmVudCBzcGVha2VyJ3MgdGl0bGUgLS0+DQoJCTx1aXRleHQgbmFtZT0iQklPV0lOX1RJVExFIiB2YWx1ZT0i5Liq5Lq6566A5LuLOiAlcCIvPg0KCQk8dWl0ZXh0IG5hbWU9IkJJT0JUTl9USVRMRSIgdmFsdWU9IuS4quS6uueugOS7iyIvPg0KCQk8dWl0ZXh0IG5hbWU9IkRJVklERVJCVE5fVElUTEUiIHZhbHVlPSJ8Ii8+DQoJCTx1aXRleHQgbmFtZT0iQ09OVEFDVEJUTl9USVRMRSIgdmFsdWU9IuiBlOezu+aWueW8jyIvPg0KCQk8dWl0ZXh0IG5hbWU9IlRBQl9RVUlaIiB2YWx1ZT0i5rWL6aqMIi8+DQoJCTx1aXRleHQgbmFtZT0iVEFCX09VVExJTkUiIHZhbHVlPSLlpKfnurIiLz4NCgkJPHVpdGV4dCBuYW1lPSJUQUJfVEhVTUIiIHZhbHVlPSLnvKnnlaXlm74iLz4NCgkJPHVpdGV4dCBuYW1lPSJUQUJfTk9URVMiIHZhbHVlPSLlpIfms6giLz4NCgkJPHVpdGV4dCBuYW1lPSJUQUJfU0VBUkNIIiB2YWx1ZT0i5pCc57SiIi8+DQoJCTx1aXRleHQgbmFtZT0iU0xJREVfSEVBRElORyIgdmFsdWU9IuW5u+eBr+eJh+agh+mimCIvPg0KCQk8dWl0ZXh0IG5hbWU9IkRVUkFUSU9OX0hFQURJTkciIHZhbHVlPSLmjIHnu63ml7bpl7QiLz4NCgkJPHVpdGV4dCBuYW1lPSJTRUFSQ0hfSEVBRElORyIgdmFsdWU9IuaQnOe0ouaWh+acrDoiLz4NCgkJPHVpdGV4dCBuYW1lPSJUSFVNQl9IRUFESU5HIiB2YWx1ZT0i5bm754Gv54mHIi8+DQoJCTx1aXRleHQgbmFtZT0iVEhVTUJfSU5GTyIgdmFsdWU9IuW5u+eBr+eJh+agh+mimC/mjIHnu63ml7bpl7QiLz4NCgkJPHVpdGV4dCBuYW1lPSJBVFRBQ0hOQU1FX0hFQURJTkciIHZhbHVlPSLmlofku7blkI0iLz4NCgkJPHVpdGV4dCBuYW1lPSJBVFRBQ0hTSVpFX0hFQURJTkciIHZhbHVlPSLlpKflsI8iLz4NCgkJPHVpdGV4dCBuYW1lPSJTTElERV9OT1RFUyIgdmFsdWU9IuW5u+eBr+eJh+Wkh+azqCIvPg0KCQk8IS0tcXVpeiBwb2QgYW5kIG1lc3NhZ2UgYm94IHRleHRzLS0+DQoJCTx1aXRleHQgbmFtZT0iUVVJWlBPRF9RVUlaX0FUVEVNUFQiIHZhbHVlPSLmtYvpqozlsJ3or5XmrKHmlbA6Ii8+DQoJCTx1aXRleHQgbmFtZT0iUVVJWlBPRF9RVUlaX0FUVEVNUFRfVkFMVUUiIHZhbHVlPSLnrKwgJW4g5qyh77yM5YWxICV0IOasoSIvPg0KCQk8dWl0ZXh0IG5hbWU9IlFVSVpQT0RfUVVJWl9TQ09SRSIgdmFsdWU9IuW+l+WIhjoiLz4NCgkJPHVpdGV4dCBuYW1lPSJRVUlaUE9EX1FVSVpfUEFTU1NDT1JFIiB2YWx1ZT0i5Y+K5qC85YiG5pWwOiIvPg0KCQk8dWl0ZXh0IG5hbWU9IlFVSVpQT0RfUVVJWl9NQVhTQ09SRSIgdmFsdWU9IuacgOmrmOWIhuaVsDoiLz4NCgkJPHVpdGV4dCBuYW1lPSJRVUlaUE9EX1FVRVNBVE1QVF9TVFIiIHZhbHVlPSLlsJ3or5XmrKHmlbA6IOesrCAlbiDmrKHvvIzlhbEgJXQg5qyhIi8+DQoJCTx1aXRleHQgbmFtZT0iUVVJWlBPRF9RVUVTVFlQRV9TVFIiIHZhbHVlPSLnsbvlnos6ICVzIi8+DQoJCTx1aXRleHQgbmFtZT0iUVVJWlBPRF9RVUVTVFlQRV9HUkQiIHZhbHVlPSLor4TnuqciLz4NCgkJPHVpdGV4dCBuYW1lPSJRVUlaUE9EX1FVRVNUWVBFX1NWWSIgdmFsdWU9Iuiwg+afpSIvPg0KCQk8dWl0ZXh0IG5hbWU9IlFVSVpQT0RfUVVJWkFUTVBUX0lORiIgdmFsdWU9IuaXoOmZkCIvPg0KCQk8dWl0ZXh0IG5hbWU9IlFVSVpQT0RfUVVFU0FUTVBUX0lORiIgdmFsdWU9IuaXoOmZkCIvPg0KCQk8dWl0ZXh0IG5hbWU9IldBUk5JTkdNU0dfWUVTU1RSSU5HIiB2YWx1ZT0i5pivIi8+DQoJCTx1aXRleHQgbmFtZT0iV0FSTklOR01TR19OT1NUUklORyIgdmFsdWU9IuWQpiIvPg0KCQk8dWl0ZXh0IG5hbWU9IldBUk5JTkdNU0dfVElUTEVTVFJJTkciIHZhbHVlPSLmtYvpqozlr7zoiKrorablkYoiLz4NCgkJPHVpdGV4dCBuYW1lPSJXQVJOSU5HTVNHX01TR1NUUklORyIgdmFsdWU9IuatpOa1i+mqjOS4reacieacquWwneivleS9nOetlOeahOmXrumimOOAgiYjeEE7JiN4QTvljZXlh7vigJzmmK/igJ3pgIDlh7rmraTmtYvpqozjgILljZXlh7vigJzlkKbigJ3nu6fnu63mtYvpqozjgIIiLz4NCgkJPHVpdGV4dCBuYW1lPSJJTkZPUk1BVElPTl9IMjY0X0ZMQVNIUExBWUVSIiB2YWx1ZT0i5b2T5YmN5a6J6KOF5Zyo5oKo55qE6K6h566X5py65LiK55qEIEZsYXNoIFBsYXllciDniYjmnKzkuI3mlK/mjIHor6Xop4bpopHjgILljZXlh7vop4bpopHljLrln5/kuIvovb3mnIDmlrDniYjmnKznmoQgRmxhc2ggUGxheWVy44CC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WQkeWPguWKoOiAheaYvuekuuaPkOimgeagjyIvPg0KCQk8dWl0ZXh0IG5hbWU9Ik1VVEUiIHZhbHVlPSLpnZnpn7MiLz4NCgkJPHVpdGV4dCBuYW1lPSJET0NXUkFQX1RJVExFIiB2YWx1ZT0iUHJlc2VudGVyIOaWh+S7tumZhOS7tiIvPg0KCQk8dWl0ZXh0IG5hbWU9IkRPQ1dSQVBfTVNHIiB2YWx1ZT0i5L+d5a2Y5Yiw5oiR55qE6K6h566X5py6Ii8+DQoJCTx1aXRleHQgbmFtZT0iRE9DV1JBUF9QUk9NUFQiIHZhbHVlPSLljZXlh7vku6XkuIvovb0iLz4NCgk8L2xhbmd1YWdlPg0KCTxsYW5ndWFnZSBpZD0idH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heXQgJW4iLz4NCgkJPCEtLSBzdWJzdGl0dXRpb246ICVuID09IHNsaWRlIG51bWJlciAtLT4NCgkJPCEtLSBzdWJzdGl0dXRpb246ICV0ID09IHRvdGFsIHNsaWRlIGNvdW50IC0tPg0KCQk8dWl0ZXh0IG5hbWU9IlNDUlVCQkFSU1RBVFVTX1NMSURFSU5GTyIgdmFsdWU9IlNsYXl0ICVuIC8gJXQgfCAiLz4NCgkJPHVpdGV4dCBuYW1lPSJTQ1JVQkJBUlNUQVRVU19TVE9QUEVEIiB2YWx1ZT0iRHVyZHVydWxkdSIvPg0KCQk8dWl0ZXh0IG5hbWU9IlNDUlVCQkFSU1RBVFVTX1BMQVlJTkciIHZhbHVlPSJPeW5hdMSxbMSxeW9yIi8+DQoJCTx1aXRleHQgbmFtZT0iU0NSVUJCQVJTVEFUVVNfTk9BVURJTyIgdmFsdWU9IlNlcyBZb2siLz4NCgkJPHVpdGV4dCBuYW1lPSJTQ1JVQkJBUlNUQVRVU19WSURQTEFZSU5HIiB2YWx1ZT0iVmlkZW8gT3luYXTEsWzEsXlvciIvPg0KCQk8dWl0ZXh0IG5hbWU9IlNDUlVCQkFSU1RBVFVTX0xPQURJTkciIHZhbHVlPSJZw7xrbGVuaXlvciIvPg0KCQk8dWl0ZXh0IG5hbWU9IlNDUlVCQkFSU1RBVFVTX0JVRkZFUklORyIgdmFsdWU9IkFyYWJlbGxlxJ9lIEFsxLFuxLF5b3IiLz4NCgkJPHVpdGV4dCBuYW1lPSJTQ1JVQkJBUlNUQVRVU19RVUVTVElPTiIgdmFsdWU9IlNvcnV5dSBZYW7EsXRsYSIvPg0KCQk8dWl0ZXh0IG5hbWU9IlNDUlVCQkFSU1RBVFVTX1JFVklFV1FVSVoiIHZhbHVlPSJTxLFuYXYgxLBuY2VsZW5peW9yIi8+DQoJCTwhLS0gc3Vic3RpdHV0aW9uOiAlbSA9PSBtaW51dGVzIHJlbWFpbmluZyAtLT4NCgkJPCEtLSBzdWJzdGl0dXRpb246ICVzID09IHNlY29uZHMgcmVtYWluaW5nIC0tPg0KCQk8dWl0ZXh0IG5hbWU9IkVMQVBTRUQiIHZhbHVlPSIlbSBEYWtpa2EgJXMgU2FuaXllIEthbGTEsSIvPg0KCQk8dWl0ZXh0IG5hbWU9Ik5PVEZPVU5EIiB2YWx1ZT0iSGVyaGFuZ2kgQmlyIMWeZXkgQnVsdW5tYWTEsSIvPg0KCQk8dWl0ZXh0IG5hbWU9IkFUVEFDSE1FTlRTIiB2YWx1ZT0iRWtsZXI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LEsHJ0aWJhdCIvPg0KCQk8dWl0ZXh0IG5hbWU9IlRBQl9RVUlaIiB2YWx1ZT0iU8SxbmF2Ii8+DQoJCTx1aXRleHQgbmFtZT0iVEFCX09VVExJTkUiIHZhbHVlPSJBbmEgSGF0Ii8+DQoJCTx1aXRleHQgbmFtZT0iVEFCX1RIVU1CIiB2YWx1ZT0iUmVzaW0iLz4NCgkJPHVpdGV4dCBuYW1lPSJUQUJfTk9URVMiIHZhbHVlPSJOb3RsYXIiLz4NCgkJPHVpdGV4dCBuYW1lPSJUQUJfU0VBUkNIIiB2YWx1ZT0iQXJhIi8+DQoJCTx1aXRleHQgbmFtZT0iU0xJREVfSEVBRElORyIgdmFsdWU9IlNsYXl0IEJhxZ9sxLHEn8SxIi8+DQoJCTx1aXRleHQgbmFtZT0iRFVSQVRJT05fSEVBRElORyIgdmFsdWU9IlPDvHJlIi8+DQoJCTx1aXRleHQgbmFtZT0iU0VBUkNIX0hFQURJTkciIHZhbHVlPSJNZXRuaSBhcmE6Ii8+DQoJCTx1aXRleHQgbmFtZT0iVEhVTUJfSEVBRElORyIgdmFsdWU9IlNsYXl0Ii8+DQoJCTx1aXRleHQgbmFtZT0iVEhVTUJfSU5GTyIgdmFsdWU9IlNsYXl0IEJhxZ9sxLHEn8SxL1PDvHJlc2kiLz4NCgkJPHVpdGV4dCBuYW1lPSJBVFRBQ0hOQU1FX0hFQURJTkciIHZhbHVlPSJEb3N5YSBBZMSxIi8+DQoJCTx1aXRleHQgbmFtZT0iQVRUQUNIU0laRV9IRUFESU5HIiB2YWx1ZT0iQm95dXQiLz4NCgkJPHVpdGV4dCBuYW1lPSJTTElERV9OT1RFUyIgdmFsdWU9IlNsYXl0IE5vdGxhcsSx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QodC70LDQudC0ICVu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IS0tcXVpeiBwb2QgYW5kIG1lc3NhZ2UgYm94IHRleHRzLS0+DQoJCTx1aXRleHQgbmFtZT0iUVVJWlBPRF9RVUlaX0FUVEVNUFQiIHZhbHVlPSLQn9C+0L/Ri9GC0LrQsCDQv9GA0L7QudGC0Lgg0L7Qv9GA0L7RgToiLz4NCgkJPHVpdGV4dCBuYW1lPSJRVUlaUE9EX1FVSVpfQVRURU1QVF9WQUxVRSIgdmFsdWU9IiVuINC40LcgJXQiLz4NCgkJPHVpdGV4dCBuYW1lPSJRVUlaUE9EX1FVSVpfU0NPUkUiIHZhbHVlPSLQndCw0LHRgNCw0L3QviDQsdCw0LvQu9C+0LI6Ii8+DQoJCTx1aXRleHQgbmFtZT0iUVVJWlBPRF9RVUlaX1BBU1NTQ09SRSIgdmFsdWU9ItCf0YDQvtGF0L7QtNC90L7QuSDRgNC10LfRg9C70YzRgtCw0YI6Ii8+DQoJCTx1aXRleHQgbmFtZT0iUVVJWlBPRF9RVUlaX01BWFNDT1JFIiB2YWx1ZT0i0JzQsNC60YHQuNC80LDQu9GM0L3Ri9C5INGA0LXQt9GD0LvRjNGC0LDRgjoiLz4NCgkJPHVpdGV4dCBuYW1lPSJRVUlaUE9EX1FVRVNBVE1QVF9TVFIiIHZhbHVlPSLQn9C+0L/Ri9GC0LrQsDogJW4g0LjQtyAldCIvPg0KCQk8dWl0ZXh0IG5hbWU9IlFVSVpQT0RfUVVFU1RZUEVfU1RSIiB2YWx1ZT0i0KLQuNC/OiAlcyIvPg0KCQk8dWl0ZXh0IG5hbWU9IlFVSVpQT0RfUVVFU1RZUEVfR1JEIiB2YWx1ZT0i0KEg0L7RhtC10L3QutC+0LkiLz4NCgkJPHVpdGV4dCBuYW1lPSJRVUlaUE9EX1FVRVNUWVBFX1NWWSIgdmFsdWU9ItCe0LHQt9C+0YAiLz4NCgkJPHVpdGV4dCBuYW1lPSJRVUlaUE9EX1FVSVpBVE1QVF9JTkYiIHZhbHVlPSLQkdC+0LvRjNGI0L7QtSDRh9C40YHQu9C+Ii8+DQoJCTx1aXRleHQgbmFtZT0iUVVJWlBPRF9RVUVTQVRNUFRfSU5GIiB2YWx1ZT0i0JHQvtC70YzRiNC+0LUg0YfQuNGB0LvQviIvPg0KCQk8dWl0ZXh0IG5hbWU9IldBUk5JTkdNU0dfWUVTU1RSSU5HIiB2YWx1ZT0i0JTQsCIvPg0KCQk8dWl0ZXh0IG5hbWU9IldBUk5JTkdNU0dfTk9TVFJJTkciIHZhbHVlPSLQndC10YIiLz4NCgkJPHVpdGV4dCBuYW1lPSJXQVJOSU5HTVNHX1RJVExFU1RSSU5HIiB2YWx1ZT0i0J/RgNC10LTRg9C/0YDQtdC20LTQtdC90LjQtSDQviDQvdCw0LLQuNCz0LDRhtC40Lgg0LIg0L7Qv9GA0L7RgdC1Ii8+DQoJCTx1aXRleHQgbmFtZT0iV0FSTklOR01TR19NU0dTVFJJTkciIHZhbHVlPSLQkiDQvtC/0YDQvtGB0LUg0L7RgdGC0LDQu9C40YHRjCDQvdC10L7RgtCy0LXRh9C10L3QvdGL0LUg0LLQvtC/0YDQvtGB0Ysu0J3QsNC20LDRgtC40LUg0LrQvdC+0L/QutC4ICZxdW90O9CU0LAmcXVvdDsg0L/RgNC40LLQtdC00LXRgiDQuiDQt9Cw0LrRgNGL0YLQuNGOINC+0L/RgNC+0YHQsC4g0J3QsNC20LDRgtC40LUg0LrQvdC+0L/QutC4ICZxdW90O9Cd0LXRgiZxdW90OyDQv9GA0L7QtNC+0LvQttC40YIg0L7Qv9GA0L7RgS4iLz4NCgkJPHVpdGV4dCBuYW1lPSJJTkZPUk1BVElPTl9IMjY0X0ZMQVNIUExBWUVSIiB2YWx1ZT0i0KLQtdC60YPRidCw0Y8g0LLQtdGA0YHQuNGPINC/0YDQvtC40LPRgNGL0LLQsNGC0LXQu9GPIEZsYXNoIFBsYXllciwg0YPRgdGC0LDQvdC+0LLQu9C10L3QvdCw0Y8g0L3QsCDRjdGC0L7QvCDQutC+0LzQv9GM0Y7RgtC10YDQtSwg0L3QtSDQv9C+0LTQtNC10YDQttC40LLQsNC10YIg0Y3RgtC+INCy0LjQtNC10L4uINCp0LXQu9C60L3QuNGC0LUg0LIg0L7QsdC70LDRgdGC0Lgg0LLQuNC00LXQviwg0YfRgtC+0LHRiyDQt9Cw0LPRgNGD0LfQuNGC0Ywg0L/QvtGB0LvQtdC00L3RjtGOINCy0LXRgNGB0LjRjiDQv9GA0L7QuNCz0YDRi9Cy0LDRgtC10LvRj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tCf0L7QutCw0LfRi9Cy0LDRgtGMINCy0YDQtdC30LrRgyDRg9GH0LDRgdGC0L3QuNC60LDQvCIvPg0KCQk8dWl0ZXh0IG5hbWU9Ik1VVEUiIHZhbHVlPSLQntGC0LrQu9GO0YfQuNGC0Ywg0LfQstGD0LoiLz4NCgkJPHVpdGV4dCBuYW1lPSJET0NXUkFQX1RJVExFIiB2YWx1ZT0i0JLQu9C+0LbQtdC90LjQtSDQsiDRhNCw0LnQuyBBZG9iZSBQcmVzZW50ZXIiLz4NCgkJPHVpdGV4dCBuYW1lPSJET0NXUkFQX01TRyIgdmFsdWU9ItCh0L7RhdGA0LDQvdC40YLRjCDQsiDQv9Cw0L/QutGDICZxdW90O9Cc0L7QuSDQutC+0LzQv9GM0Y7RgtC10YAmcXVvdDsiLz4NCgkJPHVpdGV4dCBuYW1lPSJET0NXUkFQX1BST01QVCIgdmFsdWU9ItCp0LXQu9C60L3Rg9GC0Ywg0LTQu9GPINC30LDQs9GA0YPQt9C60LgiLz4NCgk8L2xhbmd1YWdlPg0KPC9jb25maWd1cmF0aW9uPg0K"/>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40&quot;/&gt;&lt;lineCharCount val=&quot;8&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3&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 name="PRESENTER_SHAPEINFO" val="&lt;ThreeDShapeInfo&gt;&lt;uuid val=&quot;{D2024C08-F607-402C-A267-F2F9528E3383}&quot;/&gt;&lt;isInvalidForFieldText val=&quot;0&quot;/&gt;&lt;Image&gt;&lt;filename val=&quot;C:\Users\PRESEN~1\AppData\Local\Temp\PR\data\asimages\{D2024C08-F607-402C-A267-F2F9528E3383}_1.png&quot;/&gt;&lt;left val=&quot;-27&quot;/&gt;&lt;top val=&quot;207&quot;/&gt;&lt;width val=&quot;379&quot;/&gt;&lt;height val=&quot;120&quot;/&gt;&lt;hasText val=&quot;1&quot;/&gt;&lt;/Image&gt;&lt;/ThreeDShape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PPSNARRATION" val="1,1438208053,C:\Users\Presenter\Desktop\powerpoint_icerikler\moduller\modul13_pptx\Media.ppcx"/>
</p:tagLst>
</file>

<file path=ppt/tags/tag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PRESENTER_SHAPEINFO" val="&lt;ThreeDShapeInfo&gt;&lt;uuid val=&quot;{885F6BC5-DD8A-49A7-9480-43C5936D20B2}&quot;/&gt;&lt;isInvalidForFieldText val=&quot;0&quot;/&gt;&lt;Image&gt;&lt;filename val=&quot;C:\Users\PRESEN~1\AppData\Local\Temp\PR\data\asimages\{885F6BC5-DD8A-49A7-9480-43C5936D20B2}_2.png&quot;/&gt;&lt;left val=&quot;25&quot;/&gt;&lt;top val=&quot;30&quot;/&gt;&lt;width val=&quot;659&quot;/&gt;&lt;height val=&quot;62&quot;/&gt;&lt;hasText val=&quot;1&quot;/&gt;&lt;/Image&gt;&lt;/ThreeDShape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28&quot;/&gt;&lt;lineCharCount val=&quot;21&quot;/&gt;&lt;lineCharCount val=&quot;28&quot;/&gt;&lt;lineCharCount val=&quot;29&quot;/&gt;&lt;lineCharCount val=&quot;31&quot;/&gt;&lt;/TableIndex&gt;&lt;/ShapeText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PRESENTER_SHAPEINFO" val="&lt;ThreeDShapeInfo&gt;&lt;uuid val=&quot;{8E07FA1D-198C-4D7E-BE87-CA90DC4D2A7C}&quot;/&gt;&lt;isInvalidForFieldText val=&quot;0&quot;/&gt;&lt;Image&gt;&lt;filename val=&quot;C:\Users\PRESEN~1\AppData\Local\Temp\PR\data\asimages\{8E07FA1D-198C-4D7E-BE87-CA90DC4D2A7C}_3.png&quot;/&gt;&lt;left val=&quot;25&quot;/&gt;&lt;top val=&quot;30&quot;/&gt;&lt;width val=&quot;659&quot;/&gt;&lt;height val=&quot;62&quot;/&gt;&lt;hasText val=&quot;1&quot;/&gt;&lt;/Image&gt;&lt;/ThreeDShape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0&quot;/&gt;&lt;lineCharCount val=&quot;1&quot;/&gt;&lt;lineCharCount val=&quot;25&quot;/&gt;&lt;lineCharCount val=&quot;36&quot;/&gt;&lt;lineCharCount val=&quot;48&quot;/&gt;&lt;lineCharCount val=&quot;28&quot;/&gt;&lt;lineCharCount val=&quot;35&quot;/&gt;&lt;lineCharCount val=&quot;36&quot;/&gt;&lt;lineCharCount val=&quot;29&quot;/&gt;&lt;lineCharCount val=&quot;77&quot;/&gt;&lt;lineCharCount val=&quot;65&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PSNARRATION" val="2,1438208053,C:\Users\Presenter\Desktop\powerpoint_icerikler\moduller\modul13_pptx\Media.ppcx"/>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0&quot;/&gt;&lt;/TableIndex&gt;&lt;/ShapeTextInfo&gt;"/>
  <p:tag name="PRESENTER_SHAPEINFO" val="&lt;ThreeDShapeInfo&gt;&lt;uuid val=&quot;{9DE91DBD-CDDE-489D-BAEF-161C010C5803}&quot;/&gt;&lt;isInvalidForFieldText val=&quot;0&quot;/&gt;&lt;Image&gt;&lt;filename val=&quot;C:\Users\PRESEN~1\AppData\Local\Temp\PR\data\asimages\{9DE91DBD-CDDE-489D-BAEF-161C010C5803}_4.png&quot;/&gt;&lt;left val=&quot;36&quot;/&gt;&lt;top val=&quot;30&quot;/&gt;&lt;width val=&quot;649&quot;/&gt;&lt;height val=&quot;62&quot;/&gt;&lt;hasText val=&quot;1&quot;/&gt;&lt;/Image&gt;&lt;/ThreeDShapeInfo&gt;"/>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6&quot;/&gt;&lt;/TableIndex&gt;&lt;/ShapeText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2&quot;/&gt;&lt;lineCharCount val=&quot;82&quot;/&gt;&lt;lineCharCount val=&quot;85&quot;/&gt;&lt;lineCharCount val=&quot;21&quot;/&gt;&lt;lineCharCount val=&quot;1&quot;/&gt;&lt;lineCharCount val=&quot;1&quot;/&gt;&lt;lineCharCount val=&quot;1&quot;/&gt;&lt;lineCharCount val=&quot;2&quot;/&gt;&lt;lineCharCount val=&quot;1&quot;/&gt;&lt;lineCharCount val=&quot;86&quot;/&gt;&lt;lineCharCount val=&quot;32&quot;/&gt;&lt;lineCharCount val=&quot;92&quot;/&gt;&lt;lineCharCount val=&quot;27&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PPSNARRATION" val="3,1438208053,C:\Users\Presenter\Desktop\powerpoint_icerikler\moduller\modul13_pptx\Media.ppcx"/>
</p:tagLst>
</file>

<file path=ppt/tags/tag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PRESENTER_SHAPEINFO" val="&lt;ThreeDShapeInfo&gt;&lt;uuid val=&quot;{EDCBB75B-8BE3-4840-8921-49784C05202D}&quot;/&gt;&lt;isInvalidForFieldText val=&quot;0&quot;/&gt;&lt;Image&gt;&lt;filename val=&quot;C:\Users\PRESEN~1\AppData\Local\Temp\PR\data\asimages\{EDCBB75B-8BE3-4840-8921-49784C05202D}_5.png&quot;/&gt;&lt;left val=&quot;36&quot;/&gt;&lt;top val=&quot;30&quot;/&gt;&lt;width val=&quot;649&quot;/&gt;&lt;height val=&quot;62&quot;/&gt;&lt;hasText val=&quot;1&quot;/&gt;&lt;/Image&gt;&lt;/ThreeDShapeInfo&gt;"/>
</p:tagLst>
</file>

<file path=ppt/tags/tag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1&quot;/&gt;&lt;lineCharCount val=&quot;36&quot;/&gt;&lt;lineCharCount val=&quot;84&quot;/&gt;&lt;lineCharCount val=&quot;76&quot;/&gt;&lt;lineCharCount val=&quot;1&quot;/&gt;&lt;lineCharCount val=&quot;1&quot;/&gt;&lt;lineCharCount val=&quot;1&quot;/&gt;&lt;lineCharCount val=&quot;1&quot;/&gt;&lt;lineCharCount val=&quot;1&quot;/&gt;&lt;lineCharCount val=&quot;21&quot;/&gt;&lt;lineCharCount val=&quot;7&quot;/&gt;&lt;lineCharCount val=&quot;9&quot;/&gt;&lt;lineCharCount val=&quot;13&quot;/&gt;&lt;lineCharCount val=&quot;7&quot;/&gt;&lt;lineCharCount val=&quot;64&quot;/&gt;&lt;lineCharCount val=&quot;77&quot;/&gt;&lt;lineCharCount val=&quot;54&quot;/&gt;&lt;lineCharCount val=&quot;66&quot;/&gt;&lt;lineCharCount val=&quot;82&quot;/&gt;&lt;lineCharCount val=&quot;78&quot;/&gt;&lt;lineCharCount val=&quot;7&quot;/&gt;&lt;lineCharCount val=&quot;85&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PSNARRATION" val="4,1438208053,C:\Users\Presenter\Desktop\powerpoint_icerikler\moduller\modul13_pptx\Media.ppcx"/>
</p:tagLst>
</file>

<file path=ppt/tags/tag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PRESENTER_SHAPEINFO" val="&lt;ThreeDShapeInfo&gt;&lt;uuid val=&quot;{6AF84D2E-5581-433E-9BC7-237CCD794B0B}&quot;/&gt;&lt;isInvalidForFieldText val=&quot;0&quot;/&gt;&lt;Image&gt;&lt;filename val=&quot;C:\Users\PRESEN~1\AppData\Local\Temp\PR\data\asimages\{6AF84D2E-5581-433E-9BC7-237CCD794B0B}_6.png&quot;/&gt;&lt;left val=&quot;36&quot;/&gt;&lt;top val=&quot;30&quot;/&gt;&lt;width val=&quot;649&quot;/&gt;&lt;height val=&quot;62&quot;/&gt;&lt;hasText val=&quot;1&quot;/&gt;&lt;/Image&gt;&lt;/ThreeDShapeInfo&gt;"/>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9&quot;/&gt;&lt;/TableIndex&gt;&lt;/ShapeText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1&quot;/&gt;&lt;lineCharCount val=&quot;80&quot;/&gt;&lt;lineCharCount val=&quot;40&quot;/&gt;&lt;lineCharCount val=&quot;70&quot;/&gt;&lt;lineCharCount val=&quot;70&quot;/&gt;&lt;lineCharCount val=&quot;1&quot;/&gt;&lt;lineCharCount val=&quot;1&quot;/&gt;&lt;lineCharCount val=&quot;1&quot;/&gt;&lt;lineCharCount val=&quot;1&quot;/&gt;&lt;lineCharCount val=&quot;1&quot;/&gt;&lt;lineCharCount val=&quot;85&quot;/&gt;&lt;lineCharCount val=&quot;20&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PPSNARRATION" val="5,1438208053,C:\Users\Presenter\Desktop\powerpoint_icerikler\moduller\modul13_pptx\Media.ppcx"/>
</p:tagLst>
</file>

<file path=ppt/tags/tag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 name="PRESENTER_SHAPEINFO" val="&lt;ThreeDShapeInfo&gt;&lt;uuid val=&quot;{71424D7F-9201-454E-BAFB-3C6F984999CA}&quot;/&gt;&lt;isInvalidForFieldText val=&quot;0&quot;/&gt;&lt;Image&gt;&lt;filename val=&quot;C:\Users\PRESEN~1\AppData\Local\Temp\PR\data\asimages\{71424D7F-9201-454E-BAFB-3C6F984999CA}_7.png&quot;/&gt;&lt;left val=&quot;36&quot;/&gt;&lt;top val=&quot;30&quot;/&gt;&lt;width val=&quot;649&quot;/&gt;&lt;height val=&quot;62&quot;/&gt;&lt;hasText val=&quot;1&quot;/&gt;&lt;/Image&gt;&lt;/ThreeDShapeInfo&gt;"/>
</p:tagLst>
</file>

<file path=ppt/tags/tag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6&quot;/&gt;&lt;/TableIndex&gt;&lt;/ShapeTextInfo&gt;"/>
</p:tagLst>
</file>

<file path=ppt/tags/tag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3&quot;/&gt;&lt;lineCharCount val=&quot;82&quot;/&gt;&lt;lineCharCount val=&quot;1&quot;/&gt;&lt;lineCharCount val=&quot;1&quot;/&gt;&lt;lineCharCount val=&quot;1&quot;/&gt;&lt;lineCharCount val=&quot;1&quot;/&gt;&lt;lineCharCount val=&quot;1&quot;/&gt;&lt;lineCharCount val=&quot;1&quot;/&gt;&lt;lineCharCount val=&quot;1&quot;/&gt;&lt;lineCharCount val=&quot;30&quot;/&gt;&lt;lineCharCount val=&quot;25&quot;/&gt;&lt;lineCharCount val=&quot;30&quot;/&gt;&lt;lineCharCount val=&quot;89&quot;/&gt;&lt;lineCharCount val=&quot;81&quot;/&gt;&lt;lineCharCount val=&quot;13&quot;/&gt;&lt;lineCharCount val=&quot;1&quot;/&gt;&lt;lineCharCount val=&quot;1&quot;/&gt;&lt;lineCharCount val=&quot;1&quot;/&gt;&lt;lineCharCount val=&quot;25&quot;/&gt;&lt;lineCharCount val=&quot;70&quot;/&gt;&lt;lineCharCount val=&quot;92&quot;/&gt;&lt;lineCharCount val=&quot;10&quot;/&gt;&lt;lineCharCount val=&quot;84&quot;/&gt;&lt;lineCharCount val=&quot;1&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9&quot;/&gt;&lt;lineCharCount val=&quot;24&quot;/&gt;&lt;lineCharCount val=&quot;23&quot;/&gt;&lt;lineCharCount val=&quot;24&quot;/&gt;&lt;lineCharCount val=&quot;17&quot;/&gt;&lt;lineCharCount val=&quot;18&quot;/&gt;&lt;lineCharCount val=&quot;26&quot;/&gt;&lt;lineCharCount val=&quot;31&quot;/&gt;&lt;lineCharCount val=&quot;33&quot;/&gt;&lt;lineCharCount val=&quot;21&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PSNARRATION" val="6,1438208053,C:\Users\Presenter\Desktop\powerpoint_icerikler\moduller\modul13_pptx\Media.ppcx"/>
</p:tagLst>
</file>

<file path=ppt/tags/tag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8&quot;/&gt;&lt;/TableIndex&gt;&lt;/ShapeTextInfo&gt;"/>
  <p:tag name="PRESENTER_SHAPEINFO" val="&lt;ThreeDShapeInfo&gt;&lt;uuid val=&quot;{1F6594A6-EE4E-4F93-9354-C65FF4E5D667}&quot;/&gt;&lt;isInvalidForFieldText val=&quot;0&quot;/&gt;&lt;Image&gt;&lt;filename val=&quot;C:\Users\PRESEN~1\AppData\Local\Temp\PR\data\asimages\{1F6594A6-EE4E-4F93-9354-C65FF4E5D667}_8.png&quot;/&gt;&lt;left val=&quot;36&quot;/&gt;&lt;top val=&quot;30&quot;/&gt;&lt;width val=&quot;649&quot;/&gt;&lt;height val=&quot;62&quot;/&gt;&lt;hasText val=&quot;1&quot;/&gt;&lt;/Image&gt;&lt;/ThreeDShapeInfo&gt;"/>
</p:tagLst>
</file>

<file path=ppt/tags/tag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7&quot;/&gt;&lt;/TableIndex&gt;&lt;/ShapeTextInfo&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6&quot;/&gt;&lt;lineCharCount val=&quot;88&quot;/&gt;&lt;lineCharCount val=&quot;31&quot;/&gt;&lt;lineCharCount val=&quot;89&quot;/&gt;&lt;lineCharCount val=&quot;23&quot;/&gt;&lt;lineCharCount val=&quot;1&quot;/&gt;&lt;lineCharCount val=&quot;1&quot;/&gt;&lt;lineCharCount val=&quot;1&quot;/&gt;&lt;lineCharCount val=&quot;1&quot;/&gt;&lt;lineCharCount val=&quot;1&quot;/&gt;&lt;lineCharCount val=&quot;1&quot;/&gt;&lt;lineCharCount val=&quot;1&quot;/&gt;&lt;lineCharCount val=&quot;1&quot;/&gt;&lt;lineCharCount val=&quot;1&quot;/&gt;&lt;lineCharCount val=&quot;1&quot;/&gt;&lt;lineCharCount val=&quot;86&quot;/&gt;&lt;lineCharCount val=&quot;49&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PPSNARRATION" val="7,1438208053,C:\Users\Presenter\Desktop\powerpoint_icerikler\moduller\modul13_pptx\Media.ppcx"/>
</p:tagLst>
</file>

<file path=ppt/tags/tag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9&quot;/&gt;&lt;/TableIndex&gt;&lt;/ShapeTextInfo&gt;"/>
  <p:tag name="PRESENTER_SHAPEINFO" val="&lt;ThreeDShapeInfo&gt;&lt;uuid val=&quot;{22D4962B-24BA-458E-AC19-0CE6FC00AB6F}&quot;/&gt;&lt;isInvalidForFieldText val=&quot;0&quot;/&gt;&lt;Image&gt;&lt;filename val=&quot;C:\Users\PRESEN~1\AppData\Local\Temp\PR\data\asimages\{22D4962B-24BA-458E-AC19-0CE6FC00AB6F}_9.png&quot;/&gt;&lt;left val=&quot;36&quot;/&gt;&lt;top val=&quot;36&quot;/&gt;&lt;width val=&quot;649&quot;/&gt;&lt;height val=&quot;46&quot;/&gt;&lt;hasText val=&quot;1&quot;/&gt;&lt;/Image&gt;&lt;/ThreeDShapeInfo&gt;"/>
</p:tagLst>
</file>

<file path=ppt/tags/tag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61&quot;/&gt;&lt;lineCharCount val=&quot;59&quot;/&gt;&lt;lineCharCount val=&quot;32&quot;/&gt;&lt;/TableIndex&gt;&lt;/ShapeTextInfo&gt;"/>
</p:tagLst>
</file>

<file path=ppt/tags/tag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PPSNARRATION" val="8,1438208053,C:\Users\Presenter\Desktop\powerpoint_icerikler\moduller\modul13_pptx\Media.ppcx"/>
</p:tagLst>
</file>

<file path=ppt/tags/tag1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8&quot;/&gt;&lt;/TableIndex&gt;&lt;/ShapeTextInfo&gt;"/>
  <p:tag name="PRESENTER_SHAPEINFO" val="&lt;ThreeDShapeInfo&gt;&lt;uuid val=&quot;{EF2BBE4A-CBE7-4286-9F59-0D6E90C3CC1E}&quot;/&gt;&lt;isInvalidForFieldText val=&quot;0&quot;/&gt;&lt;Image&gt;&lt;filename val=&quot;C:\Users\PRESEN~1\AppData\Local\Temp\PR\data\asimages\{EF2BBE4A-CBE7-4286-9F59-0D6E90C3CC1E}_10.png&quot;/&gt;&lt;left val=&quot;36&quot;/&gt;&lt;top val=&quot;36&quot;/&gt;&lt;width val=&quot;649&quot;/&gt;&lt;height val=&quot;46&quot;/&gt;&lt;hasText val=&quot;1&quot;/&gt;&lt;/Image&gt;&lt;/ThreeDShapeInfo&gt;"/>
</p:tagLst>
</file>

<file path=ppt/tags/tag1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1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8&quot;/&gt;&lt;lineCharCount val=&quot;83&quot;/&gt;&lt;lineCharCount val=&quot;29&quot;/&gt;&lt;lineCharCount val=&quot;66&quot;/&gt;&lt;lineCharCount val=&quot;1&quot;/&gt;&lt;lineCharCount val=&quot;1&quot;/&gt;&lt;lineCharCount val=&quot;1&quot;/&gt;&lt;lineCharCount val=&quot;1&quot;/&gt;&lt;lineCharCount val=&quot;1&quot;/&gt;&lt;lineCharCount val=&quot;1&quot;/&gt;&lt;lineCharCount val=&quot;1&quot;/&gt;&lt;lineCharCount val=&quot;1&quot;/&gt;&lt;lineCharCount val=&quot;1&quot;/&gt;&lt;lineCharCount val=&quot;87&quot;/&gt;&lt;lineCharCount val=&quot;78&quot;/&gt;&lt;lineCharCount val=&quot;55&quot;/&gt;&lt;lineCharCount val=&quot;94&quot;/&gt;&lt;lineCharCount val=&quot;87&quot;/&gt;&lt;lineCharCount val=&quot;60&quot;/&gt;&lt;/TableIndex&gt;&lt;/ShapeTextInfo&gt;"/>
</p:tagLst>
</file>

<file path=ppt/tags/tag1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heme/theme1.xml><?xml version="1.0" encoding="utf-8"?>
<a:theme xmlns:a="http://schemas.openxmlformats.org/drawingml/2006/main" name="Hava Akımı">
  <a:themeElements>
    <a:clrScheme name="Hava Akımı">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Hava Akımı">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ava Akımı">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1861</TotalTime>
  <Words>761</Words>
  <Application>Microsoft Office PowerPoint</Application>
  <PresentationFormat>Ekran Gösterisi (4:3)</PresentationFormat>
  <Paragraphs>148</Paragraphs>
  <Slides>10</Slides>
  <Notes>7</Notes>
  <HiddenSlides>0</HiddenSlides>
  <MMClips>0</MMClips>
  <ScaleCrop>false</ScaleCrop>
  <HeadingPairs>
    <vt:vector size="4" baseType="variant">
      <vt:variant>
        <vt:lpstr>Tema</vt:lpstr>
      </vt:variant>
      <vt:variant>
        <vt:i4>2</vt:i4>
      </vt:variant>
      <vt:variant>
        <vt:lpstr>Slayt Başlıkları</vt:lpstr>
      </vt:variant>
      <vt:variant>
        <vt:i4>10</vt:i4>
      </vt:variant>
    </vt:vector>
  </HeadingPairs>
  <TitlesOfParts>
    <vt:vector size="12" baseType="lpstr">
      <vt:lpstr>Hava Akımı</vt:lpstr>
      <vt:lpstr>Ofis Teması</vt:lpstr>
      <vt:lpstr>PowerPoint</vt:lpstr>
      <vt:lpstr>Öğrenme Hedefleri</vt:lpstr>
      <vt:lpstr>İçindekiler</vt:lpstr>
      <vt:lpstr>Baştan ve belirli bir slayttan başlatmak</vt:lpstr>
      <vt:lpstr>Zaman provası yapmak</vt:lpstr>
      <vt:lpstr>Zaman provası yapmak</vt:lpstr>
      <vt:lpstr>Slayt gösterisini kaydetmek</vt:lpstr>
      <vt:lpstr>Slaytları gizlemek/göstermek</vt:lpstr>
      <vt:lpstr>Slaytlar arasında sırayla ve istenilen slayta geçme şeklinde ilerleme</vt:lpstr>
      <vt:lpstr>Kalem kullanımı ve kalem işaretlemelerini kaydetme/çıkarma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zparlak</dc:creator>
  <cp:lastModifiedBy>Presenter</cp:lastModifiedBy>
  <cp:revision>561</cp:revision>
  <dcterms:created xsi:type="dcterms:W3CDTF">2011-06-08T08:18:11Z</dcterms:created>
  <dcterms:modified xsi:type="dcterms:W3CDTF">2011-09-17T11:19:36Z</dcterms:modified>
</cp:coreProperties>
</file>