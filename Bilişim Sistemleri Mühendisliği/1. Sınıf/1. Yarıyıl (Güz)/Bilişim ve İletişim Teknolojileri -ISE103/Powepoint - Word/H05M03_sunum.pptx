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3.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5.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6.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9.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10.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1.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2.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13.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4.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15.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16.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17.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18.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19.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26"/>
  </p:notesMasterIdLst>
  <p:sldIdLst>
    <p:sldId id="256" r:id="rId3"/>
    <p:sldId id="260" r:id="rId4"/>
    <p:sldId id="258" r:id="rId5"/>
    <p:sldId id="257" r:id="rId6"/>
    <p:sldId id="263" r:id="rId7"/>
    <p:sldId id="264" r:id="rId8"/>
    <p:sldId id="265" r:id="rId9"/>
    <p:sldId id="266" r:id="rId10"/>
    <p:sldId id="267" r:id="rId11"/>
    <p:sldId id="268" r:id="rId12"/>
    <p:sldId id="282" r:id="rId13"/>
    <p:sldId id="271" r:id="rId14"/>
    <p:sldId id="269" r:id="rId15"/>
    <p:sldId id="272" r:id="rId16"/>
    <p:sldId id="273" r:id="rId17"/>
    <p:sldId id="274" r:id="rId18"/>
    <p:sldId id="275" r:id="rId19"/>
    <p:sldId id="278" r:id="rId20"/>
    <p:sldId id="279" r:id="rId21"/>
    <p:sldId id="276" r:id="rId22"/>
    <p:sldId id="277" r:id="rId23"/>
    <p:sldId id="280" r:id="rId24"/>
    <p:sldId id="281" r:id="rId25"/>
  </p:sldIdLst>
  <p:sldSz cx="9144000" cy="6858000" type="screen4x3"/>
  <p:notesSz cx="6858000" cy="9144000"/>
  <p:custDataLst>
    <p:tags r:id="rId27"/>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53" autoAdjust="0"/>
  </p:normalViewPr>
  <p:slideViewPr>
    <p:cSldViewPr>
      <p:cViewPr>
        <p:scale>
          <a:sx n="70" d="100"/>
          <a:sy n="70" d="100"/>
        </p:scale>
        <p:origin x="-1368" y="-5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28600" lvl="0" indent="-228600">
              <a:buFont typeface="+mj-lt"/>
              <a:buAutoNum type="arabicPeriod"/>
            </a:pPr>
            <a:r>
              <a:rPr lang="tr-TR" sz="1200" kern="1200" dirty="0" smtClean="0">
                <a:solidFill>
                  <a:schemeClr val="tx1"/>
                </a:solidFill>
                <a:effectLst/>
                <a:latin typeface="+mn-lt"/>
                <a:ea typeface="+mn-ea"/>
                <a:cs typeface="+mn-cs"/>
              </a:rPr>
              <a:t>Slaytlar sekmesi düzenleme yapılırken sunudaki slaytlar küçük resim boyutunda görüntülenir. Bu slaytların küçük resimli görünümü, sunuda gezinme ve tasarım değişiklik etkilerini görebilmeyi kolaylaştırır. Ayrıca slaytlar burada yeniden düzenlenebilir, silinebilir veya yenileri eklenebilir.</a:t>
            </a:r>
          </a:p>
          <a:p>
            <a:pPr marL="228600" lvl="0" indent="-228600">
              <a:buFont typeface="+mj-lt"/>
              <a:buAutoNum type="arabicPeriod"/>
            </a:pPr>
            <a:r>
              <a:rPr lang="tr-TR" sz="1200" kern="1200" dirty="0" err="1" smtClean="0">
                <a:solidFill>
                  <a:schemeClr val="tx1"/>
                </a:solidFill>
                <a:effectLst/>
                <a:latin typeface="+mn-lt"/>
                <a:ea typeface="+mn-ea"/>
                <a:cs typeface="+mn-cs"/>
              </a:rPr>
              <a:t>Anahat</a:t>
            </a:r>
            <a:r>
              <a:rPr lang="tr-TR" sz="1200" kern="1200" dirty="0" smtClean="0">
                <a:solidFill>
                  <a:schemeClr val="tx1"/>
                </a:solidFill>
                <a:effectLst/>
                <a:latin typeface="+mn-lt"/>
                <a:ea typeface="+mn-ea"/>
                <a:cs typeface="+mn-cs"/>
              </a:rPr>
              <a:t> sekmesi içeriği yazmak, fikirleri toparlamak ve nasıl </a:t>
            </a:r>
            <a:r>
              <a:rPr lang="tr-TR" sz="1200" kern="1200" dirty="0" err="1" smtClean="0">
                <a:solidFill>
                  <a:schemeClr val="tx1"/>
                </a:solidFill>
                <a:effectLst/>
                <a:latin typeface="+mn-lt"/>
                <a:ea typeface="+mn-ea"/>
                <a:cs typeface="+mn-cs"/>
              </a:rPr>
              <a:t>sunalabileceğini</a:t>
            </a:r>
            <a:r>
              <a:rPr lang="tr-TR" sz="1200" kern="1200" dirty="0" smtClean="0">
                <a:solidFill>
                  <a:schemeClr val="tx1"/>
                </a:solidFill>
                <a:effectLst/>
                <a:latin typeface="+mn-lt"/>
                <a:ea typeface="+mn-ea"/>
                <a:cs typeface="+mn-cs"/>
              </a:rPr>
              <a:t> planlamak, slaytların ve metnin yerlerini değiştirmek için kullanışlı bir alandır. </a:t>
            </a:r>
            <a:r>
              <a:rPr lang="tr-TR" sz="1200" kern="1200" dirty="0" err="1" smtClean="0">
                <a:solidFill>
                  <a:schemeClr val="tx1"/>
                </a:solidFill>
                <a:effectLst/>
                <a:latin typeface="+mn-lt"/>
                <a:ea typeface="+mn-ea"/>
                <a:cs typeface="+mn-cs"/>
              </a:rPr>
              <a:t>Anahat</a:t>
            </a:r>
            <a:r>
              <a:rPr lang="tr-TR" sz="1200" kern="1200" dirty="0" smtClean="0">
                <a:solidFill>
                  <a:schemeClr val="tx1"/>
                </a:solidFill>
                <a:effectLst/>
                <a:latin typeface="+mn-lt"/>
                <a:ea typeface="+mn-ea"/>
                <a:cs typeface="+mn-cs"/>
              </a:rPr>
              <a:t> sekmesi slaytlarda yer </a:t>
            </a:r>
            <a:r>
              <a:rPr lang="tr-TR" sz="1200" kern="1200" dirty="0" err="1" smtClean="0">
                <a:solidFill>
                  <a:schemeClr val="tx1"/>
                </a:solidFill>
                <a:effectLst/>
                <a:latin typeface="+mn-lt"/>
                <a:ea typeface="+mn-ea"/>
                <a:cs typeface="+mn-cs"/>
              </a:rPr>
              <a:t>metninleri</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anahat</a:t>
            </a:r>
            <a:r>
              <a:rPr lang="tr-TR" sz="1200" kern="1200" dirty="0" smtClean="0">
                <a:solidFill>
                  <a:schemeClr val="tx1"/>
                </a:solidFill>
                <a:effectLst/>
                <a:latin typeface="+mn-lt"/>
                <a:ea typeface="+mn-ea"/>
                <a:cs typeface="+mn-cs"/>
              </a:rPr>
              <a:t> biçimde gösterir.</a:t>
            </a:r>
          </a:p>
          <a:p>
            <a:pPr marL="228600" lvl="0" indent="-228600">
              <a:buFont typeface="+mj-lt"/>
              <a:buAutoNum type="arabicPeriod"/>
            </a:pPr>
            <a:r>
              <a:rPr lang="tr-TR" sz="1200" kern="1200" dirty="0" smtClean="0">
                <a:solidFill>
                  <a:schemeClr val="tx1"/>
                </a:solidFill>
                <a:effectLst/>
                <a:latin typeface="+mn-lt"/>
                <a:ea typeface="+mn-ea"/>
                <a:cs typeface="+mn-cs"/>
              </a:rPr>
              <a:t>Slayt bölmesi PowerPoint penceresinin merkezinde yer alan Slayt bölmesi, geçerli slaydın büyük bir görünümünü görüntüler. Böylece geçerli </a:t>
            </a:r>
            <a:r>
              <a:rPr lang="tr-TR" sz="1200" kern="1200" dirty="0" err="1" smtClean="0">
                <a:solidFill>
                  <a:schemeClr val="tx1"/>
                </a:solidFill>
                <a:effectLst/>
                <a:latin typeface="+mn-lt"/>
                <a:ea typeface="+mn-ea"/>
                <a:cs typeface="+mn-cs"/>
              </a:rPr>
              <a:t>slayta</a:t>
            </a:r>
            <a:r>
              <a:rPr lang="tr-TR" sz="1200" kern="1200" dirty="0" smtClean="0">
                <a:solidFill>
                  <a:schemeClr val="tx1"/>
                </a:solidFill>
                <a:effectLst/>
                <a:latin typeface="+mn-lt"/>
                <a:ea typeface="+mn-ea"/>
                <a:cs typeface="+mn-cs"/>
              </a:rPr>
              <a:t>, metin, resim, tablo, </a:t>
            </a:r>
            <a:r>
              <a:rPr lang="tr-TR" sz="1200" kern="1200" dirty="0" err="1" smtClean="0">
                <a:solidFill>
                  <a:schemeClr val="tx1"/>
                </a:solidFill>
                <a:effectLst/>
                <a:latin typeface="+mn-lt"/>
                <a:ea typeface="+mn-ea"/>
                <a:cs typeface="+mn-cs"/>
              </a:rPr>
              <a:t>SmartArt</a:t>
            </a:r>
            <a:r>
              <a:rPr lang="tr-TR" sz="1200" kern="1200" dirty="0" smtClean="0">
                <a:solidFill>
                  <a:schemeClr val="tx1"/>
                </a:solidFill>
                <a:effectLst/>
                <a:latin typeface="+mn-lt"/>
                <a:ea typeface="+mn-ea"/>
                <a:cs typeface="+mn-cs"/>
              </a:rPr>
              <a:t> grafik, grafik, çizim nesnesi, metin kutusu, film, ses ve animasyon eklenebilir.</a:t>
            </a:r>
          </a:p>
          <a:p>
            <a:pPr marL="228600" lvl="0" indent="-228600">
              <a:buFont typeface="+mj-lt"/>
              <a:buAutoNum type="arabicPeriod"/>
            </a:pPr>
            <a:r>
              <a:rPr lang="tr-TR" sz="1200" kern="1200" dirty="0" smtClean="0">
                <a:solidFill>
                  <a:schemeClr val="tx1"/>
                </a:solidFill>
                <a:effectLst/>
                <a:latin typeface="+mn-lt"/>
                <a:ea typeface="+mn-ea"/>
                <a:cs typeface="+mn-cs"/>
              </a:rPr>
              <a:t>Notlar bölmesi, geçerli slayt için notlar yazılabilmesini sağlar. Bu notlar daha sonra yazdırabilir ve sunu sırasında kullanılabilir. </a:t>
            </a:r>
          </a:p>
          <a:p>
            <a:pPr lvl="0"/>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b="1" dirty="0" smtClean="0"/>
              <a:t>4. </a:t>
            </a:r>
            <a:r>
              <a:rPr lang="tr-TR" sz="1200" dirty="0" smtClean="0"/>
              <a:t>Açılan seçeneklerde </a:t>
            </a:r>
            <a:r>
              <a:rPr lang="tr-TR" sz="1200" dirty="0" err="1" smtClean="0"/>
              <a:t>PowerPoint’te</a:t>
            </a:r>
            <a:r>
              <a:rPr lang="tr-TR" sz="1200" dirty="0" smtClean="0"/>
              <a:t> yer alan slayt düzenlerinin küçük resimlerinin görüntülendiği bir galeri gösterilir.</a:t>
            </a:r>
          </a:p>
          <a:p>
            <a:r>
              <a:rPr lang="tr-TR" sz="1200" kern="1200" dirty="0" smtClean="0">
                <a:solidFill>
                  <a:schemeClr val="tx1"/>
                </a:solidFill>
                <a:effectLst/>
                <a:latin typeface="+mn-lt"/>
                <a:ea typeface="+mn-ea"/>
                <a:cs typeface="+mn-cs"/>
              </a:rPr>
              <a:t>Burada her slayt düzenin altında adı yazmaktadır. Bu adların üstünde her slayt düzenini gösteren bir küçük resim yer almaktadır. </a:t>
            </a:r>
          </a:p>
          <a:p>
            <a:r>
              <a:rPr lang="tr-TR" sz="1200" kern="1200" dirty="0" smtClean="0">
                <a:solidFill>
                  <a:schemeClr val="tx1"/>
                </a:solidFill>
                <a:effectLst/>
                <a:latin typeface="+mn-lt"/>
                <a:ea typeface="+mn-ea"/>
                <a:cs typeface="+mn-cs"/>
              </a:rPr>
              <a:t>Bu küçük resimlerde, görüntülenen yer tutucularda başlık ve renkli simgelerle metin, </a:t>
            </a:r>
            <a:r>
              <a:rPr lang="tr-TR" sz="1200" kern="1200" dirty="0" err="1" smtClean="0">
                <a:solidFill>
                  <a:schemeClr val="tx1"/>
                </a:solidFill>
                <a:effectLst/>
                <a:latin typeface="+mn-lt"/>
                <a:ea typeface="+mn-ea"/>
                <a:cs typeface="+mn-cs"/>
              </a:rPr>
              <a:t>SmartArt</a:t>
            </a:r>
            <a:r>
              <a:rPr lang="tr-TR" sz="1200" kern="1200" dirty="0" smtClean="0">
                <a:solidFill>
                  <a:schemeClr val="tx1"/>
                </a:solidFill>
                <a:effectLst/>
                <a:latin typeface="+mn-lt"/>
                <a:ea typeface="+mn-ea"/>
                <a:cs typeface="+mn-cs"/>
              </a:rPr>
              <a:t> grafikleri, resim, tablo, video ve küçük resim simgelerini tıklayarak bunları ekleyebileceğimiz düğmeler yer almaktadır.</a:t>
            </a:r>
          </a:p>
          <a:p>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5. </a:t>
            </a:r>
            <a:r>
              <a:rPr lang="tr-TR" sz="1200" kern="1200" dirty="0" smtClean="0">
                <a:solidFill>
                  <a:schemeClr val="tx1"/>
                </a:solidFill>
                <a:effectLst/>
                <a:latin typeface="+mn-lt"/>
                <a:ea typeface="+mn-ea"/>
                <a:cs typeface="+mn-cs"/>
              </a:rPr>
              <a:t>Yeni slayt artık hem geçerli slayt olarak vurgulandığı Slaytlar sekmesinde küçük resim, hem de büyük slayt olarak görüntülendiği Slayt bölmesinde görüntülenir. Eklemek istediğiniz her yeni slayt için aynı işlemi yineleyin.</a:t>
            </a:r>
          </a:p>
          <a:p>
            <a:endParaRPr lang="tr-TR" sz="1200" kern="1200" dirty="0" smtClean="0">
              <a:solidFill>
                <a:schemeClr val="tx1"/>
              </a:solidFill>
              <a:effectLst/>
              <a:latin typeface="+mn-lt"/>
              <a:ea typeface="+mn-ea"/>
              <a:cs typeface="+mn-cs"/>
            </a:endParaRP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1. </a:t>
            </a:r>
            <a:r>
              <a:rPr lang="tr-TR" sz="1200" kern="1200" dirty="0" smtClean="0">
                <a:solidFill>
                  <a:schemeClr val="tx1"/>
                </a:solidFill>
                <a:effectLst/>
                <a:latin typeface="+mn-lt"/>
                <a:ea typeface="+mn-ea"/>
                <a:cs typeface="+mn-cs"/>
              </a:rPr>
              <a:t>Düzen, bir slaydın temasını (renkler, yazı tipleri, efektler ve arka plan) da içerir.</a:t>
            </a:r>
          </a:p>
          <a:p>
            <a:r>
              <a:rPr lang="tr-TR" sz="1200" b="1" kern="1200" dirty="0" smtClean="0">
                <a:solidFill>
                  <a:schemeClr val="tx1"/>
                </a:solidFill>
                <a:effectLst/>
                <a:latin typeface="+mn-lt"/>
                <a:ea typeface="+mn-ea"/>
                <a:cs typeface="+mn-cs"/>
              </a:rPr>
              <a:t>2. </a:t>
            </a:r>
            <a:r>
              <a:rPr lang="tr-TR" sz="1200" kern="1200" dirty="0" smtClean="0">
                <a:solidFill>
                  <a:schemeClr val="tx1"/>
                </a:solidFill>
                <a:effectLst/>
                <a:latin typeface="+mn-lt"/>
                <a:ea typeface="+mn-ea"/>
                <a:cs typeface="+mn-cs"/>
              </a:rPr>
              <a:t>Bir PowerPoint </a:t>
            </a:r>
            <a:r>
              <a:rPr lang="tr-TR" sz="1200" kern="1200" dirty="0" err="1" smtClean="0">
                <a:solidFill>
                  <a:schemeClr val="tx1"/>
                </a:solidFill>
                <a:effectLst/>
                <a:latin typeface="+mn-lt"/>
                <a:ea typeface="+mn-ea"/>
                <a:cs typeface="+mn-cs"/>
              </a:rPr>
              <a:t>slaytında</a:t>
            </a:r>
            <a:r>
              <a:rPr lang="tr-TR" sz="1200" kern="1200" dirty="0" smtClean="0">
                <a:solidFill>
                  <a:schemeClr val="tx1"/>
                </a:solidFill>
                <a:effectLst/>
                <a:latin typeface="+mn-lt"/>
                <a:ea typeface="+mn-ea"/>
                <a:cs typeface="+mn-cs"/>
              </a:rPr>
              <a:t> bu içerikleri </a:t>
            </a:r>
            <a:r>
              <a:rPr lang="tr-TR" sz="1200" kern="1200" dirty="0" err="1" smtClean="0">
                <a:solidFill>
                  <a:schemeClr val="tx1"/>
                </a:solidFill>
                <a:effectLst/>
                <a:latin typeface="+mn-lt"/>
                <a:ea typeface="+mn-ea"/>
                <a:cs typeface="+mn-cs"/>
              </a:rPr>
              <a:t>slayta</a:t>
            </a:r>
            <a:r>
              <a:rPr lang="tr-TR" sz="1200" kern="1200" dirty="0" smtClean="0">
                <a:solidFill>
                  <a:schemeClr val="tx1"/>
                </a:solidFill>
                <a:effectLst/>
                <a:latin typeface="+mn-lt"/>
                <a:ea typeface="+mn-ea"/>
                <a:cs typeface="+mn-cs"/>
              </a:rPr>
              <a:t> eklemek için slayt içinde bunların </a:t>
            </a:r>
            <a:r>
              <a:rPr lang="tr-TR" sz="1200" kern="1200" dirty="0" err="1" smtClean="0">
                <a:solidFill>
                  <a:schemeClr val="tx1"/>
                </a:solidFill>
                <a:effectLst/>
                <a:latin typeface="+mn-lt"/>
                <a:ea typeface="+mn-ea"/>
                <a:cs typeface="+mn-cs"/>
              </a:rPr>
              <a:t>kısayolları</a:t>
            </a:r>
            <a:r>
              <a:rPr lang="tr-TR" sz="1200" kern="1200" dirty="0" smtClean="0">
                <a:solidFill>
                  <a:schemeClr val="tx1"/>
                </a:solidFill>
                <a:effectLst/>
                <a:latin typeface="+mn-lt"/>
                <a:ea typeface="+mn-ea"/>
                <a:cs typeface="+mn-cs"/>
              </a:rPr>
              <a:t> yer almaktadır. Metin içeriği eklemek için slayt üzerinde “Metin eklemek için tıklatın” yazan yere tıklanır ve metin girilir. Tablo, Grafik, </a:t>
            </a:r>
            <a:r>
              <a:rPr lang="tr-TR" sz="1200" kern="1200" dirty="0" err="1" smtClean="0">
                <a:solidFill>
                  <a:schemeClr val="tx1"/>
                </a:solidFill>
                <a:effectLst/>
                <a:latin typeface="+mn-lt"/>
                <a:ea typeface="+mn-ea"/>
                <a:cs typeface="+mn-cs"/>
              </a:rPr>
              <a:t>SmartArt</a:t>
            </a:r>
            <a:r>
              <a:rPr lang="tr-TR" sz="1200" kern="1200" dirty="0" smtClean="0">
                <a:solidFill>
                  <a:schemeClr val="tx1"/>
                </a:solidFill>
                <a:effectLst/>
                <a:latin typeface="+mn-lt"/>
                <a:ea typeface="+mn-ea"/>
                <a:cs typeface="+mn-cs"/>
              </a:rPr>
              <a:t> grafik, resim, </a:t>
            </a:r>
            <a:r>
              <a:rPr lang="tr-TR" sz="1200" kern="1200" dirty="0" err="1" smtClean="0">
                <a:solidFill>
                  <a:schemeClr val="tx1"/>
                </a:solidFill>
                <a:effectLst/>
                <a:latin typeface="+mn-lt"/>
                <a:ea typeface="+mn-ea"/>
                <a:cs typeface="+mn-cs"/>
              </a:rPr>
              <a:t>küöük</a:t>
            </a:r>
            <a:r>
              <a:rPr lang="tr-TR" sz="1200" kern="1200" dirty="0" smtClean="0">
                <a:solidFill>
                  <a:schemeClr val="tx1"/>
                </a:solidFill>
                <a:effectLst/>
                <a:latin typeface="+mn-lt"/>
                <a:ea typeface="+mn-ea"/>
                <a:cs typeface="+mn-cs"/>
              </a:rPr>
              <a:t> resim ve film eklemek içinse </a:t>
            </a:r>
            <a:r>
              <a:rPr lang="tr-TR" sz="1200" kern="1200" dirty="0" err="1" smtClean="0">
                <a:solidFill>
                  <a:schemeClr val="tx1"/>
                </a:solidFill>
                <a:effectLst/>
                <a:latin typeface="+mn-lt"/>
                <a:ea typeface="+mn-ea"/>
                <a:cs typeface="+mn-cs"/>
              </a:rPr>
              <a:t>slaytın</a:t>
            </a:r>
            <a:r>
              <a:rPr lang="tr-TR" sz="1200" kern="1200" dirty="0" smtClean="0">
                <a:solidFill>
                  <a:schemeClr val="tx1"/>
                </a:solidFill>
                <a:effectLst/>
                <a:latin typeface="+mn-lt"/>
                <a:ea typeface="+mn-ea"/>
                <a:cs typeface="+mn-cs"/>
              </a:rPr>
              <a:t> ortasında yer alan diğer renkli düğmelere tıklanır.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Tasarım şablonları (temalar), PowerPoint sunularına renk, yazı tipleri ve arka plan grafikleri kullanarak birleştirilmiş tasarım öğeleri kümesidir. Sununuza yeni bir tema uyguladığınızda belgenizin yer alan </a:t>
            </a:r>
            <a:r>
              <a:rPr lang="tr-TR" sz="1200" kern="1200" dirty="0" err="1" smtClean="0">
                <a:solidFill>
                  <a:schemeClr val="tx1"/>
                </a:solidFill>
                <a:effectLst/>
                <a:latin typeface="+mn-lt"/>
                <a:ea typeface="+mn-ea"/>
                <a:cs typeface="+mn-cs"/>
              </a:rPr>
              <a:t>WordArt</a:t>
            </a:r>
            <a:r>
              <a:rPr lang="tr-TR" sz="1200" kern="1200" dirty="0" smtClean="0">
                <a:solidFill>
                  <a:schemeClr val="tx1"/>
                </a:solidFill>
                <a:effectLst/>
                <a:latin typeface="+mn-lt"/>
                <a:ea typeface="+mn-ea"/>
                <a:cs typeface="+mn-cs"/>
              </a:rPr>
              <a:t> efektleri, tablolar, grafikler, </a:t>
            </a:r>
            <a:r>
              <a:rPr lang="tr-TR" sz="1200" kern="1200" dirty="0" err="1" smtClean="0">
                <a:solidFill>
                  <a:schemeClr val="tx1"/>
                </a:solidFill>
                <a:effectLst/>
                <a:latin typeface="+mn-lt"/>
                <a:ea typeface="+mn-ea"/>
                <a:cs typeface="+mn-cs"/>
              </a:rPr>
              <a:t>SmartArt</a:t>
            </a:r>
            <a:r>
              <a:rPr lang="tr-TR" sz="1200" kern="1200" dirty="0" smtClean="0">
                <a:solidFill>
                  <a:schemeClr val="tx1"/>
                </a:solidFill>
                <a:effectLst/>
                <a:latin typeface="+mn-lt"/>
                <a:ea typeface="+mn-ea"/>
                <a:cs typeface="+mn-cs"/>
              </a:rPr>
              <a:t> grafikleri, şekiller, arka planlar, slayt düzenleri  ve madde imleri birbirini tamamlayacak şekilde bu temanın yapısına bürünürler.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Sununuzu özelleştirmeye devam etmek isterseniz, tema renklerini, tema yazı tiplerini veya tema efektlerini değiştirebilirsiniz.</a:t>
            </a:r>
          </a:p>
          <a:p>
            <a:r>
              <a:rPr lang="tr-TR" sz="1200" kern="1200" dirty="0" smtClean="0">
                <a:solidFill>
                  <a:schemeClr val="tx1"/>
                </a:solidFill>
                <a:effectLst/>
                <a:latin typeface="+mn-lt"/>
                <a:ea typeface="+mn-ea"/>
                <a:cs typeface="+mn-cs"/>
              </a:rPr>
              <a:t>Tek bir tıklatmayla kolayca yapılabilecek olan tema renklerini değiştirmek, temayı değiştirme alternatifi dışında yapabileceğiniz önemli bir değişikliktir. Tema renklerinde hem açık hem de koyu arka planlar ve bu arka planalar üzerinde kolay okunmayı sağlayacak olan yazı renkleri göz önüne alınmıştır.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Üzerinde renk, yazı tipi gibi düzenlerinde değişiklik yaptığınız veya kendi renk ve yazı tipi düzeninizle hazırladığınız bir PowerPoint temasını şablon olarak kaydedebilir ve bunu daha sonra başka bir sunuda kullanabilirsiniz. </a:t>
            </a:r>
          </a:p>
          <a:p>
            <a:endParaRPr lang="tr-TR" sz="1200" kern="1200" dirty="0" smtClean="0">
              <a:solidFill>
                <a:schemeClr val="tx1"/>
              </a:solidFill>
              <a:effectLst/>
              <a:latin typeface="+mn-lt"/>
              <a:ea typeface="+mn-ea"/>
              <a:cs typeface="+mn-cs"/>
            </a:endParaRPr>
          </a:p>
          <a:p>
            <a:r>
              <a:rPr lang="tr-TR" sz="1200" b="1" kern="1200" dirty="0" smtClean="0">
                <a:solidFill>
                  <a:schemeClr val="tx1"/>
                </a:solidFill>
                <a:effectLst/>
                <a:latin typeface="+mn-lt"/>
                <a:ea typeface="+mn-ea"/>
                <a:cs typeface="+mn-cs"/>
              </a:rPr>
              <a:t>&gt; </a:t>
            </a:r>
            <a:r>
              <a:rPr lang="tr-TR" sz="1200" b="1" kern="1200" dirty="0" smtClean="0">
                <a:solidFill>
                  <a:schemeClr val="tx1"/>
                </a:solidFill>
                <a:effectLst/>
                <a:latin typeface="+mn-lt"/>
                <a:ea typeface="+mn-ea"/>
                <a:cs typeface="+mn-cs"/>
              </a:rPr>
              <a:t>1. </a:t>
            </a:r>
            <a:r>
              <a:rPr lang="tr-TR" sz="1200" kern="1200" dirty="0" smtClean="0">
                <a:solidFill>
                  <a:schemeClr val="tx1"/>
                </a:solidFill>
                <a:effectLst/>
                <a:latin typeface="+mn-lt"/>
                <a:ea typeface="+mn-ea"/>
                <a:cs typeface="+mn-cs"/>
              </a:rPr>
              <a:t>Bu kaydetme işleminin gerçekleştirildiği bilgisayarda bu tema artık </a:t>
            </a:r>
            <a:r>
              <a:rPr lang="tr-TR" sz="1200" kern="1200" dirty="0" err="1" smtClean="0">
                <a:solidFill>
                  <a:schemeClr val="tx1"/>
                </a:solidFill>
                <a:effectLst/>
                <a:latin typeface="+mn-lt"/>
                <a:ea typeface="+mn-ea"/>
                <a:cs typeface="+mn-cs"/>
              </a:rPr>
              <a:t>powerpoint’in</a:t>
            </a:r>
            <a:r>
              <a:rPr lang="tr-TR" sz="1200" kern="1200" dirty="0" smtClean="0">
                <a:solidFill>
                  <a:schemeClr val="tx1"/>
                </a:solidFill>
                <a:effectLst/>
                <a:latin typeface="+mn-lt"/>
                <a:ea typeface="+mn-ea"/>
                <a:cs typeface="+mn-cs"/>
              </a:rPr>
              <a:t> bir parçası olacaktır ve temaların listelendiği küçük resimlerde artık bu da yer alacaktır ve istenildiği zaman istenilen bir sunuda tema değişimi yapılarak kullanılabilecektir.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20</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21</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22</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23</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2.jpg"/><Relationship Id="rId5" Type="http://schemas.openxmlformats.org/officeDocument/2006/relationships/tags" Target="../tags/tag39.xml"/><Relationship Id="rId10" Type="http://schemas.openxmlformats.org/officeDocument/2006/relationships/image" Target="../media/image1.wmf"/><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3.gif"/><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s/_rels/slide4.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4.png"/><Relationship Id="rId5" Type="http://schemas.openxmlformats.org/officeDocument/2006/relationships/tags" Target="../tags/tag59.xml"/><Relationship Id="rId10" Type="http://schemas.openxmlformats.org/officeDocument/2006/relationships/notesSlide" Target="../notesSlides/notesSlide1.xml"/><Relationship Id="rId4" Type="http://schemas.openxmlformats.org/officeDocument/2006/relationships/tags" Target="../tags/tag58.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media/image6.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5.png"/><Relationship Id="rId5" Type="http://schemas.openxmlformats.org/officeDocument/2006/relationships/tags" Target="../tags/tag67.xml"/><Relationship Id="rId10" Type="http://schemas.openxmlformats.org/officeDocument/2006/relationships/notesSlide" Target="../notesSlides/notesSlide2.xml"/><Relationship Id="rId4" Type="http://schemas.openxmlformats.org/officeDocument/2006/relationships/tags" Target="../tags/tag66.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7.png"/><Relationship Id="rId5" Type="http://schemas.openxmlformats.org/officeDocument/2006/relationships/tags" Target="../tags/tag75.xml"/><Relationship Id="rId10" Type="http://schemas.openxmlformats.org/officeDocument/2006/relationships/notesSlide" Target="../notesSlides/notesSlide3.xml"/><Relationship Id="rId4" Type="http://schemas.openxmlformats.org/officeDocument/2006/relationships/tags" Target="../tags/tag74.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8.png"/><Relationship Id="rId5" Type="http://schemas.openxmlformats.org/officeDocument/2006/relationships/tags" Target="../tags/tag83.xml"/><Relationship Id="rId10" Type="http://schemas.openxmlformats.org/officeDocument/2006/relationships/notesSlide" Target="../notesSlides/notesSlide4.xml"/><Relationship Id="rId4" Type="http://schemas.openxmlformats.org/officeDocument/2006/relationships/tags" Target="../tags/tag82.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9.png"/><Relationship Id="rId5" Type="http://schemas.openxmlformats.org/officeDocument/2006/relationships/tags" Target="../tags/tag91.xml"/><Relationship Id="rId10" Type="http://schemas.openxmlformats.org/officeDocument/2006/relationships/notesSlide" Target="../notesSlides/notesSlide5.xml"/><Relationship Id="rId4" Type="http://schemas.openxmlformats.org/officeDocument/2006/relationships/tags" Target="../tags/tag90.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10" Type="http://schemas.openxmlformats.org/officeDocument/2006/relationships/notesSlide" Target="../notesSlides/notesSlide6.xml"/><Relationship Id="rId4" Type="http://schemas.openxmlformats.org/officeDocument/2006/relationships/tags" Target="../tags/tag98.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image" Target="../media/image10.gif"/><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notesSlide" Target="../notesSlides/notesSlide7.xml"/><Relationship Id="rId5" Type="http://schemas.openxmlformats.org/officeDocument/2006/relationships/tags" Target="../tags/tag107.xml"/><Relationship Id="rId10" Type="http://schemas.openxmlformats.org/officeDocument/2006/relationships/slideLayout" Target="../slideLayouts/slideLayout13.xml"/><Relationship Id="rId4" Type="http://schemas.openxmlformats.org/officeDocument/2006/relationships/tags" Target="../tags/tag106.xml"/><Relationship Id="rId9" Type="http://schemas.openxmlformats.org/officeDocument/2006/relationships/tags" Target="../tags/tag111.xml"/></Relationships>
</file>

<file path=ppt/slides/_rels/slide11.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notesSlide" Target="../notesSlides/notesSlide8.xml"/><Relationship Id="rId5" Type="http://schemas.openxmlformats.org/officeDocument/2006/relationships/tags" Target="../tags/tag116.xml"/><Relationship Id="rId10" Type="http://schemas.openxmlformats.org/officeDocument/2006/relationships/slideLayout" Target="../slideLayouts/slideLayout13.xml"/><Relationship Id="rId4" Type="http://schemas.openxmlformats.org/officeDocument/2006/relationships/tags" Target="../tags/tag115.xml"/><Relationship Id="rId9" Type="http://schemas.openxmlformats.org/officeDocument/2006/relationships/tags" Target="../tags/tag120.xml"/></Relationships>
</file>

<file path=ppt/slides/_rels/slide12.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notesSlide" Target="../notesSlides/notesSlide9.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slideLayout" Target="../slideLayouts/slideLayout13.xml"/><Relationship Id="rId2" Type="http://schemas.openxmlformats.org/officeDocument/2006/relationships/tags" Target="../tags/tag122.xml"/><Relationship Id="rId16" Type="http://schemas.openxmlformats.org/officeDocument/2006/relationships/image" Target="../media/image12.png"/><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5" Type="http://schemas.openxmlformats.org/officeDocument/2006/relationships/image" Target="../media/image10.gif"/><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image" Target="../media/image14.png"/><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image" Target="../media/image13.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notesSlide" Target="../notesSlides/notesSlide10.xml"/><Relationship Id="rId5" Type="http://schemas.openxmlformats.org/officeDocument/2006/relationships/tags" Target="../tags/tag136.xml"/><Relationship Id="rId10" Type="http://schemas.openxmlformats.org/officeDocument/2006/relationships/slideLayout" Target="../slideLayouts/slideLayout13.xml"/><Relationship Id="rId4" Type="http://schemas.openxmlformats.org/officeDocument/2006/relationships/tags" Target="../tags/tag135.xml"/><Relationship Id="rId9" Type="http://schemas.openxmlformats.org/officeDocument/2006/relationships/tags" Target="../tags/tag140.xml"/></Relationships>
</file>

<file path=ppt/slides/_rels/slide14.xml.rels><?xml version="1.0" encoding="UTF-8" standalone="yes"?>
<Relationships xmlns="http://schemas.openxmlformats.org/package/2006/relationships"><Relationship Id="rId8" Type="http://schemas.openxmlformats.org/officeDocument/2006/relationships/tags" Target="../tags/tag148.xml"/><Relationship Id="rId3" Type="http://schemas.openxmlformats.org/officeDocument/2006/relationships/tags" Target="../tags/tag143.xml"/><Relationship Id="rId7" Type="http://schemas.openxmlformats.org/officeDocument/2006/relationships/tags" Target="../tags/tag147.xml"/><Relationship Id="rId12" Type="http://schemas.openxmlformats.org/officeDocument/2006/relationships/image" Target="../media/image10.gif"/><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notesSlide" Target="../notesSlides/notesSlide11.xml"/><Relationship Id="rId5" Type="http://schemas.openxmlformats.org/officeDocument/2006/relationships/tags" Target="../tags/tag145.xml"/><Relationship Id="rId10" Type="http://schemas.openxmlformats.org/officeDocument/2006/relationships/slideLayout" Target="../slideLayouts/slideLayout13.xml"/><Relationship Id="rId4" Type="http://schemas.openxmlformats.org/officeDocument/2006/relationships/tags" Target="../tags/tag144.xml"/><Relationship Id="rId9" Type="http://schemas.openxmlformats.org/officeDocument/2006/relationships/tags" Target="../tags/tag149.xml"/></Relationships>
</file>

<file path=ppt/slides/_rels/slide15.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image" Target="../media/image10.gif"/><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image" Target="../media/image15.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notesSlide" Target="../notesSlides/notesSlide12.xml"/><Relationship Id="rId5" Type="http://schemas.openxmlformats.org/officeDocument/2006/relationships/tags" Target="../tags/tag154.xml"/><Relationship Id="rId10" Type="http://schemas.openxmlformats.org/officeDocument/2006/relationships/slideLayout" Target="../slideLayouts/slideLayout13.xml"/><Relationship Id="rId4" Type="http://schemas.openxmlformats.org/officeDocument/2006/relationships/tags" Target="../tags/tag153.xml"/><Relationship Id="rId9" Type="http://schemas.openxmlformats.org/officeDocument/2006/relationships/tags" Target="../tags/tag158.xml"/></Relationships>
</file>

<file path=ppt/slides/_rels/slide16.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17.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16.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notesSlide" Target="../notesSlides/notesSlide13.xml"/><Relationship Id="rId5" Type="http://schemas.openxmlformats.org/officeDocument/2006/relationships/tags" Target="../tags/tag163.xml"/><Relationship Id="rId10" Type="http://schemas.openxmlformats.org/officeDocument/2006/relationships/slideLayout" Target="../slideLayouts/slideLayout13.xml"/><Relationship Id="rId4" Type="http://schemas.openxmlformats.org/officeDocument/2006/relationships/tags" Target="../tags/tag162.xml"/><Relationship Id="rId9" Type="http://schemas.openxmlformats.org/officeDocument/2006/relationships/tags" Target="../tags/tag167.xml"/></Relationships>
</file>

<file path=ppt/slides/_rels/slide17.xml.rels><?xml version="1.0" encoding="UTF-8" standalone="yes"?>
<Relationships xmlns="http://schemas.openxmlformats.org/package/2006/relationships"><Relationship Id="rId8" Type="http://schemas.openxmlformats.org/officeDocument/2006/relationships/tags" Target="../tags/tag175.xml"/><Relationship Id="rId3" Type="http://schemas.openxmlformats.org/officeDocument/2006/relationships/tags" Target="../tags/tag170.xml"/><Relationship Id="rId7" Type="http://schemas.openxmlformats.org/officeDocument/2006/relationships/tags" Target="../tags/tag174.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5" Type="http://schemas.openxmlformats.org/officeDocument/2006/relationships/tags" Target="../tags/tag172.xml"/><Relationship Id="rId10" Type="http://schemas.openxmlformats.org/officeDocument/2006/relationships/notesSlide" Target="../notesSlides/notesSlide14.xml"/><Relationship Id="rId4" Type="http://schemas.openxmlformats.org/officeDocument/2006/relationships/tags" Target="../tags/tag171.xml"/><Relationship Id="rId9"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image" Target="../media/image18.png"/><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notesSlide" Target="../notesSlides/notesSlide15.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slideLayout" Target="../slideLayouts/slideLayout13.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image" Target="../media/image21.png"/><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image" Target="../media/image20.pn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notesSlide" Target="../notesSlides/notesSlide16.xml"/><Relationship Id="rId5" Type="http://schemas.openxmlformats.org/officeDocument/2006/relationships/tags" Target="../tags/tag190.xml"/><Relationship Id="rId10" Type="http://schemas.openxmlformats.org/officeDocument/2006/relationships/slideLayout" Target="../slideLayouts/slideLayout13.xml"/><Relationship Id="rId4" Type="http://schemas.openxmlformats.org/officeDocument/2006/relationships/tags" Target="../tags/tag189.xml"/><Relationship Id="rId9" Type="http://schemas.openxmlformats.org/officeDocument/2006/relationships/tags" Target="../tags/tag194.xml"/></Relationships>
</file>

<file path=ppt/slides/_rels/slide20.xml.rels><?xml version="1.0" encoding="UTF-8" standalone="yes"?>
<Relationships xmlns="http://schemas.openxmlformats.org/package/2006/relationships"><Relationship Id="rId8" Type="http://schemas.openxmlformats.org/officeDocument/2006/relationships/tags" Target="../tags/tag202.xml"/><Relationship Id="rId3" Type="http://schemas.openxmlformats.org/officeDocument/2006/relationships/tags" Target="../tags/tag197.xml"/><Relationship Id="rId7" Type="http://schemas.openxmlformats.org/officeDocument/2006/relationships/tags" Target="../tags/tag201.xml"/><Relationship Id="rId12" Type="http://schemas.openxmlformats.org/officeDocument/2006/relationships/image" Target="../media/image23.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image" Target="../media/image22.png"/><Relationship Id="rId5" Type="http://schemas.openxmlformats.org/officeDocument/2006/relationships/tags" Target="../tags/tag199.xml"/><Relationship Id="rId10" Type="http://schemas.openxmlformats.org/officeDocument/2006/relationships/notesSlide" Target="../notesSlides/notesSlide17.xml"/><Relationship Id="rId4" Type="http://schemas.openxmlformats.org/officeDocument/2006/relationships/tags" Target="../tags/tag198.xml"/><Relationship Id="rId9"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image" Target="../media/image24.png"/><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notesSlide" Target="../notesSlides/notesSlide18.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slideLayout" Target="../slideLayouts/slideLayout13.xml"/><Relationship Id="rId5" Type="http://schemas.openxmlformats.org/officeDocument/2006/relationships/tags" Target="../tags/tag207.xml"/><Relationship Id="rId10" Type="http://schemas.openxmlformats.org/officeDocument/2006/relationships/tags" Target="../tags/tag212.xml"/><Relationship Id="rId4" Type="http://schemas.openxmlformats.org/officeDocument/2006/relationships/tags" Target="../tags/tag206.xml"/><Relationship Id="rId9" Type="http://schemas.openxmlformats.org/officeDocument/2006/relationships/tags" Target="../tags/tag211.xml"/></Relationships>
</file>

<file path=ppt/slides/_rels/slide22.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image" Target="../media/image25.png"/><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notesSlide" Target="../notesSlides/notesSlide19.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slideLayout" Target="../slideLayouts/slideLayout13.xml"/><Relationship Id="rId5" Type="http://schemas.openxmlformats.org/officeDocument/2006/relationships/tags" Target="../tags/tag217.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s>
</file>

<file path=ppt/slides/_rels/slide23.xml.rels><?xml version="1.0" encoding="UTF-8" standalone="yes"?>
<Relationships xmlns="http://schemas.openxmlformats.org/package/2006/relationships"><Relationship Id="rId8" Type="http://schemas.openxmlformats.org/officeDocument/2006/relationships/tags" Target="../tags/tag230.xml"/><Relationship Id="rId13" Type="http://schemas.openxmlformats.org/officeDocument/2006/relationships/image" Target="../media/image10.gif"/><Relationship Id="rId3" Type="http://schemas.openxmlformats.org/officeDocument/2006/relationships/tags" Target="../tags/tag225.xml"/><Relationship Id="rId7" Type="http://schemas.openxmlformats.org/officeDocument/2006/relationships/tags" Target="../tags/tag229.xml"/><Relationship Id="rId12" Type="http://schemas.openxmlformats.org/officeDocument/2006/relationships/image" Target="../media/image25.png"/><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notesSlide" Target="../notesSlides/notesSlide20.xml"/><Relationship Id="rId5" Type="http://schemas.openxmlformats.org/officeDocument/2006/relationships/tags" Target="../tags/tag227.xml"/><Relationship Id="rId10" Type="http://schemas.openxmlformats.org/officeDocument/2006/relationships/slideLayout" Target="../slideLayouts/slideLayout13.xml"/><Relationship Id="rId4" Type="http://schemas.openxmlformats.org/officeDocument/2006/relationships/tags" Target="../tags/tag226.xml"/><Relationship Id="rId9" Type="http://schemas.openxmlformats.org/officeDocument/2006/relationships/tags" Target="../tags/tag2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0"/>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8"/>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5943600" cy="2895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6705600" cy="2677656"/>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Sunum Görünümlerini tanır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Sunuya yeni </a:t>
            </a:r>
            <a:r>
              <a:rPr lang="tr-TR" sz="1600" dirty="0">
                <a:solidFill>
                  <a:schemeClr val="tx1">
                    <a:lumMod val="75000"/>
                    <a:lumOff val="25000"/>
                  </a:schemeClr>
                </a:solidFill>
                <a:latin typeface="Calibri" pitchFamily="34" charset="0"/>
                <a:cs typeface="Calibri" pitchFamily="34" charset="0"/>
              </a:rPr>
              <a:t>slaytlar </a:t>
            </a:r>
            <a:r>
              <a:rPr lang="tr-TR" sz="1600" dirty="0" smtClean="0">
                <a:solidFill>
                  <a:schemeClr val="tx1">
                    <a:lumMod val="75000"/>
                    <a:lumOff val="25000"/>
                  </a:schemeClr>
                </a:solidFill>
                <a:latin typeface="Calibri" pitchFamily="34" charset="0"/>
                <a:cs typeface="Calibri" pitchFamily="34" charset="0"/>
              </a:rPr>
              <a:t>ekler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Slaytlara eklenebilecek </a:t>
            </a:r>
            <a:r>
              <a:rPr lang="tr-TR" sz="1600" dirty="0">
                <a:solidFill>
                  <a:schemeClr val="tx1">
                    <a:lumMod val="75000"/>
                    <a:lumOff val="25000"/>
                  </a:schemeClr>
                </a:solidFill>
                <a:latin typeface="Calibri" pitchFamily="34" charset="0"/>
                <a:cs typeface="Calibri" pitchFamily="34" charset="0"/>
              </a:rPr>
              <a:t>içerik türlerini </a:t>
            </a:r>
            <a:r>
              <a:rPr lang="tr-TR" sz="1600" dirty="0" smtClean="0">
                <a:solidFill>
                  <a:schemeClr val="tx1">
                    <a:lumMod val="75000"/>
                    <a:lumOff val="25000"/>
                  </a:schemeClr>
                </a:solidFill>
                <a:latin typeface="Calibri" pitchFamily="34" charset="0"/>
                <a:cs typeface="Calibri" pitchFamily="34" charset="0"/>
              </a:rPr>
              <a:t>tanır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Slaytların düzenlerinde </a:t>
            </a:r>
            <a:r>
              <a:rPr lang="tr-TR" sz="1600" dirty="0">
                <a:solidFill>
                  <a:schemeClr val="tx1">
                    <a:lumMod val="75000"/>
                    <a:lumOff val="25000"/>
                  </a:schemeClr>
                </a:solidFill>
                <a:latin typeface="Calibri" pitchFamily="34" charset="0"/>
                <a:cs typeface="Calibri" pitchFamily="34" charset="0"/>
              </a:rPr>
              <a:t>değişiklikler </a:t>
            </a:r>
            <a:r>
              <a:rPr lang="tr-TR" sz="1600" dirty="0" smtClean="0">
                <a:solidFill>
                  <a:schemeClr val="tx1">
                    <a:lumMod val="75000"/>
                    <a:lumOff val="25000"/>
                  </a:schemeClr>
                </a:solidFill>
                <a:latin typeface="Calibri" pitchFamily="34" charset="0"/>
                <a:cs typeface="Calibri" pitchFamily="34" charset="0"/>
              </a:rPr>
              <a:t>yapar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Sunuya </a:t>
            </a:r>
            <a:r>
              <a:rPr lang="tr-TR" sz="1600" dirty="0">
                <a:solidFill>
                  <a:schemeClr val="tx1">
                    <a:lumMod val="75000"/>
                    <a:lumOff val="25000"/>
                  </a:schemeClr>
                </a:solidFill>
                <a:latin typeface="Calibri" pitchFamily="34" charset="0"/>
                <a:cs typeface="Calibri" pitchFamily="34" charset="0"/>
              </a:rPr>
              <a:t>tema </a:t>
            </a:r>
            <a:r>
              <a:rPr lang="tr-TR" sz="1600" dirty="0" smtClean="0">
                <a:solidFill>
                  <a:schemeClr val="tx1">
                    <a:lumMod val="75000"/>
                    <a:lumOff val="25000"/>
                  </a:schemeClr>
                </a:solidFill>
                <a:latin typeface="Calibri" pitchFamily="34" charset="0"/>
                <a:cs typeface="Calibri" pitchFamily="34" charset="0"/>
              </a:rPr>
              <a:t>uygular ve değişiklikler yapar</a:t>
            </a:r>
            <a:endParaRPr lang="tr-TR" sz="1600" dirty="0">
              <a:solidFill>
                <a:schemeClr val="tx1">
                  <a:lumMod val="75000"/>
                  <a:lumOff val="25000"/>
                </a:schemeClr>
              </a:solidFill>
              <a:latin typeface="Calibri" pitchFamily="34" charset="0"/>
              <a:cs typeface="Calibri" pitchFamily="34" charset="0"/>
            </a:endParaRP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Değişiklik </a:t>
            </a:r>
            <a:r>
              <a:rPr lang="tr-TR" sz="1600" dirty="0">
                <a:solidFill>
                  <a:schemeClr val="tx1">
                    <a:lumMod val="75000"/>
                    <a:lumOff val="25000"/>
                  </a:schemeClr>
                </a:solidFill>
                <a:latin typeface="Calibri" pitchFamily="34" charset="0"/>
                <a:cs typeface="Calibri" pitchFamily="34" charset="0"/>
              </a:rPr>
              <a:t>yapılan temayı </a:t>
            </a:r>
            <a:r>
              <a:rPr lang="tr-TR" sz="1600" dirty="0" smtClean="0">
                <a:solidFill>
                  <a:schemeClr val="tx1">
                    <a:lumMod val="75000"/>
                    <a:lumOff val="25000"/>
                  </a:schemeClr>
                </a:solidFill>
                <a:latin typeface="Calibri" pitchFamily="34" charset="0"/>
                <a:cs typeface="Calibri" pitchFamily="34" charset="0"/>
              </a:rPr>
              <a:t>kaydeder ve tekrar kullanır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Slaytlara alt bilgi, slayt numarası ve tarih </a:t>
            </a:r>
            <a:r>
              <a:rPr lang="tr-TR" sz="1600" dirty="0" smtClean="0">
                <a:solidFill>
                  <a:schemeClr val="tx1">
                    <a:lumMod val="75000"/>
                    <a:lumOff val="25000"/>
                  </a:schemeClr>
                </a:solidFill>
                <a:latin typeface="Calibri" pitchFamily="34" charset="0"/>
                <a:cs typeface="Calibri" pitchFamily="34" charset="0"/>
              </a:rPr>
              <a:t>ekler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2"/>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3"/>
            </p:custDataLst>
          </p:nvPr>
        </p:nvSpPr>
        <p:spPr>
          <a:xfrm>
            <a:off x="457200" y="1826156"/>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4"/>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5"/>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3.       Bir sunum oluşturma</a:t>
            </a:r>
          </a:p>
          <a:p>
            <a:pPr marL="274320" lvl="2" indent="0">
              <a:spcBef>
                <a:spcPts val="0"/>
              </a:spcBef>
              <a:spcAft>
                <a:spcPts val="0"/>
              </a:spcAft>
              <a:buFont typeface="Arial" pitchFamily="34" charset="0"/>
              <a:buNone/>
            </a:pPr>
            <a:r>
              <a:rPr lang="tr-TR" sz="1400" b="1" dirty="0">
                <a:latin typeface="Calibri" pitchFamily="34" charset="0"/>
                <a:cs typeface="Calibri" pitchFamily="34" charset="0"/>
              </a:rPr>
              <a:t>3.1.    Sunum görünümleri </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3.1.1.  Farklı görünüm türlerinin kullanımını anlamak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3.1.2.  Görünüm türleri arasında geçiş</a:t>
            </a:r>
          </a:p>
          <a:p>
            <a:pPr marL="274320" lvl="2" indent="0">
              <a:spcBef>
                <a:spcPts val="0"/>
              </a:spcBef>
              <a:spcAft>
                <a:spcPts val="0"/>
              </a:spcAft>
              <a:buFont typeface="Arial" pitchFamily="34" charset="0"/>
              <a:buNone/>
            </a:pPr>
            <a:r>
              <a:rPr lang="tr-TR" sz="1400" b="1" dirty="0">
                <a:latin typeface="Calibri" pitchFamily="34" charset="0"/>
                <a:cs typeface="Calibri" pitchFamily="34" charset="0"/>
              </a:rPr>
              <a:t>3.2.    Slaytlar</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3.2.1. Slayt düzenlerini kullanarak yeni bir slayt eklemek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3.2.2. Slaytlara eklenebilecek içerik türlerini tanımlamak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3.2.3. Slayt düzenlerini değiştirmek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3.2.4. Bir </a:t>
            </a:r>
            <a:r>
              <a:rPr lang="tr-TR" sz="1100" b="1" dirty="0" err="1">
                <a:latin typeface="Calibri" pitchFamily="34" charset="0"/>
                <a:cs typeface="Calibri" pitchFamily="34" charset="0"/>
              </a:rPr>
              <a:t>slaytda</a:t>
            </a:r>
            <a:r>
              <a:rPr lang="tr-TR" sz="1100" b="1" dirty="0">
                <a:latin typeface="Calibri" pitchFamily="34" charset="0"/>
                <a:cs typeface="Calibri" pitchFamily="34" charset="0"/>
              </a:rPr>
              <a:t> ya da tüm slaytlarda arka planın rengini değiştirmek</a:t>
            </a:r>
          </a:p>
          <a:p>
            <a:pPr marL="274320" lvl="2" indent="0">
              <a:spcBef>
                <a:spcPts val="0"/>
              </a:spcBef>
              <a:spcAft>
                <a:spcPts val="0"/>
              </a:spcAft>
              <a:buFont typeface="Arial" pitchFamily="34" charset="0"/>
              <a:buNone/>
            </a:pPr>
            <a:r>
              <a:rPr lang="tr-TR" sz="1400" b="1" dirty="0">
                <a:latin typeface="Calibri" pitchFamily="34" charset="0"/>
                <a:cs typeface="Calibri" pitchFamily="34" charset="0"/>
              </a:rPr>
              <a:t>3.3.    Tasarım şablonlarını kullanmak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3.3.1. Sunumda tasarım şablonlarının kullanımı</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3.3.2. Sunumda kullanılan tasarım şablonun bir başkası ile değiştirilmesi</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3.3.3. Sunumda kullanılan tasarım şablonlarının renk ve yazı tipi özelliklerinin değiştirilmesi </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3.3.4. Değiştirilmiş tasarımların şablon olarak kaydedilmesi ve başka bir sunuda kullanılması </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3.3.5. Sunu içindeki slaytlara farklı tasarımlar uygulamak</a:t>
            </a:r>
          </a:p>
          <a:p>
            <a:pPr marL="274320" lvl="2" indent="0">
              <a:spcBef>
                <a:spcPts val="0"/>
              </a:spcBef>
              <a:spcAft>
                <a:spcPts val="0"/>
              </a:spcAft>
              <a:buFont typeface="Arial" pitchFamily="34" charset="0"/>
              <a:buNone/>
            </a:pPr>
            <a:r>
              <a:rPr lang="tr-TR" sz="1400" b="1" dirty="0">
                <a:latin typeface="Calibri" pitchFamily="34" charset="0"/>
                <a:cs typeface="Calibri" pitchFamily="34" charset="0"/>
              </a:rPr>
              <a:t>3.4.    Asıl slayt </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3.4.1. Belirli slaytlardaki ve tüm slaytlardaki altbilgiye metin eklemek</a:t>
            </a:r>
          </a:p>
          <a:p>
            <a:pPr marL="548640" lvl="3" indent="0">
              <a:spcBef>
                <a:spcPts val="0"/>
              </a:spcBef>
              <a:spcAft>
                <a:spcPts val="0"/>
              </a:spcAft>
              <a:buFont typeface="Arial" pitchFamily="34" charset="0"/>
              <a:buNone/>
            </a:pPr>
            <a:r>
              <a:rPr lang="tr-TR" sz="1100" b="1" dirty="0">
                <a:latin typeface="Calibri" pitchFamily="34" charset="0"/>
                <a:cs typeface="Calibri" pitchFamily="34" charset="0"/>
              </a:rPr>
              <a:t>3.4.2. Belirli slaytlardaki ya da tüm slaytlardaki altbilgiye otomatik slayt numaralandır, otomatik tarih güncelleştir (ve güncelleştirme) özelliklerini uygulamak</a:t>
            </a:r>
          </a:p>
          <a:p>
            <a:pPr marL="45720" indent="0">
              <a:lnSpc>
                <a:spcPct val="80000"/>
              </a:lnSpc>
              <a:spcBef>
                <a:spcPts val="0"/>
              </a:spcBef>
              <a:spcAft>
                <a:spcPts val="0"/>
              </a:spcAft>
              <a:buNone/>
              <a:tabLst>
                <a:tab pos="182563" algn="l"/>
              </a:tabLst>
            </a:pPr>
            <a:endParaRPr lang="tr-TR" sz="1800" dirty="0" smtClean="0">
              <a:latin typeface="Calibri" pitchFamily="34" charset="0"/>
              <a:cs typeface="Calibri" pitchFamily="34" charset="0"/>
            </a:endParaRPr>
          </a:p>
        </p:txBody>
      </p:sp>
      <p:sp>
        <p:nvSpPr>
          <p:cNvPr id="7" name="Metin kutusu 6"/>
          <p:cNvSpPr txBox="1"/>
          <p:nvPr>
            <p:custDataLst>
              <p:tags r:id="rId6"/>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7"/>
            </p:custDataLst>
          </p:nvPr>
        </p:nvSpPr>
        <p:spPr/>
        <p:txBody>
          <a:bodyPr/>
          <a:lstStyle/>
          <a:p>
            <a:fld id="{C1FA2219-9131-49AD-A1B5-1FFD48A79E7F}" type="slidenum">
              <a:rPr lang="tr-TR" smtClean="0"/>
              <a:t>3</a:t>
            </a:fld>
            <a:endParaRPr lang="tr-TR"/>
          </a:p>
        </p:txBody>
      </p:sp>
    </p:spTree>
    <p:custDataLst>
      <p:tags r:id="rId1"/>
    </p:custDataLst>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görünüm türlerinin kullanımını anlamak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b="1" i="1" dirty="0"/>
              <a:t>Görünüm sekmesi</a:t>
            </a:r>
            <a:r>
              <a:rPr lang="tr-TR" sz="1600" b="1" dirty="0"/>
              <a:t> </a:t>
            </a:r>
            <a:r>
              <a:rPr lang="tr-TR" sz="1600" dirty="0"/>
              <a:t>altında yer alan </a:t>
            </a:r>
            <a:r>
              <a:rPr lang="tr-TR" sz="1600" b="1" i="1" dirty="0"/>
              <a:t>Sunum Görünümleri</a:t>
            </a:r>
            <a:r>
              <a:rPr lang="tr-TR" sz="1600" b="1" dirty="0"/>
              <a:t> </a:t>
            </a:r>
            <a:r>
              <a:rPr lang="tr-TR" sz="1600" dirty="0"/>
              <a:t>komut gurubundaki seçenekleri kullanarak sunum görünümlerini değiştirebiliriz. </a:t>
            </a:r>
            <a:r>
              <a:rPr lang="tr-TR" sz="1600" b="1" dirty="0"/>
              <a:t>Normal, Slayt Sıralayıcısı, Notlar Sayfası </a:t>
            </a:r>
            <a:r>
              <a:rPr lang="tr-TR" sz="1600" dirty="0"/>
              <a:t>ve </a:t>
            </a:r>
            <a:r>
              <a:rPr lang="tr-TR" sz="1600" b="1" dirty="0"/>
              <a:t>Okuma Görünümü </a:t>
            </a:r>
            <a:r>
              <a:rPr lang="tr-TR" sz="1600" dirty="0"/>
              <a:t>olmak üzere dört adet görünüm türü vardır.</a:t>
            </a:r>
          </a:p>
        </p:txBody>
      </p:sp>
      <p:pic>
        <p:nvPicPr>
          <p:cNvPr id="17" name="Resim 16"/>
          <p:cNvPicPr/>
          <p:nvPr/>
        </p:nvPicPr>
        <p:blipFill>
          <a:blip r:embed="rId11"/>
          <a:stretch>
            <a:fillRect/>
          </a:stretch>
        </p:blipFill>
        <p:spPr>
          <a:xfrm>
            <a:off x="2438400" y="2514600"/>
            <a:ext cx="3338188" cy="1414145"/>
          </a:xfrm>
          <a:prstGeom prst="rect">
            <a:avLst/>
          </a:prstGeom>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görünüm türlerinin kullanımını anlamak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7772400" cy="861774"/>
          </a:xfrm>
          <a:prstGeom prst="rect">
            <a:avLst/>
          </a:prstGeom>
          <a:noFill/>
        </p:spPr>
        <p:txBody>
          <a:bodyPr wrap="square" rtlCol="0">
            <a:spAutoFit/>
          </a:bodyPr>
          <a:lstStyle/>
          <a:p>
            <a:r>
              <a:rPr lang="tr-TR" b="1" dirty="0"/>
              <a:t>Normal görünümü</a:t>
            </a:r>
            <a:endParaRPr lang="tr-TR" dirty="0"/>
          </a:p>
          <a:p>
            <a:r>
              <a:rPr lang="tr-TR" sz="1600" dirty="0"/>
              <a:t>Normal görünüm, sununuzu yazdığınız ve tasarladığınız asıl düzenleme görünümüdür. Normal görünümün </a:t>
            </a:r>
            <a:r>
              <a:rPr lang="tr-TR" sz="1600" dirty="0" smtClean="0"/>
              <a:t>aşağıdaki resimlerde de görülebildiği gibi dört </a:t>
            </a:r>
            <a:r>
              <a:rPr lang="tr-TR" sz="1600" dirty="0"/>
              <a:t>çalışma alanı vardır: </a:t>
            </a:r>
          </a:p>
        </p:txBody>
      </p:sp>
      <p:pic>
        <p:nvPicPr>
          <p:cNvPr id="13" name="Resim 12"/>
          <p:cNvPicPr/>
          <p:nvPr/>
        </p:nvPicPr>
        <p:blipFill>
          <a:blip r:embed="rId11"/>
          <a:stretch>
            <a:fillRect/>
          </a:stretch>
        </p:blipFill>
        <p:spPr>
          <a:xfrm>
            <a:off x="600340" y="2362200"/>
            <a:ext cx="4012599" cy="2667000"/>
          </a:xfrm>
          <a:prstGeom prst="rect">
            <a:avLst/>
          </a:prstGeom>
        </p:spPr>
      </p:pic>
      <p:pic>
        <p:nvPicPr>
          <p:cNvPr id="14" name="Resim 13"/>
          <p:cNvPicPr/>
          <p:nvPr/>
        </p:nvPicPr>
        <p:blipFill>
          <a:blip r:embed="rId12"/>
          <a:stretch>
            <a:fillRect/>
          </a:stretch>
        </p:blipFill>
        <p:spPr>
          <a:xfrm>
            <a:off x="4705667" y="2388358"/>
            <a:ext cx="3979293" cy="2640842"/>
          </a:xfrm>
          <a:prstGeom prst="rect">
            <a:avLst/>
          </a:prstGeom>
        </p:spPr>
      </p:pic>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görünüm türlerinin kullanımını anlamak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1107996"/>
          </a:xfrm>
          <a:prstGeom prst="rect">
            <a:avLst/>
          </a:prstGeom>
          <a:noFill/>
        </p:spPr>
        <p:txBody>
          <a:bodyPr wrap="square" rtlCol="0">
            <a:spAutoFit/>
          </a:bodyPr>
          <a:lstStyle/>
          <a:p>
            <a:r>
              <a:rPr lang="tr-TR" b="1" dirty="0"/>
              <a:t>Slayt Sıralayıcısı görünümü</a:t>
            </a:r>
            <a:endParaRPr lang="tr-TR" dirty="0"/>
          </a:p>
          <a:p>
            <a:r>
              <a:rPr lang="tr-TR" sz="1600" dirty="0"/>
              <a:t>Slayt Sıralayıcısı görünümü slaytlarınızın küçük resim biçiminde bir görünümünü sağlar. Bu görünüm, sununun oluşturulduğu ve yazdırma için hazırladığı zaman slaytların sırasının düzenlemesini kolaylaştırır. </a:t>
            </a:r>
          </a:p>
        </p:txBody>
      </p:sp>
      <p:pic>
        <p:nvPicPr>
          <p:cNvPr id="13" name="Resim 12"/>
          <p:cNvPicPr/>
          <p:nvPr/>
        </p:nvPicPr>
        <p:blipFill>
          <a:blip r:embed="rId11"/>
          <a:stretch>
            <a:fillRect/>
          </a:stretch>
        </p:blipFill>
        <p:spPr>
          <a:xfrm>
            <a:off x="2082861" y="2651750"/>
            <a:ext cx="4978278" cy="3623946"/>
          </a:xfrm>
          <a:prstGeom prst="rect">
            <a:avLst/>
          </a:prstGeom>
        </p:spPr>
      </p:pic>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görünüm türlerinin kullanımını anlamak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1107996"/>
          </a:xfrm>
          <a:prstGeom prst="rect">
            <a:avLst/>
          </a:prstGeom>
          <a:noFill/>
        </p:spPr>
        <p:txBody>
          <a:bodyPr wrap="square" rtlCol="0">
            <a:spAutoFit/>
          </a:bodyPr>
          <a:lstStyle/>
          <a:p>
            <a:r>
              <a:rPr lang="tr-TR" b="1" dirty="0"/>
              <a:t>Not Sayfası görünümü</a:t>
            </a:r>
            <a:endParaRPr lang="tr-TR" dirty="0"/>
          </a:p>
          <a:p>
            <a:r>
              <a:rPr lang="tr-TR" sz="1600" dirty="0"/>
              <a:t>Not sayfası görünümünde geçerli slaydın bir küçük resminin altında not bölmesi bir sayfa görünümü içinde gelir. Notlar bölmesinde geçerli slayt için notlar yazılabilir ve daha sonra bu notlar yazdırabilir ve sunu sırasında kullanılabilir. </a:t>
            </a:r>
          </a:p>
        </p:txBody>
      </p:sp>
      <p:pic>
        <p:nvPicPr>
          <p:cNvPr id="13" name="Resim 12"/>
          <p:cNvPicPr/>
          <p:nvPr/>
        </p:nvPicPr>
        <p:blipFill>
          <a:blip r:embed="rId11"/>
          <a:stretch>
            <a:fillRect/>
          </a:stretch>
        </p:blipFill>
        <p:spPr>
          <a:xfrm>
            <a:off x="2933700" y="2579427"/>
            <a:ext cx="3276600" cy="4231365"/>
          </a:xfrm>
          <a:prstGeom prst="rect">
            <a:avLst/>
          </a:prstGeom>
        </p:spPr>
      </p:pic>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görünüm türlerinin kullanımını anlamak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1354217"/>
          </a:xfrm>
          <a:prstGeom prst="rect">
            <a:avLst/>
          </a:prstGeom>
          <a:noFill/>
        </p:spPr>
        <p:txBody>
          <a:bodyPr wrap="square" rtlCol="0">
            <a:spAutoFit/>
          </a:bodyPr>
          <a:lstStyle/>
          <a:p>
            <a:r>
              <a:rPr lang="tr-TR" b="1" dirty="0"/>
              <a:t>Okuma görünümü</a:t>
            </a:r>
            <a:endParaRPr lang="tr-TR" dirty="0"/>
          </a:p>
          <a:p>
            <a:r>
              <a:rPr lang="tr-TR" sz="1600" dirty="0"/>
              <a:t>Hazırlanan bir sunuyu kendi bilgisayarınızda tam ekran Slayt Gösterisi görünümünde değil, sununun gözden geçirilmesini kolaylaştıran basit denetimlere sahip bir pencerede görüntülemek veya  kendi bilgisayarında görüntüleyecek birine iletmek için Okuma görünümünü kullanabilir. </a:t>
            </a:r>
          </a:p>
        </p:txBody>
      </p:sp>
      <p:pic>
        <p:nvPicPr>
          <p:cNvPr id="13" name="Resim 12"/>
          <p:cNvPicPr/>
          <p:nvPr/>
        </p:nvPicPr>
        <p:blipFill>
          <a:blip r:embed="rId11"/>
          <a:stretch>
            <a:fillRect/>
          </a:stretch>
        </p:blipFill>
        <p:spPr>
          <a:xfrm>
            <a:off x="2057717" y="2725817"/>
            <a:ext cx="4723765" cy="3864761"/>
          </a:xfrm>
          <a:prstGeom prst="rect">
            <a:avLst/>
          </a:prstGeom>
        </p:spPr>
      </p:pic>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Görünüm türleri arasında geçiş</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 Görünümlerini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b="1" i="1" dirty="0"/>
              <a:t>Görünüm sekmesi &gt;  Sunu Görünümleri</a:t>
            </a:r>
            <a:r>
              <a:rPr lang="tr-TR" sz="1600" b="1" dirty="0"/>
              <a:t> </a:t>
            </a:r>
            <a:r>
              <a:rPr lang="tr-TR" sz="1600" dirty="0"/>
              <a:t>komut grubunda </a:t>
            </a:r>
            <a:r>
              <a:rPr lang="tr-TR" sz="1600" dirty="0" smtClean="0"/>
              <a:t>yer alan  </a:t>
            </a:r>
            <a:r>
              <a:rPr lang="tr-TR" sz="1600" dirty="0"/>
              <a:t>komutlar kullanılarak bir görünüm türünde iken diğer bir görünüm türüne  geçiş sağlanabilir. Sadece </a:t>
            </a:r>
            <a:r>
              <a:rPr lang="tr-TR" sz="1600" b="1" dirty="0"/>
              <a:t>Okuma görünümü </a:t>
            </a:r>
            <a:r>
              <a:rPr lang="tr-TR" sz="1600" dirty="0"/>
              <a:t>türündeyken bu görünüm türünden bir öncekine geçmek için klavyeden </a:t>
            </a:r>
            <a:r>
              <a:rPr lang="tr-TR" sz="1600" b="1" i="1" dirty="0" err="1"/>
              <a:t>Esc</a:t>
            </a:r>
            <a:r>
              <a:rPr lang="tr-TR" sz="1600" dirty="0"/>
              <a:t> tuşuna basmak gerekir.</a:t>
            </a:r>
          </a:p>
        </p:txBody>
      </p:sp>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 düzenlerini kullanarak yeni bir slayt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yeni slaytlar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dirty="0"/>
              <a:t>Bir PowerPoint belgesi ilk olarak açıldığına varsayılan olarak tek slayt görüntülenir. Bu tek slaytta iki yer tutucu bulunur; bunlardan biri başlık için, diğeri de alt başlık için biçimlendirilmiştir. </a:t>
            </a:r>
          </a:p>
          <a:p>
            <a:r>
              <a:rPr lang="tr-TR" sz="1600" dirty="0"/>
              <a:t>Yer tutucuların slayt içinde yerleştirilmesi </a:t>
            </a:r>
            <a:r>
              <a:rPr lang="tr-TR" sz="1600" b="1" u="sng" dirty="0"/>
              <a:t>düzen</a:t>
            </a:r>
            <a:r>
              <a:rPr lang="tr-TR" sz="1600" b="1" dirty="0"/>
              <a:t> </a:t>
            </a:r>
            <a:r>
              <a:rPr lang="tr-TR" sz="1600" dirty="0"/>
              <a:t>olarak bilinir</a:t>
            </a:r>
            <a:r>
              <a:rPr lang="tr-TR" sz="1600" dirty="0" smtClean="0"/>
              <a:t>.</a:t>
            </a:r>
            <a:endParaRPr lang="tr-TR" sz="1600" dirty="0"/>
          </a:p>
        </p:txBody>
      </p:sp>
      <p:pic>
        <p:nvPicPr>
          <p:cNvPr id="13" name="Picture 2" descr="G:\Muhittin Akgül\imajlar\postit.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18065" y="4267200"/>
            <a:ext cx="2325935" cy="2160029"/>
          </a:xfrm>
          <a:prstGeom prst="rect">
            <a:avLst/>
          </a:prstGeom>
          <a:noFill/>
          <a:extLst>
            <a:ext uri="{909E8E84-426E-40DD-AFC4-6F175D3DCCD1}">
              <a14:hiddenFill xmlns:a14="http://schemas.microsoft.com/office/drawing/2010/main">
                <a:solidFill>
                  <a:srgbClr val="FFFFFF"/>
                </a:solidFill>
              </a14:hiddenFill>
            </a:ext>
          </a:extLst>
        </p:spPr>
      </p:pic>
      <p:sp>
        <p:nvSpPr>
          <p:cNvPr id="14" name="Metin kutusu 13"/>
          <p:cNvSpPr txBox="1"/>
          <p:nvPr>
            <p:custDataLst>
              <p:tags r:id="rId6"/>
            </p:custDataLst>
          </p:nvPr>
        </p:nvSpPr>
        <p:spPr>
          <a:xfrm>
            <a:off x="7076616" y="4674629"/>
            <a:ext cx="2001168" cy="1384995"/>
          </a:xfrm>
          <a:prstGeom prst="rect">
            <a:avLst/>
          </a:prstGeom>
          <a:noFill/>
        </p:spPr>
        <p:txBody>
          <a:bodyPr wrap="square" rtlCol="0">
            <a:spAutoFit/>
          </a:bodyPr>
          <a:lstStyle/>
          <a:p>
            <a:r>
              <a:rPr lang="tr-TR" sz="1200" b="1" i="1" dirty="0"/>
              <a:t>Yer tutucular:</a:t>
            </a:r>
          </a:p>
          <a:p>
            <a:r>
              <a:rPr lang="tr-TR" sz="1200" dirty="0"/>
              <a:t>Çoğu sunu yerleşiminin parçası olan noktalı kenarlıklı kutular. Bu kutular başlık ve gövde metnini veya grafikler, tablolar ve resimler gibi nesneleri tutarlar.</a:t>
            </a:r>
          </a:p>
        </p:txBody>
      </p:sp>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 düzenlerini kullanarak yeni bir slayt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yeni slaytlar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a:t>Bir sunuya yeni bir slayt </a:t>
            </a:r>
            <a:r>
              <a:rPr lang="tr-TR" sz="1600" dirty="0" smtClean="0"/>
              <a:t>eklemek:</a:t>
            </a:r>
            <a:endParaRPr lang="tr-TR" sz="1600" dirty="0"/>
          </a:p>
        </p:txBody>
      </p:sp>
      <p:sp>
        <p:nvSpPr>
          <p:cNvPr id="15" name="Metin kutusu 14"/>
          <p:cNvSpPr txBox="1"/>
          <p:nvPr>
            <p:custDataLst>
              <p:tags r:id="rId6"/>
            </p:custDataLst>
          </p:nvPr>
        </p:nvSpPr>
        <p:spPr>
          <a:xfrm>
            <a:off x="533400" y="1905000"/>
            <a:ext cx="7772400" cy="1323439"/>
          </a:xfrm>
          <a:prstGeom prst="rect">
            <a:avLst/>
          </a:prstGeom>
          <a:noFill/>
        </p:spPr>
        <p:txBody>
          <a:bodyPr wrap="square" rtlCol="0">
            <a:spAutoFit/>
          </a:bodyPr>
          <a:lstStyle/>
          <a:p>
            <a:pPr marL="342900" indent="-342900">
              <a:buFont typeface="+mj-lt"/>
              <a:buAutoNum type="arabicPeriod"/>
            </a:pPr>
            <a:r>
              <a:rPr lang="tr-TR" sz="1600" dirty="0" smtClean="0"/>
              <a:t>Normal </a:t>
            </a:r>
            <a:r>
              <a:rPr lang="tr-TR" sz="1600" dirty="0"/>
              <a:t>görünümde, </a:t>
            </a:r>
            <a:r>
              <a:rPr lang="tr-TR" sz="1600" dirty="0" err="1"/>
              <a:t>Anahat</a:t>
            </a:r>
            <a:r>
              <a:rPr lang="tr-TR" sz="1600" dirty="0"/>
              <a:t> ve Slaytlar sekmelerinin bulunduğu bölmede Slaytlar sekmesini seçilir ve yeni slayt eklemek istediğiniz yerdeki </a:t>
            </a:r>
            <a:r>
              <a:rPr lang="tr-TR" sz="1600" dirty="0" err="1"/>
              <a:t>slaytın</a:t>
            </a:r>
            <a:r>
              <a:rPr lang="tr-TR" sz="1600" dirty="0"/>
              <a:t> küçük resim görüntüsünün </a:t>
            </a:r>
            <a:r>
              <a:rPr lang="tr-TR" sz="1600" dirty="0" smtClean="0"/>
              <a:t>altına </a:t>
            </a:r>
            <a:r>
              <a:rPr lang="tr-TR" sz="1600" dirty="0"/>
              <a:t>tıklatır. Bu durumda bu </a:t>
            </a:r>
            <a:r>
              <a:rPr lang="tr-TR" sz="1600" dirty="0" err="1"/>
              <a:t>slaytın</a:t>
            </a:r>
            <a:r>
              <a:rPr lang="tr-TR" sz="1600" dirty="0"/>
              <a:t> altında imleç yanıp sönmeye başlayacaktır</a:t>
            </a:r>
            <a:r>
              <a:rPr lang="tr-TR" sz="1600" dirty="0" smtClean="0"/>
              <a:t>. Burada sağ tıklanır ve </a:t>
            </a:r>
            <a:r>
              <a:rPr lang="tr-TR" sz="1600" b="1" i="1" dirty="0" smtClean="0"/>
              <a:t>Yeni Slayt</a:t>
            </a:r>
            <a:r>
              <a:rPr lang="tr-TR" sz="1600" dirty="0" smtClean="0"/>
              <a:t> seçilir.</a:t>
            </a:r>
            <a:endParaRPr lang="tr-TR" sz="1600" dirty="0"/>
          </a:p>
          <a:p>
            <a:pPr marL="342900" indent="-342900">
              <a:buFont typeface="+mj-lt"/>
              <a:buAutoNum type="arabicPeriod"/>
            </a:pPr>
            <a:endParaRPr lang="tr-TR" sz="1600" dirty="0"/>
          </a:p>
        </p:txBody>
      </p:sp>
    </p:spTree>
    <p:custDataLst>
      <p:tags r:id="rId1"/>
    </p:custDataLst>
    <p:extLst>
      <p:ext uri="{BB962C8B-B14F-4D97-AF65-F5344CB8AC3E}">
        <p14:creationId xmlns:p14="http://schemas.microsoft.com/office/powerpoint/2010/main" val="165753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 düzenlerini kullanarak yeni bir slayt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yeni slaytlar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371600"/>
            <a:ext cx="7772400" cy="338554"/>
          </a:xfrm>
          <a:prstGeom prst="rect">
            <a:avLst/>
          </a:prstGeom>
          <a:noFill/>
        </p:spPr>
        <p:txBody>
          <a:bodyPr wrap="square" rtlCol="0">
            <a:spAutoFit/>
          </a:bodyPr>
          <a:lstStyle/>
          <a:p>
            <a:r>
              <a:rPr lang="tr-TR" sz="1600" dirty="0"/>
              <a:t>Bir sunuya yeni bir slayt eklerken aynı anda düzeni de seçmek </a:t>
            </a:r>
            <a:r>
              <a:rPr lang="tr-TR" sz="1600" dirty="0" smtClean="0"/>
              <a:t>için şu </a:t>
            </a:r>
            <a:r>
              <a:rPr lang="tr-TR" sz="1600" dirty="0"/>
              <a:t>işlem yapılır:</a:t>
            </a:r>
          </a:p>
        </p:txBody>
      </p:sp>
      <p:sp>
        <p:nvSpPr>
          <p:cNvPr id="15" name="Metin kutusu 14"/>
          <p:cNvSpPr txBox="1"/>
          <p:nvPr>
            <p:custDataLst>
              <p:tags r:id="rId6"/>
            </p:custDataLst>
          </p:nvPr>
        </p:nvSpPr>
        <p:spPr>
          <a:xfrm>
            <a:off x="533400" y="1905000"/>
            <a:ext cx="7772400" cy="1815882"/>
          </a:xfrm>
          <a:prstGeom prst="rect">
            <a:avLst/>
          </a:prstGeom>
          <a:noFill/>
        </p:spPr>
        <p:txBody>
          <a:bodyPr wrap="square" rtlCol="0">
            <a:spAutoFit/>
          </a:bodyPr>
          <a:lstStyle/>
          <a:p>
            <a:pPr marL="342900" indent="-342900">
              <a:buFont typeface="+mj-lt"/>
              <a:buAutoNum type="arabicPeriod"/>
            </a:pPr>
            <a:r>
              <a:rPr lang="tr-TR" sz="1600" dirty="0" smtClean="0"/>
              <a:t>Normal </a:t>
            </a:r>
            <a:r>
              <a:rPr lang="tr-TR" sz="1600" dirty="0"/>
              <a:t>görünümde, </a:t>
            </a:r>
            <a:r>
              <a:rPr lang="tr-TR" sz="1600" dirty="0" err="1"/>
              <a:t>Anahat</a:t>
            </a:r>
            <a:r>
              <a:rPr lang="tr-TR" sz="1600" dirty="0"/>
              <a:t> ve Slaytlar sekmelerinin bulunduğu bölmede Slaytlar sekmesini seçilir ve yeni slayt eklemek istediğiniz yerdeki </a:t>
            </a:r>
            <a:r>
              <a:rPr lang="tr-TR" sz="1600" dirty="0" err="1"/>
              <a:t>slaytın</a:t>
            </a:r>
            <a:r>
              <a:rPr lang="tr-TR" sz="1600" dirty="0"/>
              <a:t> küçük resim görüntüsünün </a:t>
            </a:r>
            <a:r>
              <a:rPr lang="tr-TR" sz="1600" dirty="0" smtClean="0"/>
              <a:t>altına </a:t>
            </a:r>
            <a:r>
              <a:rPr lang="tr-TR" sz="1600" dirty="0"/>
              <a:t>tıklatır. Bu durumda bu </a:t>
            </a:r>
            <a:r>
              <a:rPr lang="tr-TR" sz="1600" dirty="0" err="1"/>
              <a:t>slaytın</a:t>
            </a:r>
            <a:r>
              <a:rPr lang="tr-TR" sz="1600" dirty="0"/>
              <a:t> altında imleç yanıp sönmeye başlayacaktır</a:t>
            </a:r>
            <a:r>
              <a:rPr lang="tr-TR" sz="1600" dirty="0" smtClean="0"/>
              <a:t>. </a:t>
            </a:r>
          </a:p>
          <a:p>
            <a:pPr marL="342900" indent="-342900">
              <a:buFont typeface="+mj-lt"/>
              <a:buAutoNum type="arabicPeriod"/>
            </a:pPr>
            <a:endParaRPr lang="tr-TR" sz="1600" dirty="0"/>
          </a:p>
          <a:p>
            <a:pPr marL="342900" indent="-342900">
              <a:buFont typeface="+mj-lt"/>
              <a:buAutoNum type="arabicPeriod"/>
            </a:pPr>
            <a:r>
              <a:rPr lang="tr-TR" sz="1600" b="1" i="1" dirty="0" smtClean="0"/>
              <a:t>Giriş </a:t>
            </a:r>
            <a:r>
              <a:rPr lang="tr-TR" sz="1600" b="1" i="1" dirty="0"/>
              <a:t>sekmesi &gt; Slaytlar grubu &gt; Yeni slayt </a:t>
            </a:r>
            <a:r>
              <a:rPr lang="tr-TR" sz="1600" dirty="0"/>
              <a:t>yazısının üzerine tıklanır</a:t>
            </a:r>
            <a:r>
              <a:rPr lang="tr-TR" sz="1600" dirty="0" smtClean="0"/>
              <a:t>.</a:t>
            </a:r>
          </a:p>
          <a:p>
            <a:pPr marL="342900" indent="-342900">
              <a:buFont typeface="+mj-lt"/>
              <a:buAutoNum type="arabicPeriod"/>
            </a:pPr>
            <a:endParaRPr lang="tr-TR" sz="1600" dirty="0"/>
          </a:p>
        </p:txBody>
      </p:sp>
      <p:pic>
        <p:nvPicPr>
          <p:cNvPr id="16" name="Resim 15"/>
          <p:cNvPicPr/>
          <p:nvPr/>
        </p:nvPicPr>
        <p:blipFill>
          <a:blip r:embed="rId14"/>
          <a:stretch>
            <a:fillRect/>
          </a:stretch>
        </p:blipFill>
        <p:spPr>
          <a:xfrm>
            <a:off x="978150" y="3594614"/>
            <a:ext cx="4201604" cy="1752600"/>
          </a:xfrm>
          <a:prstGeom prst="rect">
            <a:avLst/>
          </a:prstGeom>
        </p:spPr>
      </p:pic>
      <p:pic>
        <p:nvPicPr>
          <p:cNvPr id="17"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22115" y="3390899"/>
            <a:ext cx="2325935" cy="2160029"/>
          </a:xfrm>
          <a:prstGeom prst="rect">
            <a:avLst/>
          </a:prstGeom>
          <a:noFill/>
          <a:extLst>
            <a:ext uri="{909E8E84-426E-40DD-AFC4-6F175D3DCCD1}">
              <a14:hiddenFill xmlns:a14="http://schemas.microsoft.com/office/drawing/2010/main">
                <a:solidFill>
                  <a:srgbClr val="FFFFFF"/>
                </a:solidFill>
              </a14:hiddenFill>
            </a:ext>
          </a:extLst>
        </p:spPr>
      </p:pic>
      <p:sp>
        <p:nvSpPr>
          <p:cNvPr id="18" name="Metin kutusu 17"/>
          <p:cNvSpPr txBox="1"/>
          <p:nvPr>
            <p:custDataLst>
              <p:tags r:id="rId7"/>
            </p:custDataLst>
          </p:nvPr>
        </p:nvSpPr>
        <p:spPr>
          <a:xfrm>
            <a:off x="5880666" y="3798328"/>
            <a:ext cx="2001168" cy="1384995"/>
          </a:xfrm>
          <a:prstGeom prst="rect">
            <a:avLst/>
          </a:prstGeom>
          <a:noFill/>
        </p:spPr>
        <p:txBody>
          <a:bodyPr wrap="square" rtlCol="0">
            <a:spAutoFit/>
          </a:bodyPr>
          <a:lstStyle/>
          <a:p>
            <a:r>
              <a:rPr lang="tr-TR" sz="1400" dirty="0"/>
              <a:t>Önceki slaytla aynı düzende olmasını istiyorsanız, Yeni Slayt yazısı yerine üstündeki düğmeye tıklatmanız yeterlidir.</a:t>
            </a:r>
          </a:p>
        </p:txBody>
      </p:sp>
      <p:pic>
        <p:nvPicPr>
          <p:cNvPr id="20" name="Resim 19"/>
          <p:cNvPicPr/>
          <p:nvPr/>
        </p:nvPicPr>
        <p:blipFill>
          <a:blip r:embed="rId16"/>
          <a:stretch>
            <a:fillRect/>
          </a:stretch>
        </p:blipFill>
        <p:spPr>
          <a:xfrm>
            <a:off x="3094874" y="1540877"/>
            <a:ext cx="3095753" cy="4671084"/>
          </a:xfrm>
          <a:prstGeom prst="rect">
            <a:avLst/>
          </a:prstGeom>
        </p:spPr>
      </p:pic>
      <p:sp>
        <p:nvSpPr>
          <p:cNvPr id="21" name="Metin kutusu 20"/>
          <p:cNvSpPr txBox="1"/>
          <p:nvPr>
            <p:custDataLst>
              <p:tags r:id="rId8"/>
            </p:custDataLst>
          </p:nvPr>
        </p:nvSpPr>
        <p:spPr>
          <a:xfrm>
            <a:off x="533400" y="6019800"/>
            <a:ext cx="7772400" cy="338554"/>
          </a:xfrm>
          <a:prstGeom prst="rect">
            <a:avLst/>
          </a:prstGeom>
          <a:noFill/>
        </p:spPr>
        <p:txBody>
          <a:bodyPr wrap="square" rtlCol="0">
            <a:spAutoFit/>
          </a:bodyPr>
          <a:lstStyle/>
          <a:p>
            <a:pPr marL="342900" indent="-342900">
              <a:buFont typeface="+mj-lt"/>
              <a:buAutoNum type="arabicPeriod" startAt="3"/>
            </a:pPr>
            <a:r>
              <a:rPr lang="tr-TR" sz="1600" dirty="0" smtClean="0"/>
              <a:t>Yeni </a:t>
            </a:r>
            <a:r>
              <a:rPr lang="tr-TR" sz="1600" dirty="0"/>
              <a:t>slayt için istediğiniz düzeni tıklatın.</a:t>
            </a:r>
          </a:p>
        </p:txBody>
      </p:sp>
    </p:spTree>
    <p:custDataLst>
      <p:tags r:id="rId1"/>
    </p:custDataLst>
    <p:extLst>
      <p:ext uri="{BB962C8B-B14F-4D97-AF65-F5344CB8AC3E}">
        <p14:creationId xmlns:p14="http://schemas.microsoft.com/office/powerpoint/2010/main" val="54651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8"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Slaytlara eklenebilecek içerik türlerini tanımlamak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eklenebilecek içerik türlerini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400" y="1371600"/>
            <a:ext cx="7772400" cy="2800767"/>
          </a:xfrm>
          <a:prstGeom prst="rect">
            <a:avLst/>
          </a:prstGeom>
          <a:noFill/>
        </p:spPr>
        <p:txBody>
          <a:bodyPr wrap="square" rtlCol="0">
            <a:spAutoFit/>
          </a:bodyPr>
          <a:lstStyle/>
          <a:p>
            <a:r>
              <a:rPr lang="tr-TR" sz="1600" dirty="0"/>
              <a:t>Slayt düzenleri, slaytta görünen tüm içerik için biçimlendirme, konumlandırma ve yer tutucular içerir. Yer </a:t>
            </a:r>
            <a:r>
              <a:rPr lang="tr-TR" sz="1600" dirty="0" smtClean="0"/>
              <a:t>tutucular</a:t>
            </a:r>
          </a:p>
          <a:p>
            <a:pPr marL="800100" lvl="1" indent="-342900">
              <a:buFont typeface="+mj-lt"/>
              <a:buAutoNum type="arabicPeriod"/>
            </a:pPr>
            <a:r>
              <a:rPr lang="tr-TR" sz="1600" dirty="0" smtClean="0"/>
              <a:t>Metin (gövde metni, madde işaretli listeler ve başlıklar da dahil)</a:t>
            </a:r>
          </a:p>
          <a:p>
            <a:pPr marL="800100" lvl="1" indent="-342900">
              <a:buFont typeface="+mj-lt"/>
              <a:buAutoNum type="arabicPeriod"/>
            </a:pPr>
            <a:r>
              <a:rPr lang="tr-TR" sz="1600" dirty="0" smtClean="0"/>
              <a:t>Tablo</a:t>
            </a:r>
          </a:p>
          <a:p>
            <a:pPr marL="800100" lvl="1" indent="-342900">
              <a:buFont typeface="+mj-lt"/>
              <a:buAutoNum type="arabicPeriod"/>
            </a:pPr>
            <a:r>
              <a:rPr lang="tr-TR" sz="1600" dirty="0" smtClean="0"/>
              <a:t>Grafik</a:t>
            </a:r>
            <a:endParaRPr lang="tr-TR" sz="1600" dirty="0"/>
          </a:p>
          <a:p>
            <a:pPr marL="800100" lvl="1" indent="-342900">
              <a:buFont typeface="+mj-lt"/>
              <a:buAutoNum type="arabicPeriod"/>
            </a:pPr>
            <a:r>
              <a:rPr lang="tr-TR" sz="1600" dirty="0" err="1"/>
              <a:t>SmartArt</a:t>
            </a:r>
            <a:r>
              <a:rPr lang="tr-TR" sz="1600" dirty="0"/>
              <a:t> </a:t>
            </a:r>
            <a:r>
              <a:rPr lang="tr-TR" sz="1600" dirty="0" smtClean="0"/>
              <a:t>grafik</a:t>
            </a:r>
            <a:endParaRPr lang="tr-TR" sz="1600" dirty="0"/>
          </a:p>
          <a:p>
            <a:pPr marL="800100" lvl="1" indent="-342900">
              <a:buFont typeface="+mj-lt"/>
              <a:buAutoNum type="arabicPeriod"/>
            </a:pPr>
            <a:r>
              <a:rPr lang="tr-TR" sz="1600" dirty="0" smtClean="0"/>
              <a:t>Film</a:t>
            </a:r>
            <a:endParaRPr lang="tr-TR" sz="1600" dirty="0"/>
          </a:p>
          <a:p>
            <a:pPr marL="800100" lvl="1" indent="-342900">
              <a:buFont typeface="+mj-lt"/>
              <a:buAutoNum type="arabicPeriod"/>
            </a:pPr>
            <a:r>
              <a:rPr lang="tr-TR" sz="1600" dirty="0" smtClean="0"/>
              <a:t>Ses</a:t>
            </a:r>
            <a:endParaRPr lang="tr-TR" sz="1600" dirty="0"/>
          </a:p>
          <a:p>
            <a:pPr marL="800100" lvl="1" indent="-342900">
              <a:buFont typeface="+mj-lt"/>
              <a:buAutoNum type="arabicPeriod"/>
            </a:pPr>
            <a:r>
              <a:rPr lang="tr-TR" sz="1600" dirty="0" smtClean="0"/>
              <a:t>Resim</a:t>
            </a:r>
            <a:endParaRPr lang="tr-TR" sz="1600" dirty="0"/>
          </a:p>
          <a:p>
            <a:pPr marL="800100" lvl="1" indent="-342900">
              <a:buFont typeface="+mj-lt"/>
              <a:buAutoNum type="arabicPeriod"/>
            </a:pPr>
            <a:r>
              <a:rPr lang="tr-TR" sz="1600" dirty="0"/>
              <a:t>Küçük </a:t>
            </a:r>
            <a:r>
              <a:rPr lang="tr-TR" sz="1600" dirty="0" smtClean="0"/>
              <a:t>resim</a:t>
            </a:r>
            <a:endParaRPr lang="tr-TR" sz="1600" dirty="0"/>
          </a:p>
          <a:p>
            <a:r>
              <a:rPr lang="tr-TR" sz="1600" dirty="0"/>
              <a:t>içeren kapsayıcılardır. </a:t>
            </a:r>
          </a:p>
        </p:txBody>
      </p:sp>
      <p:pic>
        <p:nvPicPr>
          <p:cNvPr id="13" name="Resim 12"/>
          <p:cNvPicPr/>
          <p:nvPr/>
        </p:nvPicPr>
        <p:blipFill>
          <a:blip r:embed="rId12"/>
          <a:stretch>
            <a:fillRect/>
          </a:stretch>
        </p:blipFill>
        <p:spPr>
          <a:xfrm>
            <a:off x="2367280" y="4390707"/>
            <a:ext cx="4104640" cy="1923415"/>
          </a:xfrm>
          <a:prstGeom prst="rect">
            <a:avLst/>
          </a:prstGeom>
        </p:spPr>
      </p:pic>
      <p:sp>
        <p:nvSpPr>
          <p:cNvPr id="3" name="Metin kutusu 2"/>
          <p:cNvSpPr txBox="1"/>
          <p:nvPr>
            <p:custDataLst>
              <p:tags r:id="rId6"/>
            </p:custDataLst>
          </p:nvPr>
        </p:nvSpPr>
        <p:spPr>
          <a:xfrm>
            <a:off x="3063854" y="6367790"/>
            <a:ext cx="2955946" cy="261610"/>
          </a:xfrm>
          <a:prstGeom prst="rect">
            <a:avLst/>
          </a:prstGeom>
          <a:noFill/>
        </p:spPr>
        <p:txBody>
          <a:bodyPr wrap="square" rtlCol="0">
            <a:spAutoFit/>
          </a:bodyPr>
          <a:lstStyle/>
          <a:p>
            <a:r>
              <a:rPr lang="tr-TR" sz="1100" dirty="0" smtClean="0"/>
              <a:t>*Bu resim PowerPoint Yardım’dan alınmıştır.</a:t>
            </a:r>
            <a:endParaRPr lang="tr-TR" sz="1100" dirty="0"/>
          </a:p>
        </p:txBody>
      </p:sp>
      <p:pic>
        <p:nvPicPr>
          <p:cNvPr id="14" name="Resim 13"/>
          <p:cNvPicPr/>
          <p:nvPr/>
        </p:nvPicPr>
        <p:blipFill>
          <a:blip r:embed="rId13"/>
          <a:stretch>
            <a:fillRect/>
          </a:stretch>
        </p:blipFill>
        <p:spPr>
          <a:xfrm>
            <a:off x="2209800" y="4329967"/>
            <a:ext cx="4266901" cy="2375633"/>
          </a:xfrm>
          <a:prstGeom prst="rect">
            <a:avLst/>
          </a:prstGeom>
        </p:spPr>
      </p:pic>
    </p:spTree>
    <p:custDataLst>
      <p:tags r:id="rId1"/>
    </p:custDataLst>
    <p:extLst>
      <p:ext uri="{BB962C8B-B14F-4D97-AF65-F5344CB8AC3E}">
        <p14:creationId xmlns:p14="http://schemas.microsoft.com/office/powerpoint/2010/main" val="192805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 düzenlerini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a:t>
            </a:r>
            <a:r>
              <a:rPr lang="tr-TR" sz="1400" b="1" dirty="0" smtClean="0">
                <a:solidFill>
                  <a:schemeClr val="bg1"/>
                </a:solidFill>
              </a:rPr>
              <a:t>Slaytların </a:t>
            </a:r>
            <a:r>
              <a:rPr lang="tr-TR" sz="1400" b="1" dirty="0">
                <a:solidFill>
                  <a:schemeClr val="bg1"/>
                </a:solidFill>
              </a:rPr>
              <a:t>düzenlerinde değişiklikler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14</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r>
              <a:rPr lang="tr-TR" sz="1600" dirty="0"/>
              <a:t>Mevcut bir </a:t>
            </a:r>
            <a:r>
              <a:rPr lang="tr-TR" sz="1600" dirty="0" err="1"/>
              <a:t>slaytınızın</a:t>
            </a:r>
            <a:r>
              <a:rPr lang="tr-TR" sz="1600" dirty="0"/>
              <a:t> düzenini değiştirmek için o </a:t>
            </a:r>
            <a:r>
              <a:rPr lang="tr-TR" sz="1600" dirty="0" err="1"/>
              <a:t>slaytın</a:t>
            </a:r>
            <a:r>
              <a:rPr lang="tr-TR" sz="1600" dirty="0"/>
              <a:t> Normal görünümde slaytlar sekmesinde yer alan slaytların küçük resim görüntüleri üzerinde sağ tıklayın ve açılan menüden </a:t>
            </a:r>
            <a:r>
              <a:rPr lang="tr-TR" sz="1600" b="1" i="1" dirty="0"/>
              <a:t>Düzen</a:t>
            </a:r>
            <a:r>
              <a:rPr lang="tr-TR" sz="1600" dirty="0"/>
              <a:t> seçeneğini üzerine gelerek alternatif diğer slayt düzenlerinden birini seçiniz. </a:t>
            </a:r>
            <a:endParaRPr lang="tr-TR" sz="1600" dirty="0" smtClean="0"/>
          </a:p>
          <a:p>
            <a:r>
              <a:rPr lang="tr-TR" sz="1600" dirty="0" smtClean="0"/>
              <a:t>Aynı </a:t>
            </a:r>
            <a:r>
              <a:rPr lang="tr-TR" sz="1600" dirty="0"/>
              <a:t>işlemi</a:t>
            </a:r>
            <a:r>
              <a:rPr lang="tr-TR" sz="1600" i="1" dirty="0"/>
              <a:t> </a:t>
            </a:r>
            <a:r>
              <a:rPr lang="tr-TR" sz="1600" b="1" i="1" dirty="0"/>
              <a:t>Giriş sekmesi&gt;Slaytlar komut gurubu&gt;Düzen</a:t>
            </a:r>
            <a:r>
              <a:rPr lang="tr-TR" sz="1600" b="1" dirty="0"/>
              <a:t> </a:t>
            </a:r>
            <a:r>
              <a:rPr lang="tr-TR" sz="1600" dirty="0"/>
              <a:t>üzerinden de yapabilir.</a:t>
            </a:r>
          </a:p>
        </p:txBody>
      </p:sp>
      <p:pic>
        <p:nvPicPr>
          <p:cNvPr id="13" name="Picture 2" descr="G:\Muhittin Akgül\imajlar\postit.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18065" y="4267200"/>
            <a:ext cx="2325935" cy="2160029"/>
          </a:xfrm>
          <a:prstGeom prst="rect">
            <a:avLst/>
          </a:prstGeom>
          <a:noFill/>
          <a:extLst>
            <a:ext uri="{909E8E84-426E-40DD-AFC4-6F175D3DCCD1}">
              <a14:hiddenFill xmlns:a14="http://schemas.microsoft.com/office/drawing/2010/main">
                <a:solidFill>
                  <a:srgbClr val="FFFFFF"/>
                </a:solidFill>
              </a14:hiddenFill>
            </a:ext>
          </a:extLst>
        </p:spPr>
      </p:pic>
      <p:sp>
        <p:nvSpPr>
          <p:cNvPr id="14" name="Metin kutusu 13"/>
          <p:cNvSpPr txBox="1"/>
          <p:nvPr>
            <p:custDataLst>
              <p:tags r:id="rId6"/>
            </p:custDataLst>
          </p:nvPr>
        </p:nvSpPr>
        <p:spPr>
          <a:xfrm>
            <a:off x="7076616" y="4674629"/>
            <a:ext cx="2001168" cy="1692771"/>
          </a:xfrm>
          <a:prstGeom prst="rect">
            <a:avLst/>
          </a:prstGeom>
          <a:noFill/>
        </p:spPr>
        <p:txBody>
          <a:bodyPr wrap="square" rtlCol="0">
            <a:spAutoFit/>
          </a:bodyPr>
          <a:lstStyle/>
          <a:p>
            <a:r>
              <a:rPr lang="tr-TR" sz="1300" dirty="0"/>
              <a:t>Slaytta zaten olan içerikle ilgili doğru türden yeterli  yer tutucunun bulunmadığı bir düzeni uygularsanız otomatik olarak bu içeriği kapsayacak ek yer tutucular oluşturulur.</a:t>
            </a:r>
          </a:p>
        </p:txBody>
      </p:sp>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Bir </a:t>
            </a:r>
            <a:r>
              <a:rPr lang="tr-TR" sz="20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slaytda</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ya da tüm slaytlarda arka planın rengini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a:t>
            </a:r>
            <a:r>
              <a:rPr lang="tr-TR" sz="1400" b="1" dirty="0" smtClean="0">
                <a:solidFill>
                  <a:schemeClr val="bg1"/>
                </a:solidFill>
              </a:rPr>
              <a:t>Slaytların </a:t>
            </a:r>
            <a:r>
              <a:rPr lang="tr-TR" sz="1400" b="1" dirty="0">
                <a:solidFill>
                  <a:schemeClr val="bg1"/>
                </a:solidFill>
              </a:rPr>
              <a:t>düzenlerinde değişiklikler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15</a:t>
            </a:fld>
            <a:endParaRPr lang="tr-TR"/>
          </a:p>
        </p:txBody>
      </p:sp>
      <p:sp>
        <p:nvSpPr>
          <p:cNvPr id="7" name="Metin kutusu 6"/>
          <p:cNvSpPr txBox="1"/>
          <p:nvPr>
            <p:custDataLst>
              <p:tags r:id="rId5"/>
            </p:custDataLst>
          </p:nvPr>
        </p:nvSpPr>
        <p:spPr>
          <a:xfrm>
            <a:off x="533400" y="1371600"/>
            <a:ext cx="7772400" cy="2308324"/>
          </a:xfrm>
          <a:prstGeom prst="rect">
            <a:avLst/>
          </a:prstGeom>
          <a:noFill/>
        </p:spPr>
        <p:txBody>
          <a:bodyPr wrap="square" rtlCol="0">
            <a:spAutoFit/>
          </a:bodyPr>
          <a:lstStyle/>
          <a:p>
            <a:pPr marL="342900" indent="-342900">
              <a:buFont typeface="+mj-lt"/>
              <a:buAutoNum type="arabicPeriod"/>
            </a:pPr>
            <a:r>
              <a:rPr lang="tr-TR" sz="1600" dirty="0"/>
              <a:t>Arka plan rengi eklemek istediğiniz slaydı veya   birden fazla slayt seçmek için bir slaydı ve CTRL tuşunu basılı tutarak diğer slaytları tıklatın.</a:t>
            </a:r>
          </a:p>
          <a:p>
            <a:pPr marL="342900" indent="-342900">
              <a:buFont typeface="+mj-lt"/>
              <a:buAutoNum type="arabicPeriod"/>
            </a:pPr>
            <a:r>
              <a:rPr lang="tr-TR" sz="1600" dirty="0"/>
              <a:t> </a:t>
            </a:r>
            <a:r>
              <a:rPr lang="tr-TR" sz="1600" b="1" i="1" dirty="0" smtClean="0"/>
              <a:t>Tasarım </a:t>
            </a:r>
            <a:r>
              <a:rPr lang="tr-TR" sz="1600" b="1" i="1" dirty="0"/>
              <a:t>sekmesi&gt; Arka plan komut grubu&gt;Arka Plan Stilleri &gt; Arka Planı </a:t>
            </a:r>
            <a:r>
              <a:rPr lang="tr-TR" sz="1600" b="1" i="1" dirty="0" err="1"/>
              <a:t>Biçimlendir</a:t>
            </a:r>
            <a:r>
              <a:rPr lang="tr-TR" sz="1600" dirty="0" err="1"/>
              <a:t>'i</a:t>
            </a:r>
            <a:r>
              <a:rPr lang="tr-TR" sz="1600" dirty="0"/>
              <a:t> tıklatın. </a:t>
            </a:r>
          </a:p>
          <a:p>
            <a:pPr marL="342900" indent="-342900">
              <a:buFont typeface="+mj-lt"/>
              <a:buAutoNum type="arabicPeriod"/>
            </a:pPr>
            <a:r>
              <a:rPr lang="tr-TR" sz="1600" b="1" i="1" dirty="0" smtClean="0"/>
              <a:t>Dolgu </a:t>
            </a:r>
            <a:r>
              <a:rPr lang="tr-TR" sz="1600" b="1" i="1" dirty="0"/>
              <a:t>seçeneği</a:t>
            </a:r>
            <a:r>
              <a:rPr lang="tr-TR" sz="1600" dirty="0"/>
              <a:t> ve </a:t>
            </a:r>
            <a:r>
              <a:rPr lang="tr-TR" sz="1600" b="1" i="1" dirty="0"/>
              <a:t>Düz </a:t>
            </a:r>
            <a:r>
              <a:rPr lang="tr-TR" sz="1600" b="1" i="1" dirty="0" err="1"/>
              <a:t>Dolgu</a:t>
            </a:r>
            <a:r>
              <a:rPr lang="tr-TR" sz="1600" dirty="0" err="1"/>
              <a:t>'yu</a:t>
            </a:r>
            <a:r>
              <a:rPr lang="tr-TR" sz="1600" dirty="0"/>
              <a:t> tıklatın.</a:t>
            </a:r>
          </a:p>
          <a:p>
            <a:pPr marL="342900" indent="-342900">
              <a:buFont typeface="+mj-lt"/>
              <a:buAutoNum type="arabicPeriod"/>
            </a:pPr>
            <a:r>
              <a:rPr lang="tr-TR" sz="1600" dirty="0" smtClean="0"/>
              <a:t>Renk </a:t>
            </a:r>
            <a:r>
              <a:rPr lang="tr-TR" sz="1600" dirty="0"/>
              <a:t>düğmesini ( </a:t>
            </a:r>
            <a:r>
              <a:rPr lang="tr-TR" sz="1600" dirty="0" smtClean="0"/>
              <a:t>           ) </a:t>
            </a:r>
            <a:r>
              <a:rPr lang="tr-TR" sz="1600" dirty="0"/>
              <a:t>ve sonra da kullanmak istediğiniz rengi tıklatın. </a:t>
            </a:r>
            <a:endParaRPr lang="tr-TR" sz="1600" dirty="0" smtClean="0"/>
          </a:p>
          <a:p>
            <a:pPr marL="342900" indent="-342900">
              <a:buFont typeface="+mj-lt"/>
              <a:buAutoNum type="arabicPeriod"/>
            </a:pPr>
            <a:r>
              <a:rPr lang="tr-TR" sz="1600" dirty="0" smtClean="0"/>
              <a:t>Arka </a:t>
            </a:r>
            <a:r>
              <a:rPr lang="tr-TR" sz="1600" dirty="0"/>
              <a:t>plan saydamlığını değiştirmek için Saydam kaydırma ibresini kullanın. </a:t>
            </a:r>
          </a:p>
          <a:p>
            <a:pPr marL="342900" indent="-342900">
              <a:buFont typeface="+mj-lt"/>
              <a:buAutoNum type="arabicPeriod"/>
            </a:pPr>
            <a:r>
              <a:rPr lang="tr-TR" sz="1600" dirty="0" smtClean="0"/>
              <a:t>Rengi </a:t>
            </a:r>
            <a:r>
              <a:rPr lang="tr-TR" sz="1600" dirty="0"/>
              <a:t>kendi seçtiğiniz slaytlara uygulamak için </a:t>
            </a:r>
            <a:r>
              <a:rPr lang="tr-TR" sz="1600" i="1" dirty="0" err="1"/>
              <a:t>Kapat</a:t>
            </a:r>
            <a:r>
              <a:rPr lang="tr-TR" sz="1600" dirty="0" err="1"/>
              <a:t>'ı</a:t>
            </a:r>
            <a:r>
              <a:rPr lang="tr-TR" sz="1600" dirty="0"/>
              <a:t> tıklatın veya rengi sununuzdaki tüm slaytlara uygulamak için </a:t>
            </a:r>
            <a:r>
              <a:rPr lang="tr-TR" sz="1600" i="1" dirty="0"/>
              <a:t>Tümüne </a:t>
            </a:r>
            <a:r>
              <a:rPr lang="tr-TR" sz="1600" i="1" dirty="0" err="1"/>
              <a:t>Uygula</a:t>
            </a:r>
            <a:r>
              <a:rPr lang="tr-TR" sz="1600" dirty="0" err="1"/>
              <a:t>'yı</a:t>
            </a:r>
            <a:r>
              <a:rPr lang="tr-TR" sz="1600" dirty="0"/>
              <a:t> tıklatın.</a:t>
            </a:r>
          </a:p>
        </p:txBody>
      </p:sp>
      <p:pic>
        <p:nvPicPr>
          <p:cNvPr id="13" name="Resim 12"/>
          <p:cNvPicPr/>
          <p:nvPr/>
        </p:nvPicPr>
        <p:blipFill>
          <a:blip r:embed="rId12"/>
          <a:stretch>
            <a:fillRect/>
          </a:stretch>
        </p:blipFill>
        <p:spPr>
          <a:xfrm>
            <a:off x="2438399" y="2667000"/>
            <a:ext cx="494665" cy="294640"/>
          </a:xfrm>
          <a:prstGeom prst="rect">
            <a:avLst/>
          </a:prstGeom>
        </p:spPr>
      </p:pic>
      <p:pic>
        <p:nvPicPr>
          <p:cNvPr id="14" name="Picture 2" descr="G:\Muhittin Akgül\imajlar\postit.gif"/>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18065" y="4267200"/>
            <a:ext cx="2325935" cy="2160029"/>
          </a:xfrm>
          <a:prstGeom prst="rect">
            <a:avLst/>
          </a:prstGeom>
          <a:noFill/>
          <a:extLst>
            <a:ext uri="{909E8E84-426E-40DD-AFC4-6F175D3DCCD1}">
              <a14:hiddenFill xmlns:a14="http://schemas.microsoft.com/office/drawing/2010/main">
                <a:solidFill>
                  <a:srgbClr val="FFFFFF"/>
                </a:solidFill>
              </a14:hiddenFill>
            </a:ext>
          </a:extLst>
        </p:spPr>
      </p:pic>
      <p:sp>
        <p:nvSpPr>
          <p:cNvPr id="15" name="Metin kutusu 14"/>
          <p:cNvSpPr txBox="1"/>
          <p:nvPr>
            <p:custDataLst>
              <p:tags r:id="rId6"/>
            </p:custDataLst>
          </p:nvPr>
        </p:nvSpPr>
        <p:spPr>
          <a:xfrm>
            <a:off x="7076616" y="4674629"/>
            <a:ext cx="2001168" cy="1600438"/>
          </a:xfrm>
          <a:prstGeom prst="rect">
            <a:avLst/>
          </a:prstGeom>
          <a:noFill/>
        </p:spPr>
        <p:txBody>
          <a:bodyPr wrap="square" rtlCol="0">
            <a:spAutoFit/>
          </a:bodyPr>
          <a:lstStyle/>
          <a:p>
            <a:r>
              <a:rPr lang="tr-TR" sz="1400" b="1" dirty="0" smtClean="0"/>
              <a:t>Saydamlık</a:t>
            </a:r>
          </a:p>
          <a:p>
            <a:r>
              <a:rPr lang="tr-TR" sz="1400" dirty="0" smtClean="0"/>
              <a:t>Bir </a:t>
            </a:r>
            <a:r>
              <a:rPr lang="tr-TR" sz="1400" dirty="0"/>
              <a:t>nesnenin pikselleri arasından ne kadar ışığın geçtiğini tanımlayan nitelik. Bir nesne yüzde 100 saydamsa, nesnenin arkası </a:t>
            </a:r>
            <a:r>
              <a:rPr lang="tr-TR" sz="1400" dirty="0" err="1"/>
              <a:t>görebilebilir</a:t>
            </a:r>
            <a:r>
              <a:rPr lang="tr-TR" sz="1400" dirty="0"/>
              <a:t>.</a:t>
            </a:r>
          </a:p>
        </p:txBody>
      </p:sp>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fade">
                                      <p:cBhvr>
                                        <p:cTn id="4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Sunumda tasarım şablonlarının kullanımı</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tema </a:t>
            </a:r>
            <a:r>
              <a:rPr lang="tr-TR" sz="1400" b="1" dirty="0" smtClean="0">
                <a:solidFill>
                  <a:schemeClr val="bg1"/>
                </a:solidFill>
              </a:rPr>
              <a:t>uygular </a:t>
            </a:r>
            <a:r>
              <a:rPr lang="tr-TR" sz="1400" b="1" dirty="0">
                <a:solidFill>
                  <a:schemeClr val="bg1"/>
                </a:solidFill>
              </a:rPr>
              <a:t>ve değişiklikler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16</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Sununuza bir tema uygulamak son derece kolaydır. </a:t>
            </a:r>
            <a:r>
              <a:rPr lang="tr-TR" sz="1600" b="1" i="1" dirty="0"/>
              <a:t>Tasarım sekmesi &gt; Temalar </a:t>
            </a:r>
            <a:r>
              <a:rPr lang="tr-TR" sz="1600" dirty="0"/>
              <a:t>komut grubunda yer alan ve </a:t>
            </a:r>
            <a:r>
              <a:rPr lang="tr-TR" sz="1600" dirty="0" err="1"/>
              <a:t>herbirinin</a:t>
            </a:r>
            <a:r>
              <a:rPr lang="tr-TR" sz="1600" dirty="0"/>
              <a:t> bir temayı simgelediği küçük resminden birini seçiniz. </a:t>
            </a:r>
          </a:p>
        </p:txBody>
      </p:sp>
      <p:pic>
        <p:nvPicPr>
          <p:cNvPr id="13" name="Resim 12"/>
          <p:cNvPicPr/>
          <p:nvPr/>
        </p:nvPicPr>
        <p:blipFill>
          <a:blip r:embed="rId12"/>
          <a:stretch>
            <a:fillRect/>
          </a:stretch>
        </p:blipFill>
        <p:spPr>
          <a:xfrm>
            <a:off x="1171948" y="2057400"/>
            <a:ext cx="6924586" cy="710625"/>
          </a:xfrm>
          <a:prstGeom prst="rect">
            <a:avLst/>
          </a:prstGeom>
        </p:spPr>
      </p:pic>
      <p:sp>
        <p:nvSpPr>
          <p:cNvPr id="14" name="Metin kutusu 13"/>
          <p:cNvSpPr txBox="1"/>
          <p:nvPr>
            <p:custDataLst>
              <p:tags r:id="rId6"/>
            </p:custDataLst>
          </p:nvPr>
        </p:nvSpPr>
        <p:spPr>
          <a:xfrm>
            <a:off x="533400" y="2815792"/>
            <a:ext cx="7772400" cy="584775"/>
          </a:xfrm>
          <a:prstGeom prst="rect">
            <a:avLst/>
          </a:prstGeom>
          <a:noFill/>
        </p:spPr>
        <p:txBody>
          <a:bodyPr wrap="square" rtlCol="0">
            <a:spAutoFit/>
          </a:bodyPr>
          <a:lstStyle/>
          <a:p>
            <a:r>
              <a:rPr lang="tr-TR" sz="1600" dirty="0"/>
              <a:t>Böylece bu seçmiş olduğunuz tema tüm sunuya uygulanmış olacaktır ve tek bir tıklatmayla sununuzu yeniden biçimlendirme işlemi gerçekleştirilmiş olur.</a:t>
            </a:r>
          </a:p>
        </p:txBody>
      </p:sp>
      <p:pic>
        <p:nvPicPr>
          <p:cNvPr id="1026"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95664" y="3400567"/>
            <a:ext cx="4647872" cy="3380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fade">
                                      <p:cBhvr>
                                        <p:cTn id="1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Sunumda kullanılan tasarım şablonun bir başkası ile değiştirilmesi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tema </a:t>
            </a:r>
            <a:r>
              <a:rPr lang="tr-TR" sz="1400" b="1" dirty="0" smtClean="0">
                <a:solidFill>
                  <a:schemeClr val="bg1"/>
                </a:solidFill>
              </a:rPr>
              <a:t>uygular </a:t>
            </a:r>
            <a:r>
              <a:rPr lang="tr-TR" sz="1400" b="1" dirty="0">
                <a:solidFill>
                  <a:schemeClr val="bg1"/>
                </a:solidFill>
              </a:rPr>
              <a:t>ve değişiklikler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17</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dirty="0"/>
              <a:t>Bir temadan diğerine geçmek için aynı yöntem tekrar edilir. </a:t>
            </a:r>
            <a:r>
              <a:rPr lang="tr-TR" sz="1600" b="1" i="1" dirty="0"/>
              <a:t>Tasarım sekmesi &gt; Temalar </a:t>
            </a:r>
            <a:r>
              <a:rPr lang="tr-TR" sz="1600" dirty="0"/>
              <a:t>komut grubunda yer alan başka bir tema seçildiğinde temanız diğeri ile değiştirilmiş olacaktır.</a:t>
            </a:r>
          </a:p>
        </p:txBody>
      </p:sp>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Sunumda kullanılan tasarım şablonlarının renk ve yazı tipi özelliklerinin değiştirilmesi </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tema uygular ve değişiklikler 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18</a:t>
            </a:fld>
            <a:endParaRPr lang="tr-TR"/>
          </a:p>
        </p:txBody>
      </p:sp>
      <p:sp>
        <p:nvSpPr>
          <p:cNvPr id="7" name="Metin kutusu 6"/>
          <p:cNvSpPr txBox="1"/>
          <p:nvPr>
            <p:custDataLst>
              <p:tags r:id="rId5"/>
            </p:custDataLst>
          </p:nvPr>
        </p:nvSpPr>
        <p:spPr>
          <a:xfrm>
            <a:off x="533400" y="1371600"/>
            <a:ext cx="7772400" cy="830997"/>
          </a:xfrm>
          <a:prstGeom prst="rect">
            <a:avLst/>
          </a:prstGeom>
          <a:noFill/>
        </p:spPr>
        <p:txBody>
          <a:bodyPr wrap="square" rtlCol="0">
            <a:spAutoFit/>
          </a:bodyPr>
          <a:lstStyle/>
          <a:p>
            <a:r>
              <a:rPr lang="tr-TR" sz="1600" b="1" i="1" dirty="0"/>
              <a:t>Tasarım Sekmesi &gt; Temalar grubu &gt; Renkler</a:t>
            </a:r>
            <a:r>
              <a:rPr lang="tr-TR" sz="1600" dirty="0"/>
              <a:t> tıklanarak açılan tema renkleri kartelasında bu renk düzenlerinin adının yanındaki renkler, söz konusu renk düzenine ait arka plan, metin, vurgu ve köprü renklerini gösterir. </a:t>
            </a:r>
          </a:p>
        </p:txBody>
      </p:sp>
      <p:grpSp>
        <p:nvGrpSpPr>
          <p:cNvPr id="17" name="Grup 16"/>
          <p:cNvGrpSpPr/>
          <p:nvPr/>
        </p:nvGrpSpPr>
        <p:grpSpPr>
          <a:xfrm>
            <a:off x="1066800" y="2362200"/>
            <a:ext cx="4621274" cy="2631440"/>
            <a:chOff x="1066800" y="2362200"/>
            <a:chExt cx="4621274" cy="2631440"/>
          </a:xfrm>
        </p:grpSpPr>
        <p:pic>
          <p:nvPicPr>
            <p:cNvPr id="13" name="Resim 12"/>
            <p:cNvPicPr/>
            <p:nvPr/>
          </p:nvPicPr>
          <p:blipFill>
            <a:blip r:embed="rId13"/>
            <a:stretch>
              <a:fillRect/>
            </a:stretch>
          </p:blipFill>
          <p:spPr>
            <a:xfrm>
              <a:off x="1066800" y="2362200"/>
              <a:ext cx="1389380" cy="2631440"/>
            </a:xfrm>
            <a:prstGeom prst="rect">
              <a:avLst/>
            </a:prstGeom>
          </p:spPr>
        </p:pic>
        <p:pic>
          <p:nvPicPr>
            <p:cNvPr id="14" name="Resim 13"/>
            <p:cNvPicPr/>
            <p:nvPr/>
          </p:nvPicPr>
          <p:blipFill>
            <a:blip r:embed="rId14"/>
            <a:stretch>
              <a:fillRect/>
            </a:stretch>
          </p:blipFill>
          <p:spPr>
            <a:xfrm>
              <a:off x="3405884" y="2485707"/>
              <a:ext cx="2282190" cy="2384425"/>
            </a:xfrm>
            <a:prstGeom prst="rect">
              <a:avLst/>
            </a:prstGeom>
          </p:spPr>
        </p:pic>
        <p:sp>
          <p:nvSpPr>
            <p:cNvPr id="3" name="Dikdörtgen 2"/>
            <p:cNvSpPr/>
            <p:nvPr>
              <p:custDataLst>
                <p:tags r:id="rId7"/>
              </p:custDataLst>
            </p:nvPr>
          </p:nvSpPr>
          <p:spPr>
            <a:xfrm>
              <a:off x="1219200" y="4648200"/>
              <a:ext cx="838200" cy="2219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5" name="Düz Ok Bağlayıcısı 14"/>
            <p:cNvCxnSpPr>
              <a:stCxn id="3" idx="3"/>
            </p:cNvCxnSpPr>
            <p:nvPr/>
          </p:nvCxnSpPr>
          <p:spPr>
            <a:xfrm flipV="1">
              <a:off x="2057400" y="4343400"/>
              <a:ext cx="1348484" cy="415766"/>
            </a:xfrm>
            <a:prstGeom prst="straightConnector1">
              <a:avLst/>
            </a:prstGeom>
            <a:ln>
              <a:solidFill>
                <a:srgbClr val="FF0000"/>
              </a:solidFill>
              <a:tailEnd type="arrow"/>
            </a:ln>
          </p:spPr>
          <p:style>
            <a:lnRef idx="1">
              <a:schemeClr val="accent2"/>
            </a:lnRef>
            <a:fillRef idx="0">
              <a:schemeClr val="accent2"/>
            </a:fillRef>
            <a:effectRef idx="0">
              <a:schemeClr val="accent2"/>
            </a:effectRef>
            <a:fontRef idx="minor">
              <a:schemeClr val="tx1"/>
            </a:fontRef>
          </p:style>
        </p:cxnSp>
      </p:grpSp>
      <p:sp>
        <p:nvSpPr>
          <p:cNvPr id="16" name="Metin kutusu 15"/>
          <p:cNvSpPr txBox="1"/>
          <p:nvPr>
            <p:custDataLst>
              <p:tags r:id="rId6"/>
            </p:custDataLst>
          </p:nvPr>
        </p:nvSpPr>
        <p:spPr>
          <a:xfrm>
            <a:off x="6005014" y="2408317"/>
            <a:ext cx="2681785" cy="2585323"/>
          </a:xfrm>
          <a:prstGeom prst="rect">
            <a:avLst/>
          </a:prstGeom>
          <a:noFill/>
        </p:spPr>
        <p:txBody>
          <a:bodyPr wrap="square" rtlCol="0">
            <a:spAutoFit/>
          </a:bodyPr>
          <a:lstStyle/>
          <a:p>
            <a:r>
              <a:rPr lang="tr-TR" sz="1600" dirty="0"/>
              <a:t>Kendi tema renkleri kümenizi oluşturmak için </a:t>
            </a:r>
            <a:r>
              <a:rPr lang="tr-TR" sz="1600" dirty="0" smtClean="0"/>
              <a:t>yanda </a:t>
            </a:r>
            <a:r>
              <a:rPr lang="tr-TR" sz="1600" dirty="0"/>
              <a:t>görülen </a:t>
            </a:r>
            <a:r>
              <a:rPr lang="tr-TR" sz="1600" b="1" i="1" dirty="0"/>
              <a:t>Yeni Tema Renkleri Oluştur </a:t>
            </a:r>
            <a:r>
              <a:rPr lang="tr-TR" sz="1600" dirty="0" smtClean="0"/>
              <a:t>tıklanır ve </a:t>
            </a:r>
            <a:r>
              <a:rPr lang="tr-TR" sz="1600" dirty="0"/>
              <a:t>açılan iletişim kutusunu kullanarak kendinizin vereceği bir isim ile beraber belirleyeceğiniz renkleri renk düzeni olarak kaydedebilirsiniz.</a:t>
            </a:r>
          </a:p>
          <a:p>
            <a:endParaRPr lang="tr-TR" dirty="0"/>
          </a:p>
        </p:txBody>
      </p:sp>
    </p:spTree>
    <p:custDataLst>
      <p:tags r:id="rId1"/>
    </p:custDataLst>
    <p:extLst>
      <p:ext uri="{BB962C8B-B14F-4D97-AF65-F5344CB8AC3E}">
        <p14:creationId xmlns:p14="http://schemas.microsoft.com/office/powerpoint/2010/main" val="244668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Sunumda kullanılan tasarım şablonlarının renk ve yazı tipi özelliklerinin değiştirilmesi </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tema uygular ve değişiklikler 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19</a:t>
            </a:fld>
            <a:endParaRPr lang="tr-TR"/>
          </a:p>
        </p:txBody>
      </p:sp>
      <p:sp>
        <p:nvSpPr>
          <p:cNvPr id="16" name="Metin kutusu 15"/>
          <p:cNvSpPr txBox="1"/>
          <p:nvPr>
            <p:custDataLst>
              <p:tags r:id="rId5"/>
            </p:custDataLst>
          </p:nvPr>
        </p:nvSpPr>
        <p:spPr>
          <a:xfrm>
            <a:off x="6005014" y="2408317"/>
            <a:ext cx="2681785" cy="2585323"/>
          </a:xfrm>
          <a:prstGeom prst="rect">
            <a:avLst/>
          </a:prstGeom>
          <a:noFill/>
        </p:spPr>
        <p:txBody>
          <a:bodyPr wrap="square" rtlCol="0">
            <a:spAutoFit/>
          </a:bodyPr>
          <a:lstStyle/>
          <a:p>
            <a:r>
              <a:rPr lang="tr-TR" sz="1600" dirty="0" smtClean="0"/>
              <a:t>Benzer bir işlem yapılarak </a:t>
            </a:r>
            <a:r>
              <a:rPr lang="tr-TR" sz="1600" dirty="0"/>
              <a:t>sununuzun yazı tipleri düzeninin </a:t>
            </a:r>
            <a:r>
              <a:rPr lang="tr-TR" sz="1600" dirty="0" smtClean="0"/>
              <a:t>değiştirebilir  </a:t>
            </a:r>
            <a:r>
              <a:rPr lang="tr-TR" sz="1600" dirty="0"/>
              <a:t>veya </a:t>
            </a:r>
            <a:r>
              <a:rPr lang="tr-TR" sz="1600" b="1" dirty="0"/>
              <a:t>Yeni Tema Yazı Tipleri Oluştur</a:t>
            </a:r>
            <a:r>
              <a:rPr lang="tr-TR" sz="1600" dirty="0"/>
              <a:t> seçeneği kullanarak başlık ve gövde yazı tiplerini kendiniz belirleyebilir ve bunları kendi vereceğiniz bir isimle kaydedebilirsiniz.</a:t>
            </a:r>
          </a:p>
          <a:p>
            <a:endParaRPr lang="tr-TR" dirty="0"/>
          </a:p>
        </p:txBody>
      </p:sp>
      <p:grpSp>
        <p:nvGrpSpPr>
          <p:cNvPr id="22" name="Grup 21"/>
          <p:cNvGrpSpPr/>
          <p:nvPr/>
        </p:nvGrpSpPr>
        <p:grpSpPr>
          <a:xfrm>
            <a:off x="994097" y="2365612"/>
            <a:ext cx="4647878" cy="3255010"/>
            <a:chOff x="994097" y="2365612"/>
            <a:chExt cx="4647878" cy="3255010"/>
          </a:xfrm>
        </p:grpSpPr>
        <p:pic>
          <p:nvPicPr>
            <p:cNvPr id="18" name="Resim 17"/>
            <p:cNvPicPr/>
            <p:nvPr/>
          </p:nvPicPr>
          <p:blipFill>
            <a:blip r:embed="rId12"/>
            <a:stretch>
              <a:fillRect/>
            </a:stretch>
          </p:blipFill>
          <p:spPr>
            <a:xfrm>
              <a:off x="994097" y="2365612"/>
              <a:ext cx="1448435" cy="3255010"/>
            </a:xfrm>
            <a:prstGeom prst="rect">
              <a:avLst/>
            </a:prstGeom>
          </p:spPr>
        </p:pic>
        <p:pic>
          <p:nvPicPr>
            <p:cNvPr id="19" name="Resim 18" descr="C:\Users\zparlak\AppData\Local\Temp\SNAGHTML6a8067.PNG"/>
            <p:cNvPicPr/>
            <p:nvPr/>
          </p:nvPicPr>
          <p:blipFill>
            <a:blip r:embed="rId13">
              <a:extLst>
                <a:ext uri="{28A0092B-C50C-407E-A947-70E740481C1C}">
                  <a14:useLocalDpi xmlns:a14="http://schemas.microsoft.com/office/drawing/2010/main" val="0"/>
                </a:ext>
              </a:extLst>
            </a:blip>
            <a:srcRect/>
            <a:stretch>
              <a:fillRect/>
            </a:stretch>
          </p:blipFill>
          <p:spPr bwMode="auto">
            <a:xfrm>
              <a:off x="3352800" y="3399430"/>
              <a:ext cx="2289175" cy="986790"/>
            </a:xfrm>
            <a:prstGeom prst="rect">
              <a:avLst/>
            </a:prstGeom>
            <a:noFill/>
            <a:ln>
              <a:noFill/>
            </a:ln>
          </p:spPr>
        </p:pic>
        <p:sp>
          <p:nvSpPr>
            <p:cNvPr id="6" name="Dikdörtgen 5"/>
            <p:cNvSpPr/>
            <p:nvPr>
              <p:custDataLst>
                <p:tags r:id="rId6"/>
              </p:custDataLst>
            </p:nvPr>
          </p:nvSpPr>
          <p:spPr>
            <a:xfrm>
              <a:off x="994097" y="5410200"/>
              <a:ext cx="1448435" cy="2104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1" name="Düz Ok Bağlayıcısı 20"/>
            <p:cNvCxnSpPr>
              <a:stCxn id="6" idx="3"/>
              <a:endCxn id="19" idx="1"/>
            </p:cNvCxnSpPr>
            <p:nvPr/>
          </p:nvCxnSpPr>
          <p:spPr>
            <a:xfrm flipV="1">
              <a:off x="2442532" y="3892825"/>
              <a:ext cx="910268" cy="162258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241551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Değiştirilmiş tasarımların şablon olarak kaydedilmesi ve başka bir sunuda kullanılması </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Değişiklik yapılan temayı </a:t>
            </a:r>
            <a:r>
              <a:rPr lang="tr-TR" sz="1400" b="1" dirty="0" smtClean="0">
                <a:solidFill>
                  <a:schemeClr val="bg1"/>
                </a:solidFill>
              </a:rPr>
              <a:t>kaydeder </a:t>
            </a:r>
            <a:r>
              <a:rPr lang="tr-TR" sz="1400" b="1" dirty="0">
                <a:solidFill>
                  <a:schemeClr val="bg1"/>
                </a:solidFill>
              </a:rPr>
              <a:t>ve tekrar </a:t>
            </a:r>
            <a:r>
              <a:rPr lang="tr-TR" sz="1400" b="1" dirty="0" smtClean="0">
                <a:solidFill>
                  <a:schemeClr val="bg1"/>
                </a:solidFill>
              </a:rPr>
              <a:t>kullanır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20</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r>
              <a:rPr lang="tr-TR" sz="1600" dirty="0"/>
              <a:t>Tasarım sekmesinde  Temaların küçük resimlerini  </a:t>
            </a:r>
            <a:r>
              <a:rPr lang="tr-TR" sz="1600" dirty="0" smtClean="0"/>
              <a:t>genişletin </a:t>
            </a:r>
            <a:r>
              <a:rPr lang="tr-TR" sz="1600" dirty="0"/>
              <a:t>ve </a:t>
            </a:r>
            <a:r>
              <a:rPr lang="tr-TR" sz="1600" b="1" i="1" dirty="0"/>
              <a:t>Geçerli Temayı Kaydet</a:t>
            </a:r>
            <a:r>
              <a:rPr lang="tr-TR" sz="1600" dirty="0"/>
              <a:t>’ e </a:t>
            </a:r>
            <a:r>
              <a:rPr lang="tr-TR" sz="1600" dirty="0" smtClean="0"/>
              <a:t>tıklayın.</a:t>
            </a:r>
          </a:p>
          <a:p>
            <a:r>
              <a:rPr lang="tr-TR" sz="1600" dirty="0" smtClean="0"/>
              <a:t>Üzerinde </a:t>
            </a:r>
            <a:r>
              <a:rPr lang="tr-TR" sz="1600" dirty="0"/>
              <a:t>değişikler yaptığınız temayı kendi vereceğiniz bir isimle kullandığınız bilgisayarda ofis dokümanlarının temalarının olduğu alana kaydedebilirsiniz.</a:t>
            </a:r>
          </a:p>
        </p:txBody>
      </p:sp>
      <p:pic>
        <p:nvPicPr>
          <p:cNvPr id="14" name="Resim 13"/>
          <p:cNvPicPr/>
          <p:nvPr/>
        </p:nvPicPr>
        <p:blipFill>
          <a:blip r:embed="rId11"/>
          <a:stretch>
            <a:fillRect/>
          </a:stretch>
        </p:blipFill>
        <p:spPr>
          <a:xfrm>
            <a:off x="813697" y="2586314"/>
            <a:ext cx="2438400" cy="3814486"/>
          </a:xfrm>
          <a:prstGeom prst="rect">
            <a:avLst/>
          </a:prstGeom>
        </p:spPr>
      </p:pic>
      <p:pic>
        <p:nvPicPr>
          <p:cNvPr id="15" name="Resim 14" descr="C:\Users\zparlak\AppData\Local\Temp\SNAGHTML7f0159.PNG"/>
          <p:cNvPicPr/>
          <p:nvPr/>
        </p:nvPicPr>
        <p:blipFill>
          <a:blip r:embed="rId12">
            <a:extLst>
              <a:ext uri="{28A0092B-C50C-407E-A947-70E740481C1C}">
                <a14:useLocalDpi xmlns:a14="http://schemas.microsoft.com/office/drawing/2010/main" val="0"/>
              </a:ext>
            </a:extLst>
          </a:blip>
          <a:srcRect/>
          <a:stretch>
            <a:fillRect/>
          </a:stretch>
        </p:blipFill>
        <p:spPr bwMode="auto">
          <a:xfrm>
            <a:off x="3615684" y="2783840"/>
            <a:ext cx="4718549" cy="3540760"/>
          </a:xfrm>
          <a:prstGeom prst="rect">
            <a:avLst/>
          </a:prstGeom>
          <a:noFill/>
          <a:ln>
            <a:noFill/>
          </a:ln>
        </p:spPr>
      </p:pic>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 içindeki slaytlara farklı tasarımlar uygulamak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Sunuya tema </a:t>
            </a:r>
            <a:r>
              <a:rPr lang="tr-TR" sz="1400" b="1" dirty="0" smtClean="0">
                <a:solidFill>
                  <a:schemeClr val="bg1"/>
                </a:solidFill>
              </a:rPr>
              <a:t>uygular </a:t>
            </a:r>
            <a:r>
              <a:rPr lang="tr-TR" sz="1400" b="1" dirty="0">
                <a:solidFill>
                  <a:schemeClr val="bg1"/>
                </a:solidFill>
              </a:rPr>
              <a:t>ve değişiklikler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21</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Sunu içinde genel tasarımdan ziyade bazı slaytlara farklı tasarımlar vermek isteyebilirsiniz. Bu değişiklikleri yapmak istediğiniz </a:t>
            </a:r>
            <a:r>
              <a:rPr lang="tr-TR" sz="1600" dirty="0" err="1"/>
              <a:t>slaytı</a:t>
            </a:r>
            <a:r>
              <a:rPr lang="tr-TR" sz="1600" dirty="0"/>
              <a:t> ya da </a:t>
            </a:r>
            <a:r>
              <a:rPr lang="tr-TR" sz="1600" b="1" dirty="0" err="1"/>
              <a:t>Ctrl</a:t>
            </a:r>
            <a:r>
              <a:rPr lang="tr-TR" sz="1600" dirty="0"/>
              <a:t> tuşuna basarak birden fazla </a:t>
            </a:r>
            <a:r>
              <a:rPr lang="tr-TR" sz="1600" dirty="0" err="1"/>
              <a:t>slaytı</a:t>
            </a:r>
            <a:r>
              <a:rPr lang="tr-TR" sz="1600" dirty="0"/>
              <a:t> seçiniz. </a:t>
            </a:r>
          </a:p>
        </p:txBody>
      </p:sp>
      <p:sp>
        <p:nvSpPr>
          <p:cNvPr id="13" name="Metin kutusu 12"/>
          <p:cNvSpPr txBox="1"/>
          <p:nvPr>
            <p:custDataLst>
              <p:tags r:id="rId6"/>
            </p:custDataLst>
          </p:nvPr>
        </p:nvSpPr>
        <p:spPr>
          <a:xfrm>
            <a:off x="533400" y="1988416"/>
            <a:ext cx="7772400" cy="830997"/>
          </a:xfrm>
          <a:prstGeom prst="rect">
            <a:avLst/>
          </a:prstGeom>
          <a:noFill/>
        </p:spPr>
        <p:txBody>
          <a:bodyPr wrap="square" rtlCol="0">
            <a:spAutoFit/>
          </a:bodyPr>
          <a:lstStyle/>
          <a:p>
            <a:pPr marL="342900" lvl="0" indent="-342900">
              <a:buFont typeface="+mj-lt"/>
              <a:buAutoNum type="arabicPeriod"/>
            </a:pPr>
            <a:r>
              <a:rPr lang="tr-TR" sz="1600" dirty="0"/>
              <a:t>Tasarım sekmesinden bir tema veya yazıtipi  düzeni veya renk düzeni üzerinde sağ tıklayınız.</a:t>
            </a:r>
          </a:p>
          <a:p>
            <a:pPr marL="342900" lvl="0" indent="-342900">
              <a:buFont typeface="+mj-lt"/>
              <a:buAutoNum type="arabicPeriod"/>
            </a:pPr>
            <a:r>
              <a:rPr lang="tr-TR" sz="1600" i="1" dirty="0"/>
              <a:t>Seçili slaytlara uygula</a:t>
            </a:r>
            <a:r>
              <a:rPr lang="tr-TR" sz="1600" dirty="0"/>
              <a:t> seçeneğini seçtiğinizde değişiklikler uygulanmış olacaktır.</a:t>
            </a:r>
          </a:p>
        </p:txBody>
      </p:sp>
      <p:pic>
        <p:nvPicPr>
          <p:cNvPr id="14" name="Resim 13"/>
          <p:cNvPicPr/>
          <p:nvPr/>
        </p:nvPicPr>
        <p:blipFill>
          <a:blip r:embed="rId13"/>
          <a:stretch>
            <a:fillRect/>
          </a:stretch>
        </p:blipFill>
        <p:spPr>
          <a:xfrm>
            <a:off x="3181667" y="2810334"/>
            <a:ext cx="3375217" cy="1609266"/>
          </a:xfrm>
          <a:prstGeom prst="rect">
            <a:avLst/>
          </a:prstGeom>
        </p:spPr>
      </p:pic>
      <p:sp>
        <p:nvSpPr>
          <p:cNvPr id="15" name="Metin kutusu 14"/>
          <p:cNvSpPr txBox="1"/>
          <p:nvPr>
            <p:custDataLst>
              <p:tags r:id="rId7"/>
            </p:custDataLst>
          </p:nvPr>
        </p:nvSpPr>
        <p:spPr>
          <a:xfrm>
            <a:off x="533400" y="4572000"/>
            <a:ext cx="7772400" cy="584775"/>
          </a:xfrm>
          <a:prstGeom prst="rect">
            <a:avLst/>
          </a:prstGeom>
          <a:noFill/>
        </p:spPr>
        <p:txBody>
          <a:bodyPr wrap="square" rtlCol="0">
            <a:spAutoFit/>
          </a:bodyPr>
          <a:lstStyle/>
          <a:p>
            <a:pPr marL="342900" lvl="0" indent="-342900">
              <a:buFont typeface="+mj-lt"/>
              <a:buAutoNum type="arabicPeriod" startAt="3"/>
            </a:pPr>
            <a:r>
              <a:rPr lang="tr-TR" sz="1600" dirty="0"/>
              <a:t>Daha önce bu şekilde değişiklik yapılmış slaytlarınız varsa yapacağınız </a:t>
            </a:r>
            <a:r>
              <a:rPr lang="tr-TR" sz="1600" dirty="0" err="1"/>
              <a:t>deişikliklerin</a:t>
            </a:r>
            <a:r>
              <a:rPr lang="tr-TR" sz="1600" dirty="0"/>
              <a:t> sadece bunlara uygulanmasını istiyorsanız </a:t>
            </a:r>
            <a:r>
              <a:rPr lang="tr-TR" sz="1600" i="1" dirty="0"/>
              <a:t>Eşleşen Slaytlara Uygula </a:t>
            </a:r>
            <a:r>
              <a:rPr lang="tr-TR" sz="1600" dirty="0"/>
              <a:t>seçeneğini seçin.</a:t>
            </a:r>
          </a:p>
        </p:txBody>
      </p:sp>
    </p:spTree>
    <p:custDataLst>
      <p:tags r:id="rId1"/>
    </p:custDataLst>
    <p:extLst>
      <p:ext uri="{BB962C8B-B14F-4D97-AF65-F5344CB8AC3E}">
        <p14:creationId xmlns:p14="http://schemas.microsoft.com/office/powerpoint/2010/main" val="2237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Belirli slaytlardaki ve tüm slaytlardaki altbilgiye metin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alt bilgi, slayt numarası ve tarih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22</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Sununuzda bir veya daha fazla slaydın veya </a:t>
            </a:r>
            <a:r>
              <a:rPr lang="tr-TR" sz="1600" dirty="0" err="1"/>
              <a:t>dinyeyici</a:t>
            </a:r>
            <a:r>
              <a:rPr lang="tr-TR" sz="1600" dirty="0"/>
              <a:t> notunun en altına metin ekleyebilirsiniz.</a:t>
            </a:r>
          </a:p>
        </p:txBody>
      </p:sp>
      <p:sp>
        <p:nvSpPr>
          <p:cNvPr id="13" name="Metin kutusu 12"/>
          <p:cNvSpPr txBox="1"/>
          <p:nvPr>
            <p:custDataLst>
              <p:tags r:id="rId6"/>
            </p:custDataLst>
          </p:nvPr>
        </p:nvSpPr>
        <p:spPr>
          <a:xfrm>
            <a:off x="533400" y="1905000"/>
            <a:ext cx="7772400" cy="584775"/>
          </a:xfrm>
          <a:prstGeom prst="rect">
            <a:avLst/>
          </a:prstGeom>
          <a:noFill/>
        </p:spPr>
        <p:txBody>
          <a:bodyPr wrap="square" rtlCol="0">
            <a:spAutoFit/>
          </a:bodyPr>
          <a:lstStyle/>
          <a:p>
            <a:pPr marL="342900" lvl="0" indent="-342900">
              <a:buFont typeface="+mj-lt"/>
              <a:buAutoNum type="arabicPeriod"/>
            </a:pPr>
            <a:r>
              <a:rPr lang="tr-TR" sz="1600" b="1" i="1" dirty="0"/>
              <a:t>Ekle sekmesi &gt; Metin komut grubunda&gt; Üstbilgi ve Altbilgi </a:t>
            </a:r>
            <a:r>
              <a:rPr lang="tr-TR" sz="1600" dirty="0"/>
              <a:t>öğesini seçin. Üstbilgi ve Altbilgi iletişim kutusu açılacaktır.</a:t>
            </a:r>
          </a:p>
        </p:txBody>
      </p:sp>
      <p:pic>
        <p:nvPicPr>
          <p:cNvPr id="14" name="Resim 13"/>
          <p:cNvPicPr/>
          <p:nvPr/>
        </p:nvPicPr>
        <p:blipFill>
          <a:blip r:embed="rId13"/>
          <a:stretch>
            <a:fillRect/>
          </a:stretch>
        </p:blipFill>
        <p:spPr>
          <a:xfrm>
            <a:off x="4276725" y="2209800"/>
            <a:ext cx="2047875" cy="1709420"/>
          </a:xfrm>
          <a:prstGeom prst="rect">
            <a:avLst/>
          </a:prstGeom>
        </p:spPr>
      </p:pic>
      <p:sp>
        <p:nvSpPr>
          <p:cNvPr id="15" name="Metin kutusu 14"/>
          <p:cNvSpPr txBox="1"/>
          <p:nvPr>
            <p:custDataLst>
              <p:tags r:id="rId7"/>
            </p:custDataLst>
          </p:nvPr>
        </p:nvSpPr>
        <p:spPr>
          <a:xfrm>
            <a:off x="533400" y="3962400"/>
            <a:ext cx="7772400" cy="2062103"/>
          </a:xfrm>
          <a:prstGeom prst="rect">
            <a:avLst/>
          </a:prstGeom>
          <a:noFill/>
        </p:spPr>
        <p:txBody>
          <a:bodyPr wrap="square" rtlCol="0">
            <a:spAutoFit/>
          </a:bodyPr>
          <a:lstStyle/>
          <a:p>
            <a:pPr marL="342900" lvl="0" indent="-342900">
              <a:buFont typeface="+mj-lt"/>
              <a:buAutoNum type="arabicPeriod" startAt="2"/>
            </a:pPr>
            <a:r>
              <a:rPr lang="tr-TR" sz="1600" dirty="0"/>
              <a:t>Üstbilgi ve Altbilgi iletişim kutusunda, </a:t>
            </a:r>
            <a:r>
              <a:rPr lang="tr-TR" sz="1600" b="1" i="1" dirty="0"/>
              <a:t>Slayt</a:t>
            </a:r>
            <a:r>
              <a:rPr lang="tr-TR" sz="1600" dirty="0"/>
              <a:t> sekmesinde, </a:t>
            </a:r>
            <a:r>
              <a:rPr lang="tr-TR" sz="1600" b="1" i="1" dirty="0" err="1"/>
              <a:t>Altbilgi</a:t>
            </a:r>
            <a:r>
              <a:rPr lang="tr-TR" sz="1600" dirty="0" err="1"/>
              <a:t>'yi</a:t>
            </a:r>
            <a:r>
              <a:rPr lang="tr-TR" sz="1600" dirty="0"/>
              <a:t> seçin ve slaydın alt bölümünde ortada görünmesini istediğiniz metni yazın. </a:t>
            </a:r>
          </a:p>
          <a:p>
            <a:pPr marL="342900" lvl="0" indent="-342900">
              <a:buFont typeface="+mj-lt"/>
              <a:buAutoNum type="arabicPeriod" startAt="2"/>
            </a:pPr>
            <a:r>
              <a:rPr lang="tr-TR" sz="1600" dirty="0"/>
              <a:t>Metnin başlık slaydında görünmemesini sağlamak için </a:t>
            </a:r>
            <a:r>
              <a:rPr lang="tr-TR" sz="1600" b="1" i="1" dirty="0"/>
              <a:t>Başlık slaydında gösterme </a:t>
            </a:r>
            <a:r>
              <a:rPr lang="tr-TR" sz="1600" dirty="0"/>
              <a:t>onay kutusunu seçin.</a:t>
            </a:r>
          </a:p>
          <a:p>
            <a:pPr marL="342900" lvl="0" indent="-342900">
              <a:buFont typeface="+mj-lt"/>
              <a:buAutoNum type="arabicPeriod" startAt="2"/>
            </a:pPr>
            <a:r>
              <a:rPr lang="tr-TR" sz="1600" dirty="0"/>
              <a:t>Altbilgiyi yalnızca seçili slaytta görüntülemek için </a:t>
            </a:r>
            <a:r>
              <a:rPr lang="tr-TR" sz="1600" b="1" i="1" dirty="0" err="1"/>
              <a:t>Uygula</a:t>
            </a:r>
            <a:r>
              <a:rPr lang="tr-TR" sz="1600" dirty="0" err="1"/>
              <a:t>'yı</a:t>
            </a:r>
            <a:r>
              <a:rPr lang="tr-TR" sz="1600" dirty="0"/>
              <a:t>,  tüm slaytlarda görüntülemek için </a:t>
            </a:r>
            <a:r>
              <a:rPr lang="tr-TR" sz="1600" b="1" i="1" dirty="0"/>
              <a:t>Tümüne </a:t>
            </a:r>
            <a:r>
              <a:rPr lang="tr-TR" sz="1600" b="1" i="1" dirty="0" err="1"/>
              <a:t>Uygula</a:t>
            </a:r>
            <a:r>
              <a:rPr lang="tr-TR" sz="1600" dirty="0" err="1"/>
              <a:t>'yı</a:t>
            </a:r>
            <a:r>
              <a:rPr lang="tr-TR" sz="1600" dirty="0"/>
              <a:t> tıklatın. </a:t>
            </a:r>
            <a:endParaRPr lang="tr-TR" sz="1600" dirty="0" smtClean="0"/>
          </a:p>
          <a:p>
            <a:pPr marL="342900" lvl="0" indent="-342900">
              <a:buFont typeface="+mj-lt"/>
              <a:buAutoNum type="arabicPeriod" startAt="2"/>
            </a:pPr>
            <a:r>
              <a:rPr lang="tr-TR" sz="1600" dirty="0" smtClean="0"/>
              <a:t>Dinleyici </a:t>
            </a:r>
            <a:r>
              <a:rPr lang="tr-TR" sz="1600" dirty="0"/>
              <a:t>notuna altbilgi eklemek için Üstbilgi ve Altbilgi iletişim kutusunda Notlar ve Dinleyici Notları sekmesini seçin ve 2. maddeden itibaren aynı işlemleri tekrar edin</a:t>
            </a:r>
            <a:r>
              <a:rPr lang="tr-TR" sz="1600" dirty="0" smtClean="0"/>
              <a:t>.</a:t>
            </a:r>
            <a:endParaRPr lang="tr-TR" sz="1600" dirty="0"/>
          </a:p>
        </p:txBody>
      </p:sp>
    </p:spTree>
    <p:custDataLst>
      <p:tags r:id="rId1"/>
    </p:custDataLst>
    <p:extLst>
      <p:ext uri="{BB962C8B-B14F-4D97-AF65-F5344CB8AC3E}">
        <p14:creationId xmlns:p14="http://schemas.microsoft.com/office/powerpoint/2010/main" val="20503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500"/>
                                        <p:tgtEl>
                                          <p:spTgt spid="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xEl>
                                              <p:pRg st="1" end="1"/>
                                            </p:txEl>
                                          </p:spTgt>
                                        </p:tgtEl>
                                        <p:attrNameLst>
                                          <p:attrName>style.visibility</p:attrName>
                                        </p:attrNameLst>
                                      </p:cBhvr>
                                      <p:to>
                                        <p:strVal val="visible"/>
                                      </p:to>
                                    </p:set>
                                    <p:animEffect transition="in" filter="fade">
                                      <p:cBhvr>
                                        <p:cTn id="20" dur="500"/>
                                        <p:tgtEl>
                                          <p:spTgt spid="1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animEffect transition="in" filter="fade">
                                      <p:cBhvr>
                                        <p:cTn id="25" dur="500"/>
                                        <p:tgtEl>
                                          <p:spTgt spid="1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xEl>
                                              <p:pRg st="3" end="3"/>
                                            </p:txEl>
                                          </p:spTgt>
                                        </p:tgtEl>
                                        <p:attrNameLst>
                                          <p:attrName>style.visibility</p:attrName>
                                        </p:attrNameLst>
                                      </p:cBhvr>
                                      <p:to>
                                        <p:strVal val="visible"/>
                                      </p:to>
                                    </p:set>
                                    <p:animEffect transition="in" filter="fade">
                                      <p:cBhvr>
                                        <p:cTn id="30"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1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Belirli slaytlardaki ya da tüm slaytlardaki altbilgiye otomatik slayt numaralandır, otomatik tarih güncelleştir (ve güncelleştirme) özelliklerini uygulamak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alt bilgi, slayt numarası ve </a:t>
            </a:r>
            <a:r>
              <a:rPr lang="tr-TR" sz="1400" b="1">
                <a:solidFill>
                  <a:schemeClr val="bg1"/>
                </a:solidFill>
              </a:rPr>
              <a:t>tarih </a:t>
            </a:r>
            <a:r>
              <a:rPr lang="tr-TR" sz="1400" b="1"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23</a:t>
            </a:fld>
            <a:endParaRPr lang="tr-TR"/>
          </a:p>
        </p:txBody>
      </p:sp>
      <p:sp>
        <p:nvSpPr>
          <p:cNvPr id="7" name="Metin kutusu 6"/>
          <p:cNvSpPr txBox="1"/>
          <p:nvPr>
            <p:custDataLst>
              <p:tags r:id="rId5"/>
            </p:custDataLst>
          </p:nvPr>
        </p:nvSpPr>
        <p:spPr>
          <a:xfrm>
            <a:off x="533400" y="1371600"/>
            <a:ext cx="7772400" cy="5016758"/>
          </a:xfrm>
          <a:prstGeom prst="rect">
            <a:avLst/>
          </a:prstGeom>
          <a:noFill/>
        </p:spPr>
        <p:txBody>
          <a:bodyPr wrap="square" rtlCol="0">
            <a:spAutoFit/>
          </a:bodyPr>
          <a:lstStyle/>
          <a:p>
            <a:pPr marL="342900" indent="-342900">
              <a:buFont typeface="+mj-lt"/>
              <a:buAutoNum type="arabicPeriod"/>
            </a:pPr>
            <a:r>
              <a:rPr lang="tr-TR" sz="1600" b="1" i="1" dirty="0"/>
              <a:t>Ekle sekmesi &gt; Metin komut grubunda&gt;  Slayt </a:t>
            </a:r>
            <a:r>
              <a:rPr lang="tr-TR" sz="1600" b="1" i="1" dirty="0" err="1"/>
              <a:t>Numarası</a:t>
            </a:r>
            <a:r>
              <a:rPr lang="tr-TR" sz="1600" dirty="0" err="1"/>
              <a:t>'nı</a:t>
            </a:r>
            <a:r>
              <a:rPr lang="tr-TR" sz="1600" dirty="0"/>
              <a:t> seçin.</a:t>
            </a:r>
          </a:p>
          <a:p>
            <a:pPr marL="342900" indent="-342900">
              <a:buFont typeface="+mj-lt"/>
              <a:buAutoNum type="arabicPeriod"/>
            </a:pPr>
            <a:r>
              <a:rPr lang="tr-TR" sz="1600" dirty="0" smtClean="0"/>
              <a:t>Açılan </a:t>
            </a:r>
            <a:r>
              <a:rPr lang="tr-TR" sz="1600" dirty="0"/>
              <a:t>Üstbilgi ve Altbilgi iletişim kutusunda, Slayt numarası eklemek istiyorsanız </a:t>
            </a:r>
            <a:r>
              <a:rPr lang="tr-TR" sz="1600" b="1" i="1" dirty="0"/>
              <a:t>Slayt</a:t>
            </a:r>
            <a:r>
              <a:rPr lang="tr-TR" sz="1600" dirty="0"/>
              <a:t> sekmesini tıklatıp </a:t>
            </a:r>
            <a:r>
              <a:rPr lang="tr-TR" sz="1600" b="1" i="1" dirty="0"/>
              <a:t>Slayt numarası </a:t>
            </a:r>
            <a:r>
              <a:rPr lang="tr-TR" sz="1600" dirty="0"/>
              <a:t>onay kutusunu, Not sayfası numarası eklemek istiyorsanız </a:t>
            </a:r>
            <a:r>
              <a:rPr lang="tr-TR" sz="1600" b="1" i="1" dirty="0"/>
              <a:t>Notlar ve Dinleyici Notları </a:t>
            </a:r>
            <a:r>
              <a:rPr lang="tr-TR" sz="1600" dirty="0"/>
              <a:t>sekmesini tıklatıp </a:t>
            </a:r>
            <a:r>
              <a:rPr lang="tr-TR" sz="1600" b="1" i="1" dirty="0"/>
              <a:t>Sayfa numarası</a:t>
            </a:r>
            <a:r>
              <a:rPr lang="tr-TR" sz="1600" b="1" dirty="0"/>
              <a:t> </a:t>
            </a:r>
            <a:r>
              <a:rPr lang="tr-TR" sz="1600" dirty="0"/>
              <a:t>onay kutusunu seçin</a:t>
            </a:r>
            <a:r>
              <a:rPr lang="tr-TR" sz="1600" dirty="0" smtClean="0"/>
              <a:t>.</a:t>
            </a:r>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smtClean="0"/>
          </a:p>
          <a:p>
            <a:pPr marL="342900" indent="-342900">
              <a:buFont typeface="+mj-lt"/>
              <a:buAutoNum type="arabicPeriod"/>
            </a:pPr>
            <a:r>
              <a:rPr lang="tr-TR" sz="1600" dirty="0"/>
              <a:t>Tarih ve saat eklemek için </a:t>
            </a:r>
            <a:r>
              <a:rPr lang="tr-TR" sz="1600" b="1" i="1" dirty="0"/>
              <a:t>Tarih ve saat onay </a:t>
            </a:r>
            <a:r>
              <a:rPr lang="tr-TR" sz="1600" dirty="0"/>
              <a:t>kutusunu seçip belirli bir tarihe ayarlamak için </a:t>
            </a:r>
            <a:r>
              <a:rPr lang="tr-TR" sz="1600" b="1" i="1" dirty="0"/>
              <a:t>Sabit</a:t>
            </a:r>
            <a:r>
              <a:rPr lang="tr-TR" sz="1600" dirty="0"/>
              <a:t>'i tıklatın ve Sabit kutusuna istediğiniz tarihi yazın,  sunuyu her açtığınızda ya da yazdırdığınızda tarih ve saatin geçerli tarihi yansıtacak şekilde güncelleştirmesini belirtmek istiyorsanız </a:t>
            </a:r>
            <a:r>
              <a:rPr lang="tr-TR" sz="1600" b="1" i="1" dirty="0"/>
              <a:t>Otomatik </a:t>
            </a:r>
            <a:r>
              <a:rPr lang="tr-TR" sz="1600" b="1" i="1" dirty="0" err="1"/>
              <a:t>güncelleştir</a:t>
            </a:r>
            <a:r>
              <a:rPr lang="tr-TR" sz="1600" dirty="0" err="1"/>
              <a:t>'i</a:t>
            </a:r>
            <a:r>
              <a:rPr lang="tr-TR" sz="1600" dirty="0"/>
              <a:t> tıklatıp istediğiniz tarih ve saat biçimini </a:t>
            </a:r>
            <a:r>
              <a:rPr lang="tr-TR" sz="1600" dirty="0" smtClean="0"/>
              <a:t>seçin.</a:t>
            </a:r>
          </a:p>
          <a:p>
            <a:pPr marL="342900" indent="-342900">
              <a:buFont typeface="+mj-lt"/>
              <a:buAutoNum type="arabicPeriod"/>
            </a:pPr>
            <a:r>
              <a:rPr lang="tr-TR" sz="1600" dirty="0" smtClean="0"/>
              <a:t>Bunların </a:t>
            </a:r>
            <a:r>
              <a:rPr lang="tr-TR" sz="1600" dirty="0"/>
              <a:t>başlık slaydında görünmemesini sağlamak için </a:t>
            </a:r>
            <a:r>
              <a:rPr lang="tr-TR" sz="1600" b="1" i="1" dirty="0"/>
              <a:t>Başlık slaydında gösterme</a:t>
            </a:r>
            <a:r>
              <a:rPr lang="tr-TR" sz="1600" dirty="0"/>
              <a:t> onay kutusunu </a:t>
            </a:r>
            <a:r>
              <a:rPr lang="tr-TR" sz="1600" dirty="0" smtClean="0"/>
              <a:t>seçin.</a:t>
            </a:r>
          </a:p>
          <a:p>
            <a:pPr marL="342900" indent="-342900">
              <a:buFont typeface="+mj-lt"/>
              <a:buAutoNum type="arabicPeriod"/>
            </a:pPr>
            <a:r>
              <a:rPr lang="tr-TR" sz="1600" dirty="0" smtClean="0"/>
              <a:t>Bu </a:t>
            </a:r>
            <a:r>
              <a:rPr lang="tr-TR" sz="1600" dirty="0"/>
              <a:t>işlemleri slaytların ve not sayfalarının tümüne eklemek isterseniz </a:t>
            </a:r>
            <a:r>
              <a:rPr lang="tr-TR" sz="1600" b="1" i="1" dirty="0"/>
              <a:t>Tümüne </a:t>
            </a:r>
            <a:r>
              <a:rPr lang="tr-TR" sz="1600" b="1" i="1" dirty="0" err="1"/>
              <a:t>Uygula</a:t>
            </a:r>
            <a:r>
              <a:rPr lang="tr-TR" sz="1600" dirty="0" err="1"/>
              <a:t>'yı</a:t>
            </a:r>
            <a:r>
              <a:rPr lang="tr-TR" sz="1600" dirty="0"/>
              <a:t> yalnızca seçili slaytta görüntülemek için </a:t>
            </a:r>
            <a:r>
              <a:rPr lang="tr-TR" sz="1600" b="1" i="1" dirty="0" err="1"/>
              <a:t>Uygula</a:t>
            </a:r>
            <a:r>
              <a:rPr lang="tr-TR" sz="1600" dirty="0" err="1"/>
              <a:t>'yı</a:t>
            </a:r>
            <a:r>
              <a:rPr lang="tr-TR" sz="1600" dirty="0"/>
              <a:t> tıklatın. </a:t>
            </a:r>
          </a:p>
        </p:txBody>
      </p:sp>
      <p:pic>
        <p:nvPicPr>
          <p:cNvPr id="13" name="Resim 12"/>
          <p:cNvPicPr/>
          <p:nvPr/>
        </p:nvPicPr>
        <p:blipFill>
          <a:blip r:embed="rId12"/>
          <a:stretch>
            <a:fillRect/>
          </a:stretch>
        </p:blipFill>
        <p:spPr>
          <a:xfrm>
            <a:off x="3548062" y="2416780"/>
            <a:ext cx="2047875" cy="1709420"/>
          </a:xfrm>
          <a:prstGeom prst="rect">
            <a:avLst/>
          </a:prstGeom>
        </p:spPr>
      </p:pic>
      <p:pic>
        <p:nvPicPr>
          <p:cNvPr id="14" name="Picture 2" descr="G:\Muhittin Akgül\imajlar\postit.gif"/>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81616" y="2406511"/>
            <a:ext cx="1728984" cy="1605658"/>
          </a:xfrm>
          <a:prstGeom prst="rect">
            <a:avLst/>
          </a:prstGeom>
          <a:noFill/>
          <a:extLst>
            <a:ext uri="{909E8E84-426E-40DD-AFC4-6F175D3DCCD1}">
              <a14:hiddenFill xmlns:a14="http://schemas.microsoft.com/office/drawing/2010/main">
                <a:solidFill>
                  <a:srgbClr val="FFFFFF"/>
                </a:solidFill>
              </a14:hiddenFill>
            </a:ext>
          </a:extLst>
        </p:spPr>
      </p:pic>
      <p:sp>
        <p:nvSpPr>
          <p:cNvPr id="15" name="Metin kutusu 14"/>
          <p:cNvSpPr txBox="1"/>
          <p:nvPr>
            <p:custDataLst>
              <p:tags r:id="rId6"/>
            </p:custDataLst>
          </p:nvPr>
        </p:nvSpPr>
        <p:spPr>
          <a:xfrm>
            <a:off x="6935184" y="2684601"/>
            <a:ext cx="1599216" cy="1107996"/>
          </a:xfrm>
          <a:prstGeom prst="rect">
            <a:avLst/>
          </a:prstGeom>
          <a:noFill/>
        </p:spPr>
        <p:txBody>
          <a:bodyPr wrap="square" rtlCol="0">
            <a:spAutoFit/>
          </a:bodyPr>
          <a:lstStyle/>
          <a:p>
            <a:r>
              <a:rPr lang="tr-TR" sz="1100" dirty="0"/>
              <a:t>Sununuzda tarihi Sabit olacak şekilde ayarlayarak son değişiklik yaptığınız zamanı kolay bir şekilde izleyebilirsiniz.</a:t>
            </a:r>
          </a:p>
        </p:txBody>
      </p:sp>
    </p:spTree>
    <p:custDataLst>
      <p:tags r:id="rId1"/>
    </p:custDataLst>
    <p:extLst>
      <p:ext uri="{BB962C8B-B14F-4D97-AF65-F5344CB8AC3E}">
        <p14:creationId xmlns:p14="http://schemas.microsoft.com/office/powerpoint/2010/main" val="20503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8" end="8"/>
                                            </p:txEl>
                                          </p:spTgt>
                                        </p:tgtEl>
                                        <p:attrNameLst>
                                          <p:attrName>style.visibility</p:attrName>
                                        </p:attrNameLst>
                                      </p:cBhvr>
                                      <p:to>
                                        <p:strVal val="visible"/>
                                      </p:to>
                                    </p:set>
                                    <p:animEffect transition="in" filter="fade">
                                      <p:cBhvr>
                                        <p:cTn id="20" dur="500"/>
                                        <p:tgtEl>
                                          <p:spTgt spid="7">
                                            <p:txEl>
                                              <p:pRg st="8" end="8"/>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500"/>
                                        <p:tgtEl>
                                          <p:spTgt spid="7">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10" end="10"/>
                                            </p:txEl>
                                          </p:spTgt>
                                        </p:tgtEl>
                                        <p:attrNameLst>
                                          <p:attrName>style.visibility</p:attrName>
                                        </p:attrNameLst>
                                      </p:cBhvr>
                                      <p:to>
                                        <p:strVal val="visible"/>
                                      </p:to>
                                    </p:set>
                                    <p:animEffect transition="in" filter="fade">
                                      <p:cBhvr>
                                        <p:cTn id="36"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0PHOTO" val=""/>
  <p:tag name="MMPROD_0LOGO" val=""/>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Presenter\Documents\My Adobe Presentations\modul2&quot;/&gt;&lt;property id=&quot;20225&quot; value=&quot;C:\Users\zparlak\Desktop\adobe_presenter\&quot;/&gt;&lt;property id=&quot;20226&quot; value=&quot;C:\Users\zparlak\Desktop\powerpoint_ders_notu\modüller\modul1.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1229&quot;/&gt;&lt;property id=&quot;20312&quot; value=&quot;0&quot;/&gt;&lt;/object&gt;&lt;object type=&quot;3&quot; unique_id=&quot;10588&quot;&gt;&lt;property id=&quot;20148&quot; value=&quot;5&quot;/&gt;&lt;property id=&quot;20300&quot; value=&quot;Slide 4 - &amp;quot;Farklı görünüm türlerinin kullanımını anlamak&amp;quot;&quot;/&gt;&lt;property id=&quot;20302&quot; value=&quot;0&quot;/&gt;&lt;property id=&quot;20303&quot; value=&quot;Zekeriya PARLAK&quot;/&gt;&lt;property id=&quot;20307&quot; value=&quot;257&quot;/&gt;&lt;property id=&quot;20309&quot; value=&quot;41229&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1229&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1229&quot;/&gt;&lt;property id=&quot;20312&quot; value=&quot;0&quot;/&gt;&lt;/object&gt;&lt;object type=&quot;3&quot; unique_id=&quot;38008&quot;&gt;&lt;property id=&quot;20148&quot; value=&quot;5&quot;/&gt;&lt;property id=&quot;20300&quot; value=&quot;Slide 5 - &amp;quot;Farklı görünüm türlerinin kullanımını anlamak&amp;quot;&quot;/&gt;&lt;property id=&quot;20302&quot; value=&quot;0&quot;/&gt;&lt;property id=&quot;20303&quot; value=&quot;Zekeriya PARLAK&quot;/&gt;&lt;property id=&quot;20307&quot; value=&quot;263&quot;/&gt;&lt;property id=&quot;20309&quot; value=&quot;41229&quot;/&gt;&lt;property id=&quot;20312&quot; value=&quot;0&quot;/&gt;&lt;/object&gt;&lt;object type=&quot;3&quot; unique_id=&quot;38009&quot;&gt;&lt;property id=&quot;20148&quot; value=&quot;5&quot;/&gt;&lt;property id=&quot;20300&quot; value=&quot;Slide 6 - &amp;quot;Farklı görünüm türlerinin kullanımını anlamak&amp;quot;&quot;/&gt;&lt;property id=&quot;20302&quot; value=&quot;0&quot;/&gt;&lt;property id=&quot;20303&quot; value=&quot;Zekeriya PARLAK&quot;/&gt;&lt;property id=&quot;20307&quot; value=&quot;264&quot;/&gt;&lt;property id=&quot;20309&quot; value=&quot;41229&quot;/&gt;&lt;property id=&quot;20312&quot; value=&quot;0&quot;/&gt;&lt;/object&gt;&lt;object type=&quot;3&quot; unique_id=&quot;38010&quot;&gt;&lt;property id=&quot;20148&quot; value=&quot;5&quot;/&gt;&lt;property id=&quot;20300&quot; value=&quot;Slide 7 - &amp;quot;Farklı görünüm türlerinin kullanımını anlamak&amp;quot;&quot;/&gt;&lt;property id=&quot;20302&quot; value=&quot;0&quot;/&gt;&lt;property id=&quot;20303&quot; value=&quot;Zekeriya PARLAK&quot;/&gt;&lt;property id=&quot;20307&quot; value=&quot;265&quot;/&gt;&lt;property id=&quot;20309&quot; value=&quot;41229&quot;/&gt;&lt;property id=&quot;20312&quot; value=&quot;0&quot;/&gt;&lt;/object&gt;&lt;object type=&quot;3&quot; unique_id=&quot;38011&quot;&gt;&lt;property id=&quot;20148&quot; value=&quot;5&quot;/&gt;&lt;property id=&quot;20300&quot; value=&quot;Slide 8 - &amp;quot;Farklı görünüm türlerinin kullanımını anlamak&amp;quot;&quot;/&gt;&lt;property id=&quot;20302&quot; value=&quot;0&quot;/&gt;&lt;property id=&quot;20303&quot; value=&quot;Zekeriya PARLAK&quot;/&gt;&lt;property id=&quot;20307&quot; value=&quot;266&quot;/&gt;&lt;property id=&quot;20309&quot; value=&quot;41229&quot;/&gt;&lt;property id=&quot;20312&quot; value=&quot;0&quot;/&gt;&lt;/object&gt;&lt;object type=&quot;3&quot; unique_id=&quot;38012&quot;&gt;&lt;property id=&quot;20148&quot; value=&quot;5&quot;/&gt;&lt;property id=&quot;20300&quot; value=&quot;Slide 9 - &amp;quot;Görünüm türleri arasında geçiş&amp;quot;&quot;/&gt;&lt;property id=&quot;20302&quot; value=&quot;0&quot;/&gt;&lt;property id=&quot;20303&quot; value=&quot;Zekeriya PARLAK&quot;/&gt;&lt;property id=&quot;20307&quot; value=&quot;267&quot;/&gt;&lt;property id=&quot;20309&quot; value=&quot;41229&quot;/&gt;&lt;property id=&quot;20312&quot; value=&quot;0&quot;/&gt;&lt;/object&gt;&lt;object type=&quot;3&quot; unique_id=&quot;38013&quot;&gt;&lt;property id=&quot;20148&quot; value=&quot;5&quot;/&gt;&lt;property id=&quot;20300&quot; value=&quot;Slide 10 - &amp;quot;Slayt düzenlerini kullanarak yeni bir slayt eklemek&amp;quot;&quot;/&gt;&lt;property id=&quot;20302&quot; value=&quot;0&quot;/&gt;&lt;property id=&quot;20303&quot; value=&quot;Zekeriya PARLAK&quot;/&gt;&lt;property id=&quot;20307&quot; value=&quot;268&quot;/&gt;&lt;property id=&quot;20309&quot; value=&quot;41229&quot;/&gt;&lt;property id=&quot;20312&quot; value=&quot;0&quot;/&gt;&lt;/object&gt;&lt;object type=&quot;3&quot; unique_id=&quot;38014&quot;&gt;&lt;property id=&quot;20148&quot; value=&quot;5&quot;/&gt;&lt;property id=&quot;20300&quot; value=&quot;Slide 13 - &amp;quot;Slaytlara eklenebilecek içerik türlerini tanımlamak&amp;quot;&quot;/&gt;&lt;property id=&quot;20302&quot; value=&quot;0&quot;/&gt;&lt;property id=&quot;20303&quot; value=&quot;Zekeriya PARLAK&quot;/&gt;&lt;property id=&quot;20307&quot; value=&quot;269&quot;/&gt;&lt;property id=&quot;20309&quot; value=&quot;41229&quot;/&gt;&lt;property id=&quot;20312&quot; value=&quot;0&quot;/&gt;&lt;/object&gt;&lt;object type=&quot;3&quot; unique_id=&quot;38285&quot;&gt;&lt;property id=&quot;20148&quot; value=&quot;5&quot;/&gt;&lt;property id=&quot;20300&quot; value=&quot;Slide 12 - &amp;quot;Slayt düzenlerini kullanarak yeni bir slayt eklemek&amp;quot;&quot;/&gt;&lt;property id=&quot;20302&quot; value=&quot;0&quot;/&gt;&lt;property id=&quot;20303&quot; value=&quot;Zekeriya PARLAK&quot;/&gt;&lt;property id=&quot;20307&quot; value=&quot;271&quot;/&gt;&lt;property id=&quot;20309&quot; value=&quot;41229&quot;/&gt;&lt;property id=&quot;20312&quot; value=&quot;0&quot;/&gt;&lt;/object&gt;&lt;object type=&quot;3&quot; unique_id=&quot;38622&quot;&gt;&lt;property id=&quot;20148&quot; value=&quot;5&quot;/&gt;&lt;property id=&quot;20300&quot; value=&quot;Slide 14 - &amp;quot;Slayt düzenlerini değiştirmek&amp;quot;&quot;/&gt;&lt;property id=&quot;20302&quot; value=&quot;0&quot;/&gt;&lt;property id=&quot;20303&quot; value=&quot;Zekeriya PARLAK&quot;/&gt;&lt;property id=&quot;20307&quot; value=&quot;272&quot;/&gt;&lt;property id=&quot;20309&quot; value=&quot;41229&quot;/&gt;&lt;property id=&quot;20312&quot; value=&quot;0&quot;/&gt;&lt;/object&gt;&lt;object type=&quot;3&quot; unique_id=&quot;38623&quot;&gt;&lt;property id=&quot;20148&quot; value=&quot;5&quot;/&gt;&lt;property id=&quot;20300&quot; value=&quot;Slide 15 - &amp;quot;Bir slaytda ya da tüm slaytlarda arka planın rengini değiştirmek&amp;quot;&quot;/&gt;&lt;property id=&quot;20302&quot; value=&quot;0&quot;/&gt;&lt;property id=&quot;20303&quot; value=&quot;Zekeriya PARLAK&quot;/&gt;&lt;property id=&quot;20307&quot; value=&quot;273&quot;/&gt;&lt;property id=&quot;20309&quot; value=&quot;41229&quot;/&gt;&lt;property id=&quot;20312&quot; value=&quot;0&quot;/&gt;&lt;/object&gt;&lt;object type=&quot;3&quot; unique_id=&quot;38624&quot;&gt;&lt;property id=&quot;20148&quot; value=&quot;5&quot;/&gt;&lt;property id=&quot;20300&quot; value=&quot;Slide 16 - &amp;quot;Sunumda tasarım şablonlarının kullanımı&amp;quot;&quot;/&gt;&lt;property id=&quot;20302&quot; value=&quot;0&quot;/&gt;&lt;property id=&quot;20303&quot; value=&quot;Zekeriya PARLAK&quot;/&gt;&lt;property id=&quot;20307&quot; value=&quot;274&quot;/&gt;&lt;property id=&quot;20309&quot; value=&quot;41229&quot;/&gt;&lt;property id=&quot;20312&quot; value=&quot;0&quot;/&gt;&lt;/object&gt;&lt;object type=&quot;3&quot; unique_id=&quot;38625&quot;&gt;&lt;property id=&quot;20148&quot; value=&quot;5&quot;/&gt;&lt;property id=&quot;20300&quot; value=&quot;Slide 17 - &amp;quot;Sunumda kullanılan tasarım şablonun bir başkası ile değiştirilmesi&amp;quot;&quot;/&gt;&lt;property id=&quot;20302&quot; value=&quot;0&quot;/&gt;&lt;property id=&quot;20303&quot; value=&quot;Zekeriya PARLAK&quot;/&gt;&lt;property id=&quot;20307&quot; value=&quot;275&quot;/&gt;&lt;property id=&quot;20309&quot; value=&quot;41229&quot;/&gt;&lt;property id=&quot;20312&quot; value=&quot;0&quot;/&gt;&lt;/object&gt;&lt;object type=&quot;3&quot; unique_id=&quot;38626&quot;&gt;&lt;property id=&quot;20148&quot; value=&quot;5&quot;/&gt;&lt;property id=&quot;20300&quot; value=&quot;Slide 20 - &amp;quot;Değiştirilmiş tasarımların şablon olarak kaydedilmesi ve başka bir sunuda kullanılması &amp;quot;&quot;/&gt;&lt;property id=&quot;20302&quot; value=&quot;0&quot;/&gt;&lt;property id=&quot;20303&quot; value=&quot;Zekeriya PARLAK&quot;/&gt;&lt;property id=&quot;20307&quot; value=&quot;276&quot;/&gt;&lt;property id=&quot;20309&quot; value=&quot;41229&quot;/&gt;&lt;property id=&quot;20312&quot; value=&quot;0&quot;/&gt;&lt;/object&gt;&lt;object type=&quot;3&quot; unique_id=&quot;38627&quot;&gt;&lt;property id=&quot;20148&quot; value=&quot;5&quot;/&gt;&lt;property id=&quot;20300&quot; value=&quot;Slide 21 - &amp;quot;Sunu içindeki slaytlara farklı tasarımlar uygulamak&amp;quot;&quot;/&gt;&lt;property id=&quot;20302&quot; value=&quot;0&quot;/&gt;&lt;property id=&quot;20303&quot; value=&quot;Zekeriya PARLAK&quot;/&gt;&lt;property id=&quot;20307&quot; value=&quot;277&quot;/&gt;&lt;property id=&quot;20309&quot; value=&quot;41229&quot;/&gt;&lt;property id=&quot;20312&quot; value=&quot;0&quot;/&gt;&lt;/object&gt;&lt;object type=&quot;3&quot; unique_id=&quot;39249&quot;&gt;&lt;property id=&quot;20148&quot; value=&quot;5&quot;/&gt;&lt;property id=&quot;20300&quot; value=&quot;Slide 18 - &amp;quot;Sunumda kullanılan tasarım şablonlarının renk ve yazı tipi özelliklerinin değiştirilmesi &amp;quot;&quot;/&gt;&lt;property id=&quot;20302&quot; value=&quot;0&quot;/&gt;&lt;property id=&quot;20303&quot; value=&quot;Zekeriya PARLAK&quot;/&gt;&lt;property id=&quot;20307&quot; value=&quot;278&quot;/&gt;&lt;property id=&quot;20309&quot; value=&quot;41229&quot;/&gt;&lt;property id=&quot;20312&quot; value=&quot;0&quot;/&gt;&lt;/object&gt;&lt;object type=&quot;3&quot; unique_id=&quot;39334&quot;&gt;&lt;property id=&quot;20148&quot; value=&quot;5&quot;/&gt;&lt;property id=&quot;20300&quot; value=&quot;Slide 19 - &amp;quot;Sunumda kullanılan tasarım şablonlarının renk ve yazı tipi özelliklerinin değiştirilmesi &amp;quot;&quot;/&gt;&lt;property id=&quot;20302&quot; value=&quot;0&quot;/&gt;&lt;property id=&quot;20303&quot; value=&quot;Zekeriya PARLAK&quot;/&gt;&lt;property id=&quot;20307&quot; value=&quot;279&quot;/&gt;&lt;property id=&quot;20309&quot; value=&quot;41229&quot;/&gt;&lt;property id=&quot;20312&quot; value=&quot;0&quot;/&gt;&lt;/object&gt;&lt;object type=&quot;3&quot; unique_id=&quot;39596&quot;&gt;&lt;property id=&quot;20148&quot; value=&quot;5&quot;/&gt;&lt;property id=&quot;20300&quot; value=&quot;Slide 22 - &amp;quot;Belirli slaytlardaki ve tüm slaytlardaki altbilgiye metin eklemek&amp;quot;&quot;/&gt;&lt;property id=&quot;20302&quot; value=&quot;0&quot;/&gt;&lt;property id=&quot;20303&quot; value=&quot;Zekeriya PARLAK&quot;/&gt;&lt;property id=&quot;20307&quot; value=&quot;280&quot;/&gt;&lt;property id=&quot;20309&quot; value=&quot;41229&quot;/&gt;&lt;property id=&quot;20312&quot; value=&quot;0&quot;/&gt;&lt;/object&gt;&lt;object type=&quot;3&quot; unique_id=&quot;39597&quot;&gt;&lt;property id=&quot;20148&quot; value=&quot;5&quot;/&gt;&lt;property id=&quot;20300&quot; value=&quot;Slide 23 - &amp;quot;Belirli slaytlardaki ya da tüm slaytlardaki altbilgiye otomatik slayt numaralandır, otomatik tarih güncelleştir (v&quot;/&gt;&lt;property id=&quot;20302&quot; value=&quot;0&quot;/&gt;&lt;property id=&quot;20303&quot; value=&quot;Zekeriya PARLAK&quot;/&gt;&lt;property id=&quot;20307&quot; value=&quot;281&quot;/&gt;&lt;property id=&quot;20309&quot; value=&quot;41229&quot;/&gt;&lt;property id=&quot;20312&quot; value=&quot;0&quot;/&gt;&lt;/object&gt;&lt;object type=&quot;3&quot; unique_id=&quot;40172&quot;&gt;&lt;property id=&quot;20148&quot; value=&quot;5&quot;/&gt;&lt;property id=&quot;20300&quot; value=&quot;Slide 11 - &amp;quot;Slayt düzenlerini kullanarak yeni bir slayt eklemek&amp;quot;&quot;/&gt;&lt;property id=&quot;20302&quot; value=&quot;0&quot;/&gt;&lt;property id=&quot;20303&quot; value=&quot;Zekeriya PARLAK&quot;/&gt;&lt;property id=&quot;20307&quot; value=&quot;282&quot;/&gt;&lt;property id=&quot;20309&quot; value=&quot;41229&quot;/&gt;&lt;property id=&quot;20312&quot; value=&quot;0&quot;/&gt;&lt;/object&gt;&lt;/object&gt;&lt;object type=&quot;8&quot; unique_id=&quot;10563&quot;&gt;&lt;/object&gt;&lt;object type=&quot;4&quot; unique_id=&quot;10695&quot;&gt;&lt;object type=&quot;5&quot; unique_id=&quot;41229&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1470&quot;&gt;&lt;/object&gt;&lt;/object&gt;&lt;/object&gt;&lt;/database&gt;"/>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1229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1229LOGO"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2,1172478522,C:\Users\Presenter\Desktop\powerpoint_icerikler\moduller\modul2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5E1F5256-0A42-40F5-8C29-B5472B99032F}&quot;/&gt;&lt;isInvalidForFieldText val=&quot;0&quot;/&gt;&lt;Image&gt;&lt;filename val=&quot;C:\Users\PRESEN~1\AppData\Local\Temp\PR\data\asimages\{5E1F5256-0A42-40F5-8C29-B5472B99032F}_1.png&quot;/&gt;&lt;left val=&quot;-27&quot;/&gt;&lt;top val=&quot;207&quot;/&gt;&lt;width val=&quot;379&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1,1172478522,C:\Users\Presenter\Desktop\powerpoint_icerikler\moduller\modul2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ADC1B2D3-F74C-4B28-8825-C1B712120EAD}&quot;/&gt;&lt;isInvalidForFieldText val=&quot;0&quot;/&gt;&lt;Image&gt;&lt;filename val=&quot;C:\Users\PRESEN~1\AppData\Local\Temp\PR\data\asimages\{ADC1B2D3-F74C-4B28-8825-C1B712120EAD}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26&quot;/&gt;&lt;lineCharCount val=&quot;28&quot;/&gt;&lt;lineCharCount val=&quot;48&quot;/&gt;&lt;lineCharCount val=&quot;45&quot;/&gt;&lt;lineCharCount val=&quot;44&quot;/&gt;&lt;lineCharCount val=&quot;55&quot;/&gt;&lt;lineCharCount val=&quot;5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PSNARRATION" val="3,1172478522,C:\Users\Presenter\Desktop\powerpoint_icerikler\moduller\modul2_pptx\Media.ppcx"/>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568187DB-9E36-4A46-AE9C-726670E9D81F}&quot;/&gt;&lt;isInvalidForFieldText val=&quot;0&quot;/&gt;&lt;Image&gt;&lt;filename val=&quot;C:\Users\PRESEN~1\AppData\Local\Temp\PR\data\asimages\{568187DB-9E36-4A46-AE9C-726670E9D81F}_3.png&quot;/&gt;&lt;left val=&quot;25&quot;/&gt;&lt;top val=&quot;30&quot;/&gt;&lt;width val=&quot;659&quot;/&gt;&lt;height val=&quot;62&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0&quot;/&gt;&lt;lineCharCount val=&quot;1&quot;/&gt;&lt;lineCharCount val=&quot;29&quot;/&gt;&lt;lineCharCount val=&quot;27&quot;/&gt;&lt;lineCharCount val=&quot;54&quot;/&gt;&lt;lineCharCount val=&quot;39&quot;/&gt;&lt;lineCharCount val=&quot;17&quot;/&gt;&lt;lineCharCount val=&quot;59&quot;/&gt;&lt;lineCharCount val=&quot;59&quot;/&gt;&lt;lineCharCount val=&quot;37&quot;/&gt;&lt;lineCharCount val=&quot;72&quot;/&gt;&lt;lineCharCount val=&quot;39&quot;/&gt;&lt;lineCharCount val=&quot;47&quot;/&gt;&lt;lineCharCount val=&quot;74&quot;/&gt;&lt;lineCharCount val=&quot;97&quot;/&gt;&lt;lineCharCount val=&quot;95&quot;/&gt;&lt;lineCharCount val=&quot;59&quot;/&gt;&lt;lineCharCount val=&quot;20&quot;/&gt;&lt;lineCharCount val=&quot;73&quot;/&gt;&lt;lineCharCount val=&quot;119&quot;/&gt;&lt;lineCharCount val=&quot;44&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PSNARRATION" val="4,1172478522,C:\Users\Presenter\Desktop\powerpoint_icerikler\moduller\modul2_pptx\Media.ppcx"/>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 name="PRESENTER_SHAPEINFO" val="&lt;ThreeDShapeInfo&gt;&lt;uuid val=&quot;{53A24B73-AEE8-43D8-AECB-C55649572DBE}&quot;/&gt;&lt;isInvalidForFieldText val=&quot;0&quot;/&gt;&lt;Image&gt;&lt;filename val=&quot;C:\Users\PRESEN~1\AppData\Local\Temp\PR\data\asimages\{53A24B73-AEE8-43D8-AECB-C55649572DBE}_4.png&quot;/&gt;&lt;left val=&quot;36&quot;/&gt;&lt;top val=&quot;30&quot;/&gt;&lt;width val=&quot;649&quot;/&gt;&lt;height val=&quot;62&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1&quot;/&gt;&lt;lineCharCount val=&quot;95&quot;/&gt;&lt;lineCharCount val=&quot;57&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PSNARRATION" val="5,1172478522,C:\Users\Presenter\Desktop\powerpoint_icerikler\moduller\modul2_pptx\Media.ppcx"/>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 name="PRESENTER_SHAPEINFO" val="&lt;ThreeDShapeInfo&gt;&lt;uuid val=&quot;{5E75839C-AC74-4F82-9AA7-96F957526D96}&quot;/&gt;&lt;isInvalidForFieldText val=&quot;0&quot;/&gt;&lt;Image&gt;&lt;filename val=&quot;C:\Users\PRESEN~1\AppData\Local\Temp\PR\data\asimages\{5E75839C-AC74-4F82-9AA7-96F957526D96}_5.png&quot;/&gt;&lt;left val=&quot;36&quot;/&gt;&lt;top val=&quot;30&quot;/&gt;&lt;width val=&quot;649&quot;/&gt;&lt;height val=&quot;62&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6&quot;/&gt;&lt;lineCharCount val=&quot;82&quot;/&gt;&lt;lineCharCount val=&quot;87&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PSNARRATION" val="6,1172478522,C:\Users\Presenter\Desktop\powerpoint_icerikler\moduller\modul2_pptx\Media.ppcx"/>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 name="PRESENTER_SHAPEINFO" val="&lt;ThreeDShapeInfo&gt;&lt;uuid val=&quot;{ECBD4B3E-04EB-4C3A-9ACF-8073DE3093F4}&quot;/&gt;&lt;isInvalidForFieldText val=&quot;0&quot;/&gt;&lt;Image&gt;&lt;filename val=&quot;C:\Users\PRESEN~1\AppData\Local\Temp\PR\data\asimages\{ECBD4B3E-04EB-4C3A-9ACF-8073DE3093F4}_6.png&quot;/&gt;&lt;left val=&quot;36&quot;/&gt;&lt;top val=&quot;30&quot;/&gt;&lt;width val=&quot;649&quot;/&gt;&lt;height val=&quot;62&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8&quot;/&gt;&lt;lineCharCount val=&quot;91&quot;/&gt;&lt;lineCharCount val=&quot;87&quot;/&gt;&lt;lineCharCount val=&quot;29&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PSNARRATION" val="7,1172478522,C:\Users\Presenter\Desktop\powerpoint_icerikler\moduller\modul2_pptx\Media.ppcx"/>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 name="PRESENTER_SHAPEINFO" val="&lt;ThreeDShapeInfo&gt;&lt;uuid val=&quot;{C0BA02ED-8673-4191-9D45-B047FDE8D304}&quot;/&gt;&lt;isInvalidForFieldText val=&quot;0&quot;/&gt;&lt;Image&gt;&lt;filename val=&quot;C:\Users\PRESEN~1\AppData\Local\Temp\PR\data\asimages\{C0BA02ED-8673-4191-9D45-B047FDE8D304}_7.png&quot;/&gt;&lt;left val=&quot;36&quot;/&gt;&lt;top val=&quot;30&quot;/&gt;&lt;width val=&quot;649&quot;/&gt;&lt;height val=&quot;62&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1&quot;/&gt;&lt;lineCharCount val=&quot;89&quot;/&gt;&lt;lineCharCount val=&quot;96&quot;/&gt;&lt;lineCharCount val=&quot;54&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PSNARRATION" val="8,1172478522,C:\Users\Presenter\Desktop\powerpoint_icerikler\moduller\modul2_pptx\Media.ppcx"/>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5&quot;/&gt;&lt;/TableIndex&gt;&lt;/ShapeTextInfo&gt;"/>
  <p:tag name="PRESENTER_SHAPEINFO" val="&lt;ThreeDShapeInfo&gt;&lt;uuid val=&quot;{BB0ACE9D-8EE5-4776-89F3-1B851E1B4895}&quot;/&gt;&lt;isInvalidForFieldText val=&quot;0&quot;/&gt;&lt;Image&gt;&lt;filename val=&quot;C:\Users\PRESEN~1\AppData\Local\Temp\PR\data\asimages\{BB0ACE9D-8EE5-4776-89F3-1B851E1B4895}_8.png&quot;/&gt;&lt;left val=&quot;36&quot;/&gt;&lt;top val=&quot;30&quot;/&gt;&lt;width val=&quot;649&quot;/&gt;&lt;height val=&quot;62&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15&quot;/&gt;&lt;lineCharCount val=&quot;90&quot;/&gt;&lt;lineCharCount val=&quot;81&quot;/&gt;&lt;lineCharCount val=&quot;81&quot;/&gt;&lt;lineCharCount val=&quot;25&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PSNARRATION" val="9,1172478522,C:\Users\Presenter\Desktop\powerpoint_icerikler\moduller\modul2_pptx\Media.ppcx"/>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 name="PRESENTER_SHAPEINFO" val="&lt;ThreeDShapeInfo&gt;&lt;uuid val=&quot;{129C43FF-DAA1-46B5-A44C-6A764AFCAD61}&quot;/&gt;&lt;isInvalidForFieldText val=&quot;0&quot;/&gt;&lt;Image&gt;&lt;filename val=&quot;C:\Users\PRESEN~1\AppData\Local\Temp\PR\data\asimages\{129C43FF-DAA1-46B5-A44C-6A764AFCAD61}_9.png&quot;/&gt;&lt;left val=&quot;36&quot;/&gt;&lt;top val=&quot;30&quot;/&gt;&lt;width val=&quot;649&quot;/&gt;&lt;height val=&quot;62&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87&quot;/&gt;&lt;lineCharCount val=&quot;80&quot;/&gt;&lt;lineCharCount val=&quot;80&quot;/&gt;&lt;lineCharCount val=&quot;22&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PSNARRATION" val="10,1172478522,C:\Users\Presenter\Desktop\powerpoint_icerikler\moduller\modul2_pptx\Media.ppcx"/>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8E1BCB1B-2C32-4943-A2F3-4A1F135CB7B6}&quot;/&gt;&lt;isInvalidForFieldText val=&quot;0&quot;/&gt;&lt;Image&gt;&lt;filename val=&quot;C:\Users\PRESEN~1\AppData\Local\Temp\PR\data\asimages\{8E1BCB1B-2C32-4943-A2F3-4A1F135CB7B6}_10.png&quot;/&gt;&lt;left val=&quot;28&quot;/&gt;&lt;top val=&quot;30&quot;/&gt;&lt;width val=&quot;664&quot;/&gt;&lt;height val=&quot;62&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94&quot;/&gt;&lt;lineCharCount val=&quot;86&quot;/&gt;&lt;lineCharCount val=&quot;22&quot;/&gt;&lt;lineCharCount val=&quot;66&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15&quot;/&gt;&lt;lineCharCount val=&quot;23&quot;/&gt;&lt;lineCharCount val=&quot;32&quot;/&gt;&lt;lineCharCount val=&quot;30&quot;/&gt;&lt;lineCharCount val=&quot;30&quot;/&gt;&lt;lineCharCount val=&quot;26&quot;/&gt;&lt;lineCharCount val=&quot;19&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PSNARRATION" val="12,1172478522,C:\Users\Presenter\Desktop\powerpoint_icerikler\moduller\modul2_pptx\Media.ppcx"/>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3EF54381-1382-4FF3-9EDE-4A3D830B5B71}&quot;/&gt;&lt;isInvalidForFieldText val=&quot;0&quot;/&gt;&lt;Image&gt;&lt;filename val=&quot;C:\Users\PRESEN~1\AppData\Local\Temp\PR\data\asimages\{3EF54381-1382-4FF3-9EDE-4A3D830B5B71}_11.png&quot;/&gt;&lt;left val=&quot;28&quot;/&gt;&lt;top val=&quot;30&quot;/&gt;&lt;width val=&quot;664&quot;/&gt;&lt;height val=&quot;62&quot;/&gt;&lt;hasText val=&quot;1&quot;/&gt;&lt;/Image&gt;&lt;/ThreeDShape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77&quot;/&gt;&lt;lineCharCount val=&quot;80&quot;/&gt;&lt;lineCharCount val=&quot;80&quot;/&gt;&lt;lineCharCount val=&quot;58&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PSNARRATION" val="24,1172478522,C:\Users\Presenter\Desktop\powerpoint_icerikler\moduller\modul2_pptx\Media.ppcx"/>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0F264B91-A3AE-4246-88DD-AC8B7796BF60}&quot;/&gt;&lt;isInvalidForFieldText val=&quot;0&quot;/&gt;&lt;Image&gt;&lt;filename val=&quot;C:\Users\PRESEN~1\AppData\Local\Temp\PR\data\asimages\{0F264B91-A3AE-4246-88DD-AC8B7796BF60}_12.png&quot;/&gt;&lt;left val=&quot;28&quot;/&gt;&lt;top val=&quot;30&quot;/&gt;&lt;width val=&quot;664&quot;/&gt;&lt;height val=&quot;62&quot;/&gt;&lt;hasText val=&quot;1&quot;/&gt;&lt;/Image&gt;&lt;/ThreeDShape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4&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77&quot;/&gt;&lt;lineCharCount val=&quot;80&quot;/&gt;&lt;lineCharCount val=&quot;80&quot;/&gt;&lt;lineCharCount val=&quot;16&quot;/&gt;&lt;lineCharCount val=&quot;1&quot;/&gt;&lt;lineCharCount val=&quot;72&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0&quot;/&gt;&lt;lineCharCount val=&quot;17&quot;/&gt;&lt;lineCharCount val=&quot;25&quot;/&gt;&lt;lineCharCount val=&quot;24&quot;/&gt;&lt;lineCharCount val=&quot;20&quot;/&gt;&lt;lineCharCount val=&quot;11&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PSNARRATION" val="13,1172478522,C:\Users\Presenter\Desktop\powerpoint_icerikler\moduller\modul2_pptx\Media.ppcx"/>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625BDCB9-1E2C-4F40-BB63-5AE661CCCF0C}&quot;/&gt;&lt;isInvalidForFieldText val=&quot;0&quot;/&gt;&lt;Image&gt;&lt;filename val=&quot;C:\Users\PRESEN~1\AppData\Local\Temp\PR\data\asimages\{625BDCB9-1E2C-4F40-BB63-5AE661CCCF0C}_13.png&quot;/&gt;&lt;left val=&quot;27&quot;/&gt;&lt;top val=&quot;30&quot;/&gt;&lt;width val=&quot;666&quot;/&gt;&lt;height val=&quot;62&quot;/&gt;&lt;hasText val=&quot;1&quot;/&gt;&lt;/Image&gt;&lt;/ThreeDShape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6&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85&quot;/&gt;&lt;lineCharCount val=&quot;32&quot;/&gt;&lt;lineCharCount val=&quot;67&quot;/&gt;&lt;lineCharCount val=&quot;6&quot;/&gt;&lt;lineCharCount val=&quot;7&quot;/&gt;&lt;lineCharCount val=&quot;16&quot;/&gt;&lt;lineCharCount val=&quot;5&quot;/&gt;&lt;lineCharCount val=&quot;4&quot;/&gt;&lt;lineCharCount val=&quot;6&quot;/&gt;&lt;lineCharCount val=&quot;12&quot;/&gt;&lt;lineCharCount val=&quot;24&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PSNARRATION" val="14,1172478522,C:\Users\Presenter\Desktop\powerpoint_icerikler\moduller\modul2_pptx\Media.ppcx"/>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 name="PRESENTER_SHAPEINFO" val="&lt;ThreeDShapeInfo&gt;&lt;uuid val=&quot;{A3C1E015-34F0-4E6D-B899-E3EA5E88305D}&quot;/&gt;&lt;isInvalidForFieldText val=&quot;0&quot;/&gt;&lt;Image&gt;&lt;filename val=&quot;C:\Users\PRESEN~1\AppData\Local\Temp\PR\data\asimages\{A3C1E015-34F0-4E6D-B899-E3EA5E88305D}_14.png&quot;/&gt;&lt;left val=&quot;36&quot;/&gt;&lt;top val=&quot;30&quot;/&gt;&lt;width val=&quot;649&quot;/&gt;&lt;height val=&quot;62&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85&quot;/&gt;&lt;lineCharCount val=&quot;87&quot;/&gt;&lt;lineCharCount val=&quot;85&quot;/&gt;&lt;lineCharCount val=&quot;10&quot;/&gt;&lt;lineCharCount val=&quot;77&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8&quot;/&gt;&lt;lineCharCount val=&quot;29&quot;/&gt;&lt;lineCharCount val=&quot;14&quot;/&gt;&lt;lineCharCount val=&quot;23&quot;/&gt;&lt;lineCharCount val=&quot;22&quot;/&gt;&lt;lineCharCount val=&quot;18&quot;/&gt;&lt;lineCharCount val=&quot;18&quot;/&gt;&lt;lineCharCount val=&quot;22&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PSNARRATION" val="15,1172478522,C:\Users\Presenter\Desktop\powerpoint_icerikler\moduller\modul2_pptx\Media.ppcx"/>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4&quot;/&gt;&lt;/TableIndex&gt;&lt;/ShapeTextInfo&gt;"/>
  <p:tag name="PRESENTER_SHAPEINFO" val="&lt;ThreeDShapeInfo&gt;&lt;uuid val=&quot;{A77C6B18-1966-4537-975F-EF5544713328}&quot;/&gt;&lt;isInvalidForFieldText val=&quot;0&quot;/&gt;&lt;Image&gt;&lt;filename val=&quot;C:\Users\PRESEN~1\AppData\Local\Temp\PR\data\asimages\{A77C6B18-1966-4537-975F-EF5544713328}_15.png&quot;/&gt;&lt;left val=&quot;36&quot;/&gt;&lt;top val=&quot;36&quot;/&gt;&lt;width val=&quot;649&quot;/&gt;&lt;height val=&quot;46&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92&quot;/&gt;&lt;lineCharCount val=&quot;56&quot;/&gt;&lt;lineCharCount val=&quot;86&quot;/&gt;&lt;lineCharCount val=&quot;11&quot;/&gt;&lt;lineCharCount val=&quot;41&quot;/&gt;&lt;lineCharCount val=&quot;81&quot;/&gt;&lt;lineCharCount val=&quot;76&quot;/&gt;&lt;lineCharCount val=&quot;88&quot;/&gt;&lt;lineCharCount val=&quot;55&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10&quot;/&gt;&lt;lineCharCount val=&quot;24&quot;/&gt;&lt;lineCharCount val=&quot;26&quot;/&gt;&lt;lineCharCount val=&quot;21&quot;/&gt;&lt;lineCharCount val=&quot;25&quot;/&gt;&lt;lineCharCount val=&quot;23&quot;/&gt;&lt;lineCharCount val=&quot;21&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PSNARRATION" val="16,1172478522,C:\Users\Presenter\Desktop\powerpoint_icerikler\moduller\modul2_pptx\Media.ppcx"/>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9&quot;/&gt;&lt;/TableIndex&gt;&lt;/ShapeTextInfo&gt;"/>
  <p:tag name="PRESENTER_SHAPEINFO" val="&lt;ThreeDShapeInfo&gt;&lt;uuid val=&quot;{A7F9AD59-5CE8-404C-AE2F-E486ADBCC80C}&quot;/&gt;&lt;isInvalidForFieldText val=&quot;0&quot;/&gt;&lt;Image&gt;&lt;filename val=&quot;C:\Users\PRESEN~1\AppData\Local\Temp\PR\data\asimages\{A7F9AD59-5CE8-404C-AE2F-E486ADBCC80C}_16.png&quot;/&gt;&lt;left val=&quot;36&quot;/&gt;&lt;top val=&quot;30&quot;/&gt;&lt;width val=&quot;649&quot;/&gt;&lt;height val=&quot;62&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1&quot;/&gt;&lt;lineCharCount val=&quot;87&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8&quot;/&gt;&lt;lineCharCount val=&quot;61&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PSNARRATION" val="17,1172478522,C:\Users\Presenter\Desktop\powerpoint_icerikler\moduller\modul2_pptx\Media.ppcx"/>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6&quot;/&gt;&lt;/TableIndex&gt;&lt;/ShapeTextInfo&gt;"/>
  <p:tag name="PRESENTER_SHAPEINFO" val="&lt;ThreeDShapeInfo&gt;&lt;uuid val=&quot;{408D71DC-C936-4092-B503-1D28B0F08298}&quot;/&gt;&lt;isInvalidForFieldText val=&quot;0&quot;/&gt;&lt;Image&gt;&lt;filename val=&quot;C:\Users\PRESEN~1\AppData\Local\Temp\PR\data\asimages\{408D71DC-C936-4092-B503-1D28B0F08298}_17.png&quot;/&gt;&lt;left val=&quot;36&quot;/&gt;&lt;top val=&quot;36&quot;/&gt;&lt;width val=&quot;649&quot;/&gt;&lt;height val=&quot;46&quot;/&gt;&lt;hasText val=&quot;1&quot;/&gt;&lt;/Image&gt;&lt;/ThreeDShape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6&quot;/&gt;&lt;lineCharCount val=&quot;85&quot;/&gt;&lt;lineCharCount val=&quot;10&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PSNARRATION" val="18,1172478522,C:\Users\Presenter\Desktop\powerpoint_icerikler\moduller\modul2_pptx\Media.ppcx"/>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4&quot;/&gt;&lt;lineCharCount val=&quot;15&quot;/&gt;&lt;/TableIndex&gt;&lt;/ShapeTextInfo&gt;"/>
  <p:tag name="PRESENTER_SHAPEINFO" val="&lt;ThreeDShapeInfo&gt;&lt;uuid val=&quot;{7150CD82-F49B-4355-A27A-7FB365F07A73}&quot;/&gt;&lt;isInvalidForFieldText val=&quot;0&quot;/&gt;&lt;Image&gt;&lt;filename val=&quot;C:\Users\PRESEN~1\AppData\Local\Temp\PR\data\asimages\{7150CD82-F49B-4355-A27A-7FB365F07A73}_18.png&quot;/&gt;&lt;left val=&quot;33&quot;/&gt;&lt;top val=&quot;27&quot;/&gt;&lt;width val=&quot;655&quot;/&gt;&lt;height val=&quot;67&quot;/&gt;&lt;hasText val=&quot;1&quot;/&gt;&lt;/Image&gt;&lt;/ThreeDShape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90&quot;/&gt;&lt;lineCharCount val=&quot;91&quot;/&gt;&lt;lineCharCount val=&quot;36&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9&quot;/&gt;&lt;lineCharCount val=&quot;30&quot;/&gt;&lt;lineCharCount val=&quot;27&quot;/&gt;&lt;lineCharCount val=&quot;28&quot;/&gt;&lt;lineCharCount val=&quot;20&quot;/&gt;&lt;lineCharCount val=&quot;33&quot;/&gt;&lt;lineCharCount val=&quot;25&quot;/&gt;&lt;lineCharCount val=&quot;28&quot;/&gt;&lt;lineCharCount val=&quot;19&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PSNARRATION" val="19,1172478522,C:\Users\Presenter\Desktop\powerpoint_icerikler\moduller\modul2_pptx\Media.ppcx"/>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4&quot;/&gt;&lt;lineCharCount val=&quot;15&quot;/&gt;&lt;/TableIndex&gt;&lt;/ShapeTextInfo&gt;"/>
  <p:tag name="PRESENTER_SHAPEINFO" val="&lt;ThreeDShapeInfo&gt;&lt;uuid val=&quot;{3D5F77FB-FC87-47EB-83DB-07E2BB370D60}&quot;/&gt;&lt;isInvalidForFieldText val=&quot;0&quot;/&gt;&lt;Image&gt;&lt;filename val=&quot;C:\Users\PRESEN~1\AppData\Local\Temp\PR\data\asimages\{3D5F77FB-FC87-47EB-83DB-07E2BB370D60}_19.png&quot;/&gt;&lt;left val=&quot;33&quot;/&gt;&lt;top val=&quot;27&quot;/&gt;&lt;width val=&quot;655&quot;/&gt;&lt;height val=&quot;67&quot;/&gt;&lt;hasText val=&quot;1&quot;/&gt;&lt;/Image&gt;&lt;/ThreeDShape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7&quot;/&gt;&lt;lineCharCount val=&quot;23&quot;/&gt;&lt;lineCharCount val=&quot;31&quot;/&gt;&lt;lineCharCount val=&quot;31&quot;/&gt;&lt;lineCharCount val=&quot;30&quot;/&gt;&lt;lineCharCount val=&quot;30&quot;/&gt;&lt;lineCharCount val=&quot;32&quot;/&gt;&lt;lineCharCount val=&quot;23&quot;/&gt;&lt;lineCharCount val=&quot;19&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PSNARRATION" val="20,1172478522,C:\Users\Presenter\Desktop\powerpoint_icerikler\moduller\modul2_pptx\Media.ppcx"/>
</p:tagLst>
</file>

<file path=ppt/tags/tag1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7&quot;/&gt;&lt;lineCharCount val=&quot;20&quot;/&gt;&lt;/TableIndex&gt;&lt;/ShapeTextInfo&gt;"/>
  <p:tag name="PRESENTER_SHAPEINFO" val="&lt;ThreeDShapeInfo&gt;&lt;uuid val=&quot;{C9362C2C-E144-4379-9DCD-81C215ADF56A}&quot;/&gt;&lt;isInvalidForFieldText val=&quot;0&quot;/&gt;&lt;Image&gt;&lt;filename val=&quot;C:\Users\PRESEN~1\AppData\Local\Temp\PR\data\asimages\{C9362C2C-E144-4379-9DCD-81C215ADF56A}_20.png&quot;/&gt;&lt;left val=&quot;36&quot;/&gt;&lt;top val=&quot;27&quot;/&gt;&lt;width val=&quot;649&quot;/&gt;&lt;height val=&quot;67&quot;/&gt;&lt;hasText val=&quot;1&quot;/&gt;&lt;/Image&gt;&lt;/ThreeDShapeInfo&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3&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88&quot;/&gt;&lt;lineCharCount val=&quot;10&quot;/&gt;&lt;lineCharCount val=&quot;94&quot;/&gt;&lt;lineCharCount val=&quot;63&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PSNARRATION" val="21,1172478522,C:\Users\Presenter\Desktop\powerpoint_icerikler\moduller\modul2_pptx\Media.ppcx"/>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CC9634B2-49D1-4DE4-9298-5C120733D507}&quot;/&gt;&lt;isInvalidForFieldText val=&quot;0&quot;/&gt;&lt;Image&gt;&lt;filename val=&quot;C:\Users\PRESEN~1\AppData\Local\Temp\PR\data\asimages\{CC9634B2-49D1-4DE4-9298-5C120733D507}_21.png&quot;/&gt;&lt;left val=&quot;26&quot;/&gt;&lt;top val=&quot;30&quot;/&gt;&lt;width val=&quot;668&quot;/&gt;&lt;height val=&quot;62&quot;/&gt;&lt;hasText val=&quot;1&quot;/&gt;&lt;/Image&gt;&lt;/ThreeDShape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4&quot;/&gt;&lt;lineCharCount val=&quot;99&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1&quot;/&gt;&lt;lineCharCount val=&quot;12&quot;/&gt;&lt;lineCharCount val=&quot;83&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7&quot;/&gt;&lt;lineCharCount val=&quot;84&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PSNARRATION" val="22,1172478522,C:\Users\Presenter\Desktop\powerpoint_icerikler\moduller\modul2_pptx\Media.ppcx"/>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5&quot;/&gt;&lt;/TableIndex&gt;&lt;/ShapeTextInfo&gt;"/>
  <p:tag name="PRESENTER_SHAPEINFO" val="&lt;ThreeDShapeInfo&gt;&lt;uuid val=&quot;{E87F8ED7-F9D2-48F7-86A3-0677B8F0C77C}&quot;/&gt;&lt;isInvalidForFieldText val=&quot;0&quot;/&gt;&lt;Image&gt;&lt;filename val=&quot;C:\Users\PRESEN~1\AppData\Local\Temp\PR\data\asimages\{E87F8ED7-F9D2-48F7-86A3-0677B8F0C77C}_22.png&quot;/&gt;&lt;left val=&quot;36&quot;/&gt;&lt;top val=&quot;36&quot;/&gt;&lt;width val=&quot;649&quot;/&gt;&lt;height val=&quot;46&quot;/&gt;&lt;hasText val=&quot;1&quot;/&gt;&lt;/Image&gt;&lt;/ThreeDShape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7&quot;/&gt;&lt;lineCharCount val=&quot;17&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5&quot;/&gt;&lt;lineCharCount val=&quot;37&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92&quot;/&gt;&lt;lineCharCount val=&quot;55&quot;/&gt;&lt;lineCharCount val=&quot;83&quot;/&gt;&lt;lineCharCount val=&quot;16&quot;/&gt;&lt;lineCharCount val=&quot;80&quot;/&gt;&lt;lineCharCount val=&quot;46&quot;/&gt;&lt;lineCharCount val=&quot;89&quot;/&gt;&lt;lineCharCount val=&quot;85&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PSNARRATION" val="23,1172478522,C:\Users\Presenter\Desktop\powerpoint_icerikler\moduller\modul2_pptx\Media.ppcx"/>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4&quot;/&gt;&lt;lineCharCount val=&quot;71&quot;/&gt;&lt;/TableIndex&gt;&lt;/ShapeTextInfo&gt;"/>
  <p:tag name="PRESENTER_SHAPEINFO" val="&lt;ThreeDShapeInfo&gt;&lt;uuid val=&quot;{8DA4BE4F-8F58-4DC0-9B77-588A608D804C}&quot;/&gt;&lt;isInvalidForFieldText val=&quot;0&quot;/&gt;&lt;Image&gt;&lt;filename val=&quot;C:\Users\PRESEN~1\AppData\Local\Temp\PR\data\asimages\{8DA4BE4F-8F58-4DC0-9B77-588A608D804C}_23.png&quot;/&gt;&lt;left val=&quot;36&quot;/&gt;&lt;top val=&quot;33&quot;/&gt;&lt;width val=&quot;649&quot;/&gt;&lt;height val=&quot;53&quot;/&gt;&lt;hasText val=&quot;1&quot;/&gt;&lt;/Image&gt;&lt;/ThreeDShape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0&quot;/&gt;&lt;lineCharCount val=&quot;63&quot;/&gt;&lt;lineCharCount val=&quot;90&quot;/&gt;&lt;lineCharCount val=&quot;78&quot;/&gt;&lt;lineCharCount val=&quot;89&quot;/&gt;&lt;lineCharCount val=&quot;7&quot;/&gt;&lt;lineCharCount val=&quot;1&quot;/&gt;&lt;lineCharCount val=&quot;1&quot;/&gt;&lt;lineCharCount val=&quot;1&quot;/&gt;&lt;lineCharCount val=&quot;1&quot;/&gt;&lt;lineCharCount val=&quot;1&quot;/&gt;&lt;lineCharCount val=&quot;1&quot;/&gt;&lt;lineCharCount val=&quot;90&quot;/&gt;&lt;lineCharCount val=&quot;96&quot;/&gt;&lt;lineCharCount val=&quot;85&quot;/&gt;&lt;lineCharCount val=&quot;91&quot;/&gt;&lt;lineCharCount val=&quot;7&quot;/&gt;&lt;lineCharCount val=&quot;85&quot;/&gt;&lt;lineCharCount val=&quot;16&quot;/&gt;&lt;lineCharCount val=&quot;87&quot;/&gt;&lt;lineCharCount val=&quot;62&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3&quot;/&gt;&lt;lineCharCount val=&quot;15&quot;/&gt;&lt;lineCharCount val=&quot;16&quot;/&gt;&lt;lineCharCount val=&quot;22&quot;/&gt;&lt;lineCharCount val=&quot;25&quot;/&gt;&lt;lineCharCount val=&quot;17&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1378</TotalTime>
  <Words>1952</Words>
  <Application>Microsoft Office PowerPoint</Application>
  <PresentationFormat>Ekran Gösterisi (4:3)</PresentationFormat>
  <Paragraphs>206</Paragraphs>
  <Slides>23</Slides>
  <Notes>20</Notes>
  <HiddenSlides>0</HiddenSlides>
  <MMClips>0</MMClips>
  <ScaleCrop>false</ScaleCrop>
  <HeadingPairs>
    <vt:vector size="4" baseType="variant">
      <vt:variant>
        <vt:lpstr>Tema</vt:lpstr>
      </vt:variant>
      <vt:variant>
        <vt:i4>2</vt:i4>
      </vt:variant>
      <vt:variant>
        <vt:lpstr>Slayt Başlıkları</vt:lpstr>
      </vt:variant>
      <vt:variant>
        <vt:i4>23</vt:i4>
      </vt:variant>
    </vt:vector>
  </HeadingPairs>
  <TitlesOfParts>
    <vt:vector size="25" baseType="lpstr">
      <vt:lpstr>Hava Akımı</vt:lpstr>
      <vt:lpstr>Ofis Teması</vt:lpstr>
      <vt:lpstr>PowerPoint</vt:lpstr>
      <vt:lpstr>Öğrenme Hedefleri</vt:lpstr>
      <vt:lpstr>İçindekiler</vt:lpstr>
      <vt:lpstr>Farklı görünüm türlerinin kullanımını anlamak</vt:lpstr>
      <vt:lpstr>Farklı görünüm türlerinin kullanımını anlamak</vt:lpstr>
      <vt:lpstr>Farklı görünüm türlerinin kullanımını anlamak</vt:lpstr>
      <vt:lpstr>Farklı görünüm türlerinin kullanımını anlamak</vt:lpstr>
      <vt:lpstr>Farklı görünüm türlerinin kullanımını anlamak</vt:lpstr>
      <vt:lpstr>Görünüm türleri arasında geçiş</vt:lpstr>
      <vt:lpstr>Slayt düzenlerini kullanarak yeni bir slayt eklemek</vt:lpstr>
      <vt:lpstr>Slayt düzenlerini kullanarak yeni bir slayt eklemek</vt:lpstr>
      <vt:lpstr>Slayt düzenlerini kullanarak yeni bir slayt eklemek</vt:lpstr>
      <vt:lpstr>Slaytlara eklenebilecek içerik türlerini tanımlamak</vt:lpstr>
      <vt:lpstr>Slayt düzenlerini değiştirmek</vt:lpstr>
      <vt:lpstr>Bir slaytda ya da tüm slaytlarda arka planın rengini değiştirmek</vt:lpstr>
      <vt:lpstr>Sunumda tasarım şablonlarının kullanımı</vt:lpstr>
      <vt:lpstr>Sunumda kullanılan tasarım şablonun bir başkası ile değiştirilmesi</vt:lpstr>
      <vt:lpstr>Sunumda kullanılan tasarım şablonlarının renk ve yazı tipi özelliklerinin değiştirilmesi </vt:lpstr>
      <vt:lpstr>Sunumda kullanılan tasarım şablonlarının renk ve yazı tipi özelliklerinin değiştirilmesi </vt:lpstr>
      <vt:lpstr>Değiştirilmiş tasarımların şablon olarak kaydedilmesi ve başka bir sunuda kullanılması </vt:lpstr>
      <vt:lpstr>Sunu içindeki slaytlara farklı tasarımlar uygulamak</vt:lpstr>
      <vt:lpstr>Belirli slaytlardaki ve tüm slaytlardaki altbilgiye metin eklemek</vt:lpstr>
      <vt:lpstr>Belirli slaytlardaki ya da tüm slaytlardaki altbilgiye otomatik slayt numaralandır, otomatik tarih güncelleştir (ve güncelleştirme) özelliklerini uygulamak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366</cp:revision>
  <dcterms:created xsi:type="dcterms:W3CDTF">2011-06-08T08:18:11Z</dcterms:created>
  <dcterms:modified xsi:type="dcterms:W3CDTF">2011-09-17T09:03:12Z</dcterms:modified>
</cp:coreProperties>
</file>