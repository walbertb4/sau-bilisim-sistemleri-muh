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64" r:id="rId5"/>
    <p:sldId id="281" r:id="rId6"/>
    <p:sldId id="325" r:id="rId7"/>
    <p:sldId id="326" r:id="rId8"/>
    <p:sldId id="327" r:id="rId9"/>
  </p:sldIdLst>
  <p:sldSz cx="12188825" cy="6858000"/>
  <p:notesSz cx="6858000" cy="9144000"/>
  <p:defaultTextStyle>
    <a:defPPr rtl="0">
      <a:defRPr lang="tr-T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92" d="100"/>
          <a:sy n="92" d="100"/>
        </p:scale>
        <p:origin x="92" y="44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377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06766E61-8483-4E85-A7AA-B03676934E74}" type="datetime1">
              <a:rPr lang="tr-TR" smtClean="0">
                <a:solidFill>
                  <a:schemeClr val="tx2"/>
                </a:solidFill>
              </a:rPr>
              <a:pPr algn="r" rtl="0"/>
              <a:t>29.10.2024</a:t>
            </a:fld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CFD77566-CD65-4859-9FA1-43956DC85B8C}" type="slidenum">
              <a:rPr lang="tr-TR" smtClean="0">
                <a:solidFill>
                  <a:schemeClr val="tx2"/>
                </a:solidFill>
              </a:rPr>
              <a:pPr algn="r" rtl="0"/>
              <a:t>‹#›</a:t>
            </a:fld>
            <a:endParaRPr lang="tr-T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solidFill>
                  <a:schemeClr val="tx2"/>
                </a:solidFill>
              </a:defRPr>
            </a:lvl1pPr>
          </a:lstStyle>
          <a:p>
            <a:fld id="{D4890AD5-4316-40C1-84C6-5DB9875CE083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 rtlCol="0">
            <a:normAutofit/>
          </a:bodyPr>
          <a:lstStyle>
            <a:lvl1pPr algn="l" rtl="0">
              <a:lnSpc>
                <a:spcPct val="90000"/>
              </a:lnSpc>
              <a:defRPr sz="540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 baseline="0"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9CD94FF-AF33-4AFA-A6D6-D15D6E4AF075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rtlCol="0" anchor="t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260B1F9-9B61-4E5E-BE20-BD0526E05453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121372" y="1608835"/>
            <a:ext cx="4973041" cy="753363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1"/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1117309" y="2590800"/>
            <a:ext cx="4977104" cy="3581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753362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1"/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7559" y="2590800"/>
            <a:ext cx="4977104" cy="3581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74B9DD9-F15D-4B9F-93EF-364AA77EACFA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9802B63-CB18-4428-940D-76000F7D0D7F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A3D9A3A-F2D1-49D2-9940-81A32FD4BC1B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rtlCol="0" anchor="b">
            <a:normAutofit/>
          </a:bodyPr>
          <a:lstStyle>
            <a:lvl1pPr algn="l" rtl="0"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algn="l" rtl="0">
              <a:defRPr sz="1800"/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/>
            </a:lvl8pPr>
            <a:lvl9pPr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7729AD-F7C7-473C-BE4B-248522DE8F48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rtlCol="0" anchor="b">
            <a:normAutofit/>
          </a:bodyPr>
          <a:lstStyle>
            <a:lvl1pPr algn="l" rtl="0"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tr-TR" noProof="0"/>
              <a:t>Resim eklemek için simgeye tıklayın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CFCCC71-70BB-43D3-97CB-6EEE61369627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2393C2F-276E-45A2-A26D-280D43F4DEC0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EE73423-0FCB-43D8-A89E-348919C940EF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tr-TR" noProof="0" dirty="0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4E217E46-B403-4530-8B5B-57B5C1217BD3}" type="datetime1">
              <a:rPr lang="tr-TR" smtClean="0"/>
              <a:pPr/>
              <a:t>29.10.2024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EB37DED6-D4C7-42EE-AB49-D2E39E64FDE4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4672383" y="692696"/>
            <a:ext cx="7008574" cy="3298825"/>
          </a:xfrm>
        </p:spPr>
        <p:txBody>
          <a:bodyPr rtlCol="0">
            <a:normAutofit fontScale="90000"/>
          </a:bodyPr>
          <a:lstStyle/>
          <a:p>
            <a:pPr algn="ctr"/>
            <a:r>
              <a:rPr b="1" dirty="0"/>
              <a:t>Introduction to University Life</a:t>
            </a:r>
            <a:br>
              <a:rPr lang="tr-TR" b="1" dirty="0"/>
            </a:br>
            <a:br>
              <a:rPr lang="tr-TR" b="1" dirty="0"/>
            </a:br>
            <a:br>
              <a:rPr lang="tr-TR" dirty="0"/>
            </a:br>
            <a:r>
              <a:rPr lang="tr-TR" sz="2800" dirty="0"/>
              <a:t>COURSE INTRODUCTION</a:t>
            </a:r>
            <a:endParaRPr sz="28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BF4F790-56CC-40EA-BD8A-AE62F4A27884}"/>
              </a:ext>
            </a:extLst>
          </p:cNvPr>
          <p:cNvSpPr txBox="1"/>
          <p:nvPr/>
        </p:nvSpPr>
        <p:spPr>
          <a:xfrm>
            <a:off x="6094412" y="5013176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Assoc. Prof. Dr. </a:t>
            </a:r>
            <a:r>
              <a:rPr dirty="0" err="1"/>
              <a:t>Havva</a:t>
            </a:r>
            <a:r>
              <a:rPr dirty="0"/>
              <a:t> </a:t>
            </a:r>
            <a:r>
              <a:rPr dirty="0" err="1"/>
              <a:t>Sert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Introduction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University</a:t>
            </a:r>
            <a:r>
              <a:rPr lang="tr-TR" dirty="0"/>
              <a:t> Life</a:t>
            </a:r>
            <a:endParaRPr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6DAE92-4830-C7DC-BA6A-E86B056C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1701800"/>
            <a:ext cx="10508843" cy="4470400"/>
          </a:xfrm>
        </p:spPr>
        <p:txBody>
          <a:bodyPr>
            <a:normAutofit/>
          </a:bodyPr>
          <a:lstStyle/>
          <a:p>
            <a:endParaRPr lang="tr-TR" dirty="0"/>
          </a:p>
          <a:p>
            <a:r>
              <a:rPr dirty="0"/>
              <a:t>The aim is to provide students with information covering social, personal, and academic life skills that will facilitate their adaptation to university life. </a:t>
            </a:r>
            <a:endParaRPr lang="tr-TR" dirty="0"/>
          </a:p>
          <a:p>
            <a:r>
              <a:rPr dirty="0"/>
              <a:t>Within the scope of the course, students are introduced to the academic and administrative units of </a:t>
            </a:r>
            <a:r>
              <a:rPr dirty="0" err="1"/>
              <a:t>Sakarya</a:t>
            </a:r>
            <a:r>
              <a:rPr dirty="0"/>
              <a:t> University, the facilities offered, regulations/guidelines, cultural and scientific events conducted within the university environment, and general information about the city of </a:t>
            </a:r>
            <a:r>
              <a:rPr dirty="0" err="1"/>
              <a:t>Sakarya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950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to University Life Course Topics</a:t>
            </a:r>
            <a:endParaRPr dirty="0"/>
          </a:p>
        </p:txBody>
      </p:sp>
      <p:pic>
        <p:nvPicPr>
          <p:cNvPr id="6" name="İçerik Yer Tutucusu 5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A0857C17-CC47-05FB-3965-329844895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309" y="1791260"/>
            <a:ext cx="10157354" cy="4291480"/>
          </a:xfrm>
          <a:noFill/>
        </p:spPr>
      </p:pic>
    </p:spTree>
    <p:extLst>
      <p:ext uri="{BB962C8B-B14F-4D97-AF65-F5344CB8AC3E}">
        <p14:creationId xmlns:p14="http://schemas.microsoft.com/office/powerpoint/2010/main" val="24906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to University Life Course Topics</a:t>
            </a:r>
            <a:endParaRPr dirty="0"/>
          </a:p>
        </p:txBody>
      </p:sp>
      <p:pic>
        <p:nvPicPr>
          <p:cNvPr id="5" name="İçerik Yer Tutucusu 4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36BEA525-F823-3535-7BC7-B2F8AA2D2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309" y="1715079"/>
            <a:ext cx="10157354" cy="4443841"/>
          </a:xfrm>
          <a:noFill/>
        </p:spPr>
      </p:pic>
    </p:spTree>
    <p:extLst>
      <p:ext uri="{BB962C8B-B14F-4D97-AF65-F5344CB8AC3E}">
        <p14:creationId xmlns:p14="http://schemas.microsoft.com/office/powerpoint/2010/main" val="392717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Introduction to University Life Course Evaluation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6DAE92-4830-C7DC-BA6A-E86B056C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2204864"/>
            <a:ext cx="10508843" cy="352839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3200" dirty="0"/>
              <a:t>1 Mid-Year Evaluation Exam</a:t>
            </a:r>
          </a:p>
          <a:p>
            <a:pPr algn="just">
              <a:lnSpc>
                <a:spcPct val="120000"/>
              </a:lnSpc>
            </a:pPr>
            <a:r>
              <a:rPr lang="en-US" sz="3200" dirty="0"/>
              <a:t>1 End-of-Year Evaluation Exam</a:t>
            </a:r>
          </a:p>
          <a:p>
            <a:pPr algn="just">
              <a:lnSpc>
                <a:spcPct val="120000"/>
              </a:lnSpc>
            </a:pPr>
            <a:r>
              <a:rPr lang="en-US" sz="3200" dirty="0"/>
              <a:t>YT/YZ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383842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itaplar 16 x 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2019_TF02787940_TF02787940.potx" id="{28172E8D-EAD7-4AC2-8B44-6816FF20E00E}" vid="{89738596-E4E7-4B62-90A4-7590996B647A}"/>
    </a:ext>
  </a:extLst>
</a:theme>
</file>

<file path=ppt/theme/theme2.xml><?xml version="1.0" encoding="utf-8"?>
<a:theme xmlns:a="http://schemas.openxmlformats.org/drawingml/2006/main" name="Office Teması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eması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01D382-32B0-43EE-932C-28906AF37617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Mavi kitap yığını sunusu (geniş ekran)</Template>
  <TotalTime>583</TotalTime>
  <Words>123</Words>
  <Application>Microsoft Office PowerPoint</Application>
  <PresentationFormat>Özel</PresentationFormat>
  <Paragraphs>12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Kitaplar 16 x 9</vt:lpstr>
      <vt:lpstr>Introduction to University Life   COURSE INTRODUCTION</vt:lpstr>
      <vt:lpstr>Introduction to University Life</vt:lpstr>
      <vt:lpstr>Introduction to University Life Course Topics</vt:lpstr>
      <vt:lpstr>Introduction to University Life Course Topics</vt:lpstr>
      <vt:lpstr>Introduction to University Life Course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Üniversite Yaşamına Giriş</dc:title>
  <dc:creator>Betül Düşünceli</dc:creator>
  <cp:lastModifiedBy>Merve Gülbahar</cp:lastModifiedBy>
  <cp:revision>42</cp:revision>
  <dcterms:created xsi:type="dcterms:W3CDTF">2023-07-24T07:52:00Z</dcterms:created>
  <dcterms:modified xsi:type="dcterms:W3CDTF">2024-10-29T19:17:05Z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