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64" r:id="rId5"/>
    <p:sldId id="281" r:id="rId6"/>
    <p:sldId id="325" r:id="rId7"/>
    <p:sldId id="326" r:id="rId8"/>
    <p:sldId id="327" r:id="rId9"/>
  </p:sldIdLst>
  <p:sldSz cx="12188825" cy="6858000"/>
  <p:notesSz cx="6858000" cy="9144000"/>
  <p:defaultTextStyle>
    <a:defPPr rtl="0">
      <a:defRPr lang="tr-T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114" d="100"/>
          <a:sy n="114" d="100"/>
        </p:scale>
        <p:origin x="474" y="10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0" d="100"/>
          <a:sy n="90" d="100"/>
        </p:scale>
        <p:origin x="377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tr-TR" dirty="0">
              <a:solidFill>
                <a:schemeClr val="tx2"/>
              </a:solidFill>
            </a:endParaRPr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06766E61-8483-4E85-A7AA-B03676934E74}" type="datetime1">
              <a:rPr lang="tr-TR" smtClean="0">
                <a:solidFill>
                  <a:schemeClr val="tx2"/>
                </a:solidFill>
              </a:rPr>
              <a:pPr algn="r" rtl="0"/>
              <a:t>17.08.2023</a:t>
            </a:fld>
            <a:endParaRPr lang="tr-TR" dirty="0">
              <a:solidFill>
                <a:schemeClr val="tx2"/>
              </a:solidFill>
            </a:endParaRPr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tr-TR" dirty="0">
              <a:solidFill>
                <a:schemeClr val="tx2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CFD77566-CD65-4859-9FA1-43956DC85B8C}" type="slidenum">
              <a:rPr lang="tr-TR" smtClean="0">
                <a:solidFill>
                  <a:schemeClr val="tx2"/>
                </a:solidFill>
              </a:rPr>
              <a:pPr algn="r" rtl="0"/>
              <a:t>‹#›</a:t>
            </a:fld>
            <a:endParaRPr lang="tr-T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solidFill>
                  <a:schemeClr val="tx2"/>
                </a:solidFill>
              </a:defRPr>
            </a:lvl1pPr>
          </a:lstStyle>
          <a:p>
            <a:fld id="{D4890AD5-4316-40C1-84C6-5DB9875CE083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 rtlCol="0">
            <a:normAutofit/>
          </a:bodyPr>
          <a:lstStyle>
            <a:lvl1pPr algn="l" rtl="0">
              <a:lnSpc>
                <a:spcPct val="90000"/>
              </a:lnSpc>
              <a:defRPr sz="540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tr-TR" noProof="0"/>
              <a:t>Asıl alt başlık stilini düzenlemek için tıklayın</a:t>
            </a:r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 baseline="0"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9CD94FF-AF33-4AFA-A6D6-D15D6E4AF075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rtlCol="0" anchor="t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260B1F9-9B61-4E5E-BE20-BD0526E05453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121372" y="1608835"/>
            <a:ext cx="4973041" cy="753363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1"/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1117309" y="2590800"/>
            <a:ext cx="4977104" cy="3581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753362"/>
          </a:xfrm>
        </p:spPr>
        <p:txBody>
          <a:bodyPr rtlCol="0" anchor="b">
            <a:noAutofit/>
          </a:bodyPr>
          <a:lstStyle>
            <a:lvl1pPr marL="0" indent="0" algn="l" rtl="0">
              <a:spcBef>
                <a:spcPts val="0"/>
              </a:spcBef>
              <a:buNone/>
              <a:defRPr sz="2000" b="1"/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7559" y="2590800"/>
            <a:ext cx="4977104" cy="35814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800"/>
            </a:lvl3pPr>
            <a:lvl4pPr algn="l" rtl="0">
              <a:defRPr sz="1800"/>
            </a:lvl4pPr>
            <a:lvl5pPr marL="2011328" algn="l" rtl="0">
              <a:defRPr sz="1800"/>
            </a:lvl5pPr>
            <a:lvl6pPr marL="2011328" algn="l" rtl="0">
              <a:defRPr sz="1800"/>
            </a:lvl6pPr>
            <a:lvl7pPr marL="2011328" algn="l" rtl="0">
              <a:defRPr sz="1800"/>
            </a:lvl7pPr>
            <a:lvl8pPr marL="2011328" algn="l" rtl="0">
              <a:defRPr sz="1800"/>
            </a:lvl8pPr>
            <a:lvl9pPr marL="2011328"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7" name="Tarih Yer Tutucusu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874B9DD9-F15D-4B9F-93EF-364AA77EACFA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8" name="Alt Bilgi Yer Tutucusu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9802B63-CB18-4428-940D-76000F7D0D7F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A3D9A3A-F2D1-49D2-9940-81A32FD4BC1B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tr-TR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rtlCol="0" anchor="b">
            <a:normAutofit/>
          </a:bodyPr>
          <a:lstStyle>
            <a:lvl1pPr algn="l" rtl="0">
              <a:defRPr sz="2000" b="1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 rtlCol="0">
            <a:normAutofit/>
          </a:bodyPr>
          <a:lstStyle>
            <a:lvl1pPr algn="l" rtl="0">
              <a:defRPr sz="2400"/>
            </a:lvl1pPr>
            <a:lvl2pPr algn="l" rtl="0">
              <a:defRPr sz="2000"/>
            </a:lvl2pPr>
            <a:lvl3pPr algn="l" rtl="0">
              <a:defRPr sz="1800"/>
            </a:lvl3pPr>
            <a:lvl4pPr algn="l" rtl="0">
              <a:defRPr sz="1800"/>
            </a:lvl4pPr>
            <a:lvl5pPr algn="l" rtl="0">
              <a:defRPr sz="1800"/>
            </a:lvl5pPr>
            <a:lvl6pPr algn="l" rtl="0">
              <a:defRPr sz="1800"/>
            </a:lvl6pPr>
            <a:lvl7pPr algn="l" rtl="0">
              <a:defRPr sz="1800"/>
            </a:lvl7pPr>
            <a:lvl8pPr algn="l" rtl="0">
              <a:defRPr sz="1800"/>
            </a:lvl8pPr>
            <a:lvl9pPr algn="l" rtl="0">
              <a:defRPr sz="18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6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A7729AD-F7C7-473C-BE4B-248522DE8F48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tr-TR" noProof="0" dirty="0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rtlCol="0" anchor="b">
            <a:normAutofit/>
          </a:bodyPr>
          <a:lstStyle>
            <a:lvl1pPr algn="l" rtl="0">
              <a:defRPr sz="2000" b="1"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tr-TR" noProof="0"/>
              <a:t>Resim eklemek için simgeye tıklayın</a:t>
            </a:r>
            <a:endParaRPr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tr-TR" noProof="0"/>
              <a:t>Asıl metin stillerini düzenlemek için tıklayın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CFCCC71-70BB-43D3-97CB-6EEE61369627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2393C2F-276E-45A2-A26D-280D43F4DEC0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tr-TR" noProof="0"/>
              <a:t>Asıl başlık stilini düzenlemek için tıklayın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 rtlCol="0"/>
          <a:lstStyle/>
          <a:p>
            <a:pPr lvl="0" rtl="0"/>
            <a:r>
              <a:rPr lang="tr-TR" noProof="0"/>
              <a:t>Asıl metin stillerini düzenlemek için tıklayın</a:t>
            </a:r>
          </a:p>
          <a:p>
            <a:pPr lvl="1" rtl="0"/>
            <a:r>
              <a:rPr lang="tr-TR" noProof="0"/>
              <a:t>İkinci düzey</a:t>
            </a:r>
          </a:p>
          <a:p>
            <a:pPr lvl="2" rtl="0"/>
            <a:r>
              <a:rPr lang="tr-TR" noProof="0"/>
              <a:t>Üçüncü düzey</a:t>
            </a:r>
          </a:p>
          <a:p>
            <a:pPr lvl="3" rtl="0"/>
            <a:r>
              <a:rPr lang="tr-TR" noProof="0"/>
              <a:t>Dördüncü düzey</a:t>
            </a:r>
          </a:p>
          <a:p>
            <a:pPr lvl="4" rtl="0"/>
            <a:r>
              <a:rPr lang="tr-TR" noProof="0"/>
              <a:t>Beşinci düzey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6EE73423-0FCB-43D8-A89E-348919C940EF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tr-TR" noProof="0" dirty="0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tr-TR" noProof="0" dirty="0"/>
              <a:t>Asıl başlık stili için tıklatın</a:t>
            </a:r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4E217E46-B403-4530-8B5B-57B5C1217BD3}" type="datetime1">
              <a:rPr lang="tr-TR" smtClean="0"/>
              <a:pPr/>
              <a:t>17.08.2023</a:t>
            </a:fld>
            <a:endParaRPr lang="tr-TR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endParaRPr lang="tr-TR" noProof="0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 rtl="0">
              <a:defRPr sz="12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fld id="{EB37DED6-D4C7-42EE-AB49-D2E39E64FDE4}" type="slidenum">
              <a:rPr lang="tr-TR" smtClean="0"/>
              <a:pPr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4672383" y="692696"/>
            <a:ext cx="7008574" cy="3298825"/>
          </a:xfrm>
        </p:spPr>
        <p:txBody>
          <a:bodyPr rtlCol="0"/>
          <a:lstStyle/>
          <a:p>
            <a:pPr algn="ctr" rtl="0"/>
            <a:r>
              <a:rPr lang="tr" b="1" dirty="0"/>
              <a:t>Üniversite Yaşamına Giriş</a:t>
            </a:r>
            <a:endParaRPr lang="en-US" b="1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4672383" y="4437112"/>
            <a:ext cx="7008574" cy="864096"/>
          </a:xfrm>
        </p:spPr>
        <p:txBody>
          <a:bodyPr rtlCol="0">
            <a:normAutofit/>
          </a:bodyPr>
          <a:lstStyle/>
          <a:p>
            <a:pPr algn="ctr" rtl="0">
              <a:lnSpc>
                <a:spcPct val="120000"/>
              </a:lnSpc>
            </a:pPr>
            <a:r>
              <a:rPr lang="tr-TR" dirty="0"/>
              <a:t>DERS TANITIMI</a:t>
            </a:r>
            <a:endParaRPr lang="en-US" dirty="0"/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BF4F790-56CC-40EA-BD8A-AE62F4A27884}"/>
              </a:ext>
            </a:extLst>
          </p:cNvPr>
          <p:cNvSpPr txBox="1"/>
          <p:nvPr/>
        </p:nvSpPr>
        <p:spPr>
          <a:xfrm>
            <a:off x="5590356" y="5805264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1" dirty="0"/>
              <a:t>DOÇ.DR HAVVA SERT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Üniversite Yaşamına Giriş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6DAE92-4830-C7DC-BA6A-E86B056C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1701800"/>
            <a:ext cx="10508843" cy="44704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tr-TR" dirty="0"/>
              <a:t>Öğrencilerin üniversite yaşamına uyumunu kolaylaştıracak sosyal, kişisel, akademik yaşam becerilerini kapsayan bilgiler edinmesi amaçlanmıştır.</a:t>
            </a:r>
          </a:p>
          <a:p>
            <a:pPr algn="just">
              <a:lnSpc>
                <a:spcPct val="120000"/>
              </a:lnSpc>
            </a:pPr>
            <a:r>
              <a:rPr lang="tr-TR" dirty="0"/>
              <a:t>Ders kapsamında öğrencilerimize Sakarya Üniversitesinin akademik ve idari birimleri ile sunulan imkanlar, yönetmelik/yönergeler Üniversite ortamında yürütülen kültürel ve bilimsel etkinliklere yönlendirmeler ve Sakarya şehri hakkında gerekli olan genel bilgiler sunulur.</a:t>
            </a:r>
          </a:p>
        </p:txBody>
      </p:sp>
    </p:spTree>
    <p:extLst>
      <p:ext uri="{BB962C8B-B14F-4D97-AF65-F5344CB8AC3E}">
        <p14:creationId xmlns:p14="http://schemas.microsoft.com/office/powerpoint/2010/main" val="109950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Üniversite Yaşamına Giriş Dersi Konular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6DAE92-4830-C7DC-BA6A-E86B056C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1701800"/>
            <a:ext cx="10508843" cy="44704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endParaRPr lang="tr-TR" dirty="0"/>
          </a:p>
        </p:txBody>
      </p:sp>
      <p:graphicFrame>
        <p:nvGraphicFramePr>
          <p:cNvPr id="5" name="Nesne 4">
            <a:extLst>
              <a:ext uri="{FF2B5EF4-FFF2-40B4-BE49-F238E27FC236}">
                <a16:creationId xmlns:a16="http://schemas.microsoft.com/office/drawing/2014/main" id="{56147CAE-28DE-4E74-9F88-FE7DAAB13B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093397"/>
              </p:ext>
            </p:extLst>
          </p:nvPr>
        </p:nvGraphicFramePr>
        <p:xfrm>
          <a:off x="698137" y="1772816"/>
          <a:ext cx="10508843" cy="5085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Document" r:id="rId3" imgW="6700651" imgH="1890423" progId="Word.Document.12">
                  <p:embed/>
                </p:oleObj>
              </mc:Choice>
              <mc:Fallback>
                <p:oleObj name="Document" r:id="rId3" imgW="6700651" imgH="18904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137" y="1772816"/>
                        <a:ext cx="10508843" cy="5085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635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Üniversite Yaşamına Giriş Dersi Konular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6DAE92-4830-C7DC-BA6A-E86B056C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1701800"/>
            <a:ext cx="10508843" cy="4470400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endParaRPr lang="tr-TR" dirty="0"/>
          </a:p>
        </p:txBody>
      </p:sp>
      <p:graphicFrame>
        <p:nvGraphicFramePr>
          <p:cNvPr id="6" name="Nesne 5">
            <a:extLst>
              <a:ext uri="{FF2B5EF4-FFF2-40B4-BE49-F238E27FC236}">
                <a16:creationId xmlns:a16="http://schemas.microsoft.com/office/drawing/2014/main" id="{7B967DCC-9637-4EB8-9C1C-07D7317987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704788"/>
              </p:ext>
            </p:extLst>
          </p:nvPr>
        </p:nvGraphicFramePr>
        <p:xfrm>
          <a:off x="981844" y="1844824"/>
          <a:ext cx="9577064" cy="455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Document" r:id="rId3" imgW="6700651" imgH="2188153" progId="Word.Document.12">
                  <p:embed/>
                </p:oleObj>
              </mc:Choice>
              <mc:Fallback>
                <p:oleObj name="Document" r:id="rId3" imgW="6700651" imgH="21881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1844" y="1844824"/>
                        <a:ext cx="9577064" cy="4555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27174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7E44F-699B-6EA9-6DC4-2B63DF57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tr-TR" dirty="0"/>
              <a:t>Üniversite Yaşamına Giriş Dersi Değerlendirme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96DAE92-4830-C7DC-BA6A-E86B056C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2204864"/>
            <a:ext cx="10508843" cy="3528392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tr-TR" sz="3200" dirty="0"/>
              <a:t>1 Yıl İçi Değerlendirme Sınavı</a:t>
            </a:r>
          </a:p>
          <a:p>
            <a:pPr algn="just">
              <a:lnSpc>
                <a:spcPct val="120000"/>
              </a:lnSpc>
            </a:pPr>
            <a:r>
              <a:rPr lang="tr-TR" sz="3200" dirty="0"/>
              <a:t>1 Yıl sonu Değerlendirme Sınavı</a:t>
            </a:r>
          </a:p>
          <a:p>
            <a:pPr algn="just">
              <a:lnSpc>
                <a:spcPct val="120000"/>
              </a:lnSpc>
            </a:pPr>
            <a:r>
              <a:rPr lang="tr-TR" sz="3200" dirty="0"/>
              <a:t>YT/YZ </a:t>
            </a:r>
          </a:p>
        </p:txBody>
      </p:sp>
    </p:spTree>
    <p:extLst>
      <p:ext uri="{BB962C8B-B14F-4D97-AF65-F5344CB8AC3E}">
        <p14:creationId xmlns:p14="http://schemas.microsoft.com/office/powerpoint/2010/main" val="3838426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itaplar 16 x 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2019_TF02787940_TF02787940.potx" id="{28172E8D-EAD7-4AC2-8B44-6816FF20E00E}" vid="{89738596-E4E7-4B62-90A4-7590996B647A}"/>
    </a:ext>
  </a:extLst>
</a:theme>
</file>

<file path=ppt/theme/theme2.xml><?xml version="1.0" encoding="utf-8"?>
<a:theme xmlns:a="http://schemas.openxmlformats.org/drawingml/2006/main" name="Office Teması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eması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01D382-32B0-43EE-932C-28906AF37617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Mavi kitap yığını sunusu (geniş ekran)</Template>
  <TotalTime>572</TotalTime>
  <Words>92</Words>
  <Application>Microsoft Office PowerPoint</Application>
  <PresentationFormat>Özel</PresentationFormat>
  <Paragraphs>12</Paragraphs>
  <Slides>5</Slides>
  <Notes>0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Kitaplar 16 x 9</vt:lpstr>
      <vt:lpstr>Microsoft Word Belgesi</vt:lpstr>
      <vt:lpstr>Üniversite Yaşamına Giriş</vt:lpstr>
      <vt:lpstr>Üniversite Yaşamına Giriş</vt:lpstr>
      <vt:lpstr>Üniversite Yaşamına Giriş Dersi Konular</vt:lpstr>
      <vt:lpstr>Üniversite Yaşamına Giriş Dersi Konular</vt:lpstr>
      <vt:lpstr>Üniversite Yaşamına Giriş Dersi Değerlendirme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Üniversite Yaşamına Giriş</dc:title>
  <dc:creator>Betül Düşünceli</dc:creator>
  <cp:lastModifiedBy>Havva Sert</cp:lastModifiedBy>
  <cp:revision>39</cp:revision>
  <dcterms:created xsi:type="dcterms:W3CDTF">2023-07-24T07:52:00Z</dcterms:created>
  <dcterms:modified xsi:type="dcterms:W3CDTF">2023-08-17T07:45:34Z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