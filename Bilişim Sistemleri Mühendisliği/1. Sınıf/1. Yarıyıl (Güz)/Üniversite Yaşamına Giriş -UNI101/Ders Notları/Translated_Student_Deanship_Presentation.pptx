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73" r:id="rId3"/>
    <p:sldId id="260" r:id="rId4"/>
    <p:sldId id="259" r:id="rId5"/>
    <p:sldId id="261" r:id="rId6"/>
    <p:sldId id="262" r:id="rId7"/>
    <p:sldId id="268" r:id="rId8"/>
    <p:sldId id="264" r:id="rId9"/>
    <p:sldId id="272" r:id="rId10"/>
    <p:sldId id="269" r:id="rId11"/>
    <p:sldId id="270" r:id="rId12"/>
    <p:sldId id="271" r:id="rId13"/>
    <p:sldId id="267" r:id="rId14"/>
  </p:sldIdLst>
  <p:sldSz cx="9144000" cy="6858000" type="screen4x3"/>
  <p:notesSz cx="6858000" cy="9144000"/>
  <p:defaultTextStyle>
    <a:defPPr>
      <a:defRPr lang="tr-TR"/>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2F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69" autoAdjust="0"/>
    <p:restoredTop sz="94660"/>
  </p:normalViewPr>
  <p:slideViewPr>
    <p:cSldViewPr>
      <p:cViewPr varScale="1">
        <p:scale>
          <a:sx n="109" d="100"/>
          <a:sy n="109" d="100"/>
        </p:scale>
        <p:origin x="70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30EFA7-713A-417F-85AC-E44AA84A7B9E}" type="datetimeFigureOut">
              <a:rPr lang="tr-TR" smtClean="0"/>
              <a:t>29.10.2024</a:t>
            </a:fld>
            <a:endParaRPr lang="tr-TR"/>
          </a:p>
        </p:txBody>
      </p:sp>
      <p:sp>
        <p:nvSpPr>
          <p:cNvPr id="4" name="Slayt Görüntüsü Yer Tutucus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1C2B8B-2A1B-44B3-985B-5F7DB50E277C}" type="slidenum">
              <a:rPr lang="tr-TR" smtClean="0"/>
              <a:t>‹#›</a:t>
            </a:fld>
            <a:endParaRPr lang="tr-TR"/>
          </a:p>
        </p:txBody>
      </p:sp>
    </p:spTree>
    <p:extLst>
      <p:ext uri="{BB962C8B-B14F-4D97-AF65-F5344CB8AC3E}">
        <p14:creationId xmlns:p14="http://schemas.microsoft.com/office/powerpoint/2010/main" val="1937464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p>
        </p:txBody>
      </p:sp>
      <p:sp>
        <p:nvSpPr>
          <p:cNvPr id="4" name="Veri Yer Tutucusu 3"/>
          <p:cNvSpPr>
            <a:spLocks noGrp="1"/>
          </p:cNvSpPr>
          <p:nvPr>
            <p:ph type="dt" sz="half" idx="10"/>
          </p:nvPr>
        </p:nvSpPr>
        <p:spPr/>
        <p:txBody>
          <a:bodyPr/>
          <a:lstStyle>
            <a:lvl1pPr>
              <a:defRPr/>
            </a:lvl1pPr>
          </a:lstStyle>
          <a:p>
            <a:pPr>
              <a:defRPr/>
            </a:pPr>
            <a:fld id="{E6F1354A-5D45-4245-A038-84414EE0F6C4}" type="datetime1">
              <a:rPr lang="tr-TR" smtClean="0"/>
              <a:t>29.10.2024</a:t>
            </a:fld>
            <a:endParaRPr lang="tr-TR"/>
          </a:p>
        </p:txBody>
      </p:sp>
      <p:sp>
        <p:nvSpPr>
          <p:cNvPr id="5" name="Altbilgi Yer Tutucusu 4"/>
          <p:cNvSpPr>
            <a:spLocks noGrp="1"/>
          </p:cNvSpPr>
          <p:nvPr>
            <p:ph type="ftr" sz="quarter" idx="11"/>
          </p:nvPr>
        </p:nvSpPr>
        <p:spPr/>
        <p:txBody>
          <a:bodyPr/>
          <a:lstStyle>
            <a:lvl1pPr>
              <a:defRPr/>
            </a:lvl1pPr>
          </a:lstStyle>
          <a:p>
            <a:pPr>
              <a:defRPr/>
            </a:pPr>
            <a:r>
              <a:rPr lang="tr-TR"/>
              <a:t>www.sakarya.edu.tr</a:t>
            </a:r>
          </a:p>
        </p:txBody>
      </p:sp>
      <p:sp>
        <p:nvSpPr>
          <p:cNvPr id="6" name="Slayt Numarası Yer Tutucusu 5"/>
          <p:cNvSpPr>
            <a:spLocks noGrp="1"/>
          </p:cNvSpPr>
          <p:nvPr>
            <p:ph type="sldNum" sz="quarter" idx="12"/>
          </p:nvPr>
        </p:nvSpPr>
        <p:spPr/>
        <p:txBody>
          <a:bodyPr/>
          <a:lstStyle>
            <a:lvl1pPr>
              <a:defRPr/>
            </a:lvl1pPr>
          </a:lstStyle>
          <a:p>
            <a:pPr>
              <a:defRPr/>
            </a:pPr>
            <a:fld id="{90B06B54-0DD6-4422-8C32-6E224113AFC6}" type="slidenum">
              <a:rPr lang="tr-TR" altLang="tr-TR"/>
              <a:pPr>
                <a:defRPr/>
              </a:pPr>
              <a:t>‹#›</a:t>
            </a:fld>
            <a:endParaRPr lang="tr-TR" altLang="tr-TR"/>
          </a:p>
        </p:txBody>
      </p:sp>
    </p:spTree>
    <p:extLst>
      <p:ext uri="{BB962C8B-B14F-4D97-AF65-F5344CB8AC3E}">
        <p14:creationId xmlns:p14="http://schemas.microsoft.com/office/powerpoint/2010/main" val="4165441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43B4A51F-4451-406A-9159-09BDFEEB545F}" type="datetime1">
              <a:rPr lang="tr-TR" smtClean="0"/>
              <a:t>29.10.2024</a:t>
            </a:fld>
            <a:endParaRPr lang="tr-TR"/>
          </a:p>
        </p:txBody>
      </p:sp>
      <p:sp>
        <p:nvSpPr>
          <p:cNvPr id="5" name="Altbilgi Yer Tutucusu 4"/>
          <p:cNvSpPr>
            <a:spLocks noGrp="1"/>
          </p:cNvSpPr>
          <p:nvPr>
            <p:ph type="ftr" sz="quarter" idx="11"/>
          </p:nvPr>
        </p:nvSpPr>
        <p:spPr/>
        <p:txBody>
          <a:bodyPr/>
          <a:lstStyle>
            <a:lvl1pPr>
              <a:defRPr/>
            </a:lvl1pPr>
          </a:lstStyle>
          <a:p>
            <a:pPr>
              <a:defRPr/>
            </a:pPr>
            <a:r>
              <a:rPr lang="tr-TR"/>
              <a:t>www.sakarya.edu.tr</a:t>
            </a:r>
          </a:p>
        </p:txBody>
      </p:sp>
      <p:sp>
        <p:nvSpPr>
          <p:cNvPr id="6" name="Slayt Numarası Yer Tutucusu 5"/>
          <p:cNvSpPr>
            <a:spLocks noGrp="1"/>
          </p:cNvSpPr>
          <p:nvPr>
            <p:ph type="sldNum" sz="quarter" idx="12"/>
          </p:nvPr>
        </p:nvSpPr>
        <p:spPr/>
        <p:txBody>
          <a:bodyPr/>
          <a:lstStyle>
            <a:lvl1pPr>
              <a:defRPr/>
            </a:lvl1pPr>
          </a:lstStyle>
          <a:p>
            <a:pPr>
              <a:defRPr/>
            </a:pPr>
            <a:fld id="{ADC1FCEC-F9F1-456F-A6E1-2A6B71C32FB6}" type="slidenum">
              <a:rPr lang="tr-TR" altLang="tr-TR"/>
              <a:pPr>
                <a:defRPr/>
              </a:pPr>
              <a:t>‹#›</a:t>
            </a:fld>
            <a:endParaRPr lang="tr-TR" altLang="tr-TR"/>
          </a:p>
        </p:txBody>
      </p:sp>
    </p:spTree>
    <p:extLst>
      <p:ext uri="{BB962C8B-B14F-4D97-AF65-F5344CB8AC3E}">
        <p14:creationId xmlns:p14="http://schemas.microsoft.com/office/powerpoint/2010/main" val="1595711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lvl1pPr>
              <a:defRPr/>
            </a:lvl1pPr>
          </a:lstStyle>
          <a:p>
            <a:pPr>
              <a:defRPr/>
            </a:pPr>
            <a:fld id="{3D378F6C-EBFE-4828-9F32-9A5DAD863A79}" type="datetime1">
              <a:rPr lang="tr-TR" smtClean="0"/>
              <a:t>29.10.2024</a:t>
            </a:fld>
            <a:endParaRPr lang="tr-TR"/>
          </a:p>
        </p:txBody>
      </p:sp>
      <p:sp>
        <p:nvSpPr>
          <p:cNvPr id="5" name="Altbilgi Yer Tutucusu 4"/>
          <p:cNvSpPr>
            <a:spLocks noGrp="1"/>
          </p:cNvSpPr>
          <p:nvPr>
            <p:ph type="ftr" sz="quarter" idx="11"/>
          </p:nvPr>
        </p:nvSpPr>
        <p:spPr/>
        <p:txBody>
          <a:bodyPr/>
          <a:lstStyle>
            <a:lvl1pPr>
              <a:defRPr/>
            </a:lvl1pPr>
          </a:lstStyle>
          <a:p>
            <a:pPr>
              <a:defRPr/>
            </a:pPr>
            <a:r>
              <a:rPr lang="tr-TR"/>
              <a:t>www.sakarya.edu.tr</a:t>
            </a:r>
          </a:p>
        </p:txBody>
      </p:sp>
      <p:sp>
        <p:nvSpPr>
          <p:cNvPr id="6" name="Slayt Numarası Yer Tutucusu 5"/>
          <p:cNvSpPr>
            <a:spLocks noGrp="1"/>
          </p:cNvSpPr>
          <p:nvPr>
            <p:ph type="sldNum" sz="quarter" idx="12"/>
          </p:nvPr>
        </p:nvSpPr>
        <p:spPr/>
        <p:txBody>
          <a:bodyPr/>
          <a:lstStyle>
            <a:lvl1pPr>
              <a:defRPr/>
            </a:lvl1pPr>
          </a:lstStyle>
          <a:p>
            <a:pPr>
              <a:defRPr/>
            </a:pPr>
            <a:fld id="{94734244-FA05-4781-88B6-E60A45952B5F}" type="slidenum">
              <a:rPr lang="tr-TR" altLang="tr-TR"/>
              <a:pPr>
                <a:defRPr/>
              </a:pPr>
              <a:t>‹#›</a:t>
            </a:fld>
            <a:endParaRPr lang="tr-TR" altLang="tr-TR"/>
          </a:p>
        </p:txBody>
      </p:sp>
    </p:spTree>
    <p:extLst>
      <p:ext uri="{BB962C8B-B14F-4D97-AF65-F5344CB8AC3E}">
        <p14:creationId xmlns:p14="http://schemas.microsoft.com/office/powerpoint/2010/main" val="217567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3"/>
          <p:cNvSpPr>
            <a:spLocks noGrp="1"/>
          </p:cNvSpPr>
          <p:nvPr>
            <p:ph type="dt" sz="half" idx="10"/>
          </p:nvPr>
        </p:nvSpPr>
        <p:spPr/>
        <p:txBody>
          <a:bodyPr/>
          <a:lstStyle>
            <a:lvl1pPr>
              <a:defRPr/>
            </a:lvl1pPr>
          </a:lstStyle>
          <a:p>
            <a:pPr>
              <a:defRPr/>
            </a:pPr>
            <a:fld id="{B7A8889A-90EA-4A65-90B5-6B24B5E95A4E}" type="datetime1">
              <a:rPr lang="tr-TR" smtClean="0"/>
              <a:t>29.10.2024</a:t>
            </a:fld>
            <a:endParaRPr lang="tr-TR"/>
          </a:p>
        </p:txBody>
      </p:sp>
      <p:sp>
        <p:nvSpPr>
          <p:cNvPr id="6" name="Altbilgi Yer Tutucusu 4"/>
          <p:cNvSpPr>
            <a:spLocks noGrp="1"/>
          </p:cNvSpPr>
          <p:nvPr>
            <p:ph type="ftr" sz="quarter" idx="11"/>
          </p:nvPr>
        </p:nvSpPr>
        <p:spPr/>
        <p:txBody>
          <a:bodyPr/>
          <a:lstStyle>
            <a:lvl1pPr>
              <a:defRPr/>
            </a:lvl1pPr>
          </a:lstStyle>
          <a:p>
            <a:pPr>
              <a:defRPr/>
            </a:pPr>
            <a:r>
              <a:rPr lang="tr-TR"/>
              <a:t>www.sakarya.edu.tr</a:t>
            </a:r>
          </a:p>
        </p:txBody>
      </p:sp>
      <p:sp>
        <p:nvSpPr>
          <p:cNvPr id="7" name="Slayt Numarası Yer Tutucusu 5"/>
          <p:cNvSpPr>
            <a:spLocks noGrp="1"/>
          </p:cNvSpPr>
          <p:nvPr>
            <p:ph type="sldNum" sz="quarter" idx="12"/>
          </p:nvPr>
        </p:nvSpPr>
        <p:spPr/>
        <p:txBody>
          <a:bodyPr/>
          <a:lstStyle>
            <a:lvl1pPr>
              <a:defRPr/>
            </a:lvl1pPr>
          </a:lstStyle>
          <a:p>
            <a:pPr>
              <a:defRPr/>
            </a:pPr>
            <a:fld id="{21C9C163-7B42-4F50-A6E3-53316D5CB96F}" type="slidenum">
              <a:rPr lang="tr-TR" altLang="tr-TR"/>
              <a:pPr>
                <a:defRPr/>
              </a:pPr>
              <a:t>‹#›</a:t>
            </a:fld>
            <a:endParaRPr lang="tr-TR" altLang="tr-TR"/>
          </a:p>
        </p:txBody>
      </p:sp>
    </p:spTree>
    <p:extLst>
      <p:ext uri="{BB962C8B-B14F-4D97-AF65-F5344CB8AC3E}">
        <p14:creationId xmlns:p14="http://schemas.microsoft.com/office/powerpoint/2010/main" val="43714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3"/>
          <p:cNvSpPr>
            <a:spLocks noGrp="1"/>
          </p:cNvSpPr>
          <p:nvPr>
            <p:ph type="dt" sz="half" idx="10"/>
          </p:nvPr>
        </p:nvSpPr>
        <p:spPr/>
        <p:txBody>
          <a:bodyPr/>
          <a:lstStyle>
            <a:lvl1pPr>
              <a:defRPr/>
            </a:lvl1pPr>
          </a:lstStyle>
          <a:p>
            <a:pPr>
              <a:defRPr/>
            </a:pPr>
            <a:fld id="{C46FA17A-A903-415F-AE58-D0E960EA8CEC}" type="datetime1">
              <a:rPr lang="tr-TR" smtClean="0"/>
              <a:t>29.10.2024</a:t>
            </a:fld>
            <a:endParaRPr lang="tr-TR"/>
          </a:p>
        </p:txBody>
      </p:sp>
      <p:sp>
        <p:nvSpPr>
          <p:cNvPr id="8" name="Altbilgi Yer Tutucusu 4"/>
          <p:cNvSpPr>
            <a:spLocks noGrp="1"/>
          </p:cNvSpPr>
          <p:nvPr>
            <p:ph type="ftr" sz="quarter" idx="11"/>
          </p:nvPr>
        </p:nvSpPr>
        <p:spPr/>
        <p:txBody>
          <a:bodyPr/>
          <a:lstStyle>
            <a:lvl1pPr>
              <a:defRPr/>
            </a:lvl1pPr>
          </a:lstStyle>
          <a:p>
            <a:pPr>
              <a:defRPr/>
            </a:pPr>
            <a:r>
              <a:rPr lang="tr-TR"/>
              <a:t>www.sakarya.edu.tr</a:t>
            </a:r>
          </a:p>
        </p:txBody>
      </p:sp>
      <p:sp>
        <p:nvSpPr>
          <p:cNvPr id="9" name="Slayt Numarası Yer Tutucusu 5"/>
          <p:cNvSpPr>
            <a:spLocks noGrp="1"/>
          </p:cNvSpPr>
          <p:nvPr>
            <p:ph type="sldNum" sz="quarter" idx="12"/>
          </p:nvPr>
        </p:nvSpPr>
        <p:spPr/>
        <p:txBody>
          <a:bodyPr/>
          <a:lstStyle>
            <a:lvl1pPr>
              <a:defRPr/>
            </a:lvl1pPr>
          </a:lstStyle>
          <a:p>
            <a:pPr>
              <a:defRPr/>
            </a:pPr>
            <a:fld id="{ECB15BDA-E1FF-49E6-B83D-D7E3BE63BB45}" type="slidenum">
              <a:rPr lang="tr-TR" altLang="tr-TR"/>
              <a:pPr>
                <a:defRPr/>
              </a:pPr>
              <a:t>‹#›</a:t>
            </a:fld>
            <a:endParaRPr lang="tr-TR" altLang="tr-TR"/>
          </a:p>
        </p:txBody>
      </p:sp>
    </p:spTree>
    <p:extLst>
      <p:ext uri="{BB962C8B-B14F-4D97-AF65-F5344CB8AC3E}">
        <p14:creationId xmlns:p14="http://schemas.microsoft.com/office/powerpoint/2010/main" val="1734685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3"/>
          <p:cNvSpPr>
            <a:spLocks noGrp="1"/>
          </p:cNvSpPr>
          <p:nvPr>
            <p:ph type="dt" sz="half" idx="10"/>
          </p:nvPr>
        </p:nvSpPr>
        <p:spPr/>
        <p:txBody>
          <a:bodyPr/>
          <a:lstStyle>
            <a:lvl1pPr>
              <a:defRPr/>
            </a:lvl1pPr>
          </a:lstStyle>
          <a:p>
            <a:pPr>
              <a:defRPr/>
            </a:pPr>
            <a:fld id="{4A775ED8-8E1A-4452-B4CD-93D6767F14CD}" type="datetime1">
              <a:rPr lang="tr-TR" smtClean="0"/>
              <a:t>29.10.2024</a:t>
            </a:fld>
            <a:endParaRPr lang="tr-TR"/>
          </a:p>
        </p:txBody>
      </p:sp>
      <p:sp>
        <p:nvSpPr>
          <p:cNvPr id="4" name="Altbilgi Yer Tutucusu 4"/>
          <p:cNvSpPr>
            <a:spLocks noGrp="1"/>
          </p:cNvSpPr>
          <p:nvPr>
            <p:ph type="ftr" sz="quarter" idx="11"/>
          </p:nvPr>
        </p:nvSpPr>
        <p:spPr/>
        <p:txBody>
          <a:bodyPr/>
          <a:lstStyle>
            <a:lvl1pPr>
              <a:defRPr/>
            </a:lvl1pPr>
          </a:lstStyle>
          <a:p>
            <a:pPr>
              <a:defRPr/>
            </a:pPr>
            <a:r>
              <a:rPr lang="tr-TR"/>
              <a:t>www.sakarya.edu.tr</a:t>
            </a:r>
          </a:p>
        </p:txBody>
      </p:sp>
      <p:sp>
        <p:nvSpPr>
          <p:cNvPr id="5" name="Slayt Numarası Yer Tutucusu 5"/>
          <p:cNvSpPr>
            <a:spLocks noGrp="1"/>
          </p:cNvSpPr>
          <p:nvPr>
            <p:ph type="sldNum" sz="quarter" idx="12"/>
          </p:nvPr>
        </p:nvSpPr>
        <p:spPr/>
        <p:txBody>
          <a:bodyPr/>
          <a:lstStyle>
            <a:lvl1pPr>
              <a:defRPr/>
            </a:lvl1pPr>
          </a:lstStyle>
          <a:p>
            <a:pPr>
              <a:defRPr/>
            </a:pPr>
            <a:fld id="{358CDCA7-3BCE-49A7-B58C-B224F3C57986}" type="slidenum">
              <a:rPr lang="tr-TR" altLang="tr-TR"/>
              <a:pPr>
                <a:defRPr/>
              </a:pPr>
              <a:t>‹#›</a:t>
            </a:fld>
            <a:endParaRPr lang="tr-TR" altLang="tr-TR"/>
          </a:p>
        </p:txBody>
      </p:sp>
    </p:spTree>
    <p:extLst>
      <p:ext uri="{BB962C8B-B14F-4D97-AF65-F5344CB8AC3E}">
        <p14:creationId xmlns:p14="http://schemas.microsoft.com/office/powerpoint/2010/main" val="890411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3"/>
          <p:cNvSpPr>
            <a:spLocks noGrp="1"/>
          </p:cNvSpPr>
          <p:nvPr>
            <p:ph type="dt" sz="half" idx="10"/>
          </p:nvPr>
        </p:nvSpPr>
        <p:spPr/>
        <p:txBody>
          <a:bodyPr/>
          <a:lstStyle>
            <a:lvl1pPr>
              <a:defRPr/>
            </a:lvl1pPr>
          </a:lstStyle>
          <a:p>
            <a:pPr>
              <a:defRPr/>
            </a:pPr>
            <a:fld id="{49AD4C93-6960-4E0A-8131-79ECB84786D8}" type="datetime1">
              <a:rPr lang="tr-TR" smtClean="0"/>
              <a:t>29.10.2024</a:t>
            </a:fld>
            <a:endParaRPr lang="tr-TR"/>
          </a:p>
        </p:txBody>
      </p:sp>
      <p:sp>
        <p:nvSpPr>
          <p:cNvPr id="3" name="Altbilgi Yer Tutucusu 4"/>
          <p:cNvSpPr>
            <a:spLocks noGrp="1"/>
          </p:cNvSpPr>
          <p:nvPr>
            <p:ph type="ftr" sz="quarter" idx="11"/>
          </p:nvPr>
        </p:nvSpPr>
        <p:spPr/>
        <p:txBody>
          <a:bodyPr/>
          <a:lstStyle>
            <a:lvl1pPr>
              <a:defRPr/>
            </a:lvl1pPr>
          </a:lstStyle>
          <a:p>
            <a:pPr>
              <a:defRPr/>
            </a:pPr>
            <a:r>
              <a:rPr lang="tr-TR"/>
              <a:t>www.sakarya.edu.tr</a:t>
            </a:r>
          </a:p>
        </p:txBody>
      </p:sp>
      <p:sp>
        <p:nvSpPr>
          <p:cNvPr id="4" name="Slayt Numarası Yer Tutucusu 5"/>
          <p:cNvSpPr>
            <a:spLocks noGrp="1"/>
          </p:cNvSpPr>
          <p:nvPr>
            <p:ph type="sldNum" sz="quarter" idx="12"/>
          </p:nvPr>
        </p:nvSpPr>
        <p:spPr/>
        <p:txBody>
          <a:bodyPr/>
          <a:lstStyle>
            <a:lvl1pPr>
              <a:defRPr/>
            </a:lvl1pPr>
          </a:lstStyle>
          <a:p>
            <a:pPr>
              <a:defRPr/>
            </a:pPr>
            <a:fld id="{2B7E0752-3C77-4E5D-A44C-B4F5831A1AA6}" type="slidenum">
              <a:rPr lang="tr-TR" altLang="tr-TR"/>
              <a:pPr>
                <a:defRPr/>
              </a:pPr>
              <a:t>‹#›</a:t>
            </a:fld>
            <a:endParaRPr lang="tr-TR" altLang="tr-TR"/>
          </a:p>
        </p:txBody>
      </p:sp>
    </p:spTree>
    <p:extLst>
      <p:ext uri="{BB962C8B-B14F-4D97-AF65-F5344CB8AC3E}">
        <p14:creationId xmlns:p14="http://schemas.microsoft.com/office/powerpoint/2010/main" val="4198772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Veri Yer Tutucusu 3"/>
          <p:cNvSpPr>
            <a:spLocks noGrp="1"/>
          </p:cNvSpPr>
          <p:nvPr>
            <p:ph type="dt" sz="half" idx="10"/>
          </p:nvPr>
        </p:nvSpPr>
        <p:spPr/>
        <p:txBody>
          <a:bodyPr/>
          <a:lstStyle>
            <a:lvl1pPr>
              <a:defRPr/>
            </a:lvl1pPr>
          </a:lstStyle>
          <a:p>
            <a:pPr>
              <a:defRPr/>
            </a:pPr>
            <a:fld id="{E47A16EA-3940-45E5-A574-827B6E4B9C4F}" type="datetime1">
              <a:rPr lang="tr-TR" smtClean="0"/>
              <a:t>29.10.2024</a:t>
            </a:fld>
            <a:endParaRPr lang="tr-TR"/>
          </a:p>
        </p:txBody>
      </p:sp>
      <p:sp>
        <p:nvSpPr>
          <p:cNvPr id="6" name="Altbilgi Yer Tutucusu 4"/>
          <p:cNvSpPr>
            <a:spLocks noGrp="1"/>
          </p:cNvSpPr>
          <p:nvPr>
            <p:ph type="ftr" sz="quarter" idx="11"/>
          </p:nvPr>
        </p:nvSpPr>
        <p:spPr/>
        <p:txBody>
          <a:bodyPr/>
          <a:lstStyle>
            <a:lvl1pPr>
              <a:defRPr/>
            </a:lvl1pPr>
          </a:lstStyle>
          <a:p>
            <a:pPr>
              <a:defRPr/>
            </a:pPr>
            <a:r>
              <a:rPr lang="tr-TR"/>
              <a:t>www.sakarya.edu.tr</a:t>
            </a:r>
          </a:p>
        </p:txBody>
      </p:sp>
      <p:sp>
        <p:nvSpPr>
          <p:cNvPr id="7" name="Slayt Numarası Yer Tutucusu 5"/>
          <p:cNvSpPr>
            <a:spLocks noGrp="1"/>
          </p:cNvSpPr>
          <p:nvPr>
            <p:ph type="sldNum" sz="quarter" idx="12"/>
          </p:nvPr>
        </p:nvSpPr>
        <p:spPr/>
        <p:txBody>
          <a:bodyPr/>
          <a:lstStyle>
            <a:lvl1pPr>
              <a:defRPr/>
            </a:lvl1pPr>
          </a:lstStyle>
          <a:p>
            <a:pPr>
              <a:defRPr/>
            </a:pPr>
            <a:fld id="{EAFDF020-534A-42EF-B94C-B27622601A75}" type="slidenum">
              <a:rPr lang="tr-TR" altLang="tr-TR"/>
              <a:pPr>
                <a:defRPr/>
              </a:pPr>
              <a:t>‹#›</a:t>
            </a:fld>
            <a:endParaRPr lang="tr-TR" altLang="tr-TR"/>
          </a:p>
        </p:txBody>
      </p:sp>
    </p:spTree>
    <p:extLst>
      <p:ext uri="{BB962C8B-B14F-4D97-AF65-F5344CB8AC3E}">
        <p14:creationId xmlns:p14="http://schemas.microsoft.com/office/powerpoint/2010/main" val="241134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tr-TR" noProof="0"/>
              <a:t>Resim eklemek için simgeyi tıklatın</a:t>
            </a: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Veri Yer Tutucusu 3"/>
          <p:cNvSpPr>
            <a:spLocks noGrp="1"/>
          </p:cNvSpPr>
          <p:nvPr>
            <p:ph type="dt" sz="half" idx="10"/>
          </p:nvPr>
        </p:nvSpPr>
        <p:spPr/>
        <p:txBody>
          <a:bodyPr/>
          <a:lstStyle>
            <a:lvl1pPr>
              <a:defRPr/>
            </a:lvl1pPr>
          </a:lstStyle>
          <a:p>
            <a:pPr>
              <a:defRPr/>
            </a:pPr>
            <a:fld id="{7E660309-619E-4A98-8D4C-7F199499A873}" type="datetime1">
              <a:rPr lang="tr-TR" smtClean="0"/>
              <a:t>29.10.2024</a:t>
            </a:fld>
            <a:endParaRPr lang="tr-TR"/>
          </a:p>
        </p:txBody>
      </p:sp>
      <p:sp>
        <p:nvSpPr>
          <p:cNvPr id="6" name="Altbilgi Yer Tutucusu 4"/>
          <p:cNvSpPr>
            <a:spLocks noGrp="1"/>
          </p:cNvSpPr>
          <p:nvPr>
            <p:ph type="ftr" sz="quarter" idx="11"/>
          </p:nvPr>
        </p:nvSpPr>
        <p:spPr/>
        <p:txBody>
          <a:bodyPr/>
          <a:lstStyle>
            <a:lvl1pPr>
              <a:defRPr/>
            </a:lvl1pPr>
          </a:lstStyle>
          <a:p>
            <a:pPr>
              <a:defRPr/>
            </a:pPr>
            <a:r>
              <a:rPr lang="tr-TR"/>
              <a:t>www.sakarya.edu.tr</a:t>
            </a:r>
          </a:p>
        </p:txBody>
      </p:sp>
      <p:sp>
        <p:nvSpPr>
          <p:cNvPr id="7" name="Slayt Numarası Yer Tutucusu 5"/>
          <p:cNvSpPr>
            <a:spLocks noGrp="1"/>
          </p:cNvSpPr>
          <p:nvPr>
            <p:ph type="sldNum" sz="quarter" idx="12"/>
          </p:nvPr>
        </p:nvSpPr>
        <p:spPr/>
        <p:txBody>
          <a:bodyPr/>
          <a:lstStyle>
            <a:lvl1pPr>
              <a:defRPr/>
            </a:lvl1pPr>
          </a:lstStyle>
          <a:p>
            <a:pPr>
              <a:defRPr/>
            </a:pPr>
            <a:fld id="{AA61821D-E953-460B-AEB2-0E7B0C4E6A36}" type="slidenum">
              <a:rPr lang="tr-TR" altLang="tr-TR"/>
              <a:pPr>
                <a:defRPr/>
              </a:pPr>
              <a:t>‹#›</a:t>
            </a:fld>
            <a:endParaRPr lang="tr-TR" altLang="tr-TR"/>
          </a:p>
        </p:txBody>
      </p:sp>
    </p:spTree>
    <p:extLst>
      <p:ext uri="{BB962C8B-B14F-4D97-AF65-F5344CB8AC3E}">
        <p14:creationId xmlns:p14="http://schemas.microsoft.com/office/powerpoint/2010/main" val="361802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7030289E-DE51-46D4-BBC3-8E258CCF80F8}" type="datetime1">
              <a:rPr lang="tr-TR" smtClean="0"/>
              <a:t>29.10.2024</a:t>
            </a:fld>
            <a:endParaRPr lang="tr-TR"/>
          </a:p>
        </p:txBody>
      </p:sp>
      <p:sp>
        <p:nvSpPr>
          <p:cNvPr id="5" name="Altbilgi Yer Tutucusu 4"/>
          <p:cNvSpPr>
            <a:spLocks noGrp="1"/>
          </p:cNvSpPr>
          <p:nvPr>
            <p:ph type="ftr" sz="quarter" idx="11"/>
          </p:nvPr>
        </p:nvSpPr>
        <p:spPr/>
        <p:txBody>
          <a:bodyPr/>
          <a:lstStyle>
            <a:lvl1pPr>
              <a:defRPr/>
            </a:lvl1pPr>
          </a:lstStyle>
          <a:p>
            <a:pPr>
              <a:defRPr/>
            </a:pPr>
            <a:r>
              <a:rPr lang="tr-TR"/>
              <a:t>www.sakarya.edu.tr</a:t>
            </a:r>
          </a:p>
        </p:txBody>
      </p:sp>
      <p:sp>
        <p:nvSpPr>
          <p:cNvPr id="6" name="Slayt Numarası Yer Tutucusu 5"/>
          <p:cNvSpPr>
            <a:spLocks noGrp="1"/>
          </p:cNvSpPr>
          <p:nvPr>
            <p:ph type="sldNum" sz="quarter" idx="12"/>
          </p:nvPr>
        </p:nvSpPr>
        <p:spPr/>
        <p:txBody>
          <a:bodyPr/>
          <a:lstStyle>
            <a:lvl1pPr>
              <a:defRPr/>
            </a:lvl1pPr>
          </a:lstStyle>
          <a:p>
            <a:pPr>
              <a:defRPr/>
            </a:pPr>
            <a:fld id="{7C63A1AD-ED13-4280-A8F0-331315672AE7}" type="slidenum">
              <a:rPr lang="tr-TR" altLang="tr-TR"/>
              <a:pPr>
                <a:defRPr/>
              </a:pPr>
              <a:t>‹#›</a:t>
            </a:fld>
            <a:endParaRPr lang="tr-TR" altLang="tr-TR"/>
          </a:p>
        </p:txBody>
      </p:sp>
    </p:spTree>
    <p:extLst>
      <p:ext uri="{BB962C8B-B14F-4D97-AF65-F5344CB8AC3E}">
        <p14:creationId xmlns:p14="http://schemas.microsoft.com/office/powerpoint/2010/main" val="400212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C70036A3-517F-4CA2-BDA9-B1E9562BE0C4}" type="datetime1">
              <a:rPr lang="tr-TR" smtClean="0"/>
              <a:t>29.10.2024</a:t>
            </a:fld>
            <a:endParaRPr lang="tr-TR"/>
          </a:p>
        </p:txBody>
      </p:sp>
      <p:sp>
        <p:nvSpPr>
          <p:cNvPr id="5" name="Altbilgi Yer Tutucusu 4"/>
          <p:cNvSpPr>
            <a:spLocks noGrp="1"/>
          </p:cNvSpPr>
          <p:nvPr>
            <p:ph type="ftr" sz="quarter" idx="11"/>
          </p:nvPr>
        </p:nvSpPr>
        <p:spPr/>
        <p:txBody>
          <a:bodyPr/>
          <a:lstStyle>
            <a:lvl1pPr>
              <a:defRPr/>
            </a:lvl1pPr>
          </a:lstStyle>
          <a:p>
            <a:pPr>
              <a:defRPr/>
            </a:pPr>
            <a:r>
              <a:rPr lang="tr-TR"/>
              <a:t>www.sakarya.edu.tr</a:t>
            </a:r>
          </a:p>
        </p:txBody>
      </p:sp>
      <p:sp>
        <p:nvSpPr>
          <p:cNvPr id="6" name="Slayt Numarası Yer Tutucusu 5"/>
          <p:cNvSpPr>
            <a:spLocks noGrp="1"/>
          </p:cNvSpPr>
          <p:nvPr>
            <p:ph type="sldNum" sz="quarter" idx="12"/>
          </p:nvPr>
        </p:nvSpPr>
        <p:spPr/>
        <p:txBody>
          <a:bodyPr/>
          <a:lstStyle>
            <a:lvl1pPr>
              <a:defRPr/>
            </a:lvl1pPr>
          </a:lstStyle>
          <a:p>
            <a:pPr>
              <a:defRPr/>
            </a:pPr>
            <a:fld id="{86815B2E-8855-4081-8B99-D88FE48873FD}" type="slidenum">
              <a:rPr lang="tr-TR" altLang="tr-TR"/>
              <a:pPr>
                <a:defRPr/>
              </a:pPr>
              <a:t>‹#›</a:t>
            </a:fld>
            <a:endParaRPr lang="tr-TR" altLang="tr-TR"/>
          </a:p>
        </p:txBody>
      </p:sp>
    </p:spTree>
    <p:extLst>
      <p:ext uri="{BB962C8B-B14F-4D97-AF65-F5344CB8AC3E}">
        <p14:creationId xmlns:p14="http://schemas.microsoft.com/office/powerpoint/2010/main" val="3689972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aşlık Yer Tutucusu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tr-TR"/>
              <a:t>Asıl başlık stili için tıklatın</a:t>
            </a:r>
          </a:p>
        </p:txBody>
      </p:sp>
      <p:sp>
        <p:nvSpPr>
          <p:cNvPr id="1027" name="Metin Yer Tutucusu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a:t>Asıl metin stillerini düzenlemek için tıklatın</a:t>
            </a:r>
          </a:p>
          <a:p>
            <a:pPr lvl="1"/>
            <a:r>
              <a:rPr lang="tr-TR" altLang="tr-TR"/>
              <a:t>İkinci düzey</a:t>
            </a:r>
          </a:p>
          <a:p>
            <a:pPr lvl="2"/>
            <a:r>
              <a:rPr lang="tr-TR" altLang="tr-TR"/>
              <a:t>Üçüncü düzey</a:t>
            </a:r>
          </a:p>
          <a:p>
            <a:pPr lvl="3"/>
            <a:r>
              <a:rPr lang="tr-TR" altLang="tr-TR"/>
              <a:t>Dördüncü düzey</a:t>
            </a:r>
          </a:p>
          <a:p>
            <a:pPr lvl="4"/>
            <a:r>
              <a:rPr lang="tr-TR" alt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4891F2A-0062-411F-AC31-5F5EE0417F55}" type="datetime1">
              <a:rPr lang="tr-TR" smtClean="0"/>
              <a:t>29.10.2024</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tr-TR"/>
              <a:t>www.sakarya.edu.tr</a:t>
            </a: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D798881B-7013-400D-BCFF-2080C7919D5D}" type="slidenum">
              <a:rPr lang="tr-TR" altLang="tr-TR"/>
              <a:pPr>
                <a:defRPr/>
              </a:pPr>
              <a:t>‹#›</a:t>
            </a:fld>
            <a:endParaRPr lang="tr-TR" alt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1403648" y="1306015"/>
            <a:ext cx="6448852" cy="2952750"/>
          </a:xfrm>
        </p:spPr>
        <p:txBody>
          <a:bodyPr rtlCol="0">
            <a:noAutofit/>
          </a:bodyPr>
          <a:lstStyle/>
          <a:p>
            <a:r>
              <a:rPr dirty="0"/>
              <a:t>SAU STUDENT DEAN'S OFFICE</a:t>
            </a:r>
          </a:p>
        </p:txBody>
      </p:sp>
      <p:pic>
        <p:nvPicPr>
          <p:cNvPr id="3078" name="Resim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5601886"/>
            <a:ext cx="9144000" cy="345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Alt Başlık 3"/>
          <p:cNvSpPr>
            <a:spLocks noGrp="1"/>
          </p:cNvSpPr>
          <p:nvPr>
            <p:ph type="subTitle" idx="1"/>
          </p:nvPr>
        </p:nvSpPr>
        <p:spPr>
          <a:xfrm>
            <a:off x="1436710" y="3650520"/>
            <a:ext cx="6400800" cy="1752600"/>
          </a:xfrm>
        </p:spPr>
        <p:txBody>
          <a:bodyPr/>
          <a:lstStyle/>
          <a:p>
            <a:r>
              <a:rPr dirty="0"/>
              <a:t>Assoc. Prof. Dr. </a:t>
            </a:r>
            <a:r>
              <a:rPr dirty="0" err="1"/>
              <a:t>Havva</a:t>
            </a:r>
            <a:r>
              <a:rPr dirty="0"/>
              <a:t> </a:t>
            </a:r>
            <a:r>
              <a:rPr dirty="0" err="1"/>
              <a:t>Sert</a:t>
            </a:r>
            <a:endParaRPr dirty="0"/>
          </a:p>
          <a:p>
            <a:r>
              <a:rPr dirty="0"/>
              <a:t>Student Dean</a:t>
            </a:r>
          </a:p>
          <a:p>
            <a:r>
              <a:rPr dirty="0"/>
              <a:t>www.sakarya.edu.tr</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3278132" y="514620"/>
            <a:ext cx="2587736" cy="791395"/>
          </a:xfrm>
          <a:prstGeom prst="rect">
            <a:avLst/>
          </a:prstGeom>
          <a:noFill/>
          <a:extLst>
            <a:ext uri="{909E8E84-426E-40DD-AFC4-6F175D3DCCD1}">
              <a14:hiddenFill xmlns:a14="http://schemas.microsoft.com/office/drawing/2010/main">
                <a:solidFill>
                  <a:srgbClr val="FFFFFF"/>
                </a:solidFill>
              </a14:hiddenFill>
            </a:ext>
          </a:extLst>
        </p:spPr>
      </p:pic>
      <p:sp>
        <p:nvSpPr>
          <p:cNvPr id="8" name="Altbilgi Yer Tutucusu 2">
            <a:extLst>
              <a:ext uri="{FF2B5EF4-FFF2-40B4-BE49-F238E27FC236}">
                <a16:creationId xmlns:a16="http://schemas.microsoft.com/office/drawing/2014/main" id="{22B7617D-F9FA-0C49-9C1C-C8A73D5D6BC2}"/>
              </a:ext>
            </a:extLst>
          </p:cNvPr>
          <p:cNvSpPr>
            <a:spLocks noGrp="1"/>
          </p:cNvSpPr>
          <p:nvPr>
            <p:ph type="ftr" sz="quarter" idx="11"/>
          </p:nvPr>
        </p:nvSpPr>
        <p:spPr>
          <a:xfrm>
            <a:off x="3124200" y="6179875"/>
            <a:ext cx="2895600" cy="365125"/>
          </a:xfrm>
        </p:spPr>
        <p:txBody>
          <a:bodyPr/>
          <a:lstStyle/>
          <a:p>
            <a:r>
              <a:rPr dirty="0"/>
              <a:t>SAU STUDENT DEAN'S OFFICE</a:t>
            </a:r>
          </a:p>
          <a:p>
            <a:r>
              <a:rPr dirty="0"/>
              <a:t>Assoc. Prof. Dr. </a:t>
            </a:r>
            <a:r>
              <a:rPr dirty="0" err="1"/>
              <a:t>Havva</a:t>
            </a:r>
            <a:r>
              <a:rPr dirty="0"/>
              <a:t> </a:t>
            </a:r>
            <a:r>
              <a:rPr dirty="0" err="1"/>
              <a:t>Sert</a:t>
            </a:r>
            <a:endParaRPr dirty="0"/>
          </a:p>
          <a:p>
            <a:r>
              <a:rPr dirty="0"/>
              <a:t>Student Dean</a:t>
            </a:r>
          </a:p>
          <a:p>
            <a:r>
              <a:rPr dirty="0"/>
              <a:t>www.sakarya.edu.tr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Başlık 1"/>
          <p:cNvSpPr>
            <a:spLocks noGrp="1"/>
          </p:cNvSpPr>
          <p:nvPr>
            <p:ph type="title"/>
          </p:nvPr>
        </p:nvSpPr>
        <p:spPr>
          <a:xfrm>
            <a:off x="561183" y="405846"/>
            <a:ext cx="8229600" cy="999310"/>
          </a:xfrm>
        </p:spPr>
        <p:txBody>
          <a:bodyPr/>
          <a:lstStyle/>
          <a:p>
            <a:r>
              <a:rPr dirty="0"/>
              <a:t>STUDENT DEANSHIP</a:t>
            </a:r>
          </a:p>
        </p:txBody>
      </p:sp>
      <p:sp>
        <p:nvSpPr>
          <p:cNvPr id="4099" name="İçerik Yer Tutucusu 2"/>
          <p:cNvSpPr>
            <a:spLocks noGrp="1"/>
          </p:cNvSpPr>
          <p:nvPr>
            <p:ph idx="1"/>
          </p:nvPr>
        </p:nvSpPr>
        <p:spPr>
          <a:xfrm>
            <a:off x="323528" y="1340768"/>
            <a:ext cx="8435280" cy="4536505"/>
          </a:xfrm>
        </p:spPr>
        <p:txBody>
          <a:bodyPr/>
          <a:lstStyle/>
          <a:p>
            <a:endParaRPr lang="tr-TR" sz="2400" dirty="0"/>
          </a:p>
          <a:p>
            <a:r>
              <a:rPr sz="2400" dirty="0"/>
              <a:t>To create a university environment where students can fully utilize their personal, professional, and educational potential, cultivating individuals who feel the honor and privilege of being a </a:t>
            </a:r>
            <a:r>
              <a:rPr sz="2400" dirty="0" err="1"/>
              <a:t>Sakarya</a:t>
            </a:r>
            <a:r>
              <a:rPr sz="2400" dirty="0"/>
              <a:t> University graduate. </a:t>
            </a:r>
            <a:endParaRPr lang="tr-TR" sz="2400" dirty="0"/>
          </a:p>
          <a:p>
            <a:r>
              <a:rPr sz="2400" dirty="0"/>
              <a:t>To support the academic, social, personal, and cultural development of our students, enhance institutional belonging, facilitate university life, and provide effective solutions to student issues to foster a dynamic campus environment.</a:t>
            </a:r>
          </a:p>
        </p:txBody>
      </p:sp>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145519"/>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798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İçerik Yer Tutucusu 2"/>
          <p:cNvSpPr>
            <a:spLocks noGrp="1"/>
          </p:cNvSpPr>
          <p:nvPr>
            <p:ph idx="1"/>
          </p:nvPr>
        </p:nvSpPr>
        <p:spPr>
          <a:xfrm>
            <a:off x="469776" y="1700808"/>
            <a:ext cx="8229600" cy="3883570"/>
          </a:xfrm>
        </p:spPr>
        <p:txBody>
          <a:bodyPr/>
          <a:lstStyle/>
          <a:p>
            <a:r>
              <a:rPr dirty="0"/>
              <a:t>Providing information to the University Executive Board and Senate on relevant topics when deemed necessary by the Rector and preparing proposals and drafts on these matters as needed is among the objectives of the Student Deanship.</a:t>
            </a:r>
          </a:p>
        </p:txBody>
      </p:sp>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AAFA930B-D367-40C9-852D-70351FDA331D}"/>
              </a:ext>
            </a:extLst>
          </p:cNvPr>
          <p:cNvSpPr>
            <a:spLocks noGrp="1"/>
          </p:cNvSpPr>
          <p:nvPr>
            <p:ph type="title"/>
          </p:nvPr>
        </p:nvSpPr>
        <p:spPr/>
        <p:txBody>
          <a:bodyPr/>
          <a:lstStyle/>
          <a:p>
            <a:r>
              <a:rPr lang="tr-TR" dirty="0"/>
              <a:t>STUDENT DEANSHIP</a:t>
            </a:r>
          </a:p>
        </p:txBody>
      </p:sp>
    </p:spTree>
    <p:extLst>
      <p:ext uri="{BB962C8B-B14F-4D97-AF65-F5344CB8AC3E}">
        <p14:creationId xmlns:p14="http://schemas.microsoft.com/office/powerpoint/2010/main" val="2807773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
        <p:nvSpPr>
          <p:cNvPr id="15" name="Dikdörtgen: Köşeleri Yuvarlatılmış 14">
            <a:extLst>
              <a:ext uri="{FF2B5EF4-FFF2-40B4-BE49-F238E27FC236}">
                <a16:creationId xmlns:a16="http://schemas.microsoft.com/office/drawing/2014/main" id="{0C7224AF-3CCA-C377-D258-85D02046A5F3}"/>
              </a:ext>
            </a:extLst>
          </p:cNvPr>
          <p:cNvSpPr/>
          <p:nvPr/>
        </p:nvSpPr>
        <p:spPr>
          <a:xfrm>
            <a:off x="5438921" y="698727"/>
            <a:ext cx="3705079" cy="1143000"/>
          </a:xfrm>
          <a:prstGeom prst="roundRect">
            <a:avLst/>
          </a:prstGeom>
          <a:solidFill>
            <a:srgbClr val="E5F5FF"/>
          </a:solidFill>
          <a:ln w="15875" cap="flat" cmpd="sng" algn="ctr">
            <a:solidFill>
              <a:srgbClr val="E5F5FF"/>
            </a:solidFill>
            <a:prstDash val="solid"/>
          </a:ln>
          <a:effectLst/>
        </p:spPr>
        <p:txBody>
          <a:bodyPr rtlCol="0" anchor="ctr"/>
          <a:lstStyle/>
          <a:p>
            <a:r>
              <a:rPr dirty="0"/>
              <a:t>Tel: 02642953963  </a:t>
            </a:r>
            <a:endParaRPr lang="tr-TR" dirty="0"/>
          </a:p>
          <a:p>
            <a:r>
              <a:rPr dirty="0"/>
              <a:t>Fax: 02642953110</a:t>
            </a:r>
          </a:p>
          <a:p>
            <a:r>
              <a:rPr dirty="0">
                <a:solidFill>
                  <a:srgbClr val="FF0000"/>
                </a:solidFill>
              </a:rPr>
              <a:t>ogrdekan@sakarya.edu.tr</a:t>
            </a:r>
          </a:p>
        </p:txBody>
      </p:sp>
      <p:pic>
        <p:nvPicPr>
          <p:cNvPr id="17" name="Resim 16">
            <a:extLst>
              <a:ext uri="{FF2B5EF4-FFF2-40B4-BE49-F238E27FC236}">
                <a16:creationId xmlns:a16="http://schemas.microsoft.com/office/drawing/2014/main" id="{7F474A13-8901-41BD-BEC5-49DD4E745E2F}"/>
              </a:ext>
            </a:extLst>
          </p:cNvPr>
          <p:cNvPicPr>
            <a:picLocks noChangeAspect="1"/>
          </p:cNvPicPr>
          <p:nvPr/>
        </p:nvPicPr>
        <p:blipFill>
          <a:blip r:embed="rId4"/>
          <a:stretch>
            <a:fillRect/>
          </a:stretch>
        </p:blipFill>
        <p:spPr>
          <a:xfrm>
            <a:off x="0" y="1904621"/>
            <a:ext cx="9144000" cy="4265644"/>
          </a:xfrm>
          <a:prstGeom prst="rect">
            <a:avLst/>
          </a:prstGeom>
        </p:spPr>
      </p:pic>
      <p:sp>
        <p:nvSpPr>
          <p:cNvPr id="3" name="Başlık 2">
            <a:extLst>
              <a:ext uri="{FF2B5EF4-FFF2-40B4-BE49-F238E27FC236}">
                <a16:creationId xmlns:a16="http://schemas.microsoft.com/office/drawing/2014/main" id="{86171A90-2265-268C-DE12-ED22EE8682C1}"/>
              </a:ext>
            </a:extLst>
          </p:cNvPr>
          <p:cNvSpPr>
            <a:spLocks noGrp="1"/>
          </p:cNvSpPr>
          <p:nvPr>
            <p:ph type="title"/>
          </p:nvPr>
        </p:nvSpPr>
        <p:spPr>
          <a:xfrm>
            <a:off x="-732057" y="404664"/>
            <a:ext cx="8229600" cy="1143000"/>
          </a:xfrm>
        </p:spPr>
        <p:txBody>
          <a:bodyPr/>
          <a:lstStyle/>
          <a:p>
            <a:r>
              <a:rPr lang="tr-TR" dirty="0"/>
              <a:t>SAU DEANSHIP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80">
                                          <p:stCondLst>
                                            <p:cond delay="0"/>
                                          </p:stCondLst>
                                        </p:cTn>
                                        <p:tgtEl>
                                          <p:spTgt spid="15"/>
                                        </p:tgtEl>
                                      </p:cBhvr>
                                    </p:animEffect>
                                    <p:anim calcmode="lin" valueType="num">
                                      <p:cBhvr>
                                        <p:cTn id="8"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3" dur="26">
                                          <p:stCondLst>
                                            <p:cond delay="650"/>
                                          </p:stCondLst>
                                        </p:cTn>
                                        <p:tgtEl>
                                          <p:spTgt spid="15"/>
                                        </p:tgtEl>
                                      </p:cBhvr>
                                      <p:to x="100000" y="60000"/>
                                    </p:animScale>
                                    <p:animScale>
                                      <p:cBhvr>
                                        <p:cTn id="14" dur="166" decel="50000">
                                          <p:stCondLst>
                                            <p:cond delay="676"/>
                                          </p:stCondLst>
                                        </p:cTn>
                                        <p:tgtEl>
                                          <p:spTgt spid="15"/>
                                        </p:tgtEl>
                                      </p:cBhvr>
                                      <p:to x="100000" y="100000"/>
                                    </p:animScale>
                                    <p:animScale>
                                      <p:cBhvr>
                                        <p:cTn id="15" dur="26">
                                          <p:stCondLst>
                                            <p:cond delay="1312"/>
                                          </p:stCondLst>
                                        </p:cTn>
                                        <p:tgtEl>
                                          <p:spTgt spid="15"/>
                                        </p:tgtEl>
                                      </p:cBhvr>
                                      <p:to x="100000" y="80000"/>
                                    </p:animScale>
                                    <p:animScale>
                                      <p:cBhvr>
                                        <p:cTn id="16" dur="166" decel="50000">
                                          <p:stCondLst>
                                            <p:cond delay="1338"/>
                                          </p:stCondLst>
                                        </p:cTn>
                                        <p:tgtEl>
                                          <p:spTgt spid="15"/>
                                        </p:tgtEl>
                                      </p:cBhvr>
                                      <p:to x="100000" y="100000"/>
                                    </p:animScale>
                                    <p:animScale>
                                      <p:cBhvr>
                                        <p:cTn id="17" dur="26">
                                          <p:stCondLst>
                                            <p:cond delay="1642"/>
                                          </p:stCondLst>
                                        </p:cTn>
                                        <p:tgtEl>
                                          <p:spTgt spid="15"/>
                                        </p:tgtEl>
                                      </p:cBhvr>
                                      <p:to x="100000" y="90000"/>
                                    </p:animScale>
                                    <p:animScale>
                                      <p:cBhvr>
                                        <p:cTn id="18" dur="166" decel="50000">
                                          <p:stCondLst>
                                            <p:cond delay="1668"/>
                                          </p:stCondLst>
                                        </p:cTn>
                                        <p:tgtEl>
                                          <p:spTgt spid="15"/>
                                        </p:tgtEl>
                                      </p:cBhvr>
                                      <p:to x="100000" y="100000"/>
                                    </p:animScale>
                                    <p:animScale>
                                      <p:cBhvr>
                                        <p:cTn id="19" dur="26">
                                          <p:stCondLst>
                                            <p:cond delay="1808"/>
                                          </p:stCondLst>
                                        </p:cTn>
                                        <p:tgtEl>
                                          <p:spTgt spid="15"/>
                                        </p:tgtEl>
                                      </p:cBhvr>
                                      <p:to x="100000" y="95000"/>
                                    </p:animScale>
                                    <p:animScale>
                                      <p:cBhvr>
                                        <p:cTn id="20" dur="166" decel="50000">
                                          <p:stCondLst>
                                            <p:cond delay="1834"/>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Başlık 1"/>
          <p:cNvSpPr>
            <a:spLocks noGrp="1"/>
          </p:cNvSpPr>
          <p:nvPr>
            <p:ph type="title"/>
          </p:nvPr>
        </p:nvSpPr>
        <p:spPr>
          <a:xfrm>
            <a:off x="457200" y="279343"/>
            <a:ext cx="8229600" cy="999310"/>
          </a:xfrm>
        </p:spPr>
        <p:txBody>
          <a:bodyPr/>
          <a:lstStyle/>
          <a:p>
            <a:r>
              <a:rPr dirty="0"/>
              <a:t>STUDENT DEANSHIP</a:t>
            </a:r>
          </a:p>
        </p:txBody>
      </p:sp>
      <p:sp>
        <p:nvSpPr>
          <p:cNvPr id="4099" name="İçerik Yer Tutucusu 2"/>
          <p:cNvSpPr>
            <a:spLocks noGrp="1"/>
          </p:cNvSpPr>
          <p:nvPr>
            <p:ph idx="1"/>
          </p:nvPr>
        </p:nvSpPr>
        <p:spPr>
          <a:xfrm>
            <a:off x="467544" y="1340768"/>
            <a:ext cx="8229600" cy="3888433"/>
          </a:xfrm>
        </p:spPr>
        <p:txBody>
          <a:bodyPr/>
          <a:lstStyle/>
          <a:p>
            <a:endParaRPr lang="tr-TR" sz="2400" dirty="0"/>
          </a:p>
          <a:p>
            <a:r>
              <a:rPr lang="en-US" sz="2400" dirty="0"/>
              <a:t>Listens to students' problems regarding university life, seeks solutions to problems in cooperation with relevant administrative and academic units,</a:t>
            </a:r>
          </a:p>
          <a:p>
            <a:r>
              <a:rPr lang="en-US" sz="2400" dirty="0"/>
              <a:t>Assists in ensuring coordination between academic and administrative units that directly concern students,</a:t>
            </a:r>
          </a:p>
          <a:p>
            <a:r>
              <a:rPr lang="en-US" sz="2400" dirty="0"/>
              <a:t>Evaluates and directs students' academic, social and administrative applications regarding campus life</a:t>
            </a:r>
          </a:p>
        </p:txBody>
      </p:sp>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679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Başlık 1"/>
          <p:cNvSpPr>
            <a:spLocks noGrp="1"/>
          </p:cNvSpPr>
          <p:nvPr>
            <p:ph type="title"/>
          </p:nvPr>
        </p:nvSpPr>
        <p:spPr>
          <a:xfrm>
            <a:off x="457200" y="253230"/>
            <a:ext cx="8229600" cy="999310"/>
          </a:xfrm>
        </p:spPr>
        <p:txBody>
          <a:bodyPr/>
          <a:lstStyle/>
          <a:p>
            <a:r>
              <a:rPr dirty="0"/>
              <a:t>STUDENT DEANSHIP</a:t>
            </a:r>
          </a:p>
        </p:txBody>
      </p:sp>
      <p:sp>
        <p:nvSpPr>
          <p:cNvPr id="4099" name="İçerik Yer Tutucusu 2"/>
          <p:cNvSpPr>
            <a:spLocks noGrp="1"/>
          </p:cNvSpPr>
          <p:nvPr>
            <p:ph idx="1"/>
          </p:nvPr>
        </p:nvSpPr>
        <p:spPr>
          <a:xfrm>
            <a:off x="457200" y="1376771"/>
            <a:ext cx="8229600" cy="4104457"/>
          </a:xfrm>
        </p:spPr>
        <p:txBody>
          <a:bodyPr/>
          <a:lstStyle/>
          <a:p>
            <a:endParaRPr lang="tr-TR" sz="2400" dirty="0"/>
          </a:p>
          <a:p>
            <a:r>
              <a:rPr sz="2400" dirty="0"/>
              <a:t>Supports the creation of a more effective and efficient learning environment, </a:t>
            </a:r>
            <a:endParaRPr lang="tr-TR" sz="2400" dirty="0"/>
          </a:p>
          <a:p>
            <a:r>
              <a:rPr lang="en-US" sz="2400" dirty="0"/>
              <a:t>Assists in coordinating common elective courses and exams, </a:t>
            </a:r>
          </a:p>
          <a:p>
            <a:r>
              <a:rPr lang="en-US" sz="2400" dirty="0"/>
              <a:t>Oversees the control and updating of the education </a:t>
            </a:r>
            <a:r>
              <a:rPr lang="en-US" sz="2400" dirty="0" err="1"/>
              <a:t>ınformation</a:t>
            </a:r>
            <a:r>
              <a:rPr lang="en-US" sz="2400" dirty="0"/>
              <a:t> system (EBS), </a:t>
            </a:r>
          </a:p>
          <a:p>
            <a:r>
              <a:rPr lang="en-US" sz="2400" dirty="0"/>
              <a:t>Prepares recommendations, drafts, regulations, and guidelines related to education.</a:t>
            </a:r>
          </a:p>
        </p:txBody>
      </p:sp>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578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pic>
        <p:nvPicPr>
          <p:cNvPr id="3" name="Resim 2">
            <a:extLst>
              <a:ext uri="{FF2B5EF4-FFF2-40B4-BE49-F238E27FC236}">
                <a16:creationId xmlns:a16="http://schemas.microsoft.com/office/drawing/2014/main" id="{0C1B1AA9-9E04-41B0-A2DA-91CBF5D03119}"/>
              </a:ext>
            </a:extLst>
          </p:cNvPr>
          <p:cNvPicPr>
            <a:picLocks noChangeAspect="1"/>
          </p:cNvPicPr>
          <p:nvPr/>
        </p:nvPicPr>
        <p:blipFill>
          <a:blip r:embed="rId4"/>
          <a:stretch>
            <a:fillRect/>
          </a:stretch>
        </p:blipFill>
        <p:spPr>
          <a:xfrm>
            <a:off x="-36512" y="1165122"/>
            <a:ext cx="9144000" cy="4728340"/>
          </a:xfrm>
          <a:prstGeom prst="rect">
            <a:avLst/>
          </a:prstGeom>
        </p:spPr>
      </p:pic>
      <p:sp>
        <p:nvSpPr>
          <p:cNvPr id="7" name="Oval 6">
            <a:extLst>
              <a:ext uri="{FF2B5EF4-FFF2-40B4-BE49-F238E27FC236}">
                <a16:creationId xmlns:a16="http://schemas.microsoft.com/office/drawing/2014/main" id="{7BD3E4EB-7315-DC90-E650-E6631A4D5181}"/>
              </a:ext>
            </a:extLst>
          </p:cNvPr>
          <p:cNvSpPr/>
          <p:nvPr/>
        </p:nvSpPr>
        <p:spPr>
          <a:xfrm>
            <a:off x="3995936" y="2060848"/>
            <a:ext cx="2267744"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dirty="0"/>
          </a:p>
        </p:txBody>
      </p:sp>
      <p:sp>
        <p:nvSpPr>
          <p:cNvPr id="2" name="Dikdörtgen: Köşeleri Yuvarlatılmış 1">
            <a:extLst>
              <a:ext uri="{FF2B5EF4-FFF2-40B4-BE49-F238E27FC236}">
                <a16:creationId xmlns:a16="http://schemas.microsoft.com/office/drawing/2014/main" id="{A701E237-ACAE-4641-8A16-326CF639FE8F}"/>
              </a:ext>
            </a:extLst>
          </p:cNvPr>
          <p:cNvSpPr/>
          <p:nvPr/>
        </p:nvSpPr>
        <p:spPr>
          <a:xfrm>
            <a:off x="3897603" y="3699586"/>
            <a:ext cx="4896544" cy="304796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dirty="0"/>
              <a:t>Established within our university's student-oriented perspective, the Student Senate aims to enhance student contributions for healthier institutional development. Suggestions presented in the Student Senate are implemented by the Student Deanship. Strategic topics and decisions are conveyed by the Student Deanship to the University Senate and University Executive Board.</a:t>
            </a:r>
          </a:p>
        </p:txBody>
      </p:sp>
      <p:sp>
        <p:nvSpPr>
          <p:cNvPr id="11" name="Metin kutusu 10">
            <a:extLst>
              <a:ext uri="{FF2B5EF4-FFF2-40B4-BE49-F238E27FC236}">
                <a16:creationId xmlns:a16="http://schemas.microsoft.com/office/drawing/2014/main" id="{929EFA2B-2A41-AE70-E097-EF3B12436599}"/>
              </a:ext>
            </a:extLst>
          </p:cNvPr>
          <p:cNvSpPr txBox="1"/>
          <p:nvPr/>
        </p:nvSpPr>
        <p:spPr>
          <a:xfrm>
            <a:off x="2835016" y="508030"/>
            <a:ext cx="4589584" cy="523220"/>
          </a:xfrm>
          <a:prstGeom prst="rect">
            <a:avLst/>
          </a:prstGeom>
          <a:noFill/>
        </p:spPr>
        <p:txBody>
          <a:bodyPr wrap="square">
            <a:spAutoFit/>
          </a:bodyPr>
          <a:lstStyle/>
          <a:p>
            <a:r>
              <a:rPr lang="tr-TR" sz="2800" b="1" dirty="0"/>
              <a:t>STUDENT DEANSHIP</a:t>
            </a:r>
          </a:p>
        </p:txBody>
      </p:sp>
    </p:spTree>
    <p:extLst>
      <p:ext uri="{BB962C8B-B14F-4D97-AF65-F5344CB8AC3E}">
        <p14:creationId xmlns:p14="http://schemas.microsoft.com/office/powerpoint/2010/main" val="42419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pic>
        <p:nvPicPr>
          <p:cNvPr id="5" name="İçerik Yer Tutucusu 4">
            <a:extLst>
              <a:ext uri="{FF2B5EF4-FFF2-40B4-BE49-F238E27FC236}">
                <a16:creationId xmlns:a16="http://schemas.microsoft.com/office/drawing/2014/main" id="{A80300C3-B869-83C0-8FA4-FF091CA4C13D}"/>
              </a:ext>
            </a:extLst>
          </p:cNvPr>
          <p:cNvPicPr>
            <a:picLocks noGrp="1" noChangeAspect="1"/>
          </p:cNvPicPr>
          <p:nvPr>
            <p:ph idx="1"/>
          </p:nvPr>
        </p:nvPicPr>
        <p:blipFill>
          <a:blip r:embed="rId4"/>
          <a:stretch>
            <a:fillRect/>
          </a:stretch>
        </p:blipFill>
        <p:spPr>
          <a:xfrm>
            <a:off x="0" y="1052736"/>
            <a:ext cx="9036496" cy="5112568"/>
          </a:xfrm>
        </p:spPr>
      </p:pic>
      <p:sp>
        <p:nvSpPr>
          <p:cNvPr id="6" name="Metin kutusu 5">
            <a:extLst>
              <a:ext uri="{FF2B5EF4-FFF2-40B4-BE49-F238E27FC236}">
                <a16:creationId xmlns:a16="http://schemas.microsoft.com/office/drawing/2014/main" id="{ADBFFCA3-C956-C7DD-4302-835E6C53DDE8}"/>
              </a:ext>
            </a:extLst>
          </p:cNvPr>
          <p:cNvSpPr txBox="1"/>
          <p:nvPr/>
        </p:nvSpPr>
        <p:spPr>
          <a:xfrm>
            <a:off x="3275856" y="332656"/>
            <a:ext cx="4104457" cy="523220"/>
          </a:xfrm>
          <a:prstGeom prst="rect">
            <a:avLst/>
          </a:prstGeom>
          <a:noFill/>
        </p:spPr>
        <p:txBody>
          <a:bodyPr wrap="square" rtlCol="0">
            <a:spAutoFit/>
          </a:bodyPr>
          <a:lstStyle/>
          <a:p>
            <a:r>
              <a:rPr lang="tr-TR" sz="2800" b="1" dirty="0"/>
              <a:t>STUDENT DEANSHIP</a:t>
            </a:r>
          </a:p>
        </p:txBody>
      </p:sp>
    </p:spTree>
    <p:extLst>
      <p:ext uri="{BB962C8B-B14F-4D97-AF65-F5344CB8AC3E}">
        <p14:creationId xmlns:p14="http://schemas.microsoft.com/office/powerpoint/2010/main" val="2618786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pic>
        <p:nvPicPr>
          <p:cNvPr id="4" name="Resim 3">
            <a:extLst>
              <a:ext uri="{FF2B5EF4-FFF2-40B4-BE49-F238E27FC236}">
                <a16:creationId xmlns:a16="http://schemas.microsoft.com/office/drawing/2014/main" id="{E4B9C222-6E84-15B8-4199-37319B2F1118}"/>
              </a:ext>
            </a:extLst>
          </p:cNvPr>
          <p:cNvPicPr>
            <a:picLocks noChangeAspect="1"/>
          </p:cNvPicPr>
          <p:nvPr/>
        </p:nvPicPr>
        <p:blipFill>
          <a:blip r:embed="rId4"/>
          <a:stretch>
            <a:fillRect/>
          </a:stretch>
        </p:blipFill>
        <p:spPr>
          <a:xfrm>
            <a:off x="12576" y="692696"/>
            <a:ext cx="9144000" cy="6295002"/>
          </a:xfrm>
          <a:prstGeom prst="rect">
            <a:avLst/>
          </a:prstGeom>
        </p:spPr>
      </p:pic>
      <p:sp>
        <p:nvSpPr>
          <p:cNvPr id="7" name="Oval 6">
            <a:extLst>
              <a:ext uri="{FF2B5EF4-FFF2-40B4-BE49-F238E27FC236}">
                <a16:creationId xmlns:a16="http://schemas.microsoft.com/office/drawing/2014/main" id="{7BD3E4EB-7315-DC90-E650-E6631A4D5181}"/>
              </a:ext>
            </a:extLst>
          </p:cNvPr>
          <p:cNvSpPr/>
          <p:nvPr/>
        </p:nvSpPr>
        <p:spPr>
          <a:xfrm>
            <a:off x="6876256" y="5085184"/>
            <a:ext cx="2267744" cy="10801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dirty="0"/>
          </a:p>
        </p:txBody>
      </p:sp>
      <p:sp>
        <p:nvSpPr>
          <p:cNvPr id="2" name="Metin kutusu 1">
            <a:extLst>
              <a:ext uri="{FF2B5EF4-FFF2-40B4-BE49-F238E27FC236}">
                <a16:creationId xmlns:a16="http://schemas.microsoft.com/office/drawing/2014/main" id="{72F7E2C7-14FC-61A3-DC35-5A070C5CBE54}"/>
              </a:ext>
            </a:extLst>
          </p:cNvPr>
          <p:cNvSpPr txBox="1"/>
          <p:nvPr/>
        </p:nvSpPr>
        <p:spPr>
          <a:xfrm>
            <a:off x="2771799" y="49655"/>
            <a:ext cx="4104457" cy="523220"/>
          </a:xfrm>
          <a:prstGeom prst="rect">
            <a:avLst/>
          </a:prstGeom>
          <a:noFill/>
        </p:spPr>
        <p:txBody>
          <a:bodyPr wrap="square" rtlCol="0">
            <a:spAutoFit/>
          </a:bodyPr>
          <a:lstStyle/>
          <a:p>
            <a:r>
              <a:rPr lang="tr-TR" sz="2800" b="1" dirty="0"/>
              <a:t>STUDENT DEANSHIP</a:t>
            </a:r>
          </a:p>
        </p:txBody>
      </p:sp>
    </p:spTree>
    <p:extLst>
      <p:ext uri="{BB962C8B-B14F-4D97-AF65-F5344CB8AC3E}">
        <p14:creationId xmlns:p14="http://schemas.microsoft.com/office/powerpoint/2010/main" val="2056428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
        <p:nvSpPr>
          <p:cNvPr id="9" name="Alt Başlık 2">
            <a:extLst>
              <a:ext uri="{FF2B5EF4-FFF2-40B4-BE49-F238E27FC236}">
                <a16:creationId xmlns:a16="http://schemas.microsoft.com/office/drawing/2014/main" id="{3A6C1FDE-BE0F-EF40-A648-AB47C9CDBBCA}"/>
              </a:ext>
            </a:extLst>
          </p:cNvPr>
          <p:cNvSpPr txBox="1">
            <a:spLocks/>
          </p:cNvSpPr>
          <p:nvPr/>
        </p:nvSpPr>
        <p:spPr bwMode="auto">
          <a:xfrm>
            <a:off x="7524328" y="6291093"/>
            <a:ext cx="2547938" cy="347662"/>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t>THANK YOU FOR YOUR ATTENTION</a:t>
            </a:r>
          </a:p>
          <a:p>
            <a:r>
              <a:t>www.sakarya.edu.tr</a:t>
            </a:r>
          </a:p>
        </p:txBody>
      </p:sp>
      <p:sp>
        <p:nvSpPr>
          <p:cNvPr id="6" name="Metin kutusu 5">
            <a:extLst>
              <a:ext uri="{FF2B5EF4-FFF2-40B4-BE49-F238E27FC236}">
                <a16:creationId xmlns:a16="http://schemas.microsoft.com/office/drawing/2014/main" id="{ADBFFCA3-C956-C7DD-4302-835E6C53DDE8}"/>
              </a:ext>
            </a:extLst>
          </p:cNvPr>
          <p:cNvSpPr txBox="1"/>
          <p:nvPr/>
        </p:nvSpPr>
        <p:spPr>
          <a:xfrm>
            <a:off x="196419" y="44624"/>
            <a:ext cx="8119997" cy="584775"/>
          </a:xfrm>
          <a:prstGeom prst="rect">
            <a:avLst/>
          </a:prstGeom>
          <a:noFill/>
        </p:spPr>
        <p:txBody>
          <a:bodyPr wrap="square" rtlCol="0">
            <a:spAutoFit/>
          </a:bodyPr>
          <a:lstStyle/>
          <a:p>
            <a:r>
              <a:t>THANK YOU FOR YOUR ATTENTION</a:t>
            </a:r>
          </a:p>
          <a:p>
            <a:r>
              <a:t>www.sakarya.edu.tr</a:t>
            </a:r>
          </a:p>
        </p:txBody>
      </p:sp>
      <p:pic>
        <p:nvPicPr>
          <p:cNvPr id="3" name="Resim 2">
            <a:extLst>
              <a:ext uri="{FF2B5EF4-FFF2-40B4-BE49-F238E27FC236}">
                <a16:creationId xmlns:a16="http://schemas.microsoft.com/office/drawing/2014/main" id="{8BAF04AF-980C-0DC4-4E45-FE284C9CD182}"/>
              </a:ext>
            </a:extLst>
          </p:cNvPr>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871281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
        <p:nvSpPr>
          <p:cNvPr id="9" name="Alt Başlık 2">
            <a:extLst>
              <a:ext uri="{FF2B5EF4-FFF2-40B4-BE49-F238E27FC236}">
                <a16:creationId xmlns:a16="http://schemas.microsoft.com/office/drawing/2014/main" id="{3A6C1FDE-BE0F-EF40-A648-AB47C9CDBBCA}"/>
              </a:ext>
            </a:extLst>
          </p:cNvPr>
          <p:cNvSpPr txBox="1">
            <a:spLocks/>
          </p:cNvSpPr>
          <p:nvPr/>
        </p:nvSpPr>
        <p:spPr bwMode="auto">
          <a:xfrm>
            <a:off x="7524328" y="6291093"/>
            <a:ext cx="2547938" cy="347662"/>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fontAlgn="auto">
              <a:spcAft>
                <a:spcPts val="0"/>
              </a:spcAft>
              <a:defRPr/>
            </a:pPr>
            <a:r>
              <a:rPr lang="tr-TR" sz="1200" dirty="0"/>
              <a:t>www.sakarya.edu.tr</a:t>
            </a:r>
          </a:p>
        </p:txBody>
      </p:sp>
      <p:sp>
        <p:nvSpPr>
          <p:cNvPr id="6" name="Metin kutusu 5">
            <a:extLst>
              <a:ext uri="{FF2B5EF4-FFF2-40B4-BE49-F238E27FC236}">
                <a16:creationId xmlns:a16="http://schemas.microsoft.com/office/drawing/2014/main" id="{ADBFFCA3-C956-C7DD-4302-835E6C53DDE8}"/>
              </a:ext>
            </a:extLst>
          </p:cNvPr>
          <p:cNvSpPr txBox="1"/>
          <p:nvPr/>
        </p:nvSpPr>
        <p:spPr>
          <a:xfrm>
            <a:off x="196419" y="44624"/>
            <a:ext cx="8119997" cy="584775"/>
          </a:xfrm>
          <a:prstGeom prst="rect">
            <a:avLst/>
          </a:prstGeom>
          <a:noFill/>
        </p:spPr>
        <p:txBody>
          <a:bodyPr wrap="square" rtlCol="0">
            <a:spAutoFit/>
          </a:bodyPr>
          <a:lstStyle/>
          <a:p>
            <a:pPr algn="ctr"/>
            <a:r>
              <a:rPr lang="tr-TR" altLang="tr-TR" sz="3200" b="1" dirty="0">
                <a:solidFill>
                  <a:srgbClr val="112F63"/>
                </a:solidFill>
                <a:latin typeface="Garamond" panose="02020404030301010803" pitchFamily="18" charset="0"/>
              </a:rPr>
              <a:t>THINGS TO CONSIDER</a:t>
            </a:r>
            <a:endParaRPr lang="tr-TR" sz="3200" dirty="0">
              <a:latin typeface="Garamond" panose="02020404030301010803" pitchFamily="18" charset="0"/>
            </a:endParaRPr>
          </a:p>
        </p:txBody>
      </p:sp>
      <p:pic>
        <p:nvPicPr>
          <p:cNvPr id="4" name="Resim 3">
            <a:extLst>
              <a:ext uri="{FF2B5EF4-FFF2-40B4-BE49-F238E27FC236}">
                <a16:creationId xmlns:a16="http://schemas.microsoft.com/office/drawing/2014/main" id="{E4B9C222-6E84-15B8-4199-37319B2F1118}"/>
              </a:ext>
            </a:extLst>
          </p:cNvPr>
          <p:cNvPicPr>
            <a:picLocks noChangeAspect="1"/>
          </p:cNvPicPr>
          <p:nvPr/>
        </p:nvPicPr>
        <p:blipFill>
          <a:blip r:embed="rId4"/>
          <a:stretch>
            <a:fillRect/>
          </a:stretch>
        </p:blipFill>
        <p:spPr>
          <a:xfrm>
            <a:off x="12576" y="692696"/>
            <a:ext cx="9144000" cy="6295002"/>
          </a:xfrm>
          <a:prstGeom prst="rect">
            <a:avLst/>
          </a:prstGeom>
        </p:spPr>
      </p:pic>
      <p:sp>
        <p:nvSpPr>
          <p:cNvPr id="7" name="Oval 6">
            <a:extLst>
              <a:ext uri="{FF2B5EF4-FFF2-40B4-BE49-F238E27FC236}">
                <a16:creationId xmlns:a16="http://schemas.microsoft.com/office/drawing/2014/main" id="{7BD3E4EB-7315-DC90-E650-E6631A4D5181}"/>
              </a:ext>
            </a:extLst>
          </p:cNvPr>
          <p:cNvSpPr/>
          <p:nvPr/>
        </p:nvSpPr>
        <p:spPr>
          <a:xfrm>
            <a:off x="4572000" y="5085184"/>
            <a:ext cx="2267744" cy="10801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390636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ilgi Yer Tutucusu 1">
            <a:extLst>
              <a:ext uri="{FF2B5EF4-FFF2-40B4-BE49-F238E27FC236}">
                <a16:creationId xmlns:a16="http://schemas.microsoft.com/office/drawing/2014/main" id="{EE5C07D6-E700-795A-AC20-B577AD1A78E4}"/>
              </a:ext>
            </a:extLst>
          </p:cNvPr>
          <p:cNvSpPr>
            <a:spLocks noGrp="1"/>
          </p:cNvSpPr>
          <p:nvPr>
            <p:ph type="ftr" sz="quarter" idx="11"/>
          </p:nvPr>
        </p:nvSpPr>
        <p:spPr/>
        <p:txBody>
          <a:bodyPr/>
          <a:lstStyle/>
          <a:p>
            <a:pPr>
              <a:defRPr/>
            </a:pPr>
            <a:r>
              <a:rPr lang="tr-TR"/>
              <a:t>www.sakarya.edu.tr</a:t>
            </a:r>
          </a:p>
        </p:txBody>
      </p:sp>
      <p:pic>
        <p:nvPicPr>
          <p:cNvPr id="4" name="Resim 3">
            <a:extLst>
              <a:ext uri="{FF2B5EF4-FFF2-40B4-BE49-F238E27FC236}">
                <a16:creationId xmlns:a16="http://schemas.microsoft.com/office/drawing/2014/main" id="{E6B0D603-522B-21F6-3059-FBFC80A9BB7A}"/>
              </a:ext>
            </a:extLst>
          </p:cNvPr>
          <p:cNvPicPr>
            <a:picLocks noChangeAspect="1"/>
          </p:cNvPicPr>
          <p:nvPr/>
        </p:nvPicPr>
        <p:blipFill>
          <a:blip r:embed="rId2"/>
          <a:stretch>
            <a:fillRect/>
          </a:stretch>
        </p:blipFill>
        <p:spPr>
          <a:xfrm>
            <a:off x="0" y="1"/>
            <a:ext cx="9144000" cy="6858000"/>
          </a:xfrm>
          <a:prstGeom prst="rect">
            <a:avLst/>
          </a:prstGeom>
        </p:spPr>
      </p:pic>
    </p:spTree>
    <p:extLst>
      <p:ext uri="{BB962C8B-B14F-4D97-AF65-F5344CB8AC3E}">
        <p14:creationId xmlns:p14="http://schemas.microsoft.com/office/powerpoint/2010/main" val="172663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Başlık 1"/>
          <p:cNvSpPr>
            <a:spLocks noGrp="1"/>
          </p:cNvSpPr>
          <p:nvPr>
            <p:ph type="title"/>
          </p:nvPr>
        </p:nvSpPr>
        <p:spPr>
          <a:xfrm>
            <a:off x="457200" y="2789730"/>
            <a:ext cx="8229600" cy="999310"/>
          </a:xfrm>
        </p:spPr>
        <p:txBody>
          <a:bodyPr/>
          <a:lstStyle/>
          <a:p>
            <a:r>
              <a:rPr lang="tr-TR" altLang="tr-TR" sz="4000" b="1" dirty="0">
                <a:solidFill>
                  <a:srgbClr val="112F63"/>
                </a:solidFill>
              </a:rPr>
              <a:t>THANKS FOR YOUR INTEREST</a:t>
            </a:r>
          </a:p>
        </p:txBody>
      </p:sp>
      <p:pic>
        <p:nvPicPr>
          <p:cNvPr id="4102"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021288"/>
            <a:ext cx="9144000" cy="1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96419" y="6289535"/>
            <a:ext cx="1423253" cy="435267"/>
          </a:xfrm>
          <a:prstGeom prst="rect">
            <a:avLst/>
          </a:prstGeom>
          <a:noFill/>
          <a:extLst>
            <a:ext uri="{909E8E84-426E-40DD-AFC4-6F175D3DCCD1}">
              <a14:hiddenFill xmlns:a14="http://schemas.microsoft.com/office/drawing/2010/main">
                <a:solidFill>
                  <a:srgbClr val="FFFFFF"/>
                </a:solidFill>
              </a14:hiddenFill>
            </a:ext>
          </a:extLst>
        </p:spPr>
      </p:pic>
      <p:sp>
        <p:nvSpPr>
          <p:cNvPr id="9" name="Alt Başlık 2">
            <a:extLst>
              <a:ext uri="{FF2B5EF4-FFF2-40B4-BE49-F238E27FC236}">
                <a16:creationId xmlns:a16="http://schemas.microsoft.com/office/drawing/2014/main" id="{3A6C1FDE-BE0F-EF40-A648-AB47C9CDBBCA}"/>
              </a:ext>
            </a:extLst>
          </p:cNvPr>
          <p:cNvSpPr txBox="1">
            <a:spLocks/>
          </p:cNvSpPr>
          <p:nvPr/>
        </p:nvSpPr>
        <p:spPr bwMode="auto">
          <a:xfrm>
            <a:off x="7524328" y="6291093"/>
            <a:ext cx="2547938" cy="347662"/>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fontAlgn="auto">
              <a:spcAft>
                <a:spcPts val="0"/>
              </a:spcAft>
              <a:defRPr/>
            </a:pPr>
            <a:r>
              <a:rPr lang="tr-TR" sz="1200" dirty="0"/>
              <a:t>www.sakarya.edu.tr</a:t>
            </a:r>
          </a:p>
        </p:txBody>
      </p:sp>
    </p:spTree>
    <p:extLst>
      <p:ext uri="{BB962C8B-B14F-4D97-AF65-F5344CB8AC3E}">
        <p14:creationId xmlns:p14="http://schemas.microsoft.com/office/powerpoint/2010/main" val="2980621204"/>
      </p:ext>
    </p:extLst>
  </p:cSld>
  <p:clrMapOvr>
    <a:masterClrMapping/>
  </p:clrMapOvr>
</p:sld>
</file>

<file path=ppt/theme/theme1.xml><?xml version="1.0" encoding="utf-8"?>
<a:theme xmlns:a="http://schemas.openxmlformats.org/drawingml/2006/main" name="Sunum_Sablon">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unu1" id="{B53B6D98-E29A-4E26-8E4E-0A111BAFADED}" vid="{95A19400-8BF6-4A72-B281-0F5A18BCF85B}"/>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sunum_01</Template>
  <TotalTime>564</TotalTime>
  <Words>381</Words>
  <Application>Microsoft Office PowerPoint</Application>
  <PresentationFormat>Ekran Gösterisi (4:3)</PresentationFormat>
  <Paragraphs>42</Paragraphs>
  <Slides>13</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13</vt:i4>
      </vt:variant>
    </vt:vector>
  </HeadingPairs>
  <TitlesOfParts>
    <vt:vector size="17" baseType="lpstr">
      <vt:lpstr>Arial</vt:lpstr>
      <vt:lpstr>Calibri</vt:lpstr>
      <vt:lpstr>Garamond</vt:lpstr>
      <vt:lpstr>Sunum_Sablon</vt:lpstr>
      <vt:lpstr>SAU STUDENT DEAN'S OFFICE</vt:lpstr>
      <vt:lpstr>STUDENT DEANSHIP</vt:lpstr>
      <vt:lpstr>STUDENT DEANSHIP</vt:lpstr>
      <vt:lpstr>SAU DEANSHIP</vt:lpstr>
      <vt:lpstr>STUDENT DEANSHIP</vt:lpstr>
      <vt:lpstr>STUDENT DEANSHIP</vt:lpstr>
      <vt:lpstr>PowerPoint Sunusu</vt:lpstr>
      <vt:lpstr>PowerPoint Sunusu</vt:lpstr>
      <vt:lpstr>PowerPoint Sunusu</vt:lpstr>
      <vt:lpstr>PowerPoint Sunusu</vt:lpstr>
      <vt:lpstr>PowerPoint Sunusu</vt:lpstr>
      <vt:lpstr>PowerPoint Sunusu</vt:lpstr>
      <vt:lpstr>THANKS FOR YOUR INTEREST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Sau</dc:creator>
  <cp:lastModifiedBy>Merve Gülbahar</cp:lastModifiedBy>
  <cp:revision>111</cp:revision>
  <dcterms:created xsi:type="dcterms:W3CDTF">2020-03-15T11:21:23Z</dcterms:created>
  <dcterms:modified xsi:type="dcterms:W3CDTF">2024-10-29T19:32:50Z</dcterms:modified>
</cp:coreProperties>
</file>