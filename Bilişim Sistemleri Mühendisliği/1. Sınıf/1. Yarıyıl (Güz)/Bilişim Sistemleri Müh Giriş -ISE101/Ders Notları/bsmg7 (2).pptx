
<file path=[Content_Types].xml><?xml version="1.0" encoding="utf-8"?>
<Types xmlns="http://schemas.openxmlformats.org/package/2006/content-types">
  <Default Extension="jpeg" ContentType="image/jpeg"/>
  <Default Extension="jpg" ContentType="image/jpeg"/>
  <Default Extension="jpg!d"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media/image55.jpg" ContentType="image/jpg"/>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media/image65.jpg" ContentType="image/jpg"/>
  <Override PartName="/ppt/media/image66.jpg" ContentType="image/jpg"/>
  <Override PartName="/ppt/media/image67.jpg" ContentType="image/jpg"/>
  <Override PartName="/ppt/media/image68.jpg" ContentType="image/jpg"/>
  <Override PartName="/ppt/media/image69.jpg" ContentType="image/jpg"/>
  <Override PartName="/ppt/media/image70.jpg" ContentType="image/jpg"/>
  <Override PartName="/ppt/media/image73.jpg" ContentType="image/jpg"/>
  <Override PartName="/ppt/media/image74.jpg" ContentType="image/jpg"/>
  <Override PartName="/ppt/media/image77.jpg" ContentType="image/jpg"/>
  <Override PartName="/ppt/media/image80.jpg" ContentType="image/jpg"/>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media/image89.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92.jpg" ContentType="image/jpg"/>
  <Override PartName="/ppt/media/image93.jpg" ContentType="image/jpg"/>
  <Override PartName="/ppt/media/image99.jpg" ContentType="image/jpg"/>
  <Override PartName="/ppt/media/image102.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256" r:id="rId2"/>
    <p:sldId id="328" r:id="rId3"/>
    <p:sldId id="257" r:id="rId4"/>
    <p:sldId id="258" r:id="rId5"/>
    <p:sldId id="259" r:id="rId6"/>
    <p:sldId id="260" r:id="rId7"/>
    <p:sldId id="262" r:id="rId8"/>
    <p:sldId id="329" r:id="rId9"/>
    <p:sldId id="330" r:id="rId10"/>
    <p:sldId id="331" r:id="rId11"/>
    <p:sldId id="332" r:id="rId12"/>
    <p:sldId id="333" r:id="rId13"/>
    <p:sldId id="268" r:id="rId14"/>
    <p:sldId id="263" r:id="rId15"/>
    <p:sldId id="264" r:id="rId16"/>
    <p:sldId id="301" r:id="rId17"/>
    <p:sldId id="265" r:id="rId18"/>
    <p:sldId id="266" r:id="rId19"/>
    <p:sldId id="267"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2"/>
    <p:sldId id="292" r:id="rId43"/>
    <p:sldId id="290" r:id="rId44"/>
    <p:sldId id="293" r:id="rId45"/>
    <p:sldId id="294" r:id="rId46"/>
    <p:sldId id="295" r:id="rId47"/>
    <p:sldId id="297" r:id="rId48"/>
    <p:sldId id="298" r:id="rId49"/>
    <p:sldId id="299" r:id="rId50"/>
    <p:sldId id="303" r:id="rId51"/>
    <p:sldId id="304" r:id="rId52"/>
    <p:sldId id="334" r:id="rId53"/>
    <p:sldId id="335" r:id="rId54"/>
    <p:sldId id="336" r:id="rId55"/>
    <p:sldId id="337" r:id="rId56"/>
    <p:sldId id="338" r:id="rId57"/>
    <p:sldId id="339" r:id="rId58"/>
    <p:sldId id="321" r:id="rId59"/>
    <p:sldId id="322" r:id="rId60"/>
    <p:sldId id="340" r:id="rId61"/>
    <p:sldId id="310" r:id="rId62"/>
    <p:sldId id="341" r:id="rId63"/>
    <p:sldId id="305" r:id="rId64"/>
    <p:sldId id="311" r:id="rId65"/>
    <p:sldId id="315" r:id="rId66"/>
    <p:sldId id="316" r:id="rId67"/>
    <p:sldId id="317" r:id="rId68"/>
    <p:sldId id="318" r:id="rId69"/>
    <p:sldId id="319" r:id="rId70"/>
    <p:sldId id="323" r:id="rId71"/>
    <p:sldId id="324" r:id="rId72"/>
    <p:sldId id="342" r:id="rId73"/>
    <p:sldId id="325" r:id="rId74"/>
    <p:sldId id="326" r:id="rId75"/>
    <p:sldId id="327" r:id="rId76"/>
  </p:sldIdLst>
  <p:sldSz cx="9144000" cy="5715000" type="screen16x10"/>
  <p:notesSz cx="9144000" cy="5715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3"/>
    <p:restoredTop sz="92260"/>
  </p:normalViewPr>
  <p:slideViewPr>
    <p:cSldViewPr>
      <p:cViewPr>
        <p:scale>
          <a:sx n="106" d="100"/>
          <a:sy n="106" d="100"/>
        </p:scale>
        <p:origin x="1080" y="48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155CA4-CD1D-4F9E-B5AB-586B9B3B2CA2}"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DE95064B-AB8B-4F9E-8DA8-1BBC93BD55D3}">
      <dgm:prSet/>
      <dgm:spPr/>
      <dgm:t>
        <a:bodyPr/>
        <a:lstStyle/>
        <a:p>
          <a:r>
            <a:rPr lang="tr-TR"/>
            <a:t>Sistemi tasarlayan teknik kişiler, tasarım sürecine son  kullanıcıyı dahil etmemiş,</a:t>
          </a:r>
          <a:endParaRPr lang="en-US"/>
        </a:p>
      </dgm:t>
    </dgm:pt>
    <dgm:pt modelId="{0D3032DC-EB8D-46AE-A5C8-80DF8F80FD56}" type="parTrans" cxnId="{E68AF437-87C4-4FF0-90C5-38904680FD46}">
      <dgm:prSet/>
      <dgm:spPr/>
      <dgm:t>
        <a:bodyPr/>
        <a:lstStyle/>
        <a:p>
          <a:endParaRPr lang="en-US"/>
        </a:p>
      </dgm:t>
    </dgm:pt>
    <dgm:pt modelId="{D85A683D-8A8B-43D6-8421-284618BA7055}" type="sibTrans" cxnId="{E68AF437-87C4-4FF0-90C5-38904680FD46}">
      <dgm:prSet/>
      <dgm:spPr/>
      <dgm:t>
        <a:bodyPr/>
        <a:lstStyle/>
        <a:p>
          <a:endParaRPr lang="en-US"/>
        </a:p>
      </dgm:t>
    </dgm:pt>
    <dgm:pt modelId="{68DE2B34-107A-460E-A68A-4474780F7301}">
      <dgm:prSet/>
      <dgm:spPr/>
      <dgm:t>
        <a:bodyPr/>
        <a:lstStyle/>
        <a:p>
          <a:r>
            <a:rPr lang="tr-TR"/>
            <a:t>Kullanılabilirlik çalışması yapılmamış,</a:t>
          </a:r>
          <a:endParaRPr lang="en-US"/>
        </a:p>
      </dgm:t>
    </dgm:pt>
    <dgm:pt modelId="{C449C625-7853-4FDD-AB0D-EFA89958648A}" type="parTrans" cxnId="{0BAEFE86-29D8-4B75-8FED-873DFF6A9573}">
      <dgm:prSet/>
      <dgm:spPr/>
      <dgm:t>
        <a:bodyPr/>
        <a:lstStyle/>
        <a:p>
          <a:endParaRPr lang="en-US"/>
        </a:p>
      </dgm:t>
    </dgm:pt>
    <dgm:pt modelId="{278B25DB-6BDE-43BA-9E80-801048820A71}" type="sibTrans" cxnId="{0BAEFE86-29D8-4B75-8FED-873DFF6A9573}">
      <dgm:prSet/>
      <dgm:spPr/>
      <dgm:t>
        <a:bodyPr/>
        <a:lstStyle/>
        <a:p>
          <a:endParaRPr lang="en-US"/>
        </a:p>
      </dgm:t>
    </dgm:pt>
    <dgm:pt modelId="{ACE32DCF-DB47-47C5-8850-64091561DF26}">
      <dgm:prSet/>
      <dgm:spPr/>
      <dgm:t>
        <a:bodyPr/>
        <a:lstStyle/>
        <a:p>
          <a:r>
            <a:rPr lang="tr-TR"/>
            <a:t>Üretilen yazılım, üretim sürecinde ve kullanıma geçirilmeden  önce gerçek kullanıcılarca test edilmemiş,</a:t>
          </a:r>
          <a:endParaRPr lang="en-US"/>
        </a:p>
      </dgm:t>
    </dgm:pt>
    <dgm:pt modelId="{E240ED76-517F-43CC-A058-F7A5A0A9D361}" type="parTrans" cxnId="{17EADF61-FE99-489E-A68D-40175C6DB45F}">
      <dgm:prSet/>
      <dgm:spPr/>
      <dgm:t>
        <a:bodyPr/>
        <a:lstStyle/>
        <a:p>
          <a:endParaRPr lang="en-US"/>
        </a:p>
      </dgm:t>
    </dgm:pt>
    <dgm:pt modelId="{9A3DFFE1-248D-406A-96DE-34D1F5AB4406}" type="sibTrans" cxnId="{17EADF61-FE99-489E-A68D-40175C6DB45F}">
      <dgm:prSet/>
      <dgm:spPr/>
      <dgm:t>
        <a:bodyPr/>
        <a:lstStyle/>
        <a:p>
          <a:endParaRPr lang="en-US"/>
        </a:p>
      </dgm:t>
    </dgm:pt>
    <dgm:pt modelId="{3F0B2261-BFF9-4502-A770-ED5D25355D8B}">
      <dgm:prSet/>
      <dgm:spPr/>
      <dgm:t>
        <a:bodyPr/>
        <a:lstStyle/>
        <a:p>
          <a:r>
            <a:rPr lang="tr-TR"/>
            <a:t>Sadece tasarımcıların varsayımları ya da beğenileri üzerinde kurulmuştur.</a:t>
          </a:r>
          <a:endParaRPr lang="en-US"/>
        </a:p>
      </dgm:t>
    </dgm:pt>
    <dgm:pt modelId="{819E24F8-4A44-46F6-8166-04E7D8B7B71D}" type="parTrans" cxnId="{0B25CB63-11CD-4B50-A964-B154C8E2BBBF}">
      <dgm:prSet/>
      <dgm:spPr/>
      <dgm:t>
        <a:bodyPr/>
        <a:lstStyle/>
        <a:p>
          <a:endParaRPr lang="en-US"/>
        </a:p>
      </dgm:t>
    </dgm:pt>
    <dgm:pt modelId="{DB66F5A1-9A40-47C9-87F6-11F67BFF439B}" type="sibTrans" cxnId="{0B25CB63-11CD-4B50-A964-B154C8E2BBBF}">
      <dgm:prSet/>
      <dgm:spPr/>
      <dgm:t>
        <a:bodyPr/>
        <a:lstStyle/>
        <a:p>
          <a:endParaRPr lang="en-US"/>
        </a:p>
      </dgm:t>
    </dgm:pt>
    <dgm:pt modelId="{1CACB2A4-32D9-48BD-8010-F72CC67E79DF}" type="pres">
      <dgm:prSet presAssocID="{89155CA4-CD1D-4F9E-B5AB-586B9B3B2CA2}" presName="root" presStyleCnt="0">
        <dgm:presLayoutVars>
          <dgm:dir/>
          <dgm:resizeHandles val="exact"/>
        </dgm:presLayoutVars>
      </dgm:prSet>
      <dgm:spPr/>
    </dgm:pt>
    <dgm:pt modelId="{5526331D-D01C-4552-8BFA-9438A7D7EC6F}" type="pres">
      <dgm:prSet presAssocID="{DE95064B-AB8B-4F9E-8DA8-1BBC93BD55D3}" presName="compNode" presStyleCnt="0"/>
      <dgm:spPr/>
    </dgm:pt>
    <dgm:pt modelId="{2D341D19-F1D4-4661-B5BA-19835B41D8F0}" type="pres">
      <dgm:prSet presAssocID="{DE95064B-AB8B-4F9E-8DA8-1BBC93BD55D3}" presName="bgRect" presStyleLbl="bgShp" presStyleIdx="0" presStyleCnt="4"/>
      <dgm:spPr/>
    </dgm:pt>
    <dgm:pt modelId="{F0B78EF5-6DBF-4A3E-9110-33CDDC8979DC}" type="pres">
      <dgm:prSet presAssocID="{DE95064B-AB8B-4F9E-8DA8-1BBC93BD55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6C84CE50-85DA-4BB9-8A26-EA9C9488F7AC}" type="pres">
      <dgm:prSet presAssocID="{DE95064B-AB8B-4F9E-8DA8-1BBC93BD55D3}" presName="spaceRect" presStyleCnt="0"/>
      <dgm:spPr/>
    </dgm:pt>
    <dgm:pt modelId="{C1888901-B79B-4BD6-AB25-1B3FE28AE9A6}" type="pres">
      <dgm:prSet presAssocID="{DE95064B-AB8B-4F9E-8DA8-1BBC93BD55D3}" presName="parTx" presStyleLbl="revTx" presStyleIdx="0" presStyleCnt="4">
        <dgm:presLayoutVars>
          <dgm:chMax val="0"/>
          <dgm:chPref val="0"/>
        </dgm:presLayoutVars>
      </dgm:prSet>
      <dgm:spPr/>
    </dgm:pt>
    <dgm:pt modelId="{E0280138-0B7B-4C07-A273-DC5D44F249A7}" type="pres">
      <dgm:prSet presAssocID="{D85A683D-8A8B-43D6-8421-284618BA7055}" presName="sibTrans" presStyleCnt="0"/>
      <dgm:spPr/>
    </dgm:pt>
    <dgm:pt modelId="{11399AEC-A683-4668-A158-A30B611CCB1A}" type="pres">
      <dgm:prSet presAssocID="{68DE2B34-107A-460E-A68A-4474780F7301}" presName="compNode" presStyleCnt="0"/>
      <dgm:spPr/>
    </dgm:pt>
    <dgm:pt modelId="{70949BBE-8984-4833-91CB-61A79132ABF8}" type="pres">
      <dgm:prSet presAssocID="{68DE2B34-107A-460E-A68A-4474780F7301}" presName="bgRect" presStyleLbl="bgShp" presStyleIdx="1" presStyleCnt="4"/>
      <dgm:spPr/>
    </dgm:pt>
    <dgm:pt modelId="{72BF635D-F0C1-4719-AB52-B18FF9361E8C}" type="pres">
      <dgm:prSet presAssocID="{68DE2B34-107A-460E-A68A-4474780F730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F3F510CE-8423-4734-A3B9-9D9A3D8091AB}" type="pres">
      <dgm:prSet presAssocID="{68DE2B34-107A-460E-A68A-4474780F7301}" presName="spaceRect" presStyleCnt="0"/>
      <dgm:spPr/>
    </dgm:pt>
    <dgm:pt modelId="{3199E541-0A25-44BC-B10C-3BC929F45347}" type="pres">
      <dgm:prSet presAssocID="{68DE2B34-107A-460E-A68A-4474780F7301}" presName="parTx" presStyleLbl="revTx" presStyleIdx="1" presStyleCnt="4">
        <dgm:presLayoutVars>
          <dgm:chMax val="0"/>
          <dgm:chPref val="0"/>
        </dgm:presLayoutVars>
      </dgm:prSet>
      <dgm:spPr/>
    </dgm:pt>
    <dgm:pt modelId="{1A32DE0D-024B-48CC-B885-C9048032CF48}" type="pres">
      <dgm:prSet presAssocID="{278B25DB-6BDE-43BA-9E80-801048820A71}" presName="sibTrans" presStyleCnt="0"/>
      <dgm:spPr/>
    </dgm:pt>
    <dgm:pt modelId="{58FDE841-F73F-4E30-A201-9E26C2F5015A}" type="pres">
      <dgm:prSet presAssocID="{ACE32DCF-DB47-47C5-8850-64091561DF26}" presName="compNode" presStyleCnt="0"/>
      <dgm:spPr/>
    </dgm:pt>
    <dgm:pt modelId="{838C74A0-2B95-46D0-BF32-F0F402C1DE55}" type="pres">
      <dgm:prSet presAssocID="{ACE32DCF-DB47-47C5-8850-64091561DF26}" presName="bgRect" presStyleLbl="bgShp" presStyleIdx="2" presStyleCnt="4"/>
      <dgm:spPr/>
    </dgm:pt>
    <dgm:pt modelId="{7BC62112-4389-470B-9CA3-7B8A89293DDC}" type="pres">
      <dgm:prSet presAssocID="{ACE32DCF-DB47-47C5-8850-64091561DF2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st tubes"/>
        </a:ext>
      </dgm:extLst>
    </dgm:pt>
    <dgm:pt modelId="{100FF022-B9C9-4064-9FCD-1B7EE9B96C6D}" type="pres">
      <dgm:prSet presAssocID="{ACE32DCF-DB47-47C5-8850-64091561DF26}" presName="spaceRect" presStyleCnt="0"/>
      <dgm:spPr/>
    </dgm:pt>
    <dgm:pt modelId="{2660270E-5A60-4E15-9C23-56942E01EC43}" type="pres">
      <dgm:prSet presAssocID="{ACE32DCF-DB47-47C5-8850-64091561DF26}" presName="parTx" presStyleLbl="revTx" presStyleIdx="2" presStyleCnt="4">
        <dgm:presLayoutVars>
          <dgm:chMax val="0"/>
          <dgm:chPref val="0"/>
        </dgm:presLayoutVars>
      </dgm:prSet>
      <dgm:spPr/>
    </dgm:pt>
    <dgm:pt modelId="{95D86B7A-6527-4FDE-B878-661044DCB67B}" type="pres">
      <dgm:prSet presAssocID="{9A3DFFE1-248D-406A-96DE-34D1F5AB4406}" presName="sibTrans" presStyleCnt="0"/>
      <dgm:spPr/>
    </dgm:pt>
    <dgm:pt modelId="{3DBD52A6-A65D-4D82-AB71-D94DA616DCD2}" type="pres">
      <dgm:prSet presAssocID="{3F0B2261-BFF9-4502-A770-ED5D25355D8B}" presName="compNode" presStyleCnt="0"/>
      <dgm:spPr/>
    </dgm:pt>
    <dgm:pt modelId="{B8203DB5-7555-4F7D-BE22-489340AACEBE}" type="pres">
      <dgm:prSet presAssocID="{3F0B2261-BFF9-4502-A770-ED5D25355D8B}" presName="bgRect" presStyleLbl="bgShp" presStyleIdx="3" presStyleCnt="4"/>
      <dgm:spPr/>
    </dgm:pt>
    <dgm:pt modelId="{2484BE2B-F0C8-470E-93CA-C33E3F1EDD25}" type="pres">
      <dgm:prSet presAssocID="{3F0B2261-BFF9-4502-A770-ED5D25355D8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up"/>
        </a:ext>
      </dgm:extLst>
    </dgm:pt>
    <dgm:pt modelId="{68BDEBD3-28A4-4FDF-900F-5534D7E7D480}" type="pres">
      <dgm:prSet presAssocID="{3F0B2261-BFF9-4502-A770-ED5D25355D8B}" presName="spaceRect" presStyleCnt="0"/>
      <dgm:spPr/>
    </dgm:pt>
    <dgm:pt modelId="{7BE94F34-E06B-4707-A219-394821942A43}" type="pres">
      <dgm:prSet presAssocID="{3F0B2261-BFF9-4502-A770-ED5D25355D8B}" presName="parTx" presStyleLbl="revTx" presStyleIdx="3" presStyleCnt="4">
        <dgm:presLayoutVars>
          <dgm:chMax val="0"/>
          <dgm:chPref val="0"/>
        </dgm:presLayoutVars>
      </dgm:prSet>
      <dgm:spPr/>
    </dgm:pt>
  </dgm:ptLst>
  <dgm:cxnLst>
    <dgm:cxn modelId="{6BEC2209-6806-4639-B001-745CC2968E5D}" type="presOf" srcId="{3F0B2261-BFF9-4502-A770-ED5D25355D8B}" destId="{7BE94F34-E06B-4707-A219-394821942A43}" srcOrd="0" destOrd="0" presId="urn:microsoft.com/office/officeart/2018/2/layout/IconVerticalSolidList"/>
    <dgm:cxn modelId="{E68AF437-87C4-4FF0-90C5-38904680FD46}" srcId="{89155CA4-CD1D-4F9E-B5AB-586B9B3B2CA2}" destId="{DE95064B-AB8B-4F9E-8DA8-1BBC93BD55D3}" srcOrd="0" destOrd="0" parTransId="{0D3032DC-EB8D-46AE-A5C8-80DF8F80FD56}" sibTransId="{D85A683D-8A8B-43D6-8421-284618BA7055}"/>
    <dgm:cxn modelId="{17EADF61-FE99-489E-A68D-40175C6DB45F}" srcId="{89155CA4-CD1D-4F9E-B5AB-586B9B3B2CA2}" destId="{ACE32DCF-DB47-47C5-8850-64091561DF26}" srcOrd="2" destOrd="0" parTransId="{E240ED76-517F-43CC-A058-F7A5A0A9D361}" sibTransId="{9A3DFFE1-248D-406A-96DE-34D1F5AB4406}"/>
    <dgm:cxn modelId="{0B25CB63-11CD-4B50-A964-B154C8E2BBBF}" srcId="{89155CA4-CD1D-4F9E-B5AB-586B9B3B2CA2}" destId="{3F0B2261-BFF9-4502-A770-ED5D25355D8B}" srcOrd="3" destOrd="0" parTransId="{819E24F8-4A44-46F6-8166-04E7D8B7B71D}" sibTransId="{DB66F5A1-9A40-47C9-87F6-11F67BFF439B}"/>
    <dgm:cxn modelId="{EA40987E-27FC-442D-9150-1212572153EB}" type="presOf" srcId="{68DE2B34-107A-460E-A68A-4474780F7301}" destId="{3199E541-0A25-44BC-B10C-3BC929F45347}" srcOrd="0" destOrd="0" presId="urn:microsoft.com/office/officeart/2018/2/layout/IconVerticalSolidList"/>
    <dgm:cxn modelId="{0BAEFE86-29D8-4B75-8FED-873DFF6A9573}" srcId="{89155CA4-CD1D-4F9E-B5AB-586B9B3B2CA2}" destId="{68DE2B34-107A-460E-A68A-4474780F7301}" srcOrd="1" destOrd="0" parTransId="{C449C625-7853-4FDD-AB0D-EFA89958648A}" sibTransId="{278B25DB-6BDE-43BA-9E80-801048820A71}"/>
    <dgm:cxn modelId="{4781D9C5-E7C8-44FD-8134-4513675C3BB1}" type="presOf" srcId="{89155CA4-CD1D-4F9E-B5AB-586B9B3B2CA2}" destId="{1CACB2A4-32D9-48BD-8010-F72CC67E79DF}" srcOrd="0" destOrd="0" presId="urn:microsoft.com/office/officeart/2018/2/layout/IconVerticalSolidList"/>
    <dgm:cxn modelId="{2A444ECF-5E90-425F-AF43-32399530B3F0}" type="presOf" srcId="{ACE32DCF-DB47-47C5-8850-64091561DF26}" destId="{2660270E-5A60-4E15-9C23-56942E01EC43}" srcOrd="0" destOrd="0" presId="urn:microsoft.com/office/officeart/2018/2/layout/IconVerticalSolidList"/>
    <dgm:cxn modelId="{4810E0FD-AD12-4DBF-963F-90DF385CCE25}" type="presOf" srcId="{DE95064B-AB8B-4F9E-8DA8-1BBC93BD55D3}" destId="{C1888901-B79B-4BD6-AB25-1B3FE28AE9A6}" srcOrd="0" destOrd="0" presId="urn:microsoft.com/office/officeart/2018/2/layout/IconVerticalSolidList"/>
    <dgm:cxn modelId="{B7569939-2AE5-4606-A8BB-1EB859FCD084}" type="presParOf" srcId="{1CACB2A4-32D9-48BD-8010-F72CC67E79DF}" destId="{5526331D-D01C-4552-8BFA-9438A7D7EC6F}" srcOrd="0" destOrd="0" presId="urn:microsoft.com/office/officeart/2018/2/layout/IconVerticalSolidList"/>
    <dgm:cxn modelId="{66A6AA35-FC17-4CA4-803B-D654DF68A8DD}" type="presParOf" srcId="{5526331D-D01C-4552-8BFA-9438A7D7EC6F}" destId="{2D341D19-F1D4-4661-B5BA-19835B41D8F0}" srcOrd="0" destOrd="0" presId="urn:microsoft.com/office/officeart/2018/2/layout/IconVerticalSolidList"/>
    <dgm:cxn modelId="{7C137F26-0CA2-4F5F-89E5-E6FDD9A69FAF}" type="presParOf" srcId="{5526331D-D01C-4552-8BFA-9438A7D7EC6F}" destId="{F0B78EF5-6DBF-4A3E-9110-33CDDC8979DC}" srcOrd="1" destOrd="0" presId="urn:microsoft.com/office/officeart/2018/2/layout/IconVerticalSolidList"/>
    <dgm:cxn modelId="{8FD0D7A0-2F15-4B31-96FD-62898A4EAAC0}" type="presParOf" srcId="{5526331D-D01C-4552-8BFA-9438A7D7EC6F}" destId="{6C84CE50-85DA-4BB9-8A26-EA9C9488F7AC}" srcOrd="2" destOrd="0" presId="urn:microsoft.com/office/officeart/2018/2/layout/IconVerticalSolidList"/>
    <dgm:cxn modelId="{6450B3BF-6622-4D4A-BADA-57E39508357D}" type="presParOf" srcId="{5526331D-D01C-4552-8BFA-9438A7D7EC6F}" destId="{C1888901-B79B-4BD6-AB25-1B3FE28AE9A6}" srcOrd="3" destOrd="0" presId="urn:microsoft.com/office/officeart/2018/2/layout/IconVerticalSolidList"/>
    <dgm:cxn modelId="{FF9F437C-5520-44A4-B83E-3BB380D274EE}" type="presParOf" srcId="{1CACB2A4-32D9-48BD-8010-F72CC67E79DF}" destId="{E0280138-0B7B-4C07-A273-DC5D44F249A7}" srcOrd="1" destOrd="0" presId="urn:microsoft.com/office/officeart/2018/2/layout/IconVerticalSolidList"/>
    <dgm:cxn modelId="{A33C579E-1E52-4D0A-8208-5512B26952F6}" type="presParOf" srcId="{1CACB2A4-32D9-48BD-8010-F72CC67E79DF}" destId="{11399AEC-A683-4668-A158-A30B611CCB1A}" srcOrd="2" destOrd="0" presId="urn:microsoft.com/office/officeart/2018/2/layout/IconVerticalSolidList"/>
    <dgm:cxn modelId="{B5B04FA1-86D6-425F-A4EE-BE2C61C68CBC}" type="presParOf" srcId="{11399AEC-A683-4668-A158-A30B611CCB1A}" destId="{70949BBE-8984-4833-91CB-61A79132ABF8}" srcOrd="0" destOrd="0" presId="urn:microsoft.com/office/officeart/2018/2/layout/IconVerticalSolidList"/>
    <dgm:cxn modelId="{00DFCBB1-6297-4FBC-9467-94879466E487}" type="presParOf" srcId="{11399AEC-A683-4668-A158-A30B611CCB1A}" destId="{72BF635D-F0C1-4719-AB52-B18FF9361E8C}" srcOrd="1" destOrd="0" presId="urn:microsoft.com/office/officeart/2018/2/layout/IconVerticalSolidList"/>
    <dgm:cxn modelId="{357FB60C-C29D-4E99-843E-3239BF1AF683}" type="presParOf" srcId="{11399AEC-A683-4668-A158-A30B611CCB1A}" destId="{F3F510CE-8423-4734-A3B9-9D9A3D8091AB}" srcOrd="2" destOrd="0" presId="urn:microsoft.com/office/officeart/2018/2/layout/IconVerticalSolidList"/>
    <dgm:cxn modelId="{DF432D9A-78FF-4CE5-A8A2-E007A220B44E}" type="presParOf" srcId="{11399AEC-A683-4668-A158-A30B611CCB1A}" destId="{3199E541-0A25-44BC-B10C-3BC929F45347}" srcOrd="3" destOrd="0" presId="urn:microsoft.com/office/officeart/2018/2/layout/IconVerticalSolidList"/>
    <dgm:cxn modelId="{E355AC69-6A5C-400F-8610-CC469787BB35}" type="presParOf" srcId="{1CACB2A4-32D9-48BD-8010-F72CC67E79DF}" destId="{1A32DE0D-024B-48CC-B885-C9048032CF48}" srcOrd="3" destOrd="0" presId="urn:microsoft.com/office/officeart/2018/2/layout/IconVerticalSolidList"/>
    <dgm:cxn modelId="{F72A8966-71F9-4D0A-9172-858AC45FF4C2}" type="presParOf" srcId="{1CACB2A4-32D9-48BD-8010-F72CC67E79DF}" destId="{58FDE841-F73F-4E30-A201-9E26C2F5015A}" srcOrd="4" destOrd="0" presId="urn:microsoft.com/office/officeart/2018/2/layout/IconVerticalSolidList"/>
    <dgm:cxn modelId="{B56C796D-C148-4693-B352-19D11C4BCA47}" type="presParOf" srcId="{58FDE841-F73F-4E30-A201-9E26C2F5015A}" destId="{838C74A0-2B95-46D0-BF32-F0F402C1DE55}" srcOrd="0" destOrd="0" presId="urn:microsoft.com/office/officeart/2018/2/layout/IconVerticalSolidList"/>
    <dgm:cxn modelId="{97139FC6-8D30-447B-8205-4EA87997E135}" type="presParOf" srcId="{58FDE841-F73F-4E30-A201-9E26C2F5015A}" destId="{7BC62112-4389-470B-9CA3-7B8A89293DDC}" srcOrd="1" destOrd="0" presId="urn:microsoft.com/office/officeart/2018/2/layout/IconVerticalSolidList"/>
    <dgm:cxn modelId="{8352039D-B458-4F65-A97F-095C7E4F491D}" type="presParOf" srcId="{58FDE841-F73F-4E30-A201-9E26C2F5015A}" destId="{100FF022-B9C9-4064-9FCD-1B7EE9B96C6D}" srcOrd="2" destOrd="0" presId="urn:microsoft.com/office/officeart/2018/2/layout/IconVerticalSolidList"/>
    <dgm:cxn modelId="{F278871E-E061-485C-B2B0-5B569AE2324A}" type="presParOf" srcId="{58FDE841-F73F-4E30-A201-9E26C2F5015A}" destId="{2660270E-5A60-4E15-9C23-56942E01EC43}" srcOrd="3" destOrd="0" presId="urn:microsoft.com/office/officeart/2018/2/layout/IconVerticalSolidList"/>
    <dgm:cxn modelId="{38135044-4624-4519-8D23-F9840312C2F6}" type="presParOf" srcId="{1CACB2A4-32D9-48BD-8010-F72CC67E79DF}" destId="{95D86B7A-6527-4FDE-B878-661044DCB67B}" srcOrd="5" destOrd="0" presId="urn:microsoft.com/office/officeart/2018/2/layout/IconVerticalSolidList"/>
    <dgm:cxn modelId="{9B468025-B4F7-4A1C-83E0-0AA01C7CFC1E}" type="presParOf" srcId="{1CACB2A4-32D9-48BD-8010-F72CC67E79DF}" destId="{3DBD52A6-A65D-4D82-AB71-D94DA616DCD2}" srcOrd="6" destOrd="0" presId="urn:microsoft.com/office/officeart/2018/2/layout/IconVerticalSolidList"/>
    <dgm:cxn modelId="{07F3987A-6508-4F69-83A7-B53F7DCFB9FC}" type="presParOf" srcId="{3DBD52A6-A65D-4D82-AB71-D94DA616DCD2}" destId="{B8203DB5-7555-4F7D-BE22-489340AACEBE}" srcOrd="0" destOrd="0" presId="urn:microsoft.com/office/officeart/2018/2/layout/IconVerticalSolidList"/>
    <dgm:cxn modelId="{71EDAE58-D67D-41A5-871D-4CEFEA41E64B}" type="presParOf" srcId="{3DBD52A6-A65D-4D82-AB71-D94DA616DCD2}" destId="{2484BE2B-F0C8-470E-93CA-C33E3F1EDD25}" srcOrd="1" destOrd="0" presId="urn:microsoft.com/office/officeart/2018/2/layout/IconVerticalSolidList"/>
    <dgm:cxn modelId="{033BAB1F-620E-4456-A5AD-346B12B632A3}" type="presParOf" srcId="{3DBD52A6-A65D-4D82-AB71-D94DA616DCD2}" destId="{68BDEBD3-28A4-4FDF-900F-5534D7E7D480}" srcOrd="2" destOrd="0" presId="urn:microsoft.com/office/officeart/2018/2/layout/IconVerticalSolidList"/>
    <dgm:cxn modelId="{C11B29BD-DE42-4B10-A96D-2C8E415EFB1A}" type="presParOf" srcId="{3DBD52A6-A65D-4D82-AB71-D94DA616DCD2}" destId="{7BE94F34-E06B-4707-A219-394821942A4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72B319-3153-456D-AA75-A4F01CF61523}" type="doc">
      <dgm:prSet loTypeId="urn:microsoft.com/office/officeart/2008/layout/LinedList" loCatId="list" qsTypeId="urn:microsoft.com/office/officeart/2005/8/quickstyle/simple2" qsCatId="simple" csTypeId="urn:microsoft.com/office/officeart/2005/8/colors/colorful5" csCatId="colorful"/>
      <dgm:spPr/>
      <dgm:t>
        <a:bodyPr/>
        <a:lstStyle/>
        <a:p>
          <a:endParaRPr lang="en-US"/>
        </a:p>
      </dgm:t>
    </dgm:pt>
    <dgm:pt modelId="{99BB41DB-4427-40F1-844F-B9577970D8ED}">
      <dgm:prSet/>
      <dgm:spPr/>
      <dgm:t>
        <a:bodyPr/>
        <a:lstStyle/>
        <a:p>
          <a:r>
            <a:rPr lang="tr-TR" b="1" dirty="0"/>
            <a:t>İnsan:</a:t>
          </a:r>
          <a:r>
            <a:rPr lang="tr-TR" dirty="0"/>
            <a:t> Etkileşimli sistemlerle ilgili tartışmalardaki temel karakter insandır. Bilgisayar sistemleri insana yardımcı olmak için tasarlanmıştır bu yüzden de kullanıcıların istekleri önceliklidir. Kullanıcı ya da insan ile kastedilen etkileşim sürecinde bir görevle uğraşan bir birey, beraber çalışan bir grup insan olabilir. </a:t>
          </a:r>
          <a:endParaRPr lang="en-US" dirty="0"/>
        </a:p>
      </dgm:t>
    </dgm:pt>
    <dgm:pt modelId="{B1C98AA4-5A29-4916-B7D2-0E83E87EC585}" type="parTrans" cxnId="{B834E716-68DC-49A3-B994-22B370572B9C}">
      <dgm:prSet/>
      <dgm:spPr/>
      <dgm:t>
        <a:bodyPr/>
        <a:lstStyle/>
        <a:p>
          <a:endParaRPr lang="en-US"/>
        </a:p>
      </dgm:t>
    </dgm:pt>
    <dgm:pt modelId="{7E109B5D-617C-4D3E-941B-C04F7DA0BD4C}" type="sibTrans" cxnId="{B834E716-68DC-49A3-B994-22B370572B9C}">
      <dgm:prSet/>
      <dgm:spPr/>
      <dgm:t>
        <a:bodyPr/>
        <a:lstStyle/>
        <a:p>
          <a:endParaRPr lang="en-US"/>
        </a:p>
      </dgm:t>
    </dgm:pt>
    <dgm:pt modelId="{14AC4847-9C31-4291-B5D2-983B84903102}">
      <dgm:prSet/>
      <dgm:spPr/>
      <dgm:t>
        <a:bodyPr/>
        <a:lstStyle/>
        <a:p>
          <a:r>
            <a:rPr lang="tr-TR" b="1"/>
            <a:t>Bilgisayar:</a:t>
          </a:r>
          <a:r>
            <a:rPr lang="tr-TR"/>
            <a:t> Burada kastedilen masaüstü bilgisayardan çok büyük çapta bir bilgisayar sistemi de olabilir.</a:t>
          </a:r>
          <a:endParaRPr lang="en-US"/>
        </a:p>
      </dgm:t>
    </dgm:pt>
    <dgm:pt modelId="{2F0A476B-6726-458F-86FA-357885A6D6D0}" type="parTrans" cxnId="{D8E935F5-A272-45E3-9502-D8EB6F559365}">
      <dgm:prSet/>
      <dgm:spPr/>
      <dgm:t>
        <a:bodyPr/>
        <a:lstStyle/>
        <a:p>
          <a:endParaRPr lang="en-US"/>
        </a:p>
      </dgm:t>
    </dgm:pt>
    <dgm:pt modelId="{CCB7B7B6-8F0C-4160-B43E-7E0CCACC2664}" type="sibTrans" cxnId="{D8E935F5-A272-45E3-9502-D8EB6F559365}">
      <dgm:prSet/>
      <dgm:spPr/>
      <dgm:t>
        <a:bodyPr/>
        <a:lstStyle/>
        <a:p>
          <a:endParaRPr lang="en-US"/>
        </a:p>
      </dgm:t>
    </dgm:pt>
    <dgm:pt modelId="{42D28C50-3CE2-384A-A136-3573FE78CAA7}" type="pres">
      <dgm:prSet presAssocID="{1F72B319-3153-456D-AA75-A4F01CF61523}" presName="vert0" presStyleCnt="0">
        <dgm:presLayoutVars>
          <dgm:dir/>
          <dgm:animOne val="branch"/>
          <dgm:animLvl val="lvl"/>
        </dgm:presLayoutVars>
      </dgm:prSet>
      <dgm:spPr/>
    </dgm:pt>
    <dgm:pt modelId="{B1A83881-7D2B-9445-9CC2-958679D01248}" type="pres">
      <dgm:prSet presAssocID="{99BB41DB-4427-40F1-844F-B9577970D8ED}" presName="thickLine" presStyleLbl="alignNode1" presStyleIdx="0" presStyleCnt="2"/>
      <dgm:spPr/>
    </dgm:pt>
    <dgm:pt modelId="{94DAC360-7C95-274E-804B-02D966684153}" type="pres">
      <dgm:prSet presAssocID="{99BB41DB-4427-40F1-844F-B9577970D8ED}" presName="horz1" presStyleCnt="0"/>
      <dgm:spPr/>
    </dgm:pt>
    <dgm:pt modelId="{156A6F2E-8514-BC4F-86CC-1A9143AFF4D7}" type="pres">
      <dgm:prSet presAssocID="{99BB41DB-4427-40F1-844F-B9577970D8ED}" presName="tx1" presStyleLbl="revTx" presStyleIdx="0" presStyleCnt="2"/>
      <dgm:spPr/>
    </dgm:pt>
    <dgm:pt modelId="{81E935F7-A968-2648-BF44-481EE3A4E73C}" type="pres">
      <dgm:prSet presAssocID="{99BB41DB-4427-40F1-844F-B9577970D8ED}" presName="vert1" presStyleCnt="0"/>
      <dgm:spPr/>
    </dgm:pt>
    <dgm:pt modelId="{EE2354B7-BEA0-8A42-82FC-D5F9151ED69E}" type="pres">
      <dgm:prSet presAssocID="{14AC4847-9C31-4291-B5D2-983B84903102}" presName="thickLine" presStyleLbl="alignNode1" presStyleIdx="1" presStyleCnt="2"/>
      <dgm:spPr/>
    </dgm:pt>
    <dgm:pt modelId="{834342D8-07EA-314A-8E2E-9B4F9E0FAF5D}" type="pres">
      <dgm:prSet presAssocID="{14AC4847-9C31-4291-B5D2-983B84903102}" presName="horz1" presStyleCnt="0"/>
      <dgm:spPr/>
    </dgm:pt>
    <dgm:pt modelId="{899F6D09-0B36-C54F-A269-1DE1FAD6105C}" type="pres">
      <dgm:prSet presAssocID="{14AC4847-9C31-4291-B5D2-983B84903102}" presName="tx1" presStyleLbl="revTx" presStyleIdx="1" presStyleCnt="2"/>
      <dgm:spPr/>
    </dgm:pt>
    <dgm:pt modelId="{38FDAF98-B2F2-2347-9255-5CA2CA8D6D3D}" type="pres">
      <dgm:prSet presAssocID="{14AC4847-9C31-4291-B5D2-983B84903102}" presName="vert1" presStyleCnt="0"/>
      <dgm:spPr/>
    </dgm:pt>
  </dgm:ptLst>
  <dgm:cxnLst>
    <dgm:cxn modelId="{B834E716-68DC-49A3-B994-22B370572B9C}" srcId="{1F72B319-3153-456D-AA75-A4F01CF61523}" destId="{99BB41DB-4427-40F1-844F-B9577970D8ED}" srcOrd="0" destOrd="0" parTransId="{B1C98AA4-5A29-4916-B7D2-0E83E87EC585}" sibTransId="{7E109B5D-617C-4D3E-941B-C04F7DA0BD4C}"/>
    <dgm:cxn modelId="{45999238-9010-C54C-8A74-20D3781D56EE}" type="presOf" srcId="{99BB41DB-4427-40F1-844F-B9577970D8ED}" destId="{156A6F2E-8514-BC4F-86CC-1A9143AFF4D7}" srcOrd="0" destOrd="0" presId="urn:microsoft.com/office/officeart/2008/layout/LinedList"/>
    <dgm:cxn modelId="{A7F2EE77-8993-1646-8634-E0EB3A47B443}" type="presOf" srcId="{1F72B319-3153-456D-AA75-A4F01CF61523}" destId="{42D28C50-3CE2-384A-A136-3573FE78CAA7}" srcOrd="0" destOrd="0" presId="urn:microsoft.com/office/officeart/2008/layout/LinedList"/>
    <dgm:cxn modelId="{0F6BBEA9-3B08-0C49-A24E-6D22023FB150}" type="presOf" srcId="{14AC4847-9C31-4291-B5D2-983B84903102}" destId="{899F6D09-0B36-C54F-A269-1DE1FAD6105C}" srcOrd="0" destOrd="0" presId="urn:microsoft.com/office/officeart/2008/layout/LinedList"/>
    <dgm:cxn modelId="{D8E935F5-A272-45E3-9502-D8EB6F559365}" srcId="{1F72B319-3153-456D-AA75-A4F01CF61523}" destId="{14AC4847-9C31-4291-B5D2-983B84903102}" srcOrd="1" destOrd="0" parTransId="{2F0A476B-6726-458F-86FA-357885A6D6D0}" sibTransId="{CCB7B7B6-8F0C-4160-B43E-7E0CCACC2664}"/>
    <dgm:cxn modelId="{E5429747-2A17-E24D-B869-DA8040752AA7}" type="presParOf" srcId="{42D28C50-3CE2-384A-A136-3573FE78CAA7}" destId="{B1A83881-7D2B-9445-9CC2-958679D01248}" srcOrd="0" destOrd="0" presId="urn:microsoft.com/office/officeart/2008/layout/LinedList"/>
    <dgm:cxn modelId="{D73CABA1-E052-9D4F-98E9-0015A64591DD}" type="presParOf" srcId="{42D28C50-3CE2-384A-A136-3573FE78CAA7}" destId="{94DAC360-7C95-274E-804B-02D966684153}" srcOrd="1" destOrd="0" presId="urn:microsoft.com/office/officeart/2008/layout/LinedList"/>
    <dgm:cxn modelId="{1ADC7A8E-1C58-8642-9719-2E9735A96E3B}" type="presParOf" srcId="{94DAC360-7C95-274E-804B-02D966684153}" destId="{156A6F2E-8514-BC4F-86CC-1A9143AFF4D7}" srcOrd="0" destOrd="0" presId="urn:microsoft.com/office/officeart/2008/layout/LinedList"/>
    <dgm:cxn modelId="{C2785062-6268-D042-8090-DE59AB44B89C}" type="presParOf" srcId="{94DAC360-7C95-274E-804B-02D966684153}" destId="{81E935F7-A968-2648-BF44-481EE3A4E73C}" srcOrd="1" destOrd="0" presId="urn:microsoft.com/office/officeart/2008/layout/LinedList"/>
    <dgm:cxn modelId="{E6614513-9F88-DE4E-9D87-68540E2AC61D}" type="presParOf" srcId="{42D28C50-3CE2-384A-A136-3573FE78CAA7}" destId="{EE2354B7-BEA0-8A42-82FC-D5F9151ED69E}" srcOrd="2" destOrd="0" presId="urn:microsoft.com/office/officeart/2008/layout/LinedList"/>
    <dgm:cxn modelId="{F33D97C8-05E3-7A49-AE7D-CDDC074E7F37}" type="presParOf" srcId="{42D28C50-3CE2-384A-A136-3573FE78CAA7}" destId="{834342D8-07EA-314A-8E2E-9B4F9E0FAF5D}" srcOrd="3" destOrd="0" presId="urn:microsoft.com/office/officeart/2008/layout/LinedList"/>
    <dgm:cxn modelId="{477B9B48-9FAA-914C-9CAA-944A7348E929}" type="presParOf" srcId="{834342D8-07EA-314A-8E2E-9B4F9E0FAF5D}" destId="{899F6D09-0B36-C54F-A269-1DE1FAD6105C}" srcOrd="0" destOrd="0" presId="urn:microsoft.com/office/officeart/2008/layout/LinedList"/>
    <dgm:cxn modelId="{7FE9594E-378C-D348-AC0F-580C535818CA}" type="presParOf" srcId="{834342D8-07EA-314A-8E2E-9B4F9E0FAF5D}" destId="{38FDAF98-B2F2-2347-9255-5CA2CA8D6D3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17DE97-CB7F-4383-95A8-704E2DF5F725}" type="doc">
      <dgm:prSet loTypeId="urn:microsoft.com/office/officeart/2005/8/layout/vList2" loCatId="list" qsTypeId="urn:microsoft.com/office/officeart/2005/8/quickstyle/simple2" qsCatId="simple" csTypeId="urn:microsoft.com/office/officeart/2005/8/colors/accent3_2" csCatId="accent3"/>
      <dgm:spPr/>
      <dgm:t>
        <a:bodyPr/>
        <a:lstStyle/>
        <a:p>
          <a:endParaRPr lang="en-US"/>
        </a:p>
      </dgm:t>
    </dgm:pt>
    <dgm:pt modelId="{EB695DDD-3E54-4E8E-A94C-7AB47546CB20}">
      <dgm:prSet/>
      <dgm:spPr/>
      <dgm:t>
        <a:bodyPr/>
        <a:lstStyle/>
        <a:p>
          <a:r>
            <a:rPr lang="en-US" b="1" dirty="0" err="1"/>
            <a:t>Etkileşim</a:t>
          </a:r>
          <a:r>
            <a:rPr lang="en-US" b="1" dirty="0"/>
            <a:t>: </a:t>
          </a:r>
          <a:r>
            <a:rPr lang="en-US" dirty="0" err="1"/>
            <a:t>Kullanıcı</a:t>
          </a:r>
          <a:r>
            <a:rPr lang="en-US" dirty="0"/>
            <a:t> </a:t>
          </a:r>
          <a:r>
            <a:rPr lang="en-US" dirty="0" err="1"/>
            <a:t>ile</a:t>
          </a:r>
          <a:r>
            <a:rPr lang="en-US" dirty="0"/>
            <a:t> </a:t>
          </a:r>
          <a:r>
            <a:rPr lang="en-US" dirty="0" err="1"/>
            <a:t>sistem</a:t>
          </a:r>
          <a:r>
            <a:rPr lang="en-US" dirty="0"/>
            <a:t> </a:t>
          </a:r>
          <a:r>
            <a:rPr lang="en-US" dirty="0" err="1"/>
            <a:t>arasındaki</a:t>
          </a:r>
          <a:r>
            <a:rPr lang="en-US" dirty="0"/>
            <a:t> </a:t>
          </a:r>
          <a:r>
            <a:rPr lang="en-US" dirty="0" err="1"/>
            <a:t>iletişimdir</a:t>
          </a:r>
          <a:r>
            <a:rPr lang="en-US" dirty="0"/>
            <a:t>.</a:t>
          </a:r>
        </a:p>
      </dgm:t>
    </dgm:pt>
    <dgm:pt modelId="{4E47BCF5-BE8D-4573-8E8A-FE7A5BB44B53}" type="parTrans" cxnId="{A17AA6E0-6291-472A-8615-8E3DD77707F2}">
      <dgm:prSet/>
      <dgm:spPr/>
      <dgm:t>
        <a:bodyPr/>
        <a:lstStyle/>
        <a:p>
          <a:endParaRPr lang="en-US"/>
        </a:p>
      </dgm:t>
    </dgm:pt>
    <dgm:pt modelId="{1AB36DCC-5557-42FE-9049-276113399D48}" type="sibTrans" cxnId="{A17AA6E0-6291-472A-8615-8E3DD77707F2}">
      <dgm:prSet/>
      <dgm:spPr/>
      <dgm:t>
        <a:bodyPr/>
        <a:lstStyle/>
        <a:p>
          <a:endParaRPr lang="en-US"/>
        </a:p>
      </dgm:t>
    </dgm:pt>
    <dgm:pt modelId="{6CB73B83-09EC-4A5B-A31F-6C2913581322}">
      <dgm:prSet/>
      <dgm:spPr/>
      <dgm:t>
        <a:bodyPr/>
        <a:lstStyle/>
        <a:p>
          <a:r>
            <a:rPr lang="en-US" dirty="0" err="1"/>
            <a:t>Kullanıcıların</a:t>
          </a:r>
          <a:r>
            <a:rPr lang="en-US" dirty="0"/>
            <a:t> </a:t>
          </a:r>
          <a:r>
            <a:rPr lang="en-US" dirty="0" err="1"/>
            <a:t>gerçekleştirdikleri</a:t>
          </a:r>
          <a:r>
            <a:rPr lang="en-US" dirty="0"/>
            <a:t> </a:t>
          </a:r>
          <a:r>
            <a:rPr lang="en-US" dirty="0" err="1"/>
            <a:t>görevleri</a:t>
          </a:r>
          <a:r>
            <a:rPr lang="en-US" dirty="0"/>
            <a:t> ne </a:t>
          </a:r>
          <a:r>
            <a:rPr lang="en-US" dirty="0" err="1"/>
            <a:t>kadar</a:t>
          </a:r>
          <a:r>
            <a:rPr lang="en-US" dirty="0"/>
            <a:t> </a:t>
          </a:r>
          <a:r>
            <a:rPr lang="en-US" dirty="0" err="1"/>
            <a:t>başarı</a:t>
          </a:r>
          <a:r>
            <a:rPr lang="en-US" dirty="0"/>
            <a:t> </a:t>
          </a:r>
          <a:r>
            <a:rPr lang="en-US" dirty="0" err="1"/>
            <a:t>ile</a:t>
          </a:r>
          <a:r>
            <a:rPr lang="en-US" dirty="0"/>
            <a:t> </a:t>
          </a:r>
          <a:r>
            <a:rPr lang="en-US" dirty="0" err="1"/>
            <a:t>yerine</a:t>
          </a:r>
          <a:r>
            <a:rPr lang="en-US" dirty="0"/>
            <a:t> </a:t>
          </a:r>
          <a:r>
            <a:rPr lang="en-US" dirty="0" err="1"/>
            <a:t>getirdikleri</a:t>
          </a:r>
          <a:r>
            <a:rPr lang="en-US" dirty="0"/>
            <a:t> </a:t>
          </a:r>
          <a:r>
            <a:rPr lang="en-US" dirty="0" err="1"/>
            <a:t>ya</a:t>
          </a:r>
          <a:r>
            <a:rPr lang="en-US" dirty="0"/>
            <a:t> da</a:t>
          </a:r>
          <a:r>
            <a:rPr lang="tr-TR" dirty="0"/>
            <a:t> </a:t>
          </a:r>
          <a:r>
            <a:rPr lang="en-US" dirty="0" err="1"/>
            <a:t>getiremediklerine</a:t>
          </a:r>
          <a:r>
            <a:rPr lang="en-US" dirty="0"/>
            <a:t> </a:t>
          </a:r>
          <a:r>
            <a:rPr lang="en-US" dirty="0" err="1"/>
            <a:t>bakar</a:t>
          </a:r>
          <a:r>
            <a:rPr lang="en-US" dirty="0"/>
            <a:t>.</a:t>
          </a:r>
        </a:p>
      </dgm:t>
    </dgm:pt>
    <dgm:pt modelId="{3297DD65-C6EF-46B9-A03F-430757F4F229}" type="parTrans" cxnId="{7CE8C7C5-D66C-420C-A318-EDCB4811D4A8}">
      <dgm:prSet/>
      <dgm:spPr/>
      <dgm:t>
        <a:bodyPr/>
        <a:lstStyle/>
        <a:p>
          <a:endParaRPr lang="en-US"/>
        </a:p>
      </dgm:t>
    </dgm:pt>
    <dgm:pt modelId="{CD713879-C9EB-459D-82C6-A1B9EF0C9562}" type="sibTrans" cxnId="{7CE8C7C5-D66C-420C-A318-EDCB4811D4A8}">
      <dgm:prSet/>
      <dgm:spPr/>
      <dgm:t>
        <a:bodyPr/>
        <a:lstStyle/>
        <a:p>
          <a:endParaRPr lang="en-US"/>
        </a:p>
      </dgm:t>
    </dgm:pt>
    <dgm:pt modelId="{85D43540-F742-47A8-AD68-7BF6AAE78DED}">
      <dgm:prSet/>
      <dgm:spPr/>
      <dgm:t>
        <a:bodyPr/>
        <a:lstStyle/>
        <a:p>
          <a:r>
            <a:rPr lang="en-US" dirty="0"/>
            <a:t>Bu </a:t>
          </a:r>
          <a:r>
            <a:rPr lang="en-US" dirty="0" err="1"/>
            <a:t>süreçte</a:t>
          </a:r>
          <a:r>
            <a:rPr lang="en-US" dirty="0"/>
            <a:t> </a:t>
          </a:r>
          <a:r>
            <a:rPr lang="en-US" dirty="0" err="1"/>
            <a:t>bilişsel</a:t>
          </a:r>
          <a:r>
            <a:rPr lang="en-US" dirty="0"/>
            <a:t> </a:t>
          </a:r>
          <a:r>
            <a:rPr lang="en-US" dirty="0" err="1"/>
            <a:t>boyutta</a:t>
          </a:r>
          <a:r>
            <a:rPr lang="en-US" dirty="0"/>
            <a:t> </a:t>
          </a:r>
          <a:r>
            <a:rPr lang="en-US" dirty="0" err="1"/>
            <a:t>neler</a:t>
          </a:r>
          <a:r>
            <a:rPr lang="en-US" dirty="0"/>
            <a:t> </a:t>
          </a:r>
          <a:r>
            <a:rPr lang="en-US" dirty="0" err="1"/>
            <a:t>olduğunu</a:t>
          </a:r>
          <a:r>
            <a:rPr lang="en-US" dirty="0"/>
            <a:t> </a:t>
          </a:r>
          <a:r>
            <a:rPr lang="en-US" dirty="0" err="1"/>
            <a:t>anlamaya</a:t>
          </a:r>
          <a:r>
            <a:rPr lang="en-US" dirty="0"/>
            <a:t> </a:t>
          </a:r>
          <a:r>
            <a:rPr lang="en-US" dirty="0" err="1"/>
            <a:t>çalışır</a:t>
          </a:r>
          <a:r>
            <a:rPr lang="en-US" dirty="0"/>
            <a:t>.</a:t>
          </a:r>
        </a:p>
      </dgm:t>
    </dgm:pt>
    <dgm:pt modelId="{FECD3561-5A26-4567-AE4F-3C9AB961C1C9}" type="parTrans" cxnId="{E2D81F5E-4C46-4A3D-9B7B-C87F5B32D276}">
      <dgm:prSet/>
      <dgm:spPr/>
      <dgm:t>
        <a:bodyPr/>
        <a:lstStyle/>
        <a:p>
          <a:endParaRPr lang="en-US"/>
        </a:p>
      </dgm:t>
    </dgm:pt>
    <dgm:pt modelId="{46F2A897-6B31-466A-B320-4869D50C5062}" type="sibTrans" cxnId="{E2D81F5E-4C46-4A3D-9B7B-C87F5B32D276}">
      <dgm:prSet/>
      <dgm:spPr/>
      <dgm:t>
        <a:bodyPr/>
        <a:lstStyle/>
        <a:p>
          <a:endParaRPr lang="en-US"/>
        </a:p>
      </dgm:t>
    </dgm:pt>
    <dgm:pt modelId="{B45A7F47-1BC4-4C29-8B48-235CE24DDC30}">
      <dgm:prSet/>
      <dgm:spPr/>
      <dgm:t>
        <a:bodyPr/>
        <a:lstStyle/>
        <a:p>
          <a:r>
            <a:rPr lang="en-US" dirty="0" err="1"/>
            <a:t>Etkileşim</a:t>
          </a:r>
          <a:r>
            <a:rPr lang="en-US" dirty="0"/>
            <a:t> </a:t>
          </a:r>
          <a:r>
            <a:rPr lang="en-US" dirty="0" err="1"/>
            <a:t>bireysel</a:t>
          </a:r>
          <a:r>
            <a:rPr lang="en-US" dirty="0"/>
            <a:t> </a:t>
          </a:r>
          <a:r>
            <a:rPr lang="en-US" dirty="0" err="1"/>
            <a:t>boyuttan</a:t>
          </a:r>
          <a:r>
            <a:rPr lang="en-US" dirty="0"/>
            <a:t> </a:t>
          </a:r>
          <a:r>
            <a:rPr lang="en-US" dirty="0" err="1"/>
            <a:t>topluluk</a:t>
          </a:r>
          <a:r>
            <a:rPr lang="en-US" dirty="0"/>
            <a:t> </a:t>
          </a:r>
          <a:r>
            <a:rPr lang="en-US" dirty="0" err="1"/>
            <a:t>boyutuna</a:t>
          </a:r>
          <a:r>
            <a:rPr lang="en-US" dirty="0"/>
            <a:t> </a:t>
          </a:r>
          <a:r>
            <a:rPr lang="en-US" dirty="0" err="1"/>
            <a:t>geçtiği</a:t>
          </a:r>
          <a:r>
            <a:rPr lang="en-US" dirty="0"/>
            <a:t> </a:t>
          </a:r>
          <a:r>
            <a:rPr lang="en-US" dirty="0" err="1"/>
            <a:t>için</a:t>
          </a:r>
          <a:r>
            <a:rPr lang="en-US" dirty="0"/>
            <a:t> </a:t>
          </a:r>
          <a:r>
            <a:rPr lang="en-US" dirty="0" err="1"/>
            <a:t>bu</a:t>
          </a:r>
          <a:r>
            <a:rPr lang="en-US" dirty="0"/>
            <a:t> </a:t>
          </a:r>
          <a:r>
            <a:rPr lang="en-US" dirty="0" err="1"/>
            <a:t>açıyı</a:t>
          </a:r>
          <a:r>
            <a:rPr lang="en-US" dirty="0"/>
            <a:t> da </a:t>
          </a:r>
          <a:r>
            <a:rPr lang="en-US" dirty="0" err="1"/>
            <a:t>değerlendirir</a:t>
          </a:r>
          <a:r>
            <a:rPr lang="en-US" dirty="0"/>
            <a:t>.</a:t>
          </a:r>
        </a:p>
      </dgm:t>
    </dgm:pt>
    <dgm:pt modelId="{2454135D-806D-4358-AA36-E9591B838663}" type="parTrans" cxnId="{53C44CE0-8B1C-40B4-B2E0-4AF988E6E64B}">
      <dgm:prSet/>
      <dgm:spPr/>
      <dgm:t>
        <a:bodyPr/>
        <a:lstStyle/>
        <a:p>
          <a:endParaRPr lang="en-US"/>
        </a:p>
      </dgm:t>
    </dgm:pt>
    <dgm:pt modelId="{8B53EFD3-21AE-4F99-86F8-F94CB68D1FCA}" type="sibTrans" cxnId="{53C44CE0-8B1C-40B4-B2E0-4AF988E6E64B}">
      <dgm:prSet/>
      <dgm:spPr/>
      <dgm:t>
        <a:bodyPr/>
        <a:lstStyle/>
        <a:p>
          <a:endParaRPr lang="en-US"/>
        </a:p>
      </dgm:t>
    </dgm:pt>
    <dgm:pt modelId="{5C76D704-5E3B-4FFC-B49A-64A1A0AECE32}">
      <dgm:prSet/>
      <dgm:spPr/>
      <dgm:t>
        <a:bodyPr/>
        <a:lstStyle/>
        <a:p>
          <a:r>
            <a:rPr lang="en-US" dirty="0" err="1"/>
            <a:t>Tasarım</a:t>
          </a:r>
          <a:r>
            <a:rPr lang="en-US" dirty="0"/>
            <a:t> </a:t>
          </a:r>
          <a:r>
            <a:rPr lang="en-US" dirty="0" err="1"/>
            <a:t>ve</a:t>
          </a:r>
          <a:r>
            <a:rPr lang="en-US" dirty="0"/>
            <a:t> </a:t>
          </a:r>
          <a:r>
            <a:rPr lang="en-US" dirty="0" err="1"/>
            <a:t>kullanım</a:t>
          </a:r>
          <a:r>
            <a:rPr lang="en-US" dirty="0"/>
            <a:t> </a:t>
          </a:r>
          <a:r>
            <a:rPr lang="en-US" dirty="0" err="1"/>
            <a:t>nasıl</a:t>
          </a:r>
          <a:r>
            <a:rPr lang="en-US" dirty="0"/>
            <a:t> </a:t>
          </a:r>
          <a:r>
            <a:rPr lang="en-US" dirty="0" err="1"/>
            <a:t>gerçekleşir</a:t>
          </a:r>
          <a:r>
            <a:rPr lang="en-US" dirty="0"/>
            <a:t> </a:t>
          </a:r>
          <a:r>
            <a:rPr lang="en-US" dirty="0" err="1"/>
            <a:t>bunu</a:t>
          </a:r>
          <a:r>
            <a:rPr lang="en-US" dirty="0"/>
            <a:t> </a:t>
          </a:r>
          <a:r>
            <a:rPr lang="en-US" dirty="0" err="1"/>
            <a:t>anlamaya</a:t>
          </a:r>
          <a:r>
            <a:rPr lang="en-US" dirty="0"/>
            <a:t> </a:t>
          </a:r>
          <a:r>
            <a:rPr lang="en-US" dirty="0" err="1"/>
            <a:t>ve</a:t>
          </a:r>
          <a:r>
            <a:rPr lang="en-US" dirty="0"/>
            <a:t> </a:t>
          </a:r>
          <a:r>
            <a:rPr lang="en-US" dirty="0" err="1"/>
            <a:t>açıklamaya</a:t>
          </a:r>
          <a:r>
            <a:rPr lang="en-US" dirty="0"/>
            <a:t> </a:t>
          </a:r>
          <a:r>
            <a:rPr lang="en-US" dirty="0" err="1"/>
            <a:t>çalışır</a:t>
          </a:r>
          <a:r>
            <a:rPr lang="en-US" dirty="0"/>
            <a:t>.</a:t>
          </a:r>
        </a:p>
      </dgm:t>
    </dgm:pt>
    <dgm:pt modelId="{757869DD-EB6C-465C-8A56-18FF6A25F514}" type="parTrans" cxnId="{1B300582-DD08-406F-9E10-2E3DEF9F52C6}">
      <dgm:prSet/>
      <dgm:spPr/>
      <dgm:t>
        <a:bodyPr/>
        <a:lstStyle/>
        <a:p>
          <a:endParaRPr lang="en-US"/>
        </a:p>
      </dgm:t>
    </dgm:pt>
    <dgm:pt modelId="{FDD7663B-EB61-4EAF-A9BE-B1D556EE6540}" type="sibTrans" cxnId="{1B300582-DD08-406F-9E10-2E3DEF9F52C6}">
      <dgm:prSet/>
      <dgm:spPr/>
      <dgm:t>
        <a:bodyPr/>
        <a:lstStyle/>
        <a:p>
          <a:endParaRPr lang="en-US"/>
        </a:p>
      </dgm:t>
    </dgm:pt>
    <dgm:pt modelId="{017243E1-FCDE-4116-8D70-5242F0670DCE}">
      <dgm:prSet/>
      <dgm:spPr/>
      <dgm:t>
        <a:bodyPr/>
        <a:lstStyle/>
        <a:p>
          <a:r>
            <a:rPr lang="en-US" dirty="0" err="1"/>
            <a:t>İletişimin</a:t>
          </a:r>
          <a:r>
            <a:rPr lang="en-US" dirty="0"/>
            <a:t> her </a:t>
          </a:r>
          <a:r>
            <a:rPr lang="en-US" dirty="0" err="1"/>
            <a:t>boyutunu</a:t>
          </a:r>
          <a:r>
            <a:rPr lang="en-US" dirty="0"/>
            <a:t> da IBE </a:t>
          </a:r>
          <a:r>
            <a:rPr lang="en-US" dirty="0" err="1"/>
            <a:t>sürecini</a:t>
          </a:r>
          <a:r>
            <a:rPr lang="en-US" dirty="0"/>
            <a:t> </a:t>
          </a:r>
          <a:r>
            <a:rPr lang="en-US" dirty="0" err="1"/>
            <a:t>açıklarken</a:t>
          </a:r>
          <a:r>
            <a:rPr lang="en-US" dirty="0"/>
            <a:t> </a:t>
          </a:r>
          <a:r>
            <a:rPr lang="en-US" dirty="0" err="1"/>
            <a:t>göz</a:t>
          </a:r>
          <a:r>
            <a:rPr lang="en-US" dirty="0"/>
            <a:t> </a:t>
          </a:r>
          <a:r>
            <a:rPr lang="en-US" dirty="0" err="1"/>
            <a:t>önüne</a:t>
          </a:r>
          <a:r>
            <a:rPr lang="en-US" dirty="0"/>
            <a:t> </a:t>
          </a:r>
          <a:r>
            <a:rPr lang="en-US" dirty="0" err="1"/>
            <a:t>alır</a:t>
          </a:r>
          <a:r>
            <a:rPr lang="en-US" dirty="0"/>
            <a:t>.</a:t>
          </a:r>
        </a:p>
      </dgm:t>
    </dgm:pt>
    <dgm:pt modelId="{06716A6E-7299-4708-9AB5-42300C00F965}" type="parTrans" cxnId="{B8A3DFA0-52B1-438A-8A87-670A4023E69C}">
      <dgm:prSet/>
      <dgm:spPr/>
      <dgm:t>
        <a:bodyPr/>
        <a:lstStyle/>
        <a:p>
          <a:endParaRPr lang="en-US"/>
        </a:p>
      </dgm:t>
    </dgm:pt>
    <dgm:pt modelId="{7FDE1BA8-1F13-4827-8F13-534CEE23C5DC}" type="sibTrans" cxnId="{B8A3DFA0-52B1-438A-8A87-670A4023E69C}">
      <dgm:prSet/>
      <dgm:spPr/>
      <dgm:t>
        <a:bodyPr/>
        <a:lstStyle/>
        <a:p>
          <a:endParaRPr lang="en-US"/>
        </a:p>
      </dgm:t>
    </dgm:pt>
    <dgm:pt modelId="{1F19AA5D-1DC4-0949-9469-70E9A5071624}" type="pres">
      <dgm:prSet presAssocID="{7A17DE97-CB7F-4383-95A8-704E2DF5F725}" presName="linear" presStyleCnt="0">
        <dgm:presLayoutVars>
          <dgm:animLvl val="lvl"/>
          <dgm:resizeHandles val="exact"/>
        </dgm:presLayoutVars>
      </dgm:prSet>
      <dgm:spPr/>
    </dgm:pt>
    <dgm:pt modelId="{FBE841CF-B083-F042-A3C3-A73520FB9804}" type="pres">
      <dgm:prSet presAssocID="{EB695DDD-3E54-4E8E-A94C-7AB47546CB20}" presName="parentText" presStyleLbl="node1" presStyleIdx="0" presStyleCnt="1">
        <dgm:presLayoutVars>
          <dgm:chMax val="0"/>
          <dgm:bulletEnabled val="1"/>
        </dgm:presLayoutVars>
      </dgm:prSet>
      <dgm:spPr/>
    </dgm:pt>
    <dgm:pt modelId="{9603F27C-F46A-D749-95D2-612601FEB689}" type="pres">
      <dgm:prSet presAssocID="{EB695DDD-3E54-4E8E-A94C-7AB47546CB20}" presName="childText" presStyleLbl="revTx" presStyleIdx="0" presStyleCnt="1">
        <dgm:presLayoutVars>
          <dgm:bulletEnabled val="1"/>
        </dgm:presLayoutVars>
      </dgm:prSet>
      <dgm:spPr/>
    </dgm:pt>
  </dgm:ptLst>
  <dgm:cxnLst>
    <dgm:cxn modelId="{25F42326-0436-3046-BA11-214DB081F34A}" type="presOf" srcId="{85D43540-F742-47A8-AD68-7BF6AAE78DED}" destId="{9603F27C-F46A-D749-95D2-612601FEB689}" srcOrd="0" destOrd="1" presId="urn:microsoft.com/office/officeart/2005/8/layout/vList2"/>
    <dgm:cxn modelId="{59F5543E-553F-9248-8F6C-D87675EFD52C}" type="presOf" srcId="{5C76D704-5E3B-4FFC-B49A-64A1A0AECE32}" destId="{9603F27C-F46A-D749-95D2-612601FEB689}" srcOrd="0" destOrd="3" presId="urn:microsoft.com/office/officeart/2005/8/layout/vList2"/>
    <dgm:cxn modelId="{E2D81F5E-4C46-4A3D-9B7B-C87F5B32D276}" srcId="{EB695DDD-3E54-4E8E-A94C-7AB47546CB20}" destId="{85D43540-F742-47A8-AD68-7BF6AAE78DED}" srcOrd="1" destOrd="0" parTransId="{FECD3561-5A26-4567-AE4F-3C9AB961C1C9}" sibTransId="{46F2A897-6B31-466A-B320-4869D50C5062}"/>
    <dgm:cxn modelId="{49AEA161-E2B9-D646-9FB1-EF2B72EA4074}" type="presOf" srcId="{EB695DDD-3E54-4E8E-A94C-7AB47546CB20}" destId="{FBE841CF-B083-F042-A3C3-A73520FB9804}" srcOrd="0" destOrd="0" presId="urn:microsoft.com/office/officeart/2005/8/layout/vList2"/>
    <dgm:cxn modelId="{84F7E162-64A3-DE4B-930A-9D8B191A11BB}" type="presOf" srcId="{7A17DE97-CB7F-4383-95A8-704E2DF5F725}" destId="{1F19AA5D-1DC4-0949-9469-70E9A5071624}" srcOrd="0" destOrd="0" presId="urn:microsoft.com/office/officeart/2005/8/layout/vList2"/>
    <dgm:cxn modelId="{1B300582-DD08-406F-9E10-2E3DEF9F52C6}" srcId="{EB695DDD-3E54-4E8E-A94C-7AB47546CB20}" destId="{5C76D704-5E3B-4FFC-B49A-64A1A0AECE32}" srcOrd="3" destOrd="0" parTransId="{757869DD-EB6C-465C-8A56-18FF6A25F514}" sibTransId="{FDD7663B-EB61-4EAF-A9BE-B1D556EE6540}"/>
    <dgm:cxn modelId="{B8A3DFA0-52B1-438A-8A87-670A4023E69C}" srcId="{EB695DDD-3E54-4E8E-A94C-7AB47546CB20}" destId="{017243E1-FCDE-4116-8D70-5242F0670DCE}" srcOrd="4" destOrd="0" parTransId="{06716A6E-7299-4708-9AB5-42300C00F965}" sibTransId="{7FDE1BA8-1F13-4827-8F13-534CEE23C5DC}"/>
    <dgm:cxn modelId="{0F88F9AE-A9DC-6D4A-8670-0F43AEAB21D2}" type="presOf" srcId="{6CB73B83-09EC-4A5B-A31F-6C2913581322}" destId="{9603F27C-F46A-D749-95D2-612601FEB689}" srcOrd="0" destOrd="0" presId="urn:microsoft.com/office/officeart/2005/8/layout/vList2"/>
    <dgm:cxn modelId="{5CDD1FB5-3BCE-5043-9E84-A5F70C7A7130}" type="presOf" srcId="{B45A7F47-1BC4-4C29-8B48-235CE24DDC30}" destId="{9603F27C-F46A-D749-95D2-612601FEB689}" srcOrd="0" destOrd="2" presId="urn:microsoft.com/office/officeart/2005/8/layout/vList2"/>
    <dgm:cxn modelId="{7CE8C7C5-D66C-420C-A318-EDCB4811D4A8}" srcId="{EB695DDD-3E54-4E8E-A94C-7AB47546CB20}" destId="{6CB73B83-09EC-4A5B-A31F-6C2913581322}" srcOrd="0" destOrd="0" parTransId="{3297DD65-C6EF-46B9-A03F-430757F4F229}" sibTransId="{CD713879-C9EB-459D-82C6-A1B9EF0C9562}"/>
    <dgm:cxn modelId="{86334BC7-0F56-A94D-A68A-D7EDDDD82238}" type="presOf" srcId="{017243E1-FCDE-4116-8D70-5242F0670DCE}" destId="{9603F27C-F46A-D749-95D2-612601FEB689}" srcOrd="0" destOrd="4" presId="urn:microsoft.com/office/officeart/2005/8/layout/vList2"/>
    <dgm:cxn modelId="{53C44CE0-8B1C-40B4-B2E0-4AF988E6E64B}" srcId="{EB695DDD-3E54-4E8E-A94C-7AB47546CB20}" destId="{B45A7F47-1BC4-4C29-8B48-235CE24DDC30}" srcOrd="2" destOrd="0" parTransId="{2454135D-806D-4358-AA36-E9591B838663}" sibTransId="{8B53EFD3-21AE-4F99-86F8-F94CB68D1FCA}"/>
    <dgm:cxn modelId="{A17AA6E0-6291-472A-8615-8E3DD77707F2}" srcId="{7A17DE97-CB7F-4383-95A8-704E2DF5F725}" destId="{EB695DDD-3E54-4E8E-A94C-7AB47546CB20}" srcOrd="0" destOrd="0" parTransId="{4E47BCF5-BE8D-4573-8E8A-FE7A5BB44B53}" sibTransId="{1AB36DCC-5557-42FE-9049-276113399D48}"/>
    <dgm:cxn modelId="{249C33EE-D51E-6A43-9CAD-1BA8223353F1}" type="presParOf" srcId="{1F19AA5D-1DC4-0949-9469-70E9A5071624}" destId="{FBE841CF-B083-F042-A3C3-A73520FB9804}" srcOrd="0" destOrd="0" presId="urn:microsoft.com/office/officeart/2005/8/layout/vList2"/>
    <dgm:cxn modelId="{A5644053-75FF-7746-B52B-2E1E15DD1805}" type="presParOf" srcId="{1F19AA5D-1DC4-0949-9469-70E9A5071624}" destId="{9603F27C-F46A-D749-95D2-612601FEB689}" srcOrd="1"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0EC704-8CB3-416C-AACF-FCDBACEC8839}" type="doc">
      <dgm:prSet loTypeId="urn:microsoft.com/office/officeart/2005/8/layout/vList2" loCatId="list" qsTypeId="urn:microsoft.com/office/officeart/2005/8/quickstyle/simple4" qsCatId="simple" csTypeId="urn:microsoft.com/office/officeart/2005/8/colors/accent3_2" csCatId="accent3" phldr="1"/>
      <dgm:spPr/>
      <dgm:t>
        <a:bodyPr/>
        <a:lstStyle/>
        <a:p>
          <a:endParaRPr lang="en-US"/>
        </a:p>
      </dgm:t>
    </dgm:pt>
    <dgm:pt modelId="{8B831EC1-BE8A-44F7-A9BF-2DDCC3E4415B}">
      <dgm:prSet/>
      <dgm:spPr/>
      <dgm:t>
        <a:bodyPr/>
        <a:lstStyle/>
        <a:p>
          <a:r>
            <a:rPr lang="en-US"/>
            <a:t>Disiplinler arası çalışması</a:t>
          </a:r>
        </a:p>
      </dgm:t>
    </dgm:pt>
    <dgm:pt modelId="{ACA610ED-38F5-494E-897B-3861DE096E9E}" type="parTrans" cxnId="{BE696761-3179-41AE-98A5-12F09D2B6C8E}">
      <dgm:prSet/>
      <dgm:spPr/>
      <dgm:t>
        <a:bodyPr/>
        <a:lstStyle/>
        <a:p>
          <a:endParaRPr lang="en-US"/>
        </a:p>
      </dgm:t>
    </dgm:pt>
    <dgm:pt modelId="{2058C735-EFA0-46ED-A720-21787772ECB8}" type="sibTrans" cxnId="{BE696761-3179-41AE-98A5-12F09D2B6C8E}">
      <dgm:prSet/>
      <dgm:spPr/>
      <dgm:t>
        <a:bodyPr/>
        <a:lstStyle/>
        <a:p>
          <a:endParaRPr lang="en-US"/>
        </a:p>
      </dgm:t>
    </dgm:pt>
    <dgm:pt modelId="{9E84E349-5D64-49A1-99A3-D88AFE1C2557}">
      <dgm:prSet/>
      <dgm:spPr/>
      <dgm:t>
        <a:bodyPr/>
        <a:lstStyle/>
        <a:p>
          <a:r>
            <a:rPr lang="en-US"/>
            <a:t>Kullanılabilirlik </a:t>
          </a:r>
          <a:r>
            <a:rPr lang="en-US" i="1"/>
            <a:t>(usability)</a:t>
          </a:r>
          <a:endParaRPr lang="en-US"/>
        </a:p>
      </dgm:t>
    </dgm:pt>
    <dgm:pt modelId="{4054A264-5F8C-4BEC-82B8-D9EAC0D857BC}" type="parTrans" cxnId="{0B92451C-DB10-4A8F-82C4-5948A78FB287}">
      <dgm:prSet/>
      <dgm:spPr/>
      <dgm:t>
        <a:bodyPr/>
        <a:lstStyle/>
        <a:p>
          <a:endParaRPr lang="en-US"/>
        </a:p>
      </dgm:t>
    </dgm:pt>
    <dgm:pt modelId="{69A1A3BC-C61C-40EC-9767-26FA48DC29BF}" type="sibTrans" cxnId="{0B92451C-DB10-4A8F-82C4-5948A78FB287}">
      <dgm:prSet/>
      <dgm:spPr/>
      <dgm:t>
        <a:bodyPr/>
        <a:lstStyle/>
        <a:p>
          <a:endParaRPr lang="en-US"/>
        </a:p>
      </dgm:t>
    </dgm:pt>
    <dgm:pt modelId="{ED269346-FE17-478B-9A5E-24564D53EC53}">
      <dgm:prSet/>
      <dgm:spPr/>
      <dgm:t>
        <a:bodyPr/>
        <a:lstStyle/>
        <a:p>
          <a:r>
            <a:rPr lang="en-US"/>
            <a:t>Tasarım</a:t>
          </a:r>
        </a:p>
      </dgm:t>
    </dgm:pt>
    <dgm:pt modelId="{93A93D2B-ED2A-4EF9-ACDD-1B8297A54D9B}" type="parTrans" cxnId="{467F5AAE-41FA-4AB0-A29A-E212FA1AC5AD}">
      <dgm:prSet/>
      <dgm:spPr/>
      <dgm:t>
        <a:bodyPr/>
        <a:lstStyle/>
        <a:p>
          <a:endParaRPr lang="en-US"/>
        </a:p>
      </dgm:t>
    </dgm:pt>
    <dgm:pt modelId="{22E06D85-9563-4395-9B15-DC722D6DBF26}" type="sibTrans" cxnId="{467F5AAE-41FA-4AB0-A29A-E212FA1AC5AD}">
      <dgm:prSet/>
      <dgm:spPr/>
      <dgm:t>
        <a:bodyPr/>
        <a:lstStyle/>
        <a:p>
          <a:endParaRPr lang="en-US"/>
        </a:p>
      </dgm:t>
    </dgm:pt>
    <dgm:pt modelId="{BBA377E9-D628-4099-8C46-3CDDDCC682C6}">
      <dgm:prSet/>
      <dgm:spPr/>
      <dgm:t>
        <a:bodyPr/>
        <a:lstStyle/>
        <a:p>
          <a:r>
            <a:rPr lang="en-US"/>
            <a:t>Etki</a:t>
          </a:r>
        </a:p>
      </dgm:t>
    </dgm:pt>
    <dgm:pt modelId="{E1D627D4-86DD-4D5C-AD98-683D6F622E26}" type="parTrans" cxnId="{3F73F295-0AA0-47CA-926B-89F372E47A56}">
      <dgm:prSet/>
      <dgm:spPr/>
      <dgm:t>
        <a:bodyPr/>
        <a:lstStyle/>
        <a:p>
          <a:endParaRPr lang="en-US"/>
        </a:p>
      </dgm:t>
    </dgm:pt>
    <dgm:pt modelId="{8FD6D848-FEF9-4EFB-9A8F-F96293CD8277}" type="sibTrans" cxnId="{3F73F295-0AA0-47CA-926B-89F372E47A56}">
      <dgm:prSet/>
      <dgm:spPr/>
      <dgm:t>
        <a:bodyPr/>
        <a:lstStyle/>
        <a:p>
          <a:endParaRPr lang="en-US"/>
        </a:p>
      </dgm:t>
    </dgm:pt>
    <dgm:pt modelId="{5781602C-D184-9047-84E4-3EF90BD8DF57}" type="pres">
      <dgm:prSet presAssocID="{BA0EC704-8CB3-416C-AACF-FCDBACEC8839}" presName="linear" presStyleCnt="0">
        <dgm:presLayoutVars>
          <dgm:animLvl val="lvl"/>
          <dgm:resizeHandles val="exact"/>
        </dgm:presLayoutVars>
      </dgm:prSet>
      <dgm:spPr/>
    </dgm:pt>
    <dgm:pt modelId="{2C2D8A52-76EB-6A45-BEA8-7B8A539BB154}" type="pres">
      <dgm:prSet presAssocID="{8B831EC1-BE8A-44F7-A9BF-2DDCC3E4415B}" presName="parentText" presStyleLbl="node1" presStyleIdx="0" presStyleCnt="4">
        <dgm:presLayoutVars>
          <dgm:chMax val="0"/>
          <dgm:bulletEnabled val="1"/>
        </dgm:presLayoutVars>
      </dgm:prSet>
      <dgm:spPr/>
    </dgm:pt>
    <dgm:pt modelId="{63D889CA-EAE4-704B-BDB7-B299723B4B09}" type="pres">
      <dgm:prSet presAssocID="{2058C735-EFA0-46ED-A720-21787772ECB8}" presName="spacer" presStyleCnt="0"/>
      <dgm:spPr/>
    </dgm:pt>
    <dgm:pt modelId="{D28B434D-0274-3A42-AAE6-6F6F4AA78FBB}" type="pres">
      <dgm:prSet presAssocID="{9E84E349-5D64-49A1-99A3-D88AFE1C2557}" presName="parentText" presStyleLbl="node1" presStyleIdx="1" presStyleCnt="4">
        <dgm:presLayoutVars>
          <dgm:chMax val="0"/>
          <dgm:bulletEnabled val="1"/>
        </dgm:presLayoutVars>
      </dgm:prSet>
      <dgm:spPr/>
    </dgm:pt>
    <dgm:pt modelId="{AAC157BE-4C49-474C-8F2A-7988932ED206}" type="pres">
      <dgm:prSet presAssocID="{69A1A3BC-C61C-40EC-9767-26FA48DC29BF}" presName="spacer" presStyleCnt="0"/>
      <dgm:spPr/>
    </dgm:pt>
    <dgm:pt modelId="{CE11C6DC-D916-A946-80B1-D9659F40B803}" type="pres">
      <dgm:prSet presAssocID="{ED269346-FE17-478B-9A5E-24564D53EC53}" presName="parentText" presStyleLbl="node1" presStyleIdx="2" presStyleCnt="4">
        <dgm:presLayoutVars>
          <dgm:chMax val="0"/>
          <dgm:bulletEnabled val="1"/>
        </dgm:presLayoutVars>
      </dgm:prSet>
      <dgm:spPr/>
    </dgm:pt>
    <dgm:pt modelId="{4DC66443-FD1A-E14A-AC9F-216FAB010B22}" type="pres">
      <dgm:prSet presAssocID="{22E06D85-9563-4395-9B15-DC722D6DBF26}" presName="spacer" presStyleCnt="0"/>
      <dgm:spPr/>
    </dgm:pt>
    <dgm:pt modelId="{3745180F-CA69-4043-88BE-1BD67A690DCA}" type="pres">
      <dgm:prSet presAssocID="{BBA377E9-D628-4099-8C46-3CDDDCC682C6}" presName="parentText" presStyleLbl="node1" presStyleIdx="3" presStyleCnt="4">
        <dgm:presLayoutVars>
          <dgm:chMax val="0"/>
          <dgm:bulletEnabled val="1"/>
        </dgm:presLayoutVars>
      </dgm:prSet>
      <dgm:spPr/>
    </dgm:pt>
  </dgm:ptLst>
  <dgm:cxnLst>
    <dgm:cxn modelId="{A866A106-3D63-D646-A36A-27EC85580E73}" type="presOf" srcId="{BA0EC704-8CB3-416C-AACF-FCDBACEC8839}" destId="{5781602C-D184-9047-84E4-3EF90BD8DF57}" srcOrd="0" destOrd="0" presId="urn:microsoft.com/office/officeart/2005/8/layout/vList2"/>
    <dgm:cxn modelId="{CF3FDF1B-6D02-4940-AB26-C8AE37DA1F61}" type="presOf" srcId="{ED269346-FE17-478B-9A5E-24564D53EC53}" destId="{CE11C6DC-D916-A946-80B1-D9659F40B803}" srcOrd="0" destOrd="0" presId="urn:microsoft.com/office/officeart/2005/8/layout/vList2"/>
    <dgm:cxn modelId="{0B92451C-DB10-4A8F-82C4-5948A78FB287}" srcId="{BA0EC704-8CB3-416C-AACF-FCDBACEC8839}" destId="{9E84E349-5D64-49A1-99A3-D88AFE1C2557}" srcOrd="1" destOrd="0" parTransId="{4054A264-5F8C-4BEC-82B8-D9EAC0D857BC}" sibTransId="{69A1A3BC-C61C-40EC-9767-26FA48DC29BF}"/>
    <dgm:cxn modelId="{BE696761-3179-41AE-98A5-12F09D2B6C8E}" srcId="{BA0EC704-8CB3-416C-AACF-FCDBACEC8839}" destId="{8B831EC1-BE8A-44F7-A9BF-2DDCC3E4415B}" srcOrd="0" destOrd="0" parTransId="{ACA610ED-38F5-494E-897B-3861DE096E9E}" sibTransId="{2058C735-EFA0-46ED-A720-21787772ECB8}"/>
    <dgm:cxn modelId="{3F73F295-0AA0-47CA-926B-89F372E47A56}" srcId="{BA0EC704-8CB3-416C-AACF-FCDBACEC8839}" destId="{BBA377E9-D628-4099-8C46-3CDDDCC682C6}" srcOrd="3" destOrd="0" parTransId="{E1D627D4-86DD-4D5C-AD98-683D6F622E26}" sibTransId="{8FD6D848-FEF9-4EFB-9A8F-F96293CD8277}"/>
    <dgm:cxn modelId="{467F5AAE-41FA-4AB0-A29A-E212FA1AC5AD}" srcId="{BA0EC704-8CB3-416C-AACF-FCDBACEC8839}" destId="{ED269346-FE17-478B-9A5E-24564D53EC53}" srcOrd="2" destOrd="0" parTransId="{93A93D2B-ED2A-4EF9-ACDD-1B8297A54D9B}" sibTransId="{22E06D85-9563-4395-9B15-DC722D6DBF26}"/>
    <dgm:cxn modelId="{617D60B7-F5FE-7944-8ED7-D16CD4F42DF7}" type="presOf" srcId="{BBA377E9-D628-4099-8C46-3CDDDCC682C6}" destId="{3745180F-CA69-4043-88BE-1BD67A690DCA}" srcOrd="0" destOrd="0" presId="urn:microsoft.com/office/officeart/2005/8/layout/vList2"/>
    <dgm:cxn modelId="{322AFEDE-56D6-B246-94FD-99B94EFEDBF9}" type="presOf" srcId="{9E84E349-5D64-49A1-99A3-D88AFE1C2557}" destId="{D28B434D-0274-3A42-AAE6-6F6F4AA78FBB}" srcOrd="0" destOrd="0" presId="urn:microsoft.com/office/officeart/2005/8/layout/vList2"/>
    <dgm:cxn modelId="{93FBA9EC-722F-AD4E-B6F4-489358DA0020}" type="presOf" srcId="{8B831EC1-BE8A-44F7-A9BF-2DDCC3E4415B}" destId="{2C2D8A52-76EB-6A45-BEA8-7B8A539BB154}" srcOrd="0" destOrd="0" presId="urn:microsoft.com/office/officeart/2005/8/layout/vList2"/>
    <dgm:cxn modelId="{2A8ED411-7815-2844-8D32-52665A0117DD}" type="presParOf" srcId="{5781602C-D184-9047-84E4-3EF90BD8DF57}" destId="{2C2D8A52-76EB-6A45-BEA8-7B8A539BB154}" srcOrd="0" destOrd="0" presId="urn:microsoft.com/office/officeart/2005/8/layout/vList2"/>
    <dgm:cxn modelId="{5D05E57E-C890-8B40-B6CC-8B3E0A2734F3}" type="presParOf" srcId="{5781602C-D184-9047-84E4-3EF90BD8DF57}" destId="{63D889CA-EAE4-704B-BDB7-B299723B4B09}" srcOrd="1" destOrd="0" presId="urn:microsoft.com/office/officeart/2005/8/layout/vList2"/>
    <dgm:cxn modelId="{5D7E67B4-02D9-C54B-AAE8-447B95DE6860}" type="presParOf" srcId="{5781602C-D184-9047-84E4-3EF90BD8DF57}" destId="{D28B434D-0274-3A42-AAE6-6F6F4AA78FBB}" srcOrd="2" destOrd="0" presId="urn:microsoft.com/office/officeart/2005/8/layout/vList2"/>
    <dgm:cxn modelId="{7EEBFA5F-5CEE-2048-931E-405F5968F09E}" type="presParOf" srcId="{5781602C-D184-9047-84E4-3EF90BD8DF57}" destId="{AAC157BE-4C49-474C-8F2A-7988932ED206}" srcOrd="3" destOrd="0" presId="urn:microsoft.com/office/officeart/2005/8/layout/vList2"/>
    <dgm:cxn modelId="{D196D49A-52BA-6F41-BE20-48B05494D40C}" type="presParOf" srcId="{5781602C-D184-9047-84E4-3EF90BD8DF57}" destId="{CE11C6DC-D916-A946-80B1-D9659F40B803}" srcOrd="4" destOrd="0" presId="urn:microsoft.com/office/officeart/2005/8/layout/vList2"/>
    <dgm:cxn modelId="{A64D6221-8B43-AA4E-BDDE-F4883330A99F}" type="presParOf" srcId="{5781602C-D184-9047-84E4-3EF90BD8DF57}" destId="{4DC66443-FD1A-E14A-AC9F-216FAB010B22}" srcOrd="5" destOrd="0" presId="urn:microsoft.com/office/officeart/2005/8/layout/vList2"/>
    <dgm:cxn modelId="{32EBED33-3FF8-7941-9250-F61AD30A0B70}" type="presParOf" srcId="{5781602C-D184-9047-84E4-3EF90BD8DF57}" destId="{3745180F-CA69-4043-88BE-1BD67A690DCA}"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7A521AC-C0EB-4D86-B74F-5CB50C6ADB72}" type="doc">
      <dgm:prSet loTypeId="urn:microsoft.com/office/officeart/2005/8/layout/process5" loCatId="process" qsTypeId="urn:microsoft.com/office/officeart/2005/8/quickstyle/simple1" qsCatId="simple" csTypeId="urn:microsoft.com/office/officeart/2005/8/colors/colorful1" csCatId="colorful"/>
      <dgm:spPr/>
      <dgm:t>
        <a:bodyPr/>
        <a:lstStyle/>
        <a:p>
          <a:endParaRPr lang="en-US"/>
        </a:p>
      </dgm:t>
    </dgm:pt>
    <dgm:pt modelId="{457EE56E-3438-462D-9F02-99F75C250B99}">
      <dgm:prSet/>
      <dgm:spPr/>
      <dgm:t>
        <a:bodyPr/>
        <a:lstStyle/>
        <a:p>
          <a:r>
            <a:rPr lang="en-US"/>
            <a:t>Ayrıca </a:t>
          </a:r>
          <a:r>
            <a:rPr lang="en-US" b="1"/>
            <a:t>duygusal hesaplama </a:t>
          </a:r>
          <a:r>
            <a:rPr lang="en-US" i="1"/>
            <a:t>(affective computing) </a:t>
          </a:r>
          <a:r>
            <a:rPr lang="en-US"/>
            <a:t>konusu da  gün geçtikçe daha fazla ilgi çekmekte ve bu hedefe ulaşma  yolunda ümit vermektedir.</a:t>
          </a:r>
        </a:p>
      </dgm:t>
    </dgm:pt>
    <dgm:pt modelId="{75F3D561-6C7A-403D-A8F1-03FDD0CF1820}" type="parTrans" cxnId="{E34B37D1-6E86-4F56-AF92-63AB57AE49F2}">
      <dgm:prSet/>
      <dgm:spPr/>
      <dgm:t>
        <a:bodyPr/>
        <a:lstStyle/>
        <a:p>
          <a:endParaRPr lang="en-US"/>
        </a:p>
      </dgm:t>
    </dgm:pt>
    <dgm:pt modelId="{D04A3E9F-EB90-4B20-AE96-A3EBA9EA6517}" type="sibTrans" cxnId="{E34B37D1-6E86-4F56-AF92-63AB57AE49F2}">
      <dgm:prSet/>
      <dgm:spPr/>
      <dgm:t>
        <a:bodyPr/>
        <a:lstStyle/>
        <a:p>
          <a:endParaRPr lang="en-US"/>
        </a:p>
      </dgm:t>
    </dgm:pt>
    <dgm:pt modelId="{743F4E2A-ACFE-4BE0-974D-BBCCC7E78549}">
      <dgm:prSet/>
      <dgm:spPr/>
      <dgm:t>
        <a:bodyPr/>
        <a:lstStyle/>
        <a:p>
          <a:r>
            <a:rPr lang="en-US"/>
            <a:t>Bu yaklaşımla, bilgisayarlar insanların duygusal durumlarına göre</a:t>
          </a:r>
          <a:r>
            <a:rPr lang="tr-TR"/>
            <a:t> </a:t>
          </a:r>
          <a:r>
            <a:rPr lang="en-US"/>
            <a:t>uygun tepkiler vermektedir.</a:t>
          </a:r>
        </a:p>
      </dgm:t>
    </dgm:pt>
    <dgm:pt modelId="{D7908F8E-C9A0-4181-893B-5E60C7A3DB21}" type="parTrans" cxnId="{07446024-FF53-4815-B6C7-8603C22B3EBF}">
      <dgm:prSet/>
      <dgm:spPr/>
      <dgm:t>
        <a:bodyPr/>
        <a:lstStyle/>
        <a:p>
          <a:endParaRPr lang="en-US"/>
        </a:p>
      </dgm:t>
    </dgm:pt>
    <dgm:pt modelId="{984BF45F-07A5-4B17-A24D-8D26553DE6DC}" type="sibTrans" cxnId="{07446024-FF53-4815-B6C7-8603C22B3EBF}">
      <dgm:prSet/>
      <dgm:spPr/>
      <dgm:t>
        <a:bodyPr/>
        <a:lstStyle/>
        <a:p>
          <a:endParaRPr lang="en-US"/>
        </a:p>
      </dgm:t>
    </dgm:pt>
    <dgm:pt modelId="{D594B775-8D69-B847-BAF0-11E87BAFDA2F}" type="pres">
      <dgm:prSet presAssocID="{97A521AC-C0EB-4D86-B74F-5CB50C6ADB72}" presName="diagram" presStyleCnt="0">
        <dgm:presLayoutVars>
          <dgm:dir/>
          <dgm:resizeHandles val="exact"/>
        </dgm:presLayoutVars>
      </dgm:prSet>
      <dgm:spPr/>
    </dgm:pt>
    <dgm:pt modelId="{C836C126-7B66-E142-AFA5-A5554D9839A5}" type="pres">
      <dgm:prSet presAssocID="{457EE56E-3438-462D-9F02-99F75C250B99}" presName="node" presStyleLbl="node1" presStyleIdx="0" presStyleCnt="2">
        <dgm:presLayoutVars>
          <dgm:bulletEnabled val="1"/>
        </dgm:presLayoutVars>
      </dgm:prSet>
      <dgm:spPr/>
    </dgm:pt>
    <dgm:pt modelId="{6A87BB9A-20A7-5245-A0EB-D12C5E1743C7}" type="pres">
      <dgm:prSet presAssocID="{D04A3E9F-EB90-4B20-AE96-A3EBA9EA6517}" presName="sibTrans" presStyleLbl="sibTrans2D1" presStyleIdx="0" presStyleCnt="1"/>
      <dgm:spPr/>
    </dgm:pt>
    <dgm:pt modelId="{2C936B54-A657-7C48-A2E2-670609F41DCE}" type="pres">
      <dgm:prSet presAssocID="{D04A3E9F-EB90-4B20-AE96-A3EBA9EA6517}" presName="connectorText" presStyleLbl="sibTrans2D1" presStyleIdx="0" presStyleCnt="1"/>
      <dgm:spPr/>
    </dgm:pt>
    <dgm:pt modelId="{FC0CA9A0-96EE-674A-BC29-D77DE1096B0E}" type="pres">
      <dgm:prSet presAssocID="{743F4E2A-ACFE-4BE0-974D-BBCCC7E78549}" presName="node" presStyleLbl="node1" presStyleIdx="1" presStyleCnt="2">
        <dgm:presLayoutVars>
          <dgm:bulletEnabled val="1"/>
        </dgm:presLayoutVars>
      </dgm:prSet>
      <dgm:spPr/>
    </dgm:pt>
  </dgm:ptLst>
  <dgm:cxnLst>
    <dgm:cxn modelId="{07446024-FF53-4815-B6C7-8603C22B3EBF}" srcId="{97A521AC-C0EB-4D86-B74F-5CB50C6ADB72}" destId="{743F4E2A-ACFE-4BE0-974D-BBCCC7E78549}" srcOrd="1" destOrd="0" parTransId="{D7908F8E-C9A0-4181-893B-5E60C7A3DB21}" sibTransId="{984BF45F-07A5-4B17-A24D-8D26553DE6DC}"/>
    <dgm:cxn modelId="{427AC62A-38CE-354E-8716-EFB2E87D5A44}" type="presOf" srcId="{457EE56E-3438-462D-9F02-99F75C250B99}" destId="{C836C126-7B66-E142-AFA5-A5554D9839A5}" srcOrd="0" destOrd="0" presId="urn:microsoft.com/office/officeart/2005/8/layout/process5"/>
    <dgm:cxn modelId="{5FF30B3C-2B75-AF4B-B1C8-ADB682796FB0}" type="presOf" srcId="{743F4E2A-ACFE-4BE0-974D-BBCCC7E78549}" destId="{FC0CA9A0-96EE-674A-BC29-D77DE1096B0E}" srcOrd="0" destOrd="0" presId="urn:microsoft.com/office/officeart/2005/8/layout/process5"/>
    <dgm:cxn modelId="{CD427E7B-F2CD-5F40-9CBC-869D76A82FD3}" type="presOf" srcId="{97A521AC-C0EB-4D86-B74F-5CB50C6ADB72}" destId="{D594B775-8D69-B847-BAF0-11E87BAFDA2F}" srcOrd="0" destOrd="0" presId="urn:microsoft.com/office/officeart/2005/8/layout/process5"/>
    <dgm:cxn modelId="{BD62C4B8-0E56-AE4A-A9D7-D94D5F86B2D0}" type="presOf" srcId="{D04A3E9F-EB90-4B20-AE96-A3EBA9EA6517}" destId="{2C936B54-A657-7C48-A2E2-670609F41DCE}" srcOrd="1" destOrd="0" presId="urn:microsoft.com/office/officeart/2005/8/layout/process5"/>
    <dgm:cxn modelId="{E34B37D1-6E86-4F56-AF92-63AB57AE49F2}" srcId="{97A521AC-C0EB-4D86-B74F-5CB50C6ADB72}" destId="{457EE56E-3438-462D-9F02-99F75C250B99}" srcOrd="0" destOrd="0" parTransId="{75F3D561-6C7A-403D-A8F1-03FDD0CF1820}" sibTransId="{D04A3E9F-EB90-4B20-AE96-A3EBA9EA6517}"/>
    <dgm:cxn modelId="{4FFDFBD4-4272-C041-A584-9B11132969BD}" type="presOf" srcId="{D04A3E9F-EB90-4B20-AE96-A3EBA9EA6517}" destId="{6A87BB9A-20A7-5245-A0EB-D12C5E1743C7}" srcOrd="0" destOrd="0" presId="urn:microsoft.com/office/officeart/2005/8/layout/process5"/>
    <dgm:cxn modelId="{0414314D-6394-2145-A2F6-B2E9A57ABA04}" type="presParOf" srcId="{D594B775-8D69-B847-BAF0-11E87BAFDA2F}" destId="{C836C126-7B66-E142-AFA5-A5554D9839A5}" srcOrd="0" destOrd="0" presId="urn:microsoft.com/office/officeart/2005/8/layout/process5"/>
    <dgm:cxn modelId="{1327BA6D-4E13-6E4C-AC32-DA0B496410BF}" type="presParOf" srcId="{D594B775-8D69-B847-BAF0-11E87BAFDA2F}" destId="{6A87BB9A-20A7-5245-A0EB-D12C5E1743C7}" srcOrd="1" destOrd="0" presId="urn:microsoft.com/office/officeart/2005/8/layout/process5"/>
    <dgm:cxn modelId="{3E74D083-10BF-4F47-B151-FCFFACE61F14}" type="presParOf" srcId="{6A87BB9A-20A7-5245-A0EB-D12C5E1743C7}" destId="{2C936B54-A657-7C48-A2E2-670609F41DCE}" srcOrd="0" destOrd="0" presId="urn:microsoft.com/office/officeart/2005/8/layout/process5"/>
    <dgm:cxn modelId="{E20C7247-782C-D34B-A560-6B1937216660}" type="presParOf" srcId="{D594B775-8D69-B847-BAF0-11E87BAFDA2F}" destId="{FC0CA9A0-96EE-674A-BC29-D77DE1096B0E}" srcOrd="2"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7246B9-3B84-411E-B800-1FB295A59444}"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35E48BFC-6492-4CE0-8A54-86BE2427DBFF}">
      <dgm:prSet/>
      <dgm:spPr/>
      <dgm:t>
        <a:bodyPr/>
        <a:lstStyle/>
        <a:p>
          <a:r>
            <a:rPr lang="tr-TR" b="1"/>
            <a:t>Kullanılabilirlik Mühendisliği:</a:t>
          </a:r>
          <a:endParaRPr lang="en-US"/>
        </a:p>
      </dgm:t>
    </dgm:pt>
    <dgm:pt modelId="{88269927-6249-4B7A-8B3F-165E5E91FDF3}" type="parTrans" cxnId="{81A4CAD6-D5BC-47E7-B02E-5D5C6ACDF0C9}">
      <dgm:prSet/>
      <dgm:spPr/>
      <dgm:t>
        <a:bodyPr/>
        <a:lstStyle/>
        <a:p>
          <a:endParaRPr lang="en-US"/>
        </a:p>
      </dgm:t>
    </dgm:pt>
    <dgm:pt modelId="{AE9CD452-3607-413C-8EEB-2A7642AC78E7}" type="sibTrans" cxnId="{81A4CAD6-D5BC-47E7-B02E-5D5C6ACDF0C9}">
      <dgm:prSet/>
      <dgm:spPr/>
      <dgm:t>
        <a:bodyPr/>
        <a:lstStyle/>
        <a:p>
          <a:endParaRPr lang="en-US"/>
        </a:p>
      </dgm:t>
    </dgm:pt>
    <dgm:pt modelId="{DB843959-4DA2-4723-9BB5-6C2D203A02AB}">
      <dgm:prSet/>
      <dgm:spPr/>
      <dgm:t>
        <a:bodyPr/>
        <a:lstStyle/>
        <a:p>
          <a:r>
            <a:rPr lang="tr-TR"/>
            <a:t>Mühendisliğinin güçlü yanları doğrudan doğruya uygulamada belirlenen islere bağlı olması, tek bir arayüz biçimine bağlı olmaması, ve arayüzlerin yinelemeli (iterative) biçimde geliştirilmesine olanak vermesidir. (sürekli prototipler geliştirilir).</a:t>
          </a:r>
          <a:endParaRPr lang="en-US"/>
        </a:p>
      </dgm:t>
    </dgm:pt>
    <dgm:pt modelId="{086AC409-4B86-4DEF-B9D4-B738F9A15B00}" type="parTrans" cxnId="{BFD32E37-4096-4C51-A617-8959A8AA0DA0}">
      <dgm:prSet/>
      <dgm:spPr/>
      <dgm:t>
        <a:bodyPr/>
        <a:lstStyle/>
        <a:p>
          <a:endParaRPr lang="en-US"/>
        </a:p>
      </dgm:t>
    </dgm:pt>
    <dgm:pt modelId="{537BA32A-7EFB-42D5-A2A7-A67E5D739A0A}" type="sibTrans" cxnId="{BFD32E37-4096-4C51-A617-8959A8AA0DA0}">
      <dgm:prSet/>
      <dgm:spPr/>
      <dgm:t>
        <a:bodyPr/>
        <a:lstStyle/>
        <a:p>
          <a:endParaRPr lang="en-US"/>
        </a:p>
      </dgm:t>
    </dgm:pt>
    <dgm:pt modelId="{2E27520E-665E-EC48-BC3D-D2AE72D3DAEC}" type="pres">
      <dgm:prSet presAssocID="{4F7246B9-3B84-411E-B800-1FB295A59444}" presName="Name0" presStyleCnt="0">
        <dgm:presLayoutVars>
          <dgm:dir/>
          <dgm:animLvl val="lvl"/>
          <dgm:resizeHandles val="exact"/>
        </dgm:presLayoutVars>
      </dgm:prSet>
      <dgm:spPr/>
    </dgm:pt>
    <dgm:pt modelId="{8FD28167-8E9F-A847-99C3-FA0D86D9ACBE}" type="pres">
      <dgm:prSet presAssocID="{DB843959-4DA2-4723-9BB5-6C2D203A02AB}" presName="boxAndChildren" presStyleCnt="0"/>
      <dgm:spPr/>
    </dgm:pt>
    <dgm:pt modelId="{B05FEDA3-57B2-8147-A75B-F2BADE779E71}" type="pres">
      <dgm:prSet presAssocID="{DB843959-4DA2-4723-9BB5-6C2D203A02AB}" presName="parentTextBox" presStyleLbl="node1" presStyleIdx="0" presStyleCnt="2"/>
      <dgm:spPr/>
    </dgm:pt>
    <dgm:pt modelId="{0A642690-D6C0-A242-8A0A-A7DC2500BE26}" type="pres">
      <dgm:prSet presAssocID="{AE9CD452-3607-413C-8EEB-2A7642AC78E7}" presName="sp" presStyleCnt="0"/>
      <dgm:spPr/>
    </dgm:pt>
    <dgm:pt modelId="{0FDBD474-643F-A444-AFF5-E4F9D08DE40E}" type="pres">
      <dgm:prSet presAssocID="{35E48BFC-6492-4CE0-8A54-86BE2427DBFF}" presName="arrowAndChildren" presStyleCnt="0"/>
      <dgm:spPr/>
    </dgm:pt>
    <dgm:pt modelId="{B50F0CBB-39BB-DA42-9AFE-E4A6FE35DA3D}" type="pres">
      <dgm:prSet presAssocID="{35E48BFC-6492-4CE0-8A54-86BE2427DBFF}" presName="parentTextArrow" presStyleLbl="node1" presStyleIdx="1" presStyleCnt="2"/>
      <dgm:spPr/>
    </dgm:pt>
  </dgm:ptLst>
  <dgm:cxnLst>
    <dgm:cxn modelId="{15029D11-00EB-854F-86CA-C06BC427616C}" type="presOf" srcId="{DB843959-4DA2-4723-9BB5-6C2D203A02AB}" destId="{B05FEDA3-57B2-8147-A75B-F2BADE779E71}" srcOrd="0" destOrd="0" presId="urn:microsoft.com/office/officeart/2005/8/layout/process4"/>
    <dgm:cxn modelId="{B7002132-33B2-544B-A1A5-EB61B8387049}" type="presOf" srcId="{35E48BFC-6492-4CE0-8A54-86BE2427DBFF}" destId="{B50F0CBB-39BB-DA42-9AFE-E4A6FE35DA3D}" srcOrd="0" destOrd="0" presId="urn:microsoft.com/office/officeart/2005/8/layout/process4"/>
    <dgm:cxn modelId="{BFD32E37-4096-4C51-A617-8959A8AA0DA0}" srcId="{4F7246B9-3B84-411E-B800-1FB295A59444}" destId="{DB843959-4DA2-4723-9BB5-6C2D203A02AB}" srcOrd="1" destOrd="0" parTransId="{086AC409-4B86-4DEF-B9D4-B738F9A15B00}" sibTransId="{537BA32A-7EFB-42D5-A2A7-A67E5D739A0A}"/>
    <dgm:cxn modelId="{81A4CAD6-D5BC-47E7-B02E-5D5C6ACDF0C9}" srcId="{4F7246B9-3B84-411E-B800-1FB295A59444}" destId="{35E48BFC-6492-4CE0-8A54-86BE2427DBFF}" srcOrd="0" destOrd="0" parTransId="{88269927-6249-4B7A-8B3F-165E5E91FDF3}" sibTransId="{AE9CD452-3607-413C-8EEB-2A7642AC78E7}"/>
    <dgm:cxn modelId="{FCF9BBFC-7F45-AE4B-9FDB-FD751E89C2BF}" type="presOf" srcId="{4F7246B9-3B84-411E-B800-1FB295A59444}" destId="{2E27520E-665E-EC48-BC3D-D2AE72D3DAEC}" srcOrd="0" destOrd="0" presId="urn:microsoft.com/office/officeart/2005/8/layout/process4"/>
    <dgm:cxn modelId="{8464F5C2-73E2-6A4C-9D38-991B68767CC2}" type="presParOf" srcId="{2E27520E-665E-EC48-BC3D-D2AE72D3DAEC}" destId="{8FD28167-8E9F-A847-99C3-FA0D86D9ACBE}" srcOrd="0" destOrd="0" presId="urn:microsoft.com/office/officeart/2005/8/layout/process4"/>
    <dgm:cxn modelId="{46F4EA3F-E7C7-8242-8022-E75C06F17652}" type="presParOf" srcId="{8FD28167-8E9F-A847-99C3-FA0D86D9ACBE}" destId="{B05FEDA3-57B2-8147-A75B-F2BADE779E71}" srcOrd="0" destOrd="0" presId="urn:microsoft.com/office/officeart/2005/8/layout/process4"/>
    <dgm:cxn modelId="{3F5DA956-2B00-9644-B461-CC7904B43554}" type="presParOf" srcId="{2E27520E-665E-EC48-BC3D-D2AE72D3DAEC}" destId="{0A642690-D6C0-A242-8A0A-A7DC2500BE26}" srcOrd="1" destOrd="0" presId="urn:microsoft.com/office/officeart/2005/8/layout/process4"/>
    <dgm:cxn modelId="{56F7A647-74BB-0146-BB4F-F2C30FC4842D}" type="presParOf" srcId="{2E27520E-665E-EC48-BC3D-D2AE72D3DAEC}" destId="{0FDBD474-643F-A444-AFF5-E4F9D08DE40E}" srcOrd="2" destOrd="0" presId="urn:microsoft.com/office/officeart/2005/8/layout/process4"/>
    <dgm:cxn modelId="{004390C5-35A0-5A4A-854D-B8F0497E21AF}" type="presParOf" srcId="{0FDBD474-643F-A444-AFF5-E4F9D08DE40E}" destId="{B50F0CBB-39BB-DA42-9AFE-E4A6FE35DA3D}"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41D19-F1D4-4661-B5BA-19835B41D8F0}">
      <dsp:nvSpPr>
        <dsp:cNvPr id="0" name=""/>
        <dsp:cNvSpPr/>
      </dsp:nvSpPr>
      <dsp:spPr>
        <a:xfrm>
          <a:off x="0" y="1933"/>
          <a:ext cx="4683949" cy="9797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78EF5-6DBF-4A3E-9110-33CDDC8979DC}">
      <dsp:nvSpPr>
        <dsp:cNvPr id="0" name=""/>
        <dsp:cNvSpPr/>
      </dsp:nvSpPr>
      <dsp:spPr>
        <a:xfrm>
          <a:off x="296381" y="222382"/>
          <a:ext cx="538875" cy="538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888901-B79B-4BD6-AB25-1B3FE28AE9A6}">
      <dsp:nvSpPr>
        <dsp:cNvPr id="0" name=""/>
        <dsp:cNvSpPr/>
      </dsp:nvSpPr>
      <dsp:spPr>
        <a:xfrm>
          <a:off x="1131638" y="1933"/>
          <a:ext cx="3552310" cy="979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93" tIns="103693" rIns="103693" bIns="103693" numCol="1" spcCol="1270" anchor="ctr" anchorCtr="0">
          <a:noAutofit/>
        </a:bodyPr>
        <a:lstStyle/>
        <a:p>
          <a:pPr marL="0" lvl="0" indent="0" algn="l" defTabSz="800100">
            <a:lnSpc>
              <a:spcPct val="90000"/>
            </a:lnSpc>
            <a:spcBef>
              <a:spcPct val="0"/>
            </a:spcBef>
            <a:spcAft>
              <a:spcPct val="35000"/>
            </a:spcAft>
            <a:buNone/>
          </a:pPr>
          <a:r>
            <a:rPr lang="tr-TR" sz="1800" kern="1200"/>
            <a:t>Sistemi tasarlayan teknik kişiler, tasarım sürecine son  kullanıcıyı dahil etmemiş,</a:t>
          </a:r>
          <a:endParaRPr lang="en-US" sz="1800" kern="1200"/>
        </a:p>
      </dsp:txBody>
      <dsp:txXfrm>
        <a:off x="1131638" y="1933"/>
        <a:ext cx="3552310" cy="979773"/>
      </dsp:txXfrm>
    </dsp:sp>
    <dsp:sp modelId="{70949BBE-8984-4833-91CB-61A79132ABF8}">
      <dsp:nvSpPr>
        <dsp:cNvPr id="0" name=""/>
        <dsp:cNvSpPr/>
      </dsp:nvSpPr>
      <dsp:spPr>
        <a:xfrm>
          <a:off x="0" y="1226649"/>
          <a:ext cx="4683949" cy="9797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BF635D-F0C1-4719-AB52-B18FF9361E8C}">
      <dsp:nvSpPr>
        <dsp:cNvPr id="0" name=""/>
        <dsp:cNvSpPr/>
      </dsp:nvSpPr>
      <dsp:spPr>
        <a:xfrm>
          <a:off x="296381" y="1447098"/>
          <a:ext cx="538875" cy="538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99E541-0A25-44BC-B10C-3BC929F45347}">
      <dsp:nvSpPr>
        <dsp:cNvPr id="0" name=""/>
        <dsp:cNvSpPr/>
      </dsp:nvSpPr>
      <dsp:spPr>
        <a:xfrm>
          <a:off x="1131638" y="1226649"/>
          <a:ext cx="3552310" cy="979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93" tIns="103693" rIns="103693" bIns="103693" numCol="1" spcCol="1270" anchor="ctr" anchorCtr="0">
          <a:noAutofit/>
        </a:bodyPr>
        <a:lstStyle/>
        <a:p>
          <a:pPr marL="0" lvl="0" indent="0" algn="l" defTabSz="800100">
            <a:lnSpc>
              <a:spcPct val="90000"/>
            </a:lnSpc>
            <a:spcBef>
              <a:spcPct val="0"/>
            </a:spcBef>
            <a:spcAft>
              <a:spcPct val="35000"/>
            </a:spcAft>
            <a:buNone/>
          </a:pPr>
          <a:r>
            <a:rPr lang="tr-TR" sz="1800" kern="1200"/>
            <a:t>Kullanılabilirlik çalışması yapılmamış,</a:t>
          </a:r>
          <a:endParaRPr lang="en-US" sz="1800" kern="1200"/>
        </a:p>
      </dsp:txBody>
      <dsp:txXfrm>
        <a:off x="1131638" y="1226649"/>
        <a:ext cx="3552310" cy="979773"/>
      </dsp:txXfrm>
    </dsp:sp>
    <dsp:sp modelId="{838C74A0-2B95-46D0-BF32-F0F402C1DE55}">
      <dsp:nvSpPr>
        <dsp:cNvPr id="0" name=""/>
        <dsp:cNvSpPr/>
      </dsp:nvSpPr>
      <dsp:spPr>
        <a:xfrm>
          <a:off x="0" y="2451366"/>
          <a:ext cx="4683949" cy="9797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C62112-4389-470B-9CA3-7B8A89293DDC}">
      <dsp:nvSpPr>
        <dsp:cNvPr id="0" name=""/>
        <dsp:cNvSpPr/>
      </dsp:nvSpPr>
      <dsp:spPr>
        <a:xfrm>
          <a:off x="296381" y="2671815"/>
          <a:ext cx="538875" cy="5388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60270E-5A60-4E15-9C23-56942E01EC43}">
      <dsp:nvSpPr>
        <dsp:cNvPr id="0" name=""/>
        <dsp:cNvSpPr/>
      </dsp:nvSpPr>
      <dsp:spPr>
        <a:xfrm>
          <a:off x="1131638" y="2451366"/>
          <a:ext cx="3552310" cy="979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93" tIns="103693" rIns="103693" bIns="103693" numCol="1" spcCol="1270" anchor="ctr" anchorCtr="0">
          <a:noAutofit/>
        </a:bodyPr>
        <a:lstStyle/>
        <a:p>
          <a:pPr marL="0" lvl="0" indent="0" algn="l" defTabSz="800100">
            <a:lnSpc>
              <a:spcPct val="90000"/>
            </a:lnSpc>
            <a:spcBef>
              <a:spcPct val="0"/>
            </a:spcBef>
            <a:spcAft>
              <a:spcPct val="35000"/>
            </a:spcAft>
            <a:buNone/>
          </a:pPr>
          <a:r>
            <a:rPr lang="tr-TR" sz="1800" kern="1200"/>
            <a:t>Üretilen yazılım, üretim sürecinde ve kullanıma geçirilmeden  önce gerçek kullanıcılarca test edilmemiş,</a:t>
          </a:r>
          <a:endParaRPr lang="en-US" sz="1800" kern="1200"/>
        </a:p>
      </dsp:txBody>
      <dsp:txXfrm>
        <a:off x="1131638" y="2451366"/>
        <a:ext cx="3552310" cy="979773"/>
      </dsp:txXfrm>
    </dsp:sp>
    <dsp:sp modelId="{B8203DB5-7555-4F7D-BE22-489340AACEBE}">
      <dsp:nvSpPr>
        <dsp:cNvPr id="0" name=""/>
        <dsp:cNvSpPr/>
      </dsp:nvSpPr>
      <dsp:spPr>
        <a:xfrm>
          <a:off x="0" y="3676082"/>
          <a:ext cx="4683949" cy="9797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84BE2B-F0C8-470E-93CA-C33E3F1EDD25}">
      <dsp:nvSpPr>
        <dsp:cNvPr id="0" name=""/>
        <dsp:cNvSpPr/>
      </dsp:nvSpPr>
      <dsp:spPr>
        <a:xfrm>
          <a:off x="296381" y="3896531"/>
          <a:ext cx="538875" cy="5388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E94F34-E06B-4707-A219-394821942A43}">
      <dsp:nvSpPr>
        <dsp:cNvPr id="0" name=""/>
        <dsp:cNvSpPr/>
      </dsp:nvSpPr>
      <dsp:spPr>
        <a:xfrm>
          <a:off x="1131638" y="3676082"/>
          <a:ext cx="3552310" cy="979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693" tIns="103693" rIns="103693" bIns="103693" numCol="1" spcCol="1270" anchor="ctr" anchorCtr="0">
          <a:noAutofit/>
        </a:bodyPr>
        <a:lstStyle/>
        <a:p>
          <a:pPr marL="0" lvl="0" indent="0" algn="l" defTabSz="800100">
            <a:lnSpc>
              <a:spcPct val="90000"/>
            </a:lnSpc>
            <a:spcBef>
              <a:spcPct val="0"/>
            </a:spcBef>
            <a:spcAft>
              <a:spcPct val="35000"/>
            </a:spcAft>
            <a:buNone/>
          </a:pPr>
          <a:r>
            <a:rPr lang="tr-TR" sz="1800" kern="1200"/>
            <a:t>Sadece tasarımcıların varsayımları ya da beğenileri üzerinde kurulmuştur.</a:t>
          </a:r>
          <a:endParaRPr lang="en-US" sz="1800" kern="1200"/>
        </a:p>
      </dsp:txBody>
      <dsp:txXfrm>
        <a:off x="1131638" y="3676082"/>
        <a:ext cx="3552310" cy="9797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A83881-7D2B-9445-9CC2-958679D01248}">
      <dsp:nvSpPr>
        <dsp:cNvPr id="0" name=""/>
        <dsp:cNvSpPr/>
      </dsp:nvSpPr>
      <dsp:spPr>
        <a:xfrm>
          <a:off x="0" y="0"/>
          <a:ext cx="4930463"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156A6F2E-8514-BC4F-86CC-1A9143AFF4D7}">
      <dsp:nvSpPr>
        <dsp:cNvPr id="0" name=""/>
        <dsp:cNvSpPr/>
      </dsp:nvSpPr>
      <dsp:spPr>
        <a:xfrm>
          <a:off x="0" y="0"/>
          <a:ext cx="4930463" cy="162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tr-TR" sz="1700" b="1" kern="1200" dirty="0"/>
            <a:t>İnsan:</a:t>
          </a:r>
          <a:r>
            <a:rPr lang="tr-TR" sz="1700" kern="1200" dirty="0"/>
            <a:t> Etkileşimli sistemlerle ilgili tartışmalardaki temel karakter insandır. Bilgisayar sistemleri insana yardımcı olmak için tasarlanmıştır bu yüzden de kullanıcıların istekleri önceliklidir. Kullanıcı ya da insan ile kastedilen etkileşim sürecinde bir görevle uğraşan bir birey, beraber çalışan bir grup insan olabilir. </a:t>
          </a:r>
          <a:endParaRPr lang="en-US" sz="1700" kern="1200" dirty="0"/>
        </a:p>
      </dsp:txBody>
      <dsp:txXfrm>
        <a:off x="0" y="0"/>
        <a:ext cx="4930463" cy="1628577"/>
      </dsp:txXfrm>
    </dsp:sp>
    <dsp:sp modelId="{EE2354B7-BEA0-8A42-82FC-D5F9151ED69E}">
      <dsp:nvSpPr>
        <dsp:cNvPr id="0" name=""/>
        <dsp:cNvSpPr/>
      </dsp:nvSpPr>
      <dsp:spPr>
        <a:xfrm>
          <a:off x="0" y="1628577"/>
          <a:ext cx="4930463" cy="0"/>
        </a:xfrm>
        <a:prstGeom prst="line">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899F6D09-0B36-C54F-A269-1DE1FAD6105C}">
      <dsp:nvSpPr>
        <dsp:cNvPr id="0" name=""/>
        <dsp:cNvSpPr/>
      </dsp:nvSpPr>
      <dsp:spPr>
        <a:xfrm>
          <a:off x="0" y="1628577"/>
          <a:ext cx="4930463" cy="162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tr-TR" sz="1700" b="1" kern="1200"/>
            <a:t>Bilgisayar:</a:t>
          </a:r>
          <a:r>
            <a:rPr lang="tr-TR" sz="1700" kern="1200"/>
            <a:t> Burada kastedilen masaüstü bilgisayardan çok büyük çapta bir bilgisayar sistemi de olabilir.</a:t>
          </a:r>
          <a:endParaRPr lang="en-US" sz="1700" kern="1200"/>
        </a:p>
      </dsp:txBody>
      <dsp:txXfrm>
        <a:off x="0" y="1628577"/>
        <a:ext cx="4930463" cy="1628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841CF-B083-F042-A3C3-A73520FB9804}">
      <dsp:nvSpPr>
        <dsp:cNvPr id="0" name=""/>
        <dsp:cNvSpPr/>
      </dsp:nvSpPr>
      <dsp:spPr>
        <a:xfrm>
          <a:off x="0" y="137257"/>
          <a:ext cx="4047928" cy="755820"/>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err="1"/>
            <a:t>Etkileşim</a:t>
          </a:r>
          <a:r>
            <a:rPr lang="en-US" sz="1900" b="1" kern="1200" dirty="0"/>
            <a:t>: </a:t>
          </a:r>
          <a:r>
            <a:rPr lang="en-US" sz="1900" kern="1200" dirty="0" err="1"/>
            <a:t>Kullanıcı</a:t>
          </a:r>
          <a:r>
            <a:rPr lang="en-US" sz="1900" kern="1200" dirty="0"/>
            <a:t> </a:t>
          </a:r>
          <a:r>
            <a:rPr lang="en-US" sz="1900" kern="1200" dirty="0" err="1"/>
            <a:t>ile</a:t>
          </a:r>
          <a:r>
            <a:rPr lang="en-US" sz="1900" kern="1200" dirty="0"/>
            <a:t> </a:t>
          </a:r>
          <a:r>
            <a:rPr lang="en-US" sz="1900" kern="1200" dirty="0" err="1"/>
            <a:t>sistem</a:t>
          </a:r>
          <a:r>
            <a:rPr lang="en-US" sz="1900" kern="1200" dirty="0"/>
            <a:t> </a:t>
          </a:r>
          <a:r>
            <a:rPr lang="en-US" sz="1900" kern="1200" dirty="0" err="1"/>
            <a:t>arasındaki</a:t>
          </a:r>
          <a:r>
            <a:rPr lang="en-US" sz="1900" kern="1200" dirty="0"/>
            <a:t> </a:t>
          </a:r>
          <a:r>
            <a:rPr lang="en-US" sz="1900" kern="1200" dirty="0" err="1"/>
            <a:t>iletişimdir</a:t>
          </a:r>
          <a:r>
            <a:rPr lang="en-US" sz="1900" kern="1200" dirty="0"/>
            <a:t>.</a:t>
          </a:r>
        </a:p>
      </dsp:txBody>
      <dsp:txXfrm>
        <a:off x="36896" y="174153"/>
        <a:ext cx="3974136" cy="682028"/>
      </dsp:txXfrm>
    </dsp:sp>
    <dsp:sp modelId="{9603F27C-F46A-D749-95D2-612601FEB689}">
      <dsp:nvSpPr>
        <dsp:cNvPr id="0" name=""/>
        <dsp:cNvSpPr/>
      </dsp:nvSpPr>
      <dsp:spPr>
        <a:xfrm>
          <a:off x="0" y="893077"/>
          <a:ext cx="4047928" cy="2595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2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err="1"/>
            <a:t>Kullanıcıların</a:t>
          </a:r>
          <a:r>
            <a:rPr lang="en-US" sz="1500" kern="1200" dirty="0"/>
            <a:t> </a:t>
          </a:r>
          <a:r>
            <a:rPr lang="en-US" sz="1500" kern="1200" dirty="0" err="1"/>
            <a:t>gerçekleştirdikleri</a:t>
          </a:r>
          <a:r>
            <a:rPr lang="en-US" sz="1500" kern="1200" dirty="0"/>
            <a:t> </a:t>
          </a:r>
          <a:r>
            <a:rPr lang="en-US" sz="1500" kern="1200" dirty="0" err="1"/>
            <a:t>görevleri</a:t>
          </a:r>
          <a:r>
            <a:rPr lang="en-US" sz="1500" kern="1200" dirty="0"/>
            <a:t> ne </a:t>
          </a:r>
          <a:r>
            <a:rPr lang="en-US" sz="1500" kern="1200" dirty="0" err="1"/>
            <a:t>kadar</a:t>
          </a:r>
          <a:r>
            <a:rPr lang="en-US" sz="1500" kern="1200" dirty="0"/>
            <a:t> </a:t>
          </a:r>
          <a:r>
            <a:rPr lang="en-US" sz="1500" kern="1200" dirty="0" err="1"/>
            <a:t>başarı</a:t>
          </a:r>
          <a:r>
            <a:rPr lang="en-US" sz="1500" kern="1200" dirty="0"/>
            <a:t> </a:t>
          </a:r>
          <a:r>
            <a:rPr lang="en-US" sz="1500" kern="1200" dirty="0" err="1"/>
            <a:t>ile</a:t>
          </a:r>
          <a:r>
            <a:rPr lang="en-US" sz="1500" kern="1200" dirty="0"/>
            <a:t> </a:t>
          </a:r>
          <a:r>
            <a:rPr lang="en-US" sz="1500" kern="1200" dirty="0" err="1"/>
            <a:t>yerine</a:t>
          </a:r>
          <a:r>
            <a:rPr lang="en-US" sz="1500" kern="1200" dirty="0"/>
            <a:t> </a:t>
          </a:r>
          <a:r>
            <a:rPr lang="en-US" sz="1500" kern="1200" dirty="0" err="1"/>
            <a:t>getirdikleri</a:t>
          </a:r>
          <a:r>
            <a:rPr lang="en-US" sz="1500" kern="1200" dirty="0"/>
            <a:t> </a:t>
          </a:r>
          <a:r>
            <a:rPr lang="en-US" sz="1500" kern="1200" dirty="0" err="1"/>
            <a:t>ya</a:t>
          </a:r>
          <a:r>
            <a:rPr lang="en-US" sz="1500" kern="1200" dirty="0"/>
            <a:t> da</a:t>
          </a:r>
          <a:r>
            <a:rPr lang="tr-TR" sz="1500" kern="1200" dirty="0"/>
            <a:t> </a:t>
          </a:r>
          <a:r>
            <a:rPr lang="en-US" sz="1500" kern="1200" dirty="0" err="1"/>
            <a:t>getiremediklerine</a:t>
          </a:r>
          <a:r>
            <a:rPr lang="en-US" sz="1500" kern="1200" dirty="0"/>
            <a:t> </a:t>
          </a:r>
          <a:r>
            <a:rPr lang="en-US" sz="1500" kern="1200" dirty="0" err="1"/>
            <a:t>bakar</a:t>
          </a:r>
          <a:r>
            <a:rPr lang="en-US" sz="1500" kern="1200" dirty="0"/>
            <a:t>.</a:t>
          </a:r>
        </a:p>
        <a:p>
          <a:pPr marL="114300" lvl="1" indent="-114300" algn="l" defTabSz="666750">
            <a:lnSpc>
              <a:spcPct val="90000"/>
            </a:lnSpc>
            <a:spcBef>
              <a:spcPct val="0"/>
            </a:spcBef>
            <a:spcAft>
              <a:spcPct val="20000"/>
            </a:spcAft>
            <a:buChar char="•"/>
          </a:pPr>
          <a:r>
            <a:rPr lang="en-US" sz="1500" kern="1200" dirty="0"/>
            <a:t>Bu </a:t>
          </a:r>
          <a:r>
            <a:rPr lang="en-US" sz="1500" kern="1200" dirty="0" err="1"/>
            <a:t>süreçte</a:t>
          </a:r>
          <a:r>
            <a:rPr lang="en-US" sz="1500" kern="1200" dirty="0"/>
            <a:t> </a:t>
          </a:r>
          <a:r>
            <a:rPr lang="en-US" sz="1500" kern="1200" dirty="0" err="1"/>
            <a:t>bilişsel</a:t>
          </a:r>
          <a:r>
            <a:rPr lang="en-US" sz="1500" kern="1200" dirty="0"/>
            <a:t> </a:t>
          </a:r>
          <a:r>
            <a:rPr lang="en-US" sz="1500" kern="1200" dirty="0" err="1"/>
            <a:t>boyutta</a:t>
          </a:r>
          <a:r>
            <a:rPr lang="en-US" sz="1500" kern="1200" dirty="0"/>
            <a:t> </a:t>
          </a:r>
          <a:r>
            <a:rPr lang="en-US" sz="1500" kern="1200" dirty="0" err="1"/>
            <a:t>neler</a:t>
          </a:r>
          <a:r>
            <a:rPr lang="en-US" sz="1500" kern="1200" dirty="0"/>
            <a:t> </a:t>
          </a:r>
          <a:r>
            <a:rPr lang="en-US" sz="1500" kern="1200" dirty="0" err="1"/>
            <a:t>olduğunu</a:t>
          </a:r>
          <a:r>
            <a:rPr lang="en-US" sz="1500" kern="1200" dirty="0"/>
            <a:t> </a:t>
          </a:r>
          <a:r>
            <a:rPr lang="en-US" sz="1500" kern="1200" dirty="0" err="1"/>
            <a:t>anlamaya</a:t>
          </a:r>
          <a:r>
            <a:rPr lang="en-US" sz="1500" kern="1200" dirty="0"/>
            <a:t> </a:t>
          </a:r>
          <a:r>
            <a:rPr lang="en-US" sz="1500" kern="1200" dirty="0" err="1"/>
            <a:t>çalışır</a:t>
          </a:r>
          <a:r>
            <a:rPr lang="en-US" sz="1500" kern="1200" dirty="0"/>
            <a:t>.</a:t>
          </a:r>
        </a:p>
        <a:p>
          <a:pPr marL="114300" lvl="1" indent="-114300" algn="l" defTabSz="666750">
            <a:lnSpc>
              <a:spcPct val="90000"/>
            </a:lnSpc>
            <a:spcBef>
              <a:spcPct val="0"/>
            </a:spcBef>
            <a:spcAft>
              <a:spcPct val="20000"/>
            </a:spcAft>
            <a:buChar char="•"/>
          </a:pPr>
          <a:r>
            <a:rPr lang="en-US" sz="1500" kern="1200" dirty="0" err="1"/>
            <a:t>Etkileşim</a:t>
          </a:r>
          <a:r>
            <a:rPr lang="en-US" sz="1500" kern="1200" dirty="0"/>
            <a:t> </a:t>
          </a:r>
          <a:r>
            <a:rPr lang="en-US" sz="1500" kern="1200" dirty="0" err="1"/>
            <a:t>bireysel</a:t>
          </a:r>
          <a:r>
            <a:rPr lang="en-US" sz="1500" kern="1200" dirty="0"/>
            <a:t> </a:t>
          </a:r>
          <a:r>
            <a:rPr lang="en-US" sz="1500" kern="1200" dirty="0" err="1"/>
            <a:t>boyuttan</a:t>
          </a:r>
          <a:r>
            <a:rPr lang="en-US" sz="1500" kern="1200" dirty="0"/>
            <a:t> </a:t>
          </a:r>
          <a:r>
            <a:rPr lang="en-US" sz="1500" kern="1200" dirty="0" err="1"/>
            <a:t>topluluk</a:t>
          </a:r>
          <a:r>
            <a:rPr lang="en-US" sz="1500" kern="1200" dirty="0"/>
            <a:t> </a:t>
          </a:r>
          <a:r>
            <a:rPr lang="en-US" sz="1500" kern="1200" dirty="0" err="1"/>
            <a:t>boyutuna</a:t>
          </a:r>
          <a:r>
            <a:rPr lang="en-US" sz="1500" kern="1200" dirty="0"/>
            <a:t> </a:t>
          </a:r>
          <a:r>
            <a:rPr lang="en-US" sz="1500" kern="1200" dirty="0" err="1"/>
            <a:t>geçtiği</a:t>
          </a:r>
          <a:r>
            <a:rPr lang="en-US" sz="1500" kern="1200" dirty="0"/>
            <a:t> </a:t>
          </a:r>
          <a:r>
            <a:rPr lang="en-US" sz="1500" kern="1200" dirty="0" err="1"/>
            <a:t>için</a:t>
          </a:r>
          <a:r>
            <a:rPr lang="en-US" sz="1500" kern="1200" dirty="0"/>
            <a:t> </a:t>
          </a:r>
          <a:r>
            <a:rPr lang="en-US" sz="1500" kern="1200" dirty="0" err="1"/>
            <a:t>bu</a:t>
          </a:r>
          <a:r>
            <a:rPr lang="en-US" sz="1500" kern="1200" dirty="0"/>
            <a:t> </a:t>
          </a:r>
          <a:r>
            <a:rPr lang="en-US" sz="1500" kern="1200" dirty="0" err="1"/>
            <a:t>açıyı</a:t>
          </a:r>
          <a:r>
            <a:rPr lang="en-US" sz="1500" kern="1200" dirty="0"/>
            <a:t> da </a:t>
          </a:r>
          <a:r>
            <a:rPr lang="en-US" sz="1500" kern="1200" dirty="0" err="1"/>
            <a:t>değerlendirir</a:t>
          </a:r>
          <a:r>
            <a:rPr lang="en-US" sz="1500" kern="1200" dirty="0"/>
            <a:t>.</a:t>
          </a:r>
        </a:p>
        <a:p>
          <a:pPr marL="114300" lvl="1" indent="-114300" algn="l" defTabSz="666750">
            <a:lnSpc>
              <a:spcPct val="90000"/>
            </a:lnSpc>
            <a:spcBef>
              <a:spcPct val="0"/>
            </a:spcBef>
            <a:spcAft>
              <a:spcPct val="20000"/>
            </a:spcAft>
            <a:buChar char="•"/>
          </a:pPr>
          <a:r>
            <a:rPr lang="en-US" sz="1500" kern="1200" dirty="0" err="1"/>
            <a:t>Tasarım</a:t>
          </a:r>
          <a:r>
            <a:rPr lang="en-US" sz="1500" kern="1200" dirty="0"/>
            <a:t> </a:t>
          </a:r>
          <a:r>
            <a:rPr lang="en-US" sz="1500" kern="1200" dirty="0" err="1"/>
            <a:t>ve</a:t>
          </a:r>
          <a:r>
            <a:rPr lang="en-US" sz="1500" kern="1200" dirty="0"/>
            <a:t> </a:t>
          </a:r>
          <a:r>
            <a:rPr lang="en-US" sz="1500" kern="1200" dirty="0" err="1"/>
            <a:t>kullanım</a:t>
          </a:r>
          <a:r>
            <a:rPr lang="en-US" sz="1500" kern="1200" dirty="0"/>
            <a:t> </a:t>
          </a:r>
          <a:r>
            <a:rPr lang="en-US" sz="1500" kern="1200" dirty="0" err="1"/>
            <a:t>nasıl</a:t>
          </a:r>
          <a:r>
            <a:rPr lang="en-US" sz="1500" kern="1200" dirty="0"/>
            <a:t> </a:t>
          </a:r>
          <a:r>
            <a:rPr lang="en-US" sz="1500" kern="1200" dirty="0" err="1"/>
            <a:t>gerçekleşir</a:t>
          </a:r>
          <a:r>
            <a:rPr lang="en-US" sz="1500" kern="1200" dirty="0"/>
            <a:t> </a:t>
          </a:r>
          <a:r>
            <a:rPr lang="en-US" sz="1500" kern="1200" dirty="0" err="1"/>
            <a:t>bunu</a:t>
          </a:r>
          <a:r>
            <a:rPr lang="en-US" sz="1500" kern="1200" dirty="0"/>
            <a:t> </a:t>
          </a:r>
          <a:r>
            <a:rPr lang="en-US" sz="1500" kern="1200" dirty="0" err="1"/>
            <a:t>anlamaya</a:t>
          </a:r>
          <a:r>
            <a:rPr lang="en-US" sz="1500" kern="1200" dirty="0"/>
            <a:t> </a:t>
          </a:r>
          <a:r>
            <a:rPr lang="en-US" sz="1500" kern="1200" dirty="0" err="1"/>
            <a:t>ve</a:t>
          </a:r>
          <a:r>
            <a:rPr lang="en-US" sz="1500" kern="1200" dirty="0"/>
            <a:t> </a:t>
          </a:r>
          <a:r>
            <a:rPr lang="en-US" sz="1500" kern="1200" dirty="0" err="1"/>
            <a:t>açıklamaya</a:t>
          </a:r>
          <a:r>
            <a:rPr lang="en-US" sz="1500" kern="1200" dirty="0"/>
            <a:t> </a:t>
          </a:r>
          <a:r>
            <a:rPr lang="en-US" sz="1500" kern="1200" dirty="0" err="1"/>
            <a:t>çalışır</a:t>
          </a:r>
          <a:r>
            <a:rPr lang="en-US" sz="1500" kern="1200" dirty="0"/>
            <a:t>.</a:t>
          </a:r>
        </a:p>
        <a:p>
          <a:pPr marL="114300" lvl="1" indent="-114300" algn="l" defTabSz="666750">
            <a:lnSpc>
              <a:spcPct val="90000"/>
            </a:lnSpc>
            <a:spcBef>
              <a:spcPct val="0"/>
            </a:spcBef>
            <a:spcAft>
              <a:spcPct val="20000"/>
            </a:spcAft>
            <a:buChar char="•"/>
          </a:pPr>
          <a:r>
            <a:rPr lang="en-US" sz="1500" kern="1200" dirty="0" err="1"/>
            <a:t>İletişimin</a:t>
          </a:r>
          <a:r>
            <a:rPr lang="en-US" sz="1500" kern="1200" dirty="0"/>
            <a:t> her </a:t>
          </a:r>
          <a:r>
            <a:rPr lang="en-US" sz="1500" kern="1200" dirty="0" err="1"/>
            <a:t>boyutunu</a:t>
          </a:r>
          <a:r>
            <a:rPr lang="en-US" sz="1500" kern="1200" dirty="0"/>
            <a:t> da IBE </a:t>
          </a:r>
          <a:r>
            <a:rPr lang="en-US" sz="1500" kern="1200" dirty="0" err="1"/>
            <a:t>sürecini</a:t>
          </a:r>
          <a:r>
            <a:rPr lang="en-US" sz="1500" kern="1200" dirty="0"/>
            <a:t> </a:t>
          </a:r>
          <a:r>
            <a:rPr lang="en-US" sz="1500" kern="1200" dirty="0" err="1"/>
            <a:t>açıklarken</a:t>
          </a:r>
          <a:r>
            <a:rPr lang="en-US" sz="1500" kern="1200" dirty="0"/>
            <a:t> </a:t>
          </a:r>
          <a:r>
            <a:rPr lang="en-US" sz="1500" kern="1200" dirty="0" err="1"/>
            <a:t>göz</a:t>
          </a:r>
          <a:r>
            <a:rPr lang="en-US" sz="1500" kern="1200" dirty="0"/>
            <a:t> </a:t>
          </a:r>
          <a:r>
            <a:rPr lang="en-US" sz="1500" kern="1200" dirty="0" err="1"/>
            <a:t>önüne</a:t>
          </a:r>
          <a:r>
            <a:rPr lang="en-US" sz="1500" kern="1200" dirty="0"/>
            <a:t> </a:t>
          </a:r>
          <a:r>
            <a:rPr lang="en-US" sz="1500" kern="1200" dirty="0" err="1"/>
            <a:t>alır</a:t>
          </a:r>
          <a:r>
            <a:rPr lang="en-US" sz="1500" kern="1200" dirty="0"/>
            <a:t>.</a:t>
          </a:r>
        </a:p>
      </dsp:txBody>
      <dsp:txXfrm>
        <a:off x="0" y="893077"/>
        <a:ext cx="4047928" cy="25957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D8A52-76EB-6A45-BEA8-7B8A539BB154}">
      <dsp:nvSpPr>
        <dsp:cNvPr id="0" name=""/>
        <dsp:cNvSpPr/>
      </dsp:nvSpPr>
      <dsp:spPr>
        <a:xfrm>
          <a:off x="0" y="8831"/>
          <a:ext cx="3986392" cy="6715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Disiplinler arası çalışması</a:t>
          </a:r>
        </a:p>
      </dsp:txBody>
      <dsp:txXfrm>
        <a:off x="32784" y="41615"/>
        <a:ext cx="3920824" cy="606012"/>
      </dsp:txXfrm>
    </dsp:sp>
    <dsp:sp modelId="{D28B434D-0274-3A42-AAE6-6F6F4AA78FBB}">
      <dsp:nvSpPr>
        <dsp:cNvPr id="0" name=""/>
        <dsp:cNvSpPr/>
      </dsp:nvSpPr>
      <dsp:spPr>
        <a:xfrm>
          <a:off x="0" y="761051"/>
          <a:ext cx="3986392" cy="6715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Kullanılabilirlik </a:t>
          </a:r>
          <a:r>
            <a:rPr lang="en-US" sz="2800" i="1" kern="1200"/>
            <a:t>(usability)</a:t>
          </a:r>
          <a:endParaRPr lang="en-US" sz="2800" kern="1200"/>
        </a:p>
      </dsp:txBody>
      <dsp:txXfrm>
        <a:off x="32784" y="793835"/>
        <a:ext cx="3920824" cy="606012"/>
      </dsp:txXfrm>
    </dsp:sp>
    <dsp:sp modelId="{CE11C6DC-D916-A946-80B1-D9659F40B803}">
      <dsp:nvSpPr>
        <dsp:cNvPr id="0" name=""/>
        <dsp:cNvSpPr/>
      </dsp:nvSpPr>
      <dsp:spPr>
        <a:xfrm>
          <a:off x="0" y="1513271"/>
          <a:ext cx="3986392" cy="6715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Tasarım</a:t>
          </a:r>
        </a:p>
      </dsp:txBody>
      <dsp:txXfrm>
        <a:off x="32784" y="1546055"/>
        <a:ext cx="3920824" cy="606012"/>
      </dsp:txXfrm>
    </dsp:sp>
    <dsp:sp modelId="{3745180F-CA69-4043-88BE-1BD67A690DCA}">
      <dsp:nvSpPr>
        <dsp:cNvPr id="0" name=""/>
        <dsp:cNvSpPr/>
      </dsp:nvSpPr>
      <dsp:spPr>
        <a:xfrm>
          <a:off x="0" y="2265491"/>
          <a:ext cx="3986392" cy="6715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Etki</a:t>
          </a:r>
        </a:p>
      </dsp:txBody>
      <dsp:txXfrm>
        <a:off x="32784" y="2298275"/>
        <a:ext cx="3920824" cy="6060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6C126-7B66-E142-AFA5-A5554D9839A5}">
      <dsp:nvSpPr>
        <dsp:cNvPr id="0" name=""/>
        <dsp:cNvSpPr/>
      </dsp:nvSpPr>
      <dsp:spPr>
        <a:xfrm>
          <a:off x="1625" y="692755"/>
          <a:ext cx="3465348" cy="207920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Ayrıca </a:t>
          </a:r>
          <a:r>
            <a:rPr lang="en-US" sz="2100" b="1" kern="1200"/>
            <a:t>duygusal hesaplama </a:t>
          </a:r>
          <a:r>
            <a:rPr lang="en-US" sz="2100" i="1" kern="1200"/>
            <a:t>(affective computing) </a:t>
          </a:r>
          <a:r>
            <a:rPr lang="en-US" sz="2100" kern="1200"/>
            <a:t>konusu da  gün geçtikçe daha fazla ilgi çekmekte ve bu hedefe ulaşma  yolunda ümit vermektedir.</a:t>
          </a:r>
        </a:p>
      </dsp:txBody>
      <dsp:txXfrm>
        <a:off x="62523" y="753653"/>
        <a:ext cx="3343552" cy="1957413"/>
      </dsp:txXfrm>
    </dsp:sp>
    <dsp:sp modelId="{6A87BB9A-20A7-5245-A0EB-D12C5E1743C7}">
      <dsp:nvSpPr>
        <dsp:cNvPr id="0" name=""/>
        <dsp:cNvSpPr/>
      </dsp:nvSpPr>
      <dsp:spPr>
        <a:xfrm>
          <a:off x="3771924" y="1302656"/>
          <a:ext cx="734653" cy="85940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771924" y="1474537"/>
        <a:ext cx="514257" cy="515644"/>
      </dsp:txXfrm>
    </dsp:sp>
    <dsp:sp modelId="{FC0CA9A0-96EE-674A-BC29-D77DE1096B0E}">
      <dsp:nvSpPr>
        <dsp:cNvPr id="0" name=""/>
        <dsp:cNvSpPr/>
      </dsp:nvSpPr>
      <dsp:spPr>
        <a:xfrm>
          <a:off x="4853113" y="692755"/>
          <a:ext cx="3465348" cy="207920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Bu yaklaşımla, bilgisayarlar insanların duygusal durumlarına göre</a:t>
          </a:r>
          <a:r>
            <a:rPr lang="tr-TR" sz="2100" kern="1200"/>
            <a:t> </a:t>
          </a:r>
          <a:r>
            <a:rPr lang="en-US" sz="2100" kern="1200"/>
            <a:t>uygun tepkiler vermektedir.</a:t>
          </a:r>
        </a:p>
      </dsp:txBody>
      <dsp:txXfrm>
        <a:off x="4914011" y="753653"/>
        <a:ext cx="3343552" cy="19574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FEDA3-57B2-8147-A75B-F2BADE779E71}">
      <dsp:nvSpPr>
        <dsp:cNvPr id="0" name=""/>
        <dsp:cNvSpPr/>
      </dsp:nvSpPr>
      <dsp:spPr>
        <a:xfrm>
          <a:off x="0" y="1418814"/>
          <a:ext cx="4587240" cy="9308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tr-TR" sz="1300" kern="1200"/>
            <a:t>Mühendisliğinin güçlü yanları doğrudan doğruya uygulamada belirlenen islere bağlı olması, tek bir arayüz biçimine bağlı olmaması, ve arayüzlerin yinelemeli (iterative) biçimde geliştirilmesine olanak vermesidir. (sürekli prototipler geliştirilir).</a:t>
          </a:r>
          <a:endParaRPr lang="en-US" sz="1300" kern="1200"/>
        </a:p>
      </dsp:txBody>
      <dsp:txXfrm>
        <a:off x="0" y="1418814"/>
        <a:ext cx="4587240" cy="930895"/>
      </dsp:txXfrm>
    </dsp:sp>
    <dsp:sp modelId="{B50F0CBB-39BB-DA42-9AFE-E4A6FE35DA3D}">
      <dsp:nvSpPr>
        <dsp:cNvPr id="0" name=""/>
        <dsp:cNvSpPr/>
      </dsp:nvSpPr>
      <dsp:spPr>
        <a:xfrm rot="10800000">
          <a:off x="0" y="1060"/>
          <a:ext cx="4587240" cy="1431717"/>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tr-TR" sz="1300" b="1" kern="1200"/>
            <a:t>Kullanılabilirlik Mühendisliği:</a:t>
          </a:r>
          <a:endParaRPr lang="en-US" sz="1300" kern="1200"/>
        </a:p>
      </dsp:txBody>
      <dsp:txXfrm rot="10800000">
        <a:off x="0" y="1060"/>
        <a:ext cx="4587240" cy="9302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3962400" cy="28575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5180013" y="0"/>
            <a:ext cx="3962400" cy="285750"/>
          </a:xfrm>
          <a:prstGeom prst="rect">
            <a:avLst/>
          </a:prstGeom>
        </p:spPr>
        <p:txBody>
          <a:bodyPr vert="horz" lIns="91440" tIns="45720" rIns="91440" bIns="45720" rtlCol="0"/>
          <a:lstStyle>
            <a:lvl1pPr algn="r">
              <a:defRPr sz="1200"/>
            </a:lvl1pPr>
          </a:lstStyle>
          <a:p>
            <a:fld id="{C29E740C-3162-5C4A-AC50-CF6B4A751396}" type="datetimeFigureOut">
              <a:rPr lang="tr-TR" smtClean="0"/>
              <a:t>14.11.2024</a:t>
            </a:fld>
            <a:endParaRPr lang="tr-TR"/>
          </a:p>
        </p:txBody>
      </p:sp>
      <p:sp>
        <p:nvSpPr>
          <p:cNvPr id="4" name="Slayt Resmi Yer Tutucusu 3"/>
          <p:cNvSpPr>
            <a:spLocks noGrp="1" noRot="1" noChangeAspect="1"/>
          </p:cNvSpPr>
          <p:nvPr>
            <p:ph type="sldImg" idx="2"/>
          </p:nvPr>
        </p:nvSpPr>
        <p:spPr>
          <a:xfrm>
            <a:off x="3028950" y="714375"/>
            <a:ext cx="3086100" cy="1928813"/>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914400" y="2751138"/>
            <a:ext cx="7315200" cy="2249487"/>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5429250"/>
            <a:ext cx="3962400" cy="28575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5180013" y="5429250"/>
            <a:ext cx="3962400" cy="285750"/>
          </a:xfrm>
          <a:prstGeom prst="rect">
            <a:avLst/>
          </a:prstGeom>
        </p:spPr>
        <p:txBody>
          <a:bodyPr vert="horz" lIns="91440" tIns="45720" rIns="91440" bIns="45720" rtlCol="0" anchor="b"/>
          <a:lstStyle>
            <a:lvl1pPr algn="r">
              <a:defRPr sz="1200"/>
            </a:lvl1pPr>
          </a:lstStyle>
          <a:p>
            <a:fld id="{AB37235C-F0E5-8D45-AD0F-13F909F86A04}" type="slidenum">
              <a:rPr lang="tr-TR" smtClean="0"/>
              <a:t>‹#›</a:t>
            </a:fld>
            <a:endParaRPr lang="tr-TR"/>
          </a:p>
        </p:txBody>
      </p:sp>
    </p:spTree>
    <p:extLst>
      <p:ext uri="{BB962C8B-B14F-4D97-AF65-F5344CB8AC3E}">
        <p14:creationId xmlns:p14="http://schemas.microsoft.com/office/powerpoint/2010/main" val="69859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B37235C-F0E5-8D45-AD0F-13F909F86A04}" type="slidenum">
              <a:rPr lang="tr-TR" smtClean="0"/>
              <a:t>60</a:t>
            </a:fld>
            <a:endParaRPr lang="tr-TR"/>
          </a:p>
        </p:txBody>
      </p:sp>
    </p:spTree>
    <p:extLst>
      <p:ext uri="{BB962C8B-B14F-4D97-AF65-F5344CB8AC3E}">
        <p14:creationId xmlns:p14="http://schemas.microsoft.com/office/powerpoint/2010/main" val="928663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B6F34617-380A-40CF-83A8-01F321A65113}" type="slidenum">
              <a:rPr lang="tr-TR" smtClean="0"/>
              <a:t>62</a:t>
            </a:fld>
            <a:endParaRPr lang="tr-TR"/>
          </a:p>
        </p:txBody>
      </p:sp>
    </p:spTree>
    <p:extLst>
      <p:ext uri="{BB962C8B-B14F-4D97-AF65-F5344CB8AC3E}">
        <p14:creationId xmlns:p14="http://schemas.microsoft.com/office/powerpoint/2010/main" val="385568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22292" y="456437"/>
            <a:ext cx="899414" cy="452119"/>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200400"/>
            <a:ext cx="6400800" cy="1428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585858"/>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200" b="0" i="0">
                <a:solidFill>
                  <a:srgbClr val="585858"/>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585858"/>
                </a:solidFill>
                <a:latin typeface="Calibri"/>
                <a:cs typeface="Calibri"/>
              </a:defRPr>
            </a:lvl1pPr>
          </a:lstStyle>
          <a:p>
            <a:endParaRPr/>
          </a:p>
        </p:txBody>
      </p:sp>
      <p:sp>
        <p:nvSpPr>
          <p:cNvPr id="3" name="Holder 3"/>
          <p:cNvSpPr>
            <a:spLocks noGrp="1"/>
          </p:cNvSpPr>
          <p:nvPr>
            <p:ph sz="half" idx="2"/>
          </p:nvPr>
        </p:nvSpPr>
        <p:spPr>
          <a:xfrm>
            <a:off x="457200" y="1314450"/>
            <a:ext cx="3977640" cy="377190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14450"/>
            <a:ext cx="3977640" cy="37719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rgbClr val="585858"/>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7850" y="2154199"/>
            <a:ext cx="7988300" cy="1123314"/>
          </a:xfrm>
          <a:prstGeom prst="rect">
            <a:avLst/>
          </a:prstGeom>
        </p:spPr>
        <p:txBody>
          <a:bodyPr wrap="square" lIns="0" tIns="0" rIns="0" bIns="0">
            <a:spAutoFit/>
          </a:bodyPr>
          <a:lstStyle>
            <a:lvl1pPr>
              <a:defRPr sz="1600" b="0" i="0">
                <a:solidFill>
                  <a:srgbClr val="585858"/>
                </a:solidFill>
                <a:latin typeface="Calibri"/>
                <a:cs typeface="Calibri"/>
              </a:defRPr>
            </a:lvl1pPr>
          </a:lstStyle>
          <a:p>
            <a:endParaRPr/>
          </a:p>
        </p:txBody>
      </p:sp>
      <p:sp>
        <p:nvSpPr>
          <p:cNvPr id="3" name="Holder 3"/>
          <p:cNvSpPr>
            <a:spLocks noGrp="1"/>
          </p:cNvSpPr>
          <p:nvPr>
            <p:ph type="body" idx="1"/>
          </p:nvPr>
        </p:nvSpPr>
        <p:spPr>
          <a:xfrm>
            <a:off x="494995" y="1740154"/>
            <a:ext cx="8154009" cy="3311525"/>
          </a:xfrm>
          <a:prstGeom prst="rect">
            <a:avLst/>
          </a:prstGeom>
        </p:spPr>
        <p:txBody>
          <a:bodyPr wrap="square" lIns="0" tIns="0" rIns="0" bIns="0">
            <a:spAutoFit/>
          </a:bodyPr>
          <a:lstStyle>
            <a:lvl1pPr>
              <a:defRPr sz="2200" b="0" i="0">
                <a:solidFill>
                  <a:srgbClr val="585858"/>
                </a:solidFill>
                <a:latin typeface="Arial MT"/>
                <a:cs typeface="Arial MT"/>
              </a:defRPr>
            </a:lvl1pPr>
          </a:lstStyle>
          <a:p>
            <a:endParaRPr/>
          </a:p>
        </p:txBody>
      </p:sp>
      <p:sp>
        <p:nvSpPr>
          <p:cNvPr id="4" name="Holder 4"/>
          <p:cNvSpPr>
            <a:spLocks noGrp="1"/>
          </p:cNvSpPr>
          <p:nvPr>
            <p:ph type="ftr" sz="quarter" idx="5"/>
          </p:nvPr>
        </p:nvSpPr>
        <p:spPr>
          <a:xfrm>
            <a:off x="3108960" y="5314950"/>
            <a:ext cx="2926080" cy="2857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5314950"/>
            <a:ext cx="2103120" cy="2857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11/14/24</a:t>
            </a:fld>
            <a:endParaRPr lang="en-US"/>
          </a:p>
        </p:txBody>
      </p:sp>
      <p:sp>
        <p:nvSpPr>
          <p:cNvPr id="6" name="Holder 6"/>
          <p:cNvSpPr>
            <a:spLocks noGrp="1"/>
          </p:cNvSpPr>
          <p:nvPr>
            <p:ph type="sldNum" sz="quarter" idx="7"/>
          </p:nvPr>
        </p:nvSpPr>
        <p:spPr>
          <a:xfrm>
            <a:off x="6583680" y="5314950"/>
            <a:ext cx="2103120" cy="2857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thesciencebrigade.com/hcip/article/view/106"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hyperlink" Target="https://stileex.xyz/en/types-computer-software/" TargetMode="External"/><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flexspan.blogspot.com/2018/09/digital-exkludering-kan-leda-till.html" TargetMode="External"/><Relationship Id="rId2" Type="http://schemas.openxmlformats.org/officeDocument/2006/relationships/image" Target="../media/image12.jpg"/><Relationship Id="rId1" Type="http://schemas.openxmlformats.org/officeDocument/2006/relationships/slideLayout" Target="../slideLayouts/slideLayout5.xml"/><Relationship Id="rId5" Type="http://schemas.openxmlformats.org/officeDocument/2006/relationships/hyperlink" Target="https://www.gumuslukrehberi.com/hayatin_icinden_haberler_276.html" TargetMode="Externa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xhere.com/tr/photo/1240181" TargetMode="External"/><Relationship Id="rId2" Type="http://schemas.openxmlformats.org/officeDocument/2006/relationships/image" Target="../media/image22.jpg!d"/><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hyperlink" Target="https://onlinenetworkofeducators.org/showcase/section-b/" TargetMode="External"/><Relationship Id="rId7" Type="http://schemas.openxmlformats.org/officeDocument/2006/relationships/diagramLayout" Target="../diagrams/layout3.xml"/><Relationship Id="rId2"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diagramData" Target="../diagrams/data3.xml"/><Relationship Id="rId5" Type="http://schemas.openxmlformats.org/officeDocument/2006/relationships/hyperlink" Target="https://www.flickr.com/photos/27865228@N06/12263334196/" TargetMode="External"/><Relationship Id="rId10" Type="http://schemas.microsoft.com/office/2007/relationships/diagramDrawing" Target="../diagrams/drawing3.xml"/><Relationship Id="rId4" Type="http://schemas.openxmlformats.org/officeDocument/2006/relationships/image" Target="../media/image27.jpg"/><Relationship Id="rId9" Type="http://schemas.openxmlformats.org/officeDocument/2006/relationships/diagramColors" Target="../diagrams/colors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s://kstatelibraries.pressbooks.pub/unmanned5/chapter/automation-human-machine-symbiosis/" TargetMode="External"/><Relationship Id="rId7" Type="http://schemas.openxmlformats.org/officeDocument/2006/relationships/diagramColors" Target="../diagrams/colors4.xml"/><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image" Target="../media/image29.png"/><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hyperlink" Target="https://www.flickr.com/photos/gleonhard/28777163450" TargetMode="External"/><Relationship Id="rId2" Type="http://schemas.openxmlformats.org/officeDocument/2006/relationships/image" Target="../media/image63.jpg"/><Relationship Id="rId1" Type="http://schemas.openxmlformats.org/officeDocument/2006/relationships/slideLayout" Target="../slideLayouts/slideLayout4.xml"/><Relationship Id="rId6" Type="http://schemas.openxmlformats.org/officeDocument/2006/relationships/hyperlink" Target="https://creativecommons.org/licenses/by-sa/3.0/" TargetMode="External"/><Relationship Id="rId5" Type="http://schemas.openxmlformats.org/officeDocument/2006/relationships/hyperlink" Target="https://www.qxcoding.com/2019/07/what-is-ai-artificial-intelligence-and.html" TargetMode="External"/><Relationship Id="rId4" Type="http://schemas.openxmlformats.org/officeDocument/2006/relationships/image" Target="../media/image64.jpeg"/></Relationships>
</file>

<file path=ppt/slides/_rels/slide35.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g"/><Relationship Id="rId1" Type="http://schemas.openxmlformats.org/officeDocument/2006/relationships/slideLayout" Target="../slideLayouts/slideLayout5.xml"/><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publicdomainpictures.net/en/view-image.php?image=270365&amp;picture=customer-satisfaction-survey" TargetMode="External"/><Relationship Id="rId2" Type="http://schemas.openxmlformats.org/officeDocument/2006/relationships/image" Target="../media/image83.jp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5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hyperlink" Target="https://iblnews.org/ux-ui-will-determine-the-success-or-failure-of-your-next-web-project/" TargetMode="External"/><Relationship Id="rId7" Type="http://schemas.openxmlformats.org/officeDocument/2006/relationships/diagramColors" Target="../diagrams/colors6.xml"/><Relationship Id="rId2" Type="http://schemas.openxmlformats.org/officeDocument/2006/relationships/image" Target="../media/image88.jpg"/><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58.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1.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jpg"/><Relationship Id="rId1" Type="http://schemas.openxmlformats.org/officeDocument/2006/relationships/slideLayout" Target="../slideLayouts/slideLayout4.xml"/><Relationship Id="rId4" Type="http://schemas.openxmlformats.org/officeDocument/2006/relationships/image" Target="../media/image9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5.xml"/><Relationship Id="rId4" Type="http://schemas.openxmlformats.org/officeDocument/2006/relationships/hyperlink" Target="http://ibe.bidb.odtu.edu.tr/"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hyperlink" Target="http://vizyon2023.tubitak.gov.tr/Strateji_Belgesi-V211.pdf" TargetMode="Externa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99.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hyperlink" Target="https://www.historylink.org/File/20997" TargetMode="External"/><Relationship Id="rId2" Type="http://schemas.openxmlformats.org/officeDocument/2006/relationships/image" Target="../media/image101.jpg"/><Relationship Id="rId1" Type="http://schemas.openxmlformats.org/officeDocument/2006/relationships/slideLayout" Target="../slideLayouts/slideLayout5.xml"/><Relationship Id="rId4" Type="http://schemas.openxmlformats.org/officeDocument/2006/relationships/hyperlink" Target="https://creativecommons.org/licenses/by-nc-nd/3.0/" TargetMode="External"/></Relationships>
</file>

<file path=ppt/slides/_rels/slide73.xml.rels><?xml version="1.0" encoding="UTF-8" standalone="yes"?>
<Relationships xmlns="http://schemas.openxmlformats.org/package/2006/relationships"><Relationship Id="rId2" Type="http://schemas.openxmlformats.org/officeDocument/2006/relationships/image" Target="../media/image102.jp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2" cstate="print"/>
          <a:srcRect l="7388" r="13618" b="1"/>
          <a:stretch/>
        </p:blipFill>
        <p:spPr>
          <a:xfrm>
            <a:off x="20" y="10"/>
            <a:ext cx="7252212" cy="5714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5715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bject 3"/>
          <p:cNvSpPr txBox="1">
            <a:spLocks noGrp="1"/>
          </p:cNvSpPr>
          <p:nvPr>
            <p:ph type="title"/>
          </p:nvPr>
        </p:nvSpPr>
        <p:spPr>
          <a:xfrm>
            <a:off x="5648707" y="304270"/>
            <a:ext cx="2866642" cy="1583260"/>
          </a:xfrm>
          <a:prstGeom prst="rect">
            <a:avLst/>
          </a:prstGeom>
        </p:spPr>
        <p:txBody>
          <a:bodyPr vert="horz" lIns="91440" tIns="45720" rIns="91440" bIns="45720" rtlCol="0" anchor="ctr">
            <a:normAutofit/>
          </a:bodyPr>
          <a:lstStyle/>
          <a:p>
            <a:pPr marL="1117600" marR="5080" indent="-1105535" algn="l" rtl="0">
              <a:lnSpc>
                <a:spcPct val="90000"/>
              </a:lnSpc>
              <a:spcBef>
                <a:spcPct val="0"/>
              </a:spcBef>
            </a:pPr>
            <a:r>
              <a:rPr lang="en-US" sz="2500" b="1" kern="1200">
                <a:solidFill>
                  <a:schemeClr val="tx1"/>
                </a:solidFill>
                <a:latin typeface="+mj-lt"/>
                <a:cs typeface="+mj-cs"/>
              </a:rPr>
              <a:t>İnsan</a:t>
            </a:r>
            <a:r>
              <a:rPr lang="en-US" sz="2500" b="1" kern="1200" spc="-20">
                <a:solidFill>
                  <a:schemeClr val="tx1"/>
                </a:solidFill>
                <a:latin typeface="+mj-lt"/>
                <a:cs typeface="+mj-cs"/>
              </a:rPr>
              <a:t> </a:t>
            </a:r>
            <a:r>
              <a:rPr lang="en-US" sz="2500" b="1" kern="1200" spc="-15">
                <a:solidFill>
                  <a:schemeClr val="tx1"/>
                </a:solidFill>
                <a:latin typeface="+mj-lt"/>
                <a:cs typeface="+mj-cs"/>
              </a:rPr>
              <a:t>Bilgisayar</a:t>
            </a:r>
            <a:r>
              <a:rPr lang="en-US" sz="2500" b="1" kern="1200" spc="-60">
                <a:solidFill>
                  <a:schemeClr val="tx1"/>
                </a:solidFill>
                <a:latin typeface="+mj-lt"/>
                <a:cs typeface="+mj-cs"/>
              </a:rPr>
              <a:t> </a:t>
            </a:r>
            <a:r>
              <a:rPr lang="en-US" sz="2500" b="1" kern="1200" spc="-5">
                <a:solidFill>
                  <a:schemeClr val="tx1"/>
                </a:solidFill>
                <a:latin typeface="+mj-lt"/>
                <a:cs typeface="+mj-cs"/>
              </a:rPr>
              <a:t>Etkileşimi </a:t>
            </a:r>
            <a:r>
              <a:rPr lang="en-US" sz="2500" b="1" kern="1200">
                <a:solidFill>
                  <a:schemeClr val="tx1"/>
                </a:solidFill>
                <a:latin typeface="+mj-lt"/>
                <a:cs typeface="+mj-cs"/>
              </a:rPr>
              <a:t>Alanına</a:t>
            </a:r>
            <a:r>
              <a:rPr lang="en-US" sz="2500" b="1" kern="1200" spc="-25">
                <a:solidFill>
                  <a:schemeClr val="tx1"/>
                </a:solidFill>
                <a:latin typeface="+mj-lt"/>
                <a:cs typeface="+mj-cs"/>
              </a:rPr>
              <a:t> </a:t>
            </a:r>
            <a:r>
              <a:rPr lang="en-US" sz="2500" b="1" kern="1200" spc="-5">
                <a:solidFill>
                  <a:schemeClr val="tx1"/>
                </a:solidFill>
                <a:latin typeface="+mj-lt"/>
                <a:cs typeface="+mj-cs"/>
              </a:rPr>
              <a:t>Genel</a:t>
            </a:r>
            <a:r>
              <a:rPr lang="en-US" sz="2500" b="1" kern="1200" spc="-25">
                <a:solidFill>
                  <a:schemeClr val="tx1"/>
                </a:solidFill>
                <a:latin typeface="+mj-lt"/>
                <a:cs typeface="+mj-cs"/>
              </a:rPr>
              <a:t> </a:t>
            </a:r>
            <a:r>
              <a:rPr lang="en-US" sz="2500" b="1" kern="1200">
                <a:solidFill>
                  <a:schemeClr val="tx1"/>
                </a:solidFill>
                <a:latin typeface="+mj-lt"/>
                <a:cs typeface="+mj-cs"/>
              </a:rPr>
              <a:t>Bakış</a:t>
            </a:r>
            <a:endParaRPr lang="en-US" sz="2500" kern="1200">
              <a:solidFill>
                <a:schemeClr val="tx1"/>
              </a:solidFill>
              <a:latin typeface="+mj-lt"/>
              <a:cs typeface="+mj-cs"/>
            </a:endParaRPr>
          </a:p>
        </p:txBody>
      </p:sp>
      <p:sp>
        <p:nvSpPr>
          <p:cNvPr id="4" name="object 4"/>
          <p:cNvSpPr txBox="1"/>
          <p:nvPr/>
        </p:nvSpPr>
        <p:spPr>
          <a:xfrm>
            <a:off x="5648707" y="2028500"/>
            <a:ext cx="2866642" cy="3118969"/>
          </a:xfrm>
          <a:prstGeom prst="rect">
            <a:avLst/>
          </a:prstGeom>
        </p:spPr>
        <p:txBody>
          <a:bodyPr vert="horz" lIns="91440" tIns="45720" rIns="91440" bIns="45720" rtlCol="0">
            <a:normAutofit/>
          </a:bodyPr>
          <a:lstStyle/>
          <a:p>
            <a:pPr marL="635" indent="-228600">
              <a:lnSpc>
                <a:spcPct val="90000"/>
              </a:lnSpc>
              <a:spcBef>
                <a:spcPts val="100"/>
              </a:spcBef>
              <a:buFont typeface="Arial" panose="020B0604020202020204" pitchFamily="34" charset="0"/>
              <a:buChar char="•"/>
            </a:pPr>
            <a:r>
              <a:rPr lang="en-US" sz="1600" spc="-5"/>
              <a:t>BİLİŞİM</a:t>
            </a:r>
            <a:r>
              <a:rPr lang="en-US" sz="1600" spc="-30"/>
              <a:t> </a:t>
            </a:r>
            <a:r>
              <a:rPr lang="en-US" sz="1600" spc="-10"/>
              <a:t>SİSTEMLERİ</a:t>
            </a:r>
            <a:endParaRPr lang="en-US" sz="1600"/>
          </a:p>
          <a:p>
            <a:pPr indent="-228600">
              <a:lnSpc>
                <a:spcPct val="90000"/>
              </a:lnSpc>
              <a:buFont typeface="Arial" panose="020B0604020202020204" pitchFamily="34" charset="0"/>
              <a:buChar char="•"/>
            </a:pPr>
            <a:r>
              <a:rPr lang="en-US" sz="1600" spc="-5"/>
              <a:t>MÜHENDİSLİĞİNE</a:t>
            </a:r>
            <a:r>
              <a:rPr lang="en-US" sz="1600" spc="-25"/>
              <a:t> </a:t>
            </a:r>
            <a:r>
              <a:rPr lang="en-US" sz="1600"/>
              <a:t>GİRİŞ</a:t>
            </a:r>
            <a:r>
              <a:rPr lang="en-US" sz="1600" spc="-35"/>
              <a:t> </a:t>
            </a:r>
            <a:r>
              <a:rPr lang="en-US" sz="1600" spc="-15"/>
              <a:t>DERSİ</a:t>
            </a:r>
            <a:endParaRPr lang="en-US" sz="1600"/>
          </a:p>
          <a:p>
            <a:pPr indent="-228600">
              <a:lnSpc>
                <a:spcPct val="90000"/>
              </a:lnSpc>
              <a:spcBef>
                <a:spcPts val="20"/>
              </a:spcBef>
              <a:buFont typeface="Arial" panose="020B0604020202020204" pitchFamily="34" charset="0"/>
              <a:buChar char="•"/>
            </a:pPr>
            <a:endParaRPr lang="en-US" sz="1600"/>
          </a:p>
          <a:p>
            <a:pPr indent="-228600">
              <a:lnSpc>
                <a:spcPct val="90000"/>
              </a:lnSpc>
              <a:buFont typeface="Arial" panose="020B0604020202020204" pitchFamily="34" charset="0"/>
              <a:buChar char="•"/>
            </a:pPr>
            <a:r>
              <a:rPr lang="en-US" sz="1600" spc="-5"/>
              <a:t>DR. </a:t>
            </a:r>
            <a:r>
              <a:rPr lang="en-US" sz="1600" spc="-50"/>
              <a:t>FATİH</a:t>
            </a:r>
            <a:r>
              <a:rPr lang="en-US" sz="1600" spc="-35"/>
              <a:t> </a:t>
            </a:r>
            <a:r>
              <a:rPr lang="en-US" sz="1600" spc="-5"/>
              <a:t>ÇALLI</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C84E2C1-9873-3CD1-F2F2-2014B53C6797}"/>
              </a:ext>
            </a:extLst>
          </p:cNvPr>
          <p:cNvSpPr>
            <a:spLocks noGrp="1"/>
          </p:cNvSpPr>
          <p:nvPr>
            <p:ph type="title"/>
          </p:nvPr>
        </p:nvSpPr>
        <p:spPr>
          <a:xfrm>
            <a:off x="480060" y="266700"/>
            <a:ext cx="5019620" cy="3243890"/>
          </a:xfrm>
        </p:spPr>
        <p:txBody>
          <a:bodyPr vert="horz" lIns="91440" tIns="45720" rIns="91440" bIns="45720" rtlCol="0" anchor="b">
            <a:normAutofit/>
          </a:bodyPr>
          <a:lstStyle/>
          <a:p>
            <a:pPr algn="l" rtl="0">
              <a:lnSpc>
                <a:spcPct val="90000"/>
              </a:lnSpc>
              <a:spcBef>
                <a:spcPct val="0"/>
              </a:spcBef>
            </a:pPr>
            <a:r>
              <a:rPr lang="en-US" altLang="tr-TR" sz="1300" kern="1200">
                <a:solidFill>
                  <a:schemeClr val="tx1"/>
                </a:solidFill>
                <a:latin typeface="+mj-lt"/>
                <a:ea typeface="+mj-ea"/>
                <a:cs typeface="+mj-cs"/>
              </a:rPr>
              <a:t>İnsan Bilgisayar Etkileşimi (İBE) sisteminin amacı bilgisayarı daha hızlı ve insana daha doğal gelecek yollarla kullanılabilir hale getirmektir. </a:t>
            </a:r>
            <a:br>
              <a:rPr lang="en-US" altLang="tr-TR" sz="1300" kern="1200">
                <a:solidFill>
                  <a:schemeClr val="tx1"/>
                </a:solidFill>
                <a:latin typeface="+mj-lt"/>
                <a:ea typeface="+mj-ea"/>
                <a:cs typeface="+mj-cs"/>
              </a:rPr>
            </a:br>
            <a:br>
              <a:rPr lang="en-US" altLang="tr-TR" sz="1300" kern="1200">
                <a:solidFill>
                  <a:schemeClr val="tx1"/>
                </a:solidFill>
                <a:latin typeface="+mj-lt"/>
                <a:ea typeface="+mj-ea"/>
                <a:cs typeface="+mj-cs"/>
              </a:rPr>
            </a:br>
            <a:r>
              <a:rPr lang="en-US" altLang="tr-TR" sz="1300" kern="1200">
                <a:solidFill>
                  <a:schemeClr val="tx1"/>
                </a:solidFill>
                <a:latin typeface="+mj-lt"/>
                <a:ea typeface="+mj-ea"/>
                <a:cs typeface="+mj-cs"/>
              </a:rPr>
              <a:t>İnsan Bilgisayar Etkileşimi, etkileşimli teknolojilerin tasarımı, değerlendirmesi ve uygulaması ile ilgilenen çok disiplinli (Multi-disciplinary) bir çalışma alanıdır. </a:t>
            </a:r>
            <a:br>
              <a:rPr lang="en-US" altLang="tr-TR" sz="1300" kern="1200">
                <a:solidFill>
                  <a:schemeClr val="tx1"/>
                </a:solidFill>
                <a:latin typeface="+mj-lt"/>
                <a:ea typeface="+mj-ea"/>
                <a:cs typeface="+mj-cs"/>
              </a:rPr>
            </a:br>
            <a:br>
              <a:rPr lang="en-US" altLang="tr-TR" sz="1300" kern="1200">
                <a:solidFill>
                  <a:schemeClr val="tx1"/>
                </a:solidFill>
                <a:latin typeface="+mj-lt"/>
                <a:ea typeface="+mj-ea"/>
                <a:cs typeface="+mj-cs"/>
              </a:rPr>
            </a:br>
            <a:r>
              <a:rPr lang="en-US" altLang="tr-TR" sz="1300" kern="1200">
                <a:solidFill>
                  <a:schemeClr val="tx1"/>
                </a:solidFill>
                <a:latin typeface="+mj-lt"/>
                <a:ea typeface="+mj-ea"/>
                <a:cs typeface="+mj-cs"/>
              </a:rPr>
              <a:t>1980lerin basında ortaya çıkmış bir kavram. </a:t>
            </a:r>
            <a:br>
              <a:rPr lang="en-US" altLang="tr-TR" sz="1300" kern="1200">
                <a:solidFill>
                  <a:schemeClr val="tx1"/>
                </a:solidFill>
                <a:latin typeface="+mj-lt"/>
                <a:ea typeface="+mj-ea"/>
                <a:cs typeface="+mj-cs"/>
              </a:rPr>
            </a:br>
            <a:br>
              <a:rPr lang="en-US" altLang="tr-TR" sz="1300" kern="1200">
                <a:solidFill>
                  <a:schemeClr val="tx1"/>
                </a:solidFill>
                <a:latin typeface="+mj-lt"/>
                <a:ea typeface="+mj-ea"/>
                <a:cs typeface="+mj-cs"/>
              </a:rPr>
            </a:br>
            <a:r>
              <a:rPr lang="en-US" altLang="tr-TR" sz="1300" kern="1200">
                <a:solidFill>
                  <a:schemeClr val="tx1"/>
                </a:solidFill>
                <a:latin typeface="+mj-lt"/>
                <a:ea typeface="+mj-ea"/>
                <a:cs typeface="+mj-cs"/>
              </a:rPr>
              <a:t>2. Dünya savası sırasında insanlar ve makineler arasındaki ilişkiler daha iyi silahlar üretimi için ilgi çekiyor. </a:t>
            </a:r>
            <a:br>
              <a:rPr lang="en-US" altLang="tr-TR" sz="1300" kern="1200">
                <a:solidFill>
                  <a:schemeClr val="tx1"/>
                </a:solidFill>
                <a:latin typeface="+mj-lt"/>
                <a:ea typeface="+mj-ea"/>
                <a:cs typeface="+mj-cs"/>
              </a:rPr>
            </a:br>
            <a:r>
              <a:rPr lang="en-US" altLang="tr-TR" sz="1300" kern="1200">
                <a:solidFill>
                  <a:schemeClr val="tx1"/>
                </a:solidFill>
                <a:latin typeface="+mj-lt"/>
                <a:ea typeface="+mj-ea"/>
                <a:cs typeface="+mj-cs"/>
              </a:rPr>
              <a:t>Odaklandığı temel konu insan makine etkileşimi(man-machine interaction) iken zamanla insan bilgisayar etkileşimi (human-computer interaction) haline dönüşmüştür.</a:t>
            </a:r>
            <a:br>
              <a:rPr lang="en-US" altLang="tr-TR" sz="1300" kern="1200">
                <a:solidFill>
                  <a:schemeClr val="tx1"/>
                </a:solidFill>
                <a:latin typeface="+mj-lt"/>
                <a:ea typeface="+mj-ea"/>
                <a:cs typeface="+mj-cs"/>
              </a:rPr>
            </a:br>
            <a:endParaRPr lang="en-US" sz="1300" kern="1200">
              <a:solidFill>
                <a:schemeClr val="tx1"/>
              </a:solidFill>
              <a:latin typeface="+mj-lt"/>
              <a:ea typeface="+mj-ea"/>
              <a:cs typeface="+mj-cs"/>
            </a:endParaRPr>
          </a:p>
        </p:txBody>
      </p:sp>
      <p:sp>
        <p:nvSpPr>
          <p:cNvPr id="4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5921" y="3674389"/>
            <a:ext cx="3182692" cy="15240"/>
          </a:xfrm>
          <a:custGeom>
            <a:avLst/>
            <a:gdLst>
              <a:gd name="connsiteX0" fmla="*/ 0 w 3182692"/>
              <a:gd name="connsiteY0" fmla="*/ 0 h 15240"/>
              <a:gd name="connsiteX1" fmla="*/ 604711 w 3182692"/>
              <a:gd name="connsiteY1" fmla="*/ 0 h 15240"/>
              <a:gd name="connsiteX2" fmla="*/ 1241250 w 3182692"/>
              <a:gd name="connsiteY2" fmla="*/ 0 h 15240"/>
              <a:gd name="connsiteX3" fmla="*/ 1909615 w 3182692"/>
              <a:gd name="connsiteY3" fmla="*/ 0 h 15240"/>
              <a:gd name="connsiteX4" fmla="*/ 2577981 w 3182692"/>
              <a:gd name="connsiteY4" fmla="*/ 0 h 15240"/>
              <a:gd name="connsiteX5" fmla="*/ 3182692 w 3182692"/>
              <a:gd name="connsiteY5" fmla="*/ 0 h 15240"/>
              <a:gd name="connsiteX6" fmla="*/ 3182692 w 3182692"/>
              <a:gd name="connsiteY6" fmla="*/ 15240 h 15240"/>
              <a:gd name="connsiteX7" fmla="*/ 2482500 w 3182692"/>
              <a:gd name="connsiteY7" fmla="*/ 15240 h 15240"/>
              <a:gd name="connsiteX8" fmla="*/ 1782308 w 3182692"/>
              <a:gd name="connsiteY8" fmla="*/ 15240 h 15240"/>
              <a:gd name="connsiteX9" fmla="*/ 1145769 w 3182692"/>
              <a:gd name="connsiteY9" fmla="*/ 15240 h 15240"/>
              <a:gd name="connsiteX10" fmla="*/ 0 w 3182692"/>
              <a:gd name="connsiteY10" fmla="*/ 15240 h 15240"/>
              <a:gd name="connsiteX11" fmla="*/ 0 w 3182692"/>
              <a:gd name="connsiteY11"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5240"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2745" y="4536"/>
                  <a:pt x="3182127" y="11528"/>
                  <a:pt x="3182692" y="15240"/>
                </a:cubicBezTo>
                <a:cubicBezTo>
                  <a:pt x="2998421" y="18694"/>
                  <a:pt x="2675038" y="15966"/>
                  <a:pt x="2482500" y="15240"/>
                </a:cubicBezTo>
                <a:cubicBezTo>
                  <a:pt x="2289962" y="14514"/>
                  <a:pt x="1930644" y="3786"/>
                  <a:pt x="1782308" y="15240"/>
                </a:cubicBezTo>
                <a:cubicBezTo>
                  <a:pt x="1633972" y="26694"/>
                  <a:pt x="1287388" y="-5040"/>
                  <a:pt x="1145769" y="15240"/>
                </a:cubicBezTo>
                <a:cubicBezTo>
                  <a:pt x="1004150" y="35520"/>
                  <a:pt x="256377" y="-40486"/>
                  <a:pt x="0" y="15240"/>
                </a:cubicBezTo>
                <a:cubicBezTo>
                  <a:pt x="411" y="7872"/>
                  <a:pt x="-51" y="5708"/>
                  <a:pt x="0" y="0"/>
                </a:cubicBezTo>
                <a:close/>
              </a:path>
              <a:path w="3182692" h="15240"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1971" y="4855"/>
                  <a:pt x="3182009" y="12175"/>
                  <a:pt x="3182692" y="15240"/>
                </a:cubicBezTo>
                <a:cubicBezTo>
                  <a:pt x="3039109" y="-15749"/>
                  <a:pt x="2823860" y="10800"/>
                  <a:pt x="2546154" y="15240"/>
                </a:cubicBezTo>
                <a:cubicBezTo>
                  <a:pt x="2268448" y="19680"/>
                  <a:pt x="2098674" y="2243"/>
                  <a:pt x="1845961" y="15240"/>
                </a:cubicBezTo>
                <a:cubicBezTo>
                  <a:pt x="1593248" y="28237"/>
                  <a:pt x="1456743" y="24512"/>
                  <a:pt x="1304904" y="15240"/>
                </a:cubicBezTo>
                <a:cubicBezTo>
                  <a:pt x="1153065" y="5968"/>
                  <a:pt x="947204" y="8078"/>
                  <a:pt x="668365" y="15240"/>
                </a:cubicBezTo>
                <a:cubicBezTo>
                  <a:pt x="389526" y="22402"/>
                  <a:pt x="288244" y="-7676"/>
                  <a:pt x="0" y="15240"/>
                </a:cubicBezTo>
                <a:cubicBezTo>
                  <a:pt x="-224" y="7656"/>
                  <a:pt x="219" y="3747"/>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Resim 3" descr="metin, ekran görüntüsü, tasarım içeren bir resim&#10;&#10;Açıklama otomatik olarak oluşturuldu">
            <a:extLst>
              <a:ext uri="{FF2B5EF4-FFF2-40B4-BE49-F238E27FC236}">
                <a16:creationId xmlns:a16="http://schemas.microsoft.com/office/drawing/2014/main" id="{16B27DB1-FE4B-4D94-786F-D6BCF058CEB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836158" y="584837"/>
            <a:ext cx="3065526" cy="4348264"/>
          </a:xfrm>
          <a:prstGeom prst="rect">
            <a:avLst/>
          </a:prstGeom>
        </p:spPr>
      </p:pic>
      <p:sp>
        <p:nvSpPr>
          <p:cNvPr id="5" name="Metin kutusu 4">
            <a:extLst>
              <a:ext uri="{FF2B5EF4-FFF2-40B4-BE49-F238E27FC236}">
                <a16:creationId xmlns:a16="http://schemas.microsoft.com/office/drawing/2014/main" id="{32A9D262-DFA0-C45C-D552-774205740467}"/>
              </a:ext>
            </a:extLst>
          </p:cNvPr>
          <p:cNvSpPr txBox="1"/>
          <p:nvPr/>
        </p:nvSpPr>
        <p:spPr>
          <a:xfrm>
            <a:off x="6299690" y="4733046"/>
            <a:ext cx="2601994" cy="200055"/>
          </a:xfrm>
          <a:prstGeom prst="rect">
            <a:avLst/>
          </a:prstGeom>
          <a:solidFill>
            <a:srgbClr val="000000"/>
          </a:solidFill>
        </p:spPr>
        <p:txBody>
          <a:bodyPr wrap="none" rtlCol="0">
            <a:spAutoFit/>
          </a:bodyPr>
          <a:lstStyle/>
          <a:p>
            <a:pPr algn="r">
              <a:spcAft>
                <a:spcPts val="600"/>
              </a:spcAft>
            </a:pPr>
            <a:r>
              <a:rPr lang="tr-TR" sz="700">
                <a:solidFill>
                  <a:srgbClr val="FFFFFF"/>
                </a:solidFill>
                <a:hlinkClick r:id="rId3" tooltip="https://thesciencebrigade.com/hcip/article/view/106">
                  <a:extLst>
                    <a:ext uri="{A12FA001-AC4F-418D-AE19-62706E023703}">
                      <ahyp:hlinkClr xmlns:ahyp="http://schemas.microsoft.com/office/drawing/2018/hyperlinkcolor" val="tx"/>
                    </a:ext>
                  </a:extLst>
                </a:hlinkClick>
              </a:rPr>
              <a:t>Bu Fotoğraf</a:t>
            </a:r>
            <a:r>
              <a:rPr lang="tr-TR" sz="700">
                <a:solidFill>
                  <a:srgbClr val="FFFFFF"/>
                </a:solidFill>
              </a:rPr>
              <a:t>, Bilinmeyen Yazar, </a:t>
            </a:r>
            <a:r>
              <a:rPr lang="tr-TR"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r>
              <a:rPr lang="tr-TR" sz="700">
                <a:solidFill>
                  <a:srgbClr val="FFFFFF"/>
                </a:solidFill>
              </a:rPr>
              <a:t> altında lisanslanmıştır</a:t>
            </a:r>
          </a:p>
        </p:txBody>
      </p:sp>
    </p:spTree>
    <p:extLst>
      <p:ext uri="{BB962C8B-B14F-4D97-AF65-F5344CB8AC3E}">
        <p14:creationId xmlns:p14="http://schemas.microsoft.com/office/powerpoint/2010/main" val="385334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932525"/>
            <a:ext cx="3464954" cy="38499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c 3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784290"/>
            <a:ext cx="2240924" cy="2489915"/>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3984160"/>
            <a:ext cx="409575" cy="45508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object 2"/>
          <p:cNvSpPr txBox="1"/>
          <p:nvPr/>
        </p:nvSpPr>
        <p:spPr>
          <a:xfrm>
            <a:off x="4027614" y="1271694"/>
            <a:ext cx="4152298" cy="3279401"/>
          </a:xfrm>
          <a:prstGeom prst="rect">
            <a:avLst/>
          </a:prstGeom>
        </p:spPr>
        <p:txBody>
          <a:bodyPr vert="horz" lIns="91440" tIns="45720" rIns="91440" bIns="45720" rtlCol="0">
            <a:normAutofit/>
          </a:bodyPr>
          <a:lstStyle/>
          <a:p>
            <a:pPr marL="12700" marR="5080" indent="-228600">
              <a:lnSpc>
                <a:spcPct val="90000"/>
              </a:lnSpc>
              <a:spcBef>
                <a:spcPts val="95"/>
              </a:spcBef>
              <a:buFont typeface="Arial" panose="020B0604020202020204" pitchFamily="34" charset="0"/>
              <a:buChar char="•"/>
            </a:pPr>
            <a:r>
              <a:rPr lang="en-US" spc="-10" dirty="0" err="1"/>
              <a:t>Günümüzde</a:t>
            </a:r>
            <a:r>
              <a:rPr lang="en-US" spc="5" dirty="0"/>
              <a:t> </a:t>
            </a:r>
            <a:r>
              <a:rPr lang="en-US" spc="-15" dirty="0" err="1"/>
              <a:t>birçok</a:t>
            </a:r>
            <a:r>
              <a:rPr lang="en-US" dirty="0"/>
              <a:t> </a:t>
            </a:r>
            <a:r>
              <a:rPr lang="en-US" spc="-5" dirty="0" err="1"/>
              <a:t>bilişim</a:t>
            </a:r>
            <a:r>
              <a:rPr lang="en-US" spc="-35" dirty="0"/>
              <a:t> </a:t>
            </a:r>
            <a:r>
              <a:rPr lang="en-US" spc="-10" dirty="0" err="1"/>
              <a:t>sistemleri</a:t>
            </a:r>
            <a:r>
              <a:rPr lang="en-US" dirty="0"/>
              <a:t> </a:t>
            </a:r>
            <a:r>
              <a:rPr lang="en-US" spc="-5" dirty="0" err="1"/>
              <a:t>artık</a:t>
            </a:r>
            <a:r>
              <a:rPr lang="en-US" spc="-5" dirty="0"/>
              <a:t> </a:t>
            </a:r>
            <a:r>
              <a:rPr lang="en-US" spc="-10" dirty="0"/>
              <a:t>her</a:t>
            </a:r>
            <a:r>
              <a:rPr lang="en-US" dirty="0"/>
              <a:t> </a:t>
            </a:r>
            <a:r>
              <a:rPr lang="en-US" spc="-20" dirty="0" err="1"/>
              <a:t>yerde</a:t>
            </a:r>
            <a:r>
              <a:rPr lang="en-US" spc="-20" dirty="0"/>
              <a:t> </a:t>
            </a:r>
            <a:r>
              <a:rPr lang="en-US" spc="-15" dirty="0"/>
              <a:t> </a:t>
            </a:r>
            <a:r>
              <a:rPr lang="en-US" spc="-15" dirty="0" err="1"/>
              <a:t>bulunabilmektedir</a:t>
            </a:r>
            <a:r>
              <a:rPr lang="en-US" spc="-15" dirty="0"/>
              <a:t>.</a:t>
            </a:r>
            <a:r>
              <a:rPr lang="en-US" spc="-30" dirty="0"/>
              <a:t> </a:t>
            </a:r>
            <a:r>
              <a:rPr lang="en-US" spc="-20" dirty="0" err="1"/>
              <a:t>Fakat</a:t>
            </a:r>
            <a:r>
              <a:rPr lang="en-US" dirty="0"/>
              <a:t> </a:t>
            </a:r>
            <a:r>
              <a:rPr lang="en-US" spc="-5" dirty="0" err="1"/>
              <a:t>maalesef</a:t>
            </a:r>
            <a:r>
              <a:rPr lang="en-US" spc="-15" dirty="0"/>
              <a:t> </a:t>
            </a:r>
            <a:r>
              <a:rPr lang="en-US" spc="-10" dirty="0" err="1"/>
              <a:t>her</a:t>
            </a:r>
            <a:r>
              <a:rPr lang="en-US" spc="10" dirty="0" err="1"/>
              <a:t>kes</a:t>
            </a:r>
            <a:r>
              <a:rPr lang="en-US" spc="10" dirty="0"/>
              <a:t> </a:t>
            </a:r>
            <a:r>
              <a:rPr lang="en-US" spc="-5" dirty="0" err="1"/>
              <a:t>bu</a:t>
            </a:r>
            <a:r>
              <a:rPr lang="en-US" spc="-5" dirty="0"/>
              <a:t> </a:t>
            </a:r>
            <a:r>
              <a:rPr lang="en-US" spc="-10" dirty="0" err="1"/>
              <a:t>teknolojilerden</a:t>
            </a:r>
            <a:r>
              <a:rPr lang="en-US" spc="-10" dirty="0"/>
              <a:t> </a:t>
            </a:r>
            <a:r>
              <a:rPr lang="en-US" spc="-350" dirty="0"/>
              <a:t> </a:t>
            </a:r>
            <a:r>
              <a:rPr lang="en-US" spc="-10" dirty="0" err="1"/>
              <a:t>yararlanamamakta</a:t>
            </a:r>
            <a:r>
              <a:rPr lang="en-US" spc="-5" dirty="0"/>
              <a:t> </a:t>
            </a:r>
            <a:r>
              <a:rPr lang="en-US" spc="-20" dirty="0" err="1"/>
              <a:t>veya</a:t>
            </a:r>
            <a:r>
              <a:rPr lang="en-US" spc="15" dirty="0"/>
              <a:t> </a:t>
            </a:r>
            <a:r>
              <a:rPr lang="en-US" spc="-15" dirty="0" err="1"/>
              <a:t>kullanırken</a:t>
            </a:r>
            <a:r>
              <a:rPr lang="en-US" spc="-20" dirty="0"/>
              <a:t> </a:t>
            </a:r>
            <a:r>
              <a:rPr lang="en-US" spc="-15" dirty="0" err="1"/>
              <a:t>zorluk</a:t>
            </a:r>
            <a:r>
              <a:rPr lang="en-US" dirty="0"/>
              <a:t> </a:t>
            </a:r>
            <a:r>
              <a:rPr lang="en-US" spc="-10" dirty="0" err="1"/>
              <a:t>çektiklerinden</a:t>
            </a:r>
            <a:r>
              <a:rPr lang="en-US" spc="-10" dirty="0"/>
              <a:t> </a:t>
            </a:r>
            <a:r>
              <a:rPr lang="en-US" spc="-5" dirty="0"/>
              <a:t> </a:t>
            </a:r>
            <a:r>
              <a:rPr lang="en-US" spc="-20" dirty="0" err="1"/>
              <a:t>şikayet</a:t>
            </a:r>
            <a:r>
              <a:rPr lang="en-US" spc="-5" dirty="0"/>
              <a:t> </a:t>
            </a:r>
            <a:r>
              <a:rPr lang="en-US" spc="-20" dirty="0" err="1"/>
              <a:t>etmektedirler</a:t>
            </a:r>
            <a:r>
              <a:rPr lang="en-US" spc="-20" dirty="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927"/>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object 2"/>
          <p:cNvSpPr txBox="1">
            <a:spLocks noGrp="1"/>
          </p:cNvSpPr>
          <p:nvPr>
            <p:ph type="title"/>
          </p:nvPr>
        </p:nvSpPr>
        <p:spPr>
          <a:xfrm>
            <a:off x="359545" y="892333"/>
            <a:ext cx="2954766" cy="4652605"/>
          </a:xfrm>
          <a:prstGeom prst="rect">
            <a:avLst/>
          </a:prstGeom>
        </p:spPr>
        <p:txBody>
          <a:bodyPr vert="horz" lIns="91440" tIns="45720" rIns="91440" bIns="45720" rtlCol="0" anchor="ctr">
            <a:normAutofit/>
          </a:bodyPr>
          <a:lstStyle/>
          <a:p>
            <a:pPr marL="12700" algn="r" rtl="0">
              <a:lnSpc>
                <a:spcPct val="90000"/>
              </a:lnSpc>
              <a:spcBef>
                <a:spcPct val="0"/>
              </a:spcBef>
            </a:pPr>
            <a:r>
              <a:rPr lang="en-US" sz="6300" kern="1200" spc="-5">
                <a:solidFill>
                  <a:schemeClr val="tx1"/>
                </a:solidFill>
                <a:latin typeface="+mj-lt"/>
                <a:ea typeface="+mj-ea"/>
                <a:cs typeface="+mj-cs"/>
              </a:rPr>
              <a:t>Nedeni</a:t>
            </a:r>
            <a:r>
              <a:rPr lang="en-US" sz="6300" kern="1200" spc="-30">
                <a:solidFill>
                  <a:schemeClr val="tx1"/>
                </a:solidFill>
                <a:latin typeface="+mj-lt"/>
                <a:ea typeface="+mj-ea"/>
                <a:cs typeface="+mj-cs"/>
              </a:rPr>
              <a:t> </a:t>
            </a:r>
            <a:r>
              <a:rPr lang="en-US" sz="6300" kern="1200" spc="-5">
                <a:solidFill>
                  <a:schemeClr val="tx1"/>
                </a:solidFill>
                <a:latin typeface="+mj-lt"/>
                <a:ea typeface="+mj-ea"/>
                <a:cs typeface="+mj-cs"/>
              </a:rPr>
              <a:t>de</a:t>
            </a:r>
            <a:r>
              <a:rPr lang="en-US" sz="6300" kern="1200" spc="-40">
                <a:solidFill>
                  <a:schemeClr val="tx1"/>
                </a:solidFill>
                <a:latin typeface="+mj-lt"/>
                <a:ea typeface="+mj-ea"/>
                <a:cs typeface="+mj-cs"/>
              </a:rPr>
              <a:t> </a:t>
            </a:r>
            <a:r>
              <a:rPr lang="en-US" sz="6300" kern="1200" spc="-5">
                <a:solidFill>
                  <a:schemeClr val="tx1"/>
                </a:solidFill>
                <a:latin typeface="+mj-lt"/>
                <a:ea typeface="+mj-ea"/>
                <a:cs typeface="+mj-cs"/>
              </a:rPr>
              <a:t>klasiktir:</a:t>
            </a:r>
          </a:p>
        </p:txBody>
      </p:sp>
      <p:cxnSp>
        <p:nvCxnSpPr>
          <p:cNvPr id="30" name="Straight Connector 29">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943428"/>
            <a:ext cx="0" cy="4764644"/>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24" name="object 3">
            <a:extLst>
              <a:ext uri="{FF2B5EF4-FFF2-40B4-BE49-F238E27FC236}">
                <a16:creationId xmlns:a16="http://schemas.microsoft.com/office/drawing/2014/main" id="{9904BF52-6EDF-B314-6D09-F7E37BD0CDDC}"/>
              </a:ext>
            </a:extLst>
          </p:cNvPr>
          <p:cNvGraphicFramePr/>
          <p:nvPr>
            <p:extLst>
              <p:ext uri="{D42A27DB-BD31-4B8C-83A1-F6EECF244321}">
                <p14:modId xmlns:p14="http://schemas.microsoft.com/office/powerpoint/2010/main" val="3437657666"/>
              </p:ext>
            </p:extLst>
          </p:nvPr>
        </p:nvGraphicFramePr>
        <p:xfrm>
          <a:off x="3831401" y="892333"/>
          <a:ext cx="4683949" cy="46577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Resim 8">
            <a:extLst>
              <a:ext uri="{FF2B5EF4-FFF2-40B4-BE49-F238E27FC236}">
                <a16:creationId xmlns:a16="http://schemas.microsoft.com/office/drawing/2014/main" id="{75870536-25DF-E69D-3CC2-B3D6071E792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8620"/>
          <a:stretch/>
        </p:blipFill>
        <p:spPr>
          <a:xfrm>
            <a:off x="1891767" y="10"/>
            <a:ext cx="7252231" cy="5714990"/>
          </a:xfrm>
          <a:prstGeom prst="rect">
            <a:avLst/>
          </a:prstGeom>
        </p:spPr>
      </p:pic>
      <p:sp>
        <p:nvSpPr>
          <p:cNvPr id="25" name="Rectangle 2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42696" cy="5715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bject 7"/>
          <p:cNvSpPr txBox="1"/>
          <p:nvPr/>
        </p:nvSpPr>
        <p:spPr>
          <a:xfrm>
            <a:off x="628650" y="2028500"/>
            <a:ext cx="2866641" cy="3118969"/>
          </a:xfrm>
          <a:prstGeom prst="rect">
            <a:avLst/>
          </a:prstGeom>
        </p:spPr>
        <p:txBody>
          <a:bodyPr vert="horz" lIns="91440" tIns="45720" rIns="91440" bIns="45720" rtlCol="0">
            <a:normAutofit/>
          </a:bodyPr>
          <a:lstStyle/>
          <a:p>
            <a:pPr marL="12700" indent="-228600">
              <a:lnSpc>
                <a:spcPct val="90000"/>
              </a:lnSpc>
              <a:spcBef>
                <a:spcPts val="100"/>
              </a:spcBef>
              <a:buFont typeface="Arial" panose="020B0604020202020204" pitchFamily="34" charset="0"/>
              <a:buChar char="•"/>
            </a:pPr>
            <a:r>
              <a:rPr lang="en-US" sz="1600" spc="-20"/>
              <a:t>Yazılım,</a:t>
            </a:r>
            <a:r>
              <a:rPr lang="en-US" sz="1600" spc="10"/>
              <a:t> </a:t>
            </a:r>
            <a:r>
              <a:rPr lang="en-US" sz="1600" spc="-5"/>
              <a:t>sadece bir</a:t>
            </a:r>
            <a:r>
              <a:rPr lang="en-US" sz="1600"/>
              <a:t> </a:t>
            </a:r>
            <a:r>
              <a:rPr lang="en-US" sz="1600" spc="-5"/>
              <a:t>kişi için</a:t>
            </a:r>
            <a:r>
              <a:rPr lang="en-US" sz="1600" spc="5"/>
              <a:t> </a:t>
            </a:r>
            <a:r>
              <a:rPr lang="en-US" sz="1600" spc="-5"/>
              <a:t>tasarlanmaz!</a:t>
            </a:r>
            <a:endParaRPr 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ject 8"/>
          <p:cNvSpPr txBox="1"/>
          <p:nvPr/>
        </p:nvSpPr>
        <p:spPr>
          <a:xfrm>
            <a:off x="628650" y="1521354"/>
            <a:ext cx="3819146" cy="3626115"/>
          </a:xfrm>
          <a:prstGeom prst="rect">
            <a:avLst/>
          </a:prstGeom>
        </p:spPr>
        <p:txBody>
          <a:bodyPr vert="horz" lIns="91440" tIns="45720" rIns="91440" bIns="45720" rtlCol="0">
            <a:normAutofit/>
          </a:bodyPr>
          <a:lstStyle/>
          <a:p>
            <a:pPr marL="12700" indent="-228600">
              <a:lnSpc>
                <a:spcPct val="90000"/>
              </a:lnSpc>
              <a:spcBef>
                <a:spcPts val="100"/>
              </a:spcBef>
              <a:buFont typeface="Arial" panose="020B0604020202020204" pitchFamily="34" charset="0"/>
              <a:buChar char="•"/>
            </a:pPr>
            <a:r>
              <a:rPr lang="en-US" spc="-25"/>
              <a:t>Fakat</a:t>
            </a:r>
            <a:r>
              <a:rPr lang="en-US" spc="-5"/>
              <a:t> her </a:t>
            </a:r>
            <a:r>
              <a:rPr lang="en-US" spc="-15"/>
              <a:t>yaştan</a:t>
            </a:r>
            <a:r>
              <a:rPr lang="en-US"/>
              <a:t> </a:t>
            </a:r>
            <a:r>
              <a:rPr lang="en-US" spc="-5"/>
              <a:t>da</a:t>
            </a:r>
            <a:r>
              <a:rPr lang="en-US"/>
              <a:t> </a:t>
            </a:r>
            <a:r>
              <a:rPr lang="en-US" spc="-5"/>
              <a:t>yazılımın</a:t>
            </a:r>
            <a:r>
              <a:rPr lang="en-US" spc="20"/>
              <a:t> </a:t>
            </a:r>
            <a:r>
              <a:rPr lang="en-US" spc="-10"/>
              <a:t>kullanıcısı</a:t>
            </a:r>
            <a:r>
              <a:rPr lang="en-US" spc="20"/>
              <a:t> </a:t>
            </a:r>
            <a:r>
              <a:rPr lang="en-US" spc="-5"/>
              <a:t>olabilir</a:t>
            </a:r>
            <a:endParaRPr lang="en-US"/>
          </a:p>
        </p:txBody>
      </p:sp>
      <p:sp>
        <p:nvSpPr>
          <p:cNvPr id="25" name="Oval 24">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5426" y="1137276"/>
            <a:ext cx="710616" cy="7681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5" name="Resim 14">
            <a:extLst>
              <a:ext uri="{FF2B5EF4-FFF2-40B4-BE49-F238E27FC236}">
                <a16:creationId xmlns:a16="http://schemas.microsoft.com/office/drawing/2014/main" id="{B8469AE0-5163-E502-6728-B95506902F3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501" r="23376"/>
          <a:stretch/>
        </p:blipFill>
        <p:spPr>
          <a:xfrm>
            <a:off x="5925944" y="2273107"/>
            <a:ext cx="3218056" cy="3441893"/>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7" name="Arc 26">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4358054" y="-393400"/>
            <a:ext cx="3350994"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8" name="Resim 17">
            <a:extLst>
              <a:ext uri="{FF2B5EF4-FFF2-40B4-BE49-F238E27FC236}">
                <a16:creationId xmlns:a16="http://schemas.microsoft.com/office/drawing/2014/main" id="{0B632D7E-D061-9E4E-042E-723F4B4373E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7105" r="2606" b="1"/>
          <a:stretch/>
        </p:blipFill>
        <p:spPr>
          <a:xfrm>
            <a:off x="4696205" y="10"/>
            <a:ext cx="2639484" cy="2506581"/>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Arc 16">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413888" y="2907225"/>
            <a:ext cx="2489916" cy="2240924"/>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2" name="object 2"/>
          <p:cNvGrpSpPr/>
          <p:nvPr/>
        </p:nvGrpSpPr>
        <p:grpSpPr>
          <a:xfrm>
            <a:off x="2667000" y="2019300"/>
            <a:ext cx="4079576" cy="2100441"/>
            <a:chOff x="2664899" y="1847850"/>
            <a:chExt cx="4055178" cy="2087880"/>
          </a:xfrm>
        </p:grpSpPr>
        <p:pic>
          <p:nvPicPr>
            <p:cNvPr id="3" name="object 3"/>
            <p:cNvPicPr/>
            <p:nvPr/>
          </p:nvPicPr>
          <p:blipFill>
            <a:blip r:embed="rId2" cstate="print"/>
            <a:stretch>
              <a:fillRect/>
            </a:stretch>
          </p:blipFill>
          <p:spPr>
            <a:xfrm>
              <a:off x="2906224" y="1847850"/>
              <a:ext cx="3359757" cy="341056"/>
            </a:xfrm>
            <a:prstGeom prst="rect">
              <a:avLst/>
            </a:prstGeom>
          </p:spPr>
        </p:pic>
        <p:pic>
          <p:nvPicPr>
            <p:cNvPr id="4" name="object 4"/>
            <p:cNvPicPr/>
            <p:nvPr/>
          </p:nvPicPr>
          <p:blipFill>
            <a:blip r:embed="rId3" cstate="print"/>
            <a:stretch>
              <a:fillRect/>
            </a:stretch>
          </p:blipFill>
          <p:spPr>
            <a:xfrm>
              <a:off x="4067556" y="2087879"/>
              <a:ext cx="1032510" cy="704850"/>
            </a:xfrm>
            <a:prstGeom prst="rect">
              <a:avLst/>
            </a:prstGeom>
          </p:spPr>
        </p:pic>
        <p:pic>
          <p:nvPicPr>
            <p:cNvPr id="5" name="object 5"/>
            <p:cNvPicPr/>
            <p:nvPr/>
          </p:nvPicPr>
          <p:blipFill>
            <a:blip r:embed="rId4" cstate="print"/>
            <a:stretch>
              <a:fillRect/>
            </a:stretch>
          </p:blipFill>
          <p:spPr>
            <a:xfrm>
              <a:off x="4294632" y="2468880"/>
              <a:ext cx="576834" cy="704850"/>
            </a:xfrm>
            <a:prstGeom prst="rect">
              <a:avLst/>
            </a:prstGeom>
          </p:spPr>
        </p:pic>
        <p:pic>
          <p:nvPicPr>
            <p:cNvPr id="6" name="object 6"/>
            <p:cNvPicPr/>
            <p:nvPr/>
          </p:nvPicPr>
          <p:blipFill>
            <a:blip r:embed="rId5" cstate="print"/>
            <a:stretch>
              <a:fillRect/>
            </a:stretch>
          </p:blipFill>
          <p:spPr>
            <a:xfrm>
              <a:off x="2664899" y="3045419"/>
              <a:ext cx="939356" cy="231918"/>
            </a:xfrm>
            <a:prstGeom prst="rect">
              <a:avLst/>
            </a:prstGeom>
          </p:spPr>
        </p:pic>
        <p:pic>
          <p:nvPicPr>
            <p:cNvPr id="7" name="object 7"/>
            <p:cNvPicPr/>
            <p:nvPr/>
          </p:nvPicPr>
          <p:blipFill>
            <a:blip r:embed="rId6" cstate="print"/>
            <a:stretch>
              <a:fillRect/>
            </a:stretch>
          </p:blipFill>
          <p:spPr>
            <a:xfrm>
              <a:off x="3473196" y="2849880"/>
              <a:ext cx="1733550" cy="704850"/>
            </a:xfrm>
            <a:prstGeom prst="rect">
              <a:avLst/>
            </a:prstGeom>
          </p:spPr>
        </p:pic>
        <p:pic>
          <p:nvPicPr>
            <p:cNvPr id="8" name="object 8"/>
            <p:cNvPicPr/>
            <p:nvPr/>
          </p:nvPicPr>
          <p:blipFill>
            <a:blip r:embed="rId7" cstate="print"/>
            <a:stretch>
              <a:fillRect/>
            </a:stretch>
          </p:blipFill>
          <p:spPr>
            <a:xfrm>
              <a:off x="4861560" y="2849880"/>
              <a:ext cx="1858517" cy="704850"/>
            </a:xfrm>
            <a:prstGeom prst="rect">
              <a:avLst/>
            </a:prstGeom>
          </p:spPr>
        </p:pic>
        <p:pic>
          <p:nvPicPr>
            <p:cNvPr id="9" name="object 9"/>
            <p:cNvPicPr/>
            <p:nvPr/>
          </p:nvPicPr>
          <p:blipFill>
            <a:blip r:embed="rId8" cstate="print"/>
            <a:stretch>
              <a:fillRect/>
            </a:stretch>
          </p:blipFill>
          <p:spPr>
            <a:xfrm>
              <a:off x="4049268" y="3230880"/>
              <a:ext cx="1067562" cy="70485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715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515125" y="961310"/>
            <a:ext cx="2400300" cy="3717635"/>
          </a:xfrm>
        </p:spPr>
        <p:txBody>
          <a:bodyPr>
            <a:normAutofit/>
          </a:bodyPr>
          <a:lstStyle/>
          <a:p>
            <a:r>
              <a:rPr lang="tr-TR" altLang="tr-TR">
                <a:solidFill>
                  <a:srgbClr val="FFFFFF"/>
                </a:solidFill>
              </a:rPr>
              <a:t>İnsan Bilgisayar Etkileşimi Çalışmalarının Önemi </a:t>
            </a:r>
            <a:endParaRPr lang="tr-TR">
              <a:solidFill>
                <a:srgbClr val="FFFFFF"/>
              </a:solidFill>
              <a:latin typeface="Times New Roman" panose="02020603050405020304" pitchFamily="18" charset="0"/>
              <a:cs typeface="Times New Roman" panose="02020603050405020304" pitchFamily="18" charset="0"/>
            </a:endParaRPr>
          </a:p>
        </p:txBody>
      </p:sp>
      <p:sp>
        <p:nvSpPr>
          <p:cNvPr id="25" name="Arc 2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046232"/>
            <a:ext cx="3062575" cy="3402861"/>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p:cNvSpPr>
            <a:spLocks noGrp="1"/>
          </p:cNvSpPr>
          <p:nvPr>
            <p:ph idx="1"/>
          </p:nvPr>
        </p:nvSpPr>
        <p:spPr>
          <a:xfrm>
            <a:off x="3335481" y="492786"/>
            <a:ext cx="5179868" cy="4654683"/>
          </a:xfrm>
        </p:spPr>
        <p:txBody>
          <a:bodyPr anchor="ctr">
            <a:normAutofit/>
          </a:bodyPr>
          <a:lstStyle/>
          <a:p>
            <a:pPr>
              <a:spcAft>
                <a:spcPts val="600"/>
              </a:spcAft>
              <a:buFont typeface="Georgia" panose="02040502050405020303" pitchFamily="18" charset="0"/>
              <a:buNone/>
            </a:pPr>
            <a:r>
              <a:rPr lang="tr-TR" altLang="tr-TR"/>
              <a:t>Günümüzde İnsan Bilgisayar Etkileşimi çalışmaları;</a:t>
            </a:r>
          </a:p>
          <a:p>
            <a:pPr>
              <a:spcAft>
                <a:spcPts val="600"/>
              </a:spcAft>
              <a:buFont typeface="Georgia" panose="02040502050405020303" pitchFamily="18" charset="0"/>
              <a:buNone/>
            </a:pPr>
            <a:endParaRPr lang="tr-TR" altLang="tr-TR"/>
          </a:p>
          <a:p>
            <a:pPr marL="130969" indent="205979">
              <a:spcAft>
                <a:spcPts val="600"/>
              </a:spcAft>
              <a:buFont typeface="Wingdings" panose="05000000000000000000" pitchFamily="2" charset="2"/>
              <a:buChar char="Ø"/>
            </a:pPr>
            <a:r>
              <a:rPr lang="tr-TR" altLang="tr-TR"/>
              <a:t>bilgisayar kullanan nüfusun artması, </a:t>
            </a:r>
          </a:p>
          <a:p>
            <a:pPr marL="130969" indent="205979">
              <a:spcAft>
                <a:spcPts val="600"/>
              </a:spcAft>
              <a:buFont typeface="Wingdings" panose="05000000000000000000" pitchFamily="2" charset="2"/>
              <a:buChar char="Ø"/>
            </a:pPr>
            <a:r>
              <a:rPr lang="tr-TR" altLang="tr-TR"/>
              <a:t>servislerini etkileşimli teknolojileri kullanarak sağlayan kurumların güvenilirliğinin korunması, </a:t>
            </a:r>
          </a:p>
          <a:p>
            <a:pPr marL="130969" indent="205979">
              <a:spcAft>
                <a:spcPts val="600"/>
              </a:spcAft>
              <a:buFont typeface="Wingdings" panose="05000000000000000000" pitchFamily="2" charset="2"/>
              <a:buChar char="Ø"/>
            </a:pPr>
            <a:r>
              <a:rPr lang="tr-TR" altLang="tr-TR"/>
              <a:t>kritik teknolojik uygulamaların yaygınlaşmaya başlaması </a:t>
            </a:r>
          </a:p>
          <a:p>
            <a:pPr marL="130969" indent="205979">
              <a:spcAft>
                <a:spcPts val="600"/>
              </a:spcAft>
              <a:buFont typeface="Wingdings" panose="05000000000000000000" pitchFamily="2" charset="2"/>
              <a:buChar char="Ø"/>
            </a:pPr>
            <a:r>
              <a:rPr lang="tr-TR" altLang="tr-TR"/>
              <a:t>akademik anlamda insan davranışı ve zihinsel süreçlerin anlaşılması ile önem kazanmıştır.</a:t>
            </a:r>
          </a:p>
        </p:txBody>
      </p:sp>
    </p:spTree>
    <p:extLst>
      <p:ext uri="{BB962C8B-B14F-4D97-AF65-F5344CB8AC3E}">
        <p14:creationId xmlns:p14="http://schemas.microsoft.com/office/powerpoint/2010/main" val="155113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628650" y="304270"/>
            <a:ext cx="3938487" cy="1506088"/>
          </a:xfrm>
        </p:spPr>
        <p:txBody>
          <a:bodyPr>
            <a:normAutofit/>
          </a:bodyPr>
          <a:lstStyle/>
          <a:p>
            <a:r>
              <a:rPr lang="tr-TR" altLang="tr-TR" b="1"/>
              <a:t>İBE Bileşenleri </a:t>
            </a:r>
            <a:endParaRPr lang="tr-TR" b="1">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a:xfrm>
            <a:off x="628650" y="1944414"/>
            <a:ext cx="3464715" cy="3203055"/>
          </a:xfrm>
        </p:spPr>
        <p:txBody>
          <a:bodyPr>
            <a:normAutofit/>
          </a:bodyPr>
          <a:lstStyle/>
          <a:p>
            <a:pPr marL="204788">
              <a:lnSpc>
                <a:spcPct val="90000"/>
              </a:lnSpc>
              <a:buSzPct val="150000"/>
            </a:pPr>
            <a:r>
              <a:rPr lang="tr-TR" altLang="tr-TR" sz="1600">
                <a:ea typeface="Verdana" panose="020B0604030504040204" pitchFamily="34" charset="0"/>
              </a:rPr>
              <a:t> İnsan Bilgisayar Etkileşimi (İBE) sistemi şu bileşenleri ile ilgili problemleri kapsamına alır: </a:t>
            </a:r>
          </a:p>
          <a:p>
            <a:pPr marL="461963" indent="-257175">
              <a:lnSpc>
                <a:spcPct val="90000"/>
              </a:lnSpc>
              <a:spcBef>
                <a:spcPts val="450"/>
              </a:spcBef>
              <a:buFont typeface="Wingdings" panose="05000000000000000000" pitchFamily="2" charset="2"/>
              <a:buChar char="Ø"/>
            </a:pPr>
            <a:r>
              <a:rPr lang="tr-TR" altLang="tr-TR" sz="1600">
                <a:ea typeface="Verdana" panose="020B0604030504040204" pitchFamily="34" charset="0"/>
              </a:rPr>
              <a:t>Kullanıcı, </a:t>
            </a:r>
          </a:p>
          <a:p>
            <a:pPr marL="461963" indent="-257175">
              <a:lnSpc>
                <a:spcPct val="90000"/>
              </a:lnSpc>
              <a:spcBef>
                <a:spcPts val="450"/>
              </a:spcBef>
              <a:buFont typeface="Wingdings" panose="05000000000000000000" pitchFamily="2" charset="2"/>
              <a:buChar char="Ø"/>
            </a:pPr>
            <a:r>
              <a:rPr lang="tr-TR" altLang="tr-TR" sz="1600">
                <a:ea typeface="Verdana" panose="020B0604030504040204" pitchFamily="34" charset="0"/>
              </a:rPr>
              <a:t>Görev (task), </a:t>
            </a:r>
          </a:p>
          <a:p>
            <a:pPr marL="461963" indent="-257175">
              <a:lnSpc>
                <a:spcPct val="90000"/>
              </a:lnSpc>
              <a:spcBef>
                <a:spcPts val="450"/>
              </a:spcBef>
              <a:buFont typeface="Wingdings" panose="05000000000000000000" pitchFamily="2" charset="2"/>
              <a:buChar char="Ø"/>
            </a:pPr>
            <a:r>
              <a:rPr lang="tr-TR" altLang="tr-TR" sz="1600">
                <a:ea typeface="Verdana" panose="020B0604030504040204" pitchFamily="34" charset="0"/>
              </a:rPr>
              <a:t>Araç/arayüz(tool) ve </a:t>
            </a:r>
          </a:p>
          <a:p>
            <a:pPr marL="461963" indent="-257175">
              <a:lnSpc>
                <a:spcPct val="90000"/>
              </a:lnSpc>
              <a:spcBef>
                <a:spcPts val="450"/>
              </a:spcBef>
              <a:buFont typeface="Wingdings" panose="05000000000000000000" pitchFamily="2" charset="2"/>
              <a:buChar char="Ø"/>
            </a:pPr>
            <a:r>
              <a:rPr lang="tr-TR" altLang="tr-TR" sz="1600">
                <a:ea typeface="Verdana" panose="020B0604030504040204" pitchFamily="34" charset="0"/>
              </a:rPr>
              <a:t>Bağlam (context). </a:t>
            </a:r>
          </a:p>
          <a:p>
            <a:pPr marL="461963" indent="-257175">
              <a:lnSpc>
                <a:spcPct val="90000"/>
              </a:lnSpc>
              <a:spcBef>
                <a:spcPts val="450"/>
              </a:spcBef>
              <a:buFont typeface="Wingdings" panose="05000000000000000000" pitchFamily="2" charset="2"/>
              <a:buChar char="Ø"/>
            </a:pPr>
            <a:r>
              <a:rPr lang="tr-TR" altLang="tr-TR" sz="1600">
                <a:ea typeface="Verdana" panose="020B0604030504040204" pitchFamily="34" charset="0"/>
              </a:rPr>
              <a:t> Kullanıcıların belirli araçları kullanırken gözlemler yapılır ve bu çalışmaların sonuçları etkileşimli sistemlerin tasarımında kullanılır (Acartürk ve Çağıltay, 2006).     </a:t>
            </a:r>
          </a:p>
          <a:p>
            <a:pPr marL="204788">
              <a:lnSpc>
                <a:spcPct val="90000"/>
              </a:lnSpc>
              <a:spcBef>
                <a:spcPts val="450"/>
              </a:spcBef>
            </a:pPr>
            <a:endParaRPr lang="tr-TR" altLang="tr-TR" sz="1600"/>
          </a:p>
        </p:txBody>
      </p:sp>
      <p:pic>
        <p:nvPicPr>
          <p:cNvPr id="4" name="Picture 7" descr="http://www.mailce.com/wp-content/uploads/pc1.jpg"/>
          <p:cNvPicPr>
            <a:picLocks noChangeAspect="1" noChangeArrowheads="1"/>
          </p:cNvPicPr>
          <p:nvPr/>
        </p:nvPicPr>
        <p:blipFill>
          <a:blip r:embed="rId2">
            <a:extLst>
              <a:ext uri="{28A0092B-C50C-407E-A947-70E740481C1C}">
                <a14:useLocalDpi xmlns:a14="http://schemas.microsoft.com/office/drawing/2010/main" val="0"/>
              </a:ext>
            </a:extLst>
          </a:blip>
          <a:srcRect l="18726" r="3022"/>
          <a:stretch/>
        </p:blipFill>
        <p:spPr bwMode="auto">
          <a:xfrm>
            <a:off x="4671911" y="10"/>
            <a:ext cx="4472089" cy="5714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1667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24632" cy="1718196"/>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Unvan 1"/>
          <p:cNvSpPr>
            <a:spLocks noGrp="1"/>
          </p:cNvSpPr>
          <p:nvPr>
            <p:ph type="title"/>
          </p:nvPr>
        </p:nvSpPr>
        <p:spPr>
          <a:xfrm>
            <a:off x="852775" y="507997"/>
            <a:ext cx="7044316" cy="1109034"/>
          </a:xfrm>
        </p:spPr>
        <p:txBody>
          <a:bodyPr>
            <a:normAutofit/>
          </a:bodyPr>
          <a:lstStyle/>
          <a:p>
            <a:r>
              <a:rPr lang="tr-TR" altLang="tr-TR" sz="3200" dirty="0"/>
              <a:t>İBE Çalışmaları</a:t>
            </a:r>
            <a:endParaRPr lang="tr-TR" sz="3200" dirty="0">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a:xfrm>
            <a:off x="852775" y="1831968"/>
            <a:ext cx="3719225" cy="3264811"/>
          </a:xfrm>
        </p:spPr>
        <p:txBody>
          <a:bodyPr>
            <a:normAutofit/>
          </a:bodyPr>
          <a:lstStyle/>
          <a:p>
            <a:pPr>
              <a:buClr>
                <a:srgbClr val="A04DA3"/>
              </a:buClr>
              <a:buSzPct val="150000"/>
            </a:pPr>
            <a:r>
              <a:rPr lang="tr-TR" altLang="tr-TR" sz="1500"/>
              <a:t>Booth’a  (1989) göre İBE çalışmalarının odak noktasını şunlar oluşturur:</a:t>
            </a:r>
          </a:p>
          <a:p>
            <a:pPr>
              <a:buClr>
                <a:srgbClr val="A04DA3"/>
              </a:buClr>
              <a:buSzPct val="150000"/>
              <a:buFont typeface="Arial" panose="020B0604020202020204" pitchFamily="34" charset="0"/>
              <a:buChar char="•"/>
            </a:pPr>
            <a:endParaRPr lang="tr-TR" altLang="tr-TR" sz="1500"/>
          </a:p>
          <a:p>
            <a:pPr>
              <a:buClr>
                <a:srgbClr val="A04DA3"/>
              </a:buClr>
              <a:buFont typeface="Wingdings" panose="05000000000000000000" pitchFamily="2" charset="2"/>
              <a:buChar char="Ø"/>
            </a:pPr>
            <a:r>
              <a:rPr lang="tr-TR" altLang="tr-TR" sz="1500"/>
              <a:t> İnsanların teknoloji kullanımını etkileyen özellikleri nelerdir?</a:t>
            </a:r>
          </a:p>
          <a:p>
            <a:pPr>
              <a:buClr>
                <a:srgbClr val="A04DA3"/>
              </a:buClr>
              <a:buFont typeface="Wingdings" panose="05000000000000000000" pitchFamily="2" charset="2"/>
              <a:buChar char="Ø"/>
            </a:pPr>
            <a:r>
              <a:rPr lang="tr-TR" altLang="tr-TR" sz="1500"/>
              <a:t> İnsanların teknolojiyi kullanmasına etki eden yönler nelerdir?</a:t>
            </a:r>
          </a:p>
          <a:p>
            <a:pPr>
              <a:buClr>
                <a:srgbClr val="A04DA3"/>
              </a:buClr>
              <a:buFont typeface="Wingdings" panose="05000000000000000000" pitchFamily="2" charset="2"/>
              <a:buChar char="Ø"/>
            </a:pPr>
            <a:r>
              <a:rPr lang="tr-TR" altLang="tr-TR" sz="1500"/>
              <a:t> İnsanlar etkileşim yeteneklerini nasıl edinir ve nasıl kavramsallaştırır?</a:t>
            </a:r>
          </a:p>
          <a:p>
            <a:pPr>
              <a:buClr>
                <a:srgbClr val="A04DA3"/>
              </a:buClr>
              <a:buFont typeface="Wingdings" panose="05000000000000000000" pitchFamily="2" charset="2"/>
              <a:buChar char="Ø"/>
            </a:pPr>
            <a:r>
              <a:rPr lang="tr-TR" altLang="tr-TR" sz="1500"/>
              <a:t> İnsanların ihtiyaçlarını teknik olanaklarla nasıl temin ederiz?</a:t>
            </a:r>
          </a:p>
          <a:p>
            <a:pPr>
              <a:buClr>
                <a:srgbClr val="A04DA3"/>
              </a:buClr>
              <a:buFont typeface="Wingdings" panose="05000000000000000000" pitchFamily="2" charset="2"/>
              <a:buChar char="Ø"/>
            </a:pPr>
            <a:r>
              <a:rPr lang="tr-TR" altLang="tr-TR" sz="1500"/>
              <a:t> Kullanılabilir(usable) teknolojiler nasıl tasarlanabilir?</a:t>
            </a:r>
          </a:p>
          <a:p>
            <a:pPr>
              <a:buClr>
                <a:srgbClr val="A04DA3"/>
              </a:buClr>
              <a:buFont typeface="Wingdings" panose="05000000000000000000" pitchFamily="2" charset="2"/>
              <a:buChar char="Ø"/>
            </a:pPr>
            <a:r>
              <a:rPr lang="tr-TR" altLang="tr-TR" sz="1500"/>
              <a:t> Teknoloji organizasyonları nasıl etkiler?</a:t>
            </a:r>
            <a:endParaRPr lang="en-US" altLang="tr-TR" sz="1500"/>
          </a:p>
          <a:p>
            <a:pPr>
              <a:buClr>
                <a:srgbClr val="A04DA3"/>
              </a:buClr>
              <a:buSzPct val="150000"/>
              <a:buFont typeface="Arial" panose="020B0604020202020204" pitchFamily="34" charset="0"/>
              <a:buChar char="•"/>
            </a:pPr>
            <a:endParaRPr lang="en-US" altLang="tr-TR" sz="1500"/>
          </a:p>
          <a:p>
            <a:pPr>
              <a:buClr>
                <a:srgbClr val="A04DA3"/>
              </a:buClr>
              <a:buSzPct val="150000"/>
              <a:buFont typeface="Arial" panose="020B0604020202020204" pitchFamily="34" charset="0"/>
              <a:buChar char="•"/>
            </a:pPr>
            <a:endParaRPr lang="en-US" altLang="tr-TR" sz="1500"/>
          </a:p>
          <a:p>
            <a:pPr>
              <a:buClr>
                <a:srgbClr val="A04DA3"/>
              </a:buClr>
              <a:buSzPct val="150000"/>
              <a:buFont typeface="Arial" panose="020B0604020202020204" pitchFamily="34" charset="0"/>
              <a:buChar char="•"/>
            </a:pPr>
            <a:endParaRPr lang="tr-TR" altLang="tr-TR" sz="1500"/>
          </a:p>
          <a:p>
            <a:pPr marL="204788">
              <a:spcBef>
                <a:spcPts val="450"/>
              </a:spcBef>
            </a:pPr>
            <a:endParaRPr lang="tr-TR" altLang="tr-TR" sz="1500"/>
          </a:p>
        </p:txBody>
      </p:sp>
      <p:pic>
        <p:nvPicPr>
          <p:cNvPr id="5" name="Resim 4">
            <a:extLst>
              <a:ext uri="{FF2B5EF4-FFF2-40B4-BE49-F238E27FC236}">
                <a16:creationId xmlns:a16="http://schemas.microsoft.com/office/drawing/2014/main" id="{0074116B-7966-C00F-B1D9-7CC3DDB2D30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039525" y="2196081"/>
            <a:ext cx="3591379" cy="2379288"/>
          </a:xfrm>
          <a:prstGeom prst="rect">
            <a:avLst/>
          </a:prstGeom>
        </p:spPr>
      </p:pic>
      <p:sp>
        <p:nvSpPr>
          <p:cNvPr id="42" name="Freeform: Shape 41">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5174511"/>
            <a:ext cx="5107781" cy="540489"/>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6571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561161" cy="5714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Unvan 1"/>
          <p:cNvSpPr>
            <a:spLocks noGrp="1"/>
          </p:cNvSpPr>
          <p:nvPr>
            <p:ph type="title"/>
          </p:nvPr>
        </p:nvSpPr>
        <p:spPr>
          <a:xfrm>
            <a:off x="852775" y="508000"/>
            <a:ext cx="5160770" cy="1102405"/>
          </a:xfrm>
        </p:spPr>
        <p:txBody>
          <a:bodyPr>
            <a:normAutofit/>
          </a:bodyPr>
          <a:lstStyle/>
          <a:p>
            <a:r>
              <a:rPr lang="tr-TR" altLang="tr-TR" sz="2800" dirty="0"/>
              <a:t>İBE Çalışmaları </a:t>
            </a:r>
            <a:endParaRPr lang="tr-TR" sz="2800" dirty="0">
              <a:latin typeface="Times New Roman" panose="02020603050405020304" pitchFamily="18" charset="0"/>
              <a:cs typeface="Times New Roman" panose="02020603050405020304" pitchFamily="18" charset="0"/>
            </a:endParaRPr>
          </a:p>
        </p:txBody>
      </p:sp>
      <p:sp>
        <p:nvSpPr>
          <p:cNvPr id="3" name="İçerik Yer Tutucusu 2"/>
          <p:cNvSpPr>
            <a:spLocks noGrp="1"/>
          </p:cNvSpPr>
          <p:nvPr>
            <p:ph idx="1"/>
          </p:nvPr>
        </p:nvSpPr>
        <p:spPr>
          <a:xfrm>
            <a:off x="622469" y="1181100"/>
            <a:ext cx="5160770" cy="4191000"/>
          </a:xfrm>
        </p:spPr>
        <p:txBody>
          <a:bodyPr>
            <a:normAutofit lnSpcReduction="10000"/>
          </a:bodyPr>
          <a:lstStyle/>
          <a:p>
            <a:pPr>
              <a:lnSpc>
                <a:spcPct val="90000"/>
              </a:lnSpc>
              <a:buSzPct val="150000"/>
              <a:buNone/>
            </a:pPr>
            <a:r>
              <a:rPr lang="tr-TR" altLang="tr-TR" sz="1600" dirty="0">
                <a:ea typeface="Verdana" panose="020B0604030504040204" pitchFamily="34" charset="0"/>
              </a:rPr>
              <a:t>Günümüzde İnsan Bilgisayar Etkileşimi alanında araştırılan, cevapları aranan bazı sorular aşağıdaki gibi sıralanabilir:</a:t>
            </a: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Ekrandan okumak kağıt üzerinden okumaktan daha zor mudur?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Etkileşim konusunda yaşlanmadan etkilenen insan yetenekleri hangileridir?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Ekranda hangi renk kombinasyonları daha iyi görünür?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Tasarımcı kendi tasarımını en iyi biçimde nasıl test edebilir?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İyi bir ara yüz değerlendirmesi kaç kullanıcıyla yapılır?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İyi hata mesajları nasıl yazılır?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İkonların tasarımı için kılavuzlar (</a:t>
            </a:r>
            <a:r>
              <a:rPr lang="tr-TR" altLang="tr-TR" sz="1600" dirty="0" err="1">
                <a:ea typeface="Verdana" panose="020B0604030504040204" pitchFamily="34" charset="0"/>
              </a:rPr>
              <a:t>guidelines</a:t>
            </a:r>
            <a:r>
              <a:rPr lang="tr-TR" altLang="tr-TR" sz="1600" dirty="0">
                <a:ea typeface="Verdana" panose="020B0604030504040204" pitchFamily="34" charset="0"/>
              </a:rPr>
              <a:t>) var mıdır?</a:t>
            </a:r>
            <a:endParaRPr lang="en-US" altLang="tr-TR" sz="1600" dirty="0">
              <a:ea typeface="Verdana" panose="020B0604030504040204" pitchFamily="34" charset="0"/>
            </a:endParaRPr>
          </a:p>
          <a:p>
            <a:pPr marL="67866" indent="204788">
              <a:lnSpc>
                <a:spcPct val="90000"/>
              </a:lnSpc>
              <a:spcBef>
                <a:spcPts val="450"/>
              </a:spcBef>
              <a:buFont typeface="Wingdings" panose="05000000000000000000" pitchFamily="2" charset="2"/>
              <a:buChar char="Ø"/>
            </a:pPr>
            <a:r>
              <a:rPr lang="tr-TR" altLang="tr-TR" sz="1600" dirty="0">
                <a:ea typeface="Verdana" panose="020B0604030504040204" pitchFamily="34" charset="0"/>
              </a:rPr>
              <a:t>Menülerdeki eleman sayısı nasıl belirlenmelidir </a:t>
            </a:r>
          </a:p>
          <a:p>
            <a:pPr marL="67866">
              <a:lnSpc>
                <a:spcPct val="90000"/>
              </a:lnSpc>
              <a:spcBef>
                <a:spcPts val="450"/>
              </a:spcBef>
            </a:pPr>
            <a:r>
              <a:rPr lang="tr-TR" altLang="tr-TR" sz="1600" dirty="0">
                <a:ea typeface="Verdana" panose="020B0604030504040204" pitchFamily="34" charset="0"/>
              </a:rPr>
              <a:t>(Acartürk ve </a:t>
            </a:r>
            <a:r>
              <a:rPr lang="tr-TR" altLang="tr-TR" sz="1600" dirty="0" err="1">
                <a:ea typeface="Verdana" panose="020B0604030504040204" pitchFamily="34" charset="0"/>
              </a:rPr>
              <a:t>Çağıltay</a:t>
            </a:r>
            <a:r>
              <a:rPr lang="tr-TR" altLang="tr-TR" sz="1600" dirty="0">
                <a:ea typeface="Verdana" panose="020B0604030504040204" pitchFamily="34" charset="0"/>
              </a:rPr>
              <a:t>, 2006).</a:t>
            </a:r>
            <a:endParaRPr lang="en-US" altLang="tr-TR" sz="1600" dirty="0">
              <a:ea typeface="Verdana" panose="020B0604030504040204" pitchFamily="34" charset="0"/>
            </a:endParaRPr>
          </a:p>
          <a:p>
            <a:pPr>
              <a:lnSpc>
                <a:spcPct val="90000"/>
              </a:lnSpc>
              <a:buSzPct val="150000"/>
              <a:buNone/>
            </a:pPr>
            <a:endParaRPr lang="en-US" altLang="tr-TR" sz="1200" dirty="0">
              <a:ea typeface="Verdana" panose="020B0604030504040204" pitchFamily="34" charset="0"/>
            </a:endParaRPr>
          </a:p>
          <a:p>
            <a:pPr>
              <a:lnSpc>
                <a:spcPct val="90000"/>
              </a:lnSpc>
              <a:buSzPct val="150000"/>
              <a:buNone/>
            </a:pPr>
            <a:endParaRPr lang="tr-TR" altLang="tr-TR" sz="1200" dirty="0">
              <a:ea typeface="Verdana" panose="020B0604030504040204" pitchFamily="34" charset="0"/>
            </a:endParaRPr>
          </a:p>
        </p:txBody>
      </p:sp>
      <p:pic>
        <p:nvPicPr>
          <p:cNvPr id="26" name="Graphic 6" descr="Sorular">
            <a:extLst>
              <a:ext uri="{FF2B5EF4-FFF2-40B4-BE49-F238E27FC236}">
                <a16:creationId xmlns:a16="http://schemas.microsoft.com/office/drawing/2014/main" id="{EED3536C-B750-DAF8-B904-4137BEB36E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96985" y="1779647"/>
            <a:ext cx="2180230" cy="2180230"/>
          </a:xfrm>
          <a:prstGeom prst="rect">
            <a:avLst/>
          </a:prstGeom>
        </p:spPr>
      </p:pic>
    </p:spTree>
    <p:extLst>
      <p:ext uri="{BB962C8B-B14F-4D97-AF65-F5344CB8AC3E}">
        <p14:creationId xmlns:p14="http://schemas.microsoft.com/office/powerpoint/2010/main" val="600320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561161" cy="5714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Unvan 1"/>
          <p:cNvSpPr>
            <a:spLocks noGrp="1"/>
          </p:cNvSpPr>
          <p:nvPr>
            <p:ph type="title"/>
          </p:nvPr>
        </p:nvSpPr>
        <p:spPr>
          <a:xfrm>
            <a:off x="852775" y="508000"/>
            <a:ext cx="5160770" cy="1102405"/>
          </a:xfrm>
        </p:spPr>
        <p:txBody>
          <a:bodyPr>
            <a:normAutofit/>
          </a:bodyPr>
          <a:lstStyle/>
          <a:p>
            <a:r>
              <a:rPr lang="tr-TR" sz="2400" b="1" dirty="0"/>
              <a:t>İnsan Bilgisayar Etkileşiminin Temelleri</a:t>
            </a:r>
          </a:p>
        </p:txBody>
      </p:sp>
      <p:pic>
        <p:nvPicPr>
          <p:cNvPr id="4" name="Picture 7" descr="http://www.kookerkids.com/Coloring/computers/images/Business-2828.gif"/>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96985" y="1799633"/>
            <a:ext cx="2180230" cy="21402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İçerik Yer Tutucusu 2">
            <a:extLst>
              <a:ext uri="{FF2B5EF4-FFF2-40B4-BE49-F238E27FC236}">
                <a16:creationId xmlns:a16="http://schemas.microsoft.com/office/drawing/2014/main" id="{9C995EE7-9E4B-982A-8361-D70641FC4CEB}"/>
              </a:ext>
            </a:extLst>
          </p:cNvPr>
          <p:cNvGraphicFramePr>
            <a:graphicFrameLocks noGrp="1"/>
          </p:cNvGraphicFramePr>
          <p:nvPr>
            <p:ph idx="1"/>
            <p:extLst>
              <p:ext uri="{D42A27DB-BD31-4B8C-83A1-F6EECF244321}">
                <p14:modId xmlns:p14="http://schemas.microsoft.com/office/powerpoint/2010/main" val="590575325"/>
              </p:ext>
            </p:extLst>
          </p:nvPr>
        </p:nvGraphicFramePr>
        <p:xfrm>
          <a:off x="852775" y="1828418"/>
          <a:ext cx="4930463" cy="32571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370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4">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Resim 2" descr="daire, renklilik, grafik, tasarım içeren bir resim&#10;&#10;Açıklama otomatik olarak oluşturuldu">
            <a:extLst>
              <a:ext uri="{FF2B5EF4-FFF2-40B4-BE49-F238E27FC236}">
                <a16:creationId xmlns:a16="http://schemas.microsoft.com/office/drawing/2014/main" id="{49F71E07-F4C5-0F78-967F-130A6FEAB89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3764" y="676801"/>
            <a:ext cx="3416775" cy="1921936"/>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p:spPr>
      </p:pic>
      <p:sp>
        <p:nvSpPr>
          <p:cNvPr id="17" name="Freeform: Shape 16">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572000"/>
            <a:ext cx="2004647" cy="11430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Resim 6" descr="metin, grafik, grafik tasarım, sanat içeren bir resim&#10;&#10;Açıklama otomatik olarak oluşturuldu">
            <a:extLst>
              <a:ext uri="{FF2B5EF4-FFF2-40B4-BE49-F238E27FC236}">
                <a16:creationId xmlns:a16="http://schemas.microsoft.com/office/drawing/2014/main" id="{D12AD7C0-E708-643E-2F13-88159B55EAC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23764" y="3043655"/>
            <a:ext cx="3416775" cy="2067148"/>
          </a:xfrm>
          <a:custGeom>
            <a:avLst/>
            <a:gdLst/>
            <a:ahLst/>
            <a:cxnLst/>
            <a:rect l="l" t="t" r="r" b="b"/>
            <a:pathLst>
              <a:path w="4438338" h="2323972">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p:spPr>
      </p:pic>
      <p:sp>
        <p:nvSpPr>
          <p:cNvPr id="26" name="Arc 18">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95198">
            <a:off x="1154762" y="135563"/>
            <a:ext cx="3062575" cy="3402861"/>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4" name="object 2">
            <a:extLst>
              <a:ext uri="{FF2B5EF4-FFF2-40B4-BE49-F238E27FC236}">
                <a16:creationId xmlns:a16="http://schemas.microsoft.com/office/drawing/2014/main" id="{E7B6F87E-3300-D69B-1598-CC32658ED72B}"/>
              </a:ext>
            </a:extLst>
          </p:cNvPr>
          <p:cNvGraphicFramePr/>
          <p:nvPr>
            <p:extLst>
              <p:ext uri="{D42A27DB-BD31-4B8C-83A1-F6EECF244321}">
                <p14:modId xmlns:p14="http://schemas.microsoft.com/office/powerpoint/2010/main" val="2809238103"/>
              </p:ext>
            </p:extLst>
          </p:nvPr>
        </p:nvGraphicFramePr>
        <p:xfrm>
          <a:off x="4613470" y="1622236"/>
          <a:ext cx="4047928" cy="36261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772499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
            <a:ext cx="9144000" cy="5714999"/>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41640" y="-1433"/>
            <a:ext cx="8812530" cy="5700570"/>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540" y="-1075"/>
            <a:ext cx="2706134" cy="5715719"/>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4337815" y="857241"/>
            <a:ext cx="4139611"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1040148" y="682486"/>
            <a:ext cx="4947184" cy="2723767"/>
          </a:xfrm>
          <a:prstGeom prst="rect">
            <a:avLst/>
          </a:prstGeom>
        </p:spPr>
        <p:txBody>
          <a:bodyPr vert="horz" lIns="91440" tIns="45720" rIns="91440" bIns="45720" rtlCol="0" anchor="b">
            <a:normAutofit/>
          </a:bodyPr>
          <a:lstStyle/>
          <a:p>
            <a:pPr marL="12700" algn="r" rtl="0">
              <a:lnSpc>
                <a:spcPct val="90000"/>
              </a:lnSpc>
              <a:spcBef>
                <a:spcPct val="0"/>
              </a:spcBef>
            </a:pPr>
            <a:r>
              <a:rPr lang="en-US" sz="3800" b="1" kern="1200" spc="-10">
                <a:solidFill>
                  <a:srgbClr val="FFFFFF"/>
                </a:solidFill>
                <a:latin typeface="+mj-lt"/>
                <a:ea typeface="+mj-ea"/>
                <a:cs typeface="+mj-cs"/>
              </a:rPr>
              <a:t>İBE’nin</a:t>
            </a:r>
            <a:r>
              <a:rPr lang="en-US" sz="3800" b="1" kern="1200" spc="-20">
                <a:solidFill>
                  <a:srgbClr val="FFFFFF"/>
                </a:solidFill>
                <a:latin typeface="+mj-lt"/>
                <a:ea typeface="+mj-ea"/>
                <a:cs typeface="+mj-cs"/>
              </a:rPr>
              <a:t> </a:t>
            </a:r>
            <a:r>
              <a:rPr lang="en-US" sz="3800" b="1" kern="1200" spc="-10">
                <a:solidFill>
                  <a:srgbClr val="FFFFFF"/>
                </a:solidFill>
                <a:latin typeface="+mj-lt"/>
                <a:ea typeface="+mj-ea"/>
                <a:cs typeface="+mj-cs"/>
              </a:rPr>
              <a:t>Olmazsa</a:t>
            </a:r>
            <a:r>
              <a:rPr lang="en-US" sz="3800" b="1" kern="1200" spc="-20">
                <a:solidFill>
                  <a:srgbClr val="FFFFFF"/>
                </a:solidFill>
                <a:latin typeface="+mj-lt"/>
                <a:ea typeface="+mj-ea"/>
                <a:cs typeface="+mj-cs"/>
              </a:rPr>
              <a:t> </a:t>
            </a:r>
            <a:r>
              <a:rPr lang="en-US" sz="3800" b="1" kern="1200" spc="-5">
                <a:solidFill>
                  <a:srgbClr val="FFFFFF"/>
                </a:solidFill>
                <a:latin typeface="+mj-lt"/>
                <a:ea typeface="+mj-ea"/>
                <a:cs typeface="+mj-cs"/>
              </a:rPr>
              <a:t>Olmazı</a:t>
            </a:r>
            <a:endParaRPr lang="en-US" sz="3800" kern="1200">
              <a:solidFill>
                <a:srgbClr val="FFFFFF"/>
              </a:solidFill>
              <a:latin typeface="+mj-lt"/>
              <a:ea typeface="+mj-ea"/>
              <a:cs typeface="+mj-cs"/>
            </a:endParaRPr>
          </a:p>
        </p:txBody>
      </p:sp>
      <p:sp>
        <p:nvSpPr>
          <p:cNvPr id="37" name="Rectangle 3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3733365"/>
            <a:ext cx="9134528" cy="1981635"/>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939582" y="1510227"/>
            <a:ext cx="5714643"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6">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852297" y="418350"/>
            <a:ext cx="3992787" cy="1369141"/>
          </a:xfrm>
          <a:prstGeom prst="rect">
            <a:avLst/>
          </a:prstGeom>
        </p:spPr>
        <p:txBody>
          <a:bodyPr vert="horz" lIns="91440" tIns="45720" rIns="91440" bIns="45720" rtlCol="0" anchor="b">
            <a:normAutofit/>
          </a:bodyPr>
          <a:lstStyle/>
          <a:p>
            <a:pPr marL="12700">
              <a:lnSpc>
                <a:spcPct val="90000"/>
              </a:lnSpc>
              <a:spcBef>
                <a:spcPct val="0"/>
              </a:spcBef>
              <a:spcAft>
                <a:spcPts val="600"/>
              </a:spcAft>
            </a:pPr>
            <a:r>
              <a:rPr lang="en-US" sz="2700" b="1" kern="1200" spc="-10">
                <a:solidFill>
                  <a:schemeClr val="tx1"/>
                </a:solidFill>
                <a:latin typeface="+mj-lt"/>
                <a:ea typeface="+mj-ea"/>
                <a:cs typeface="+mj-cs"/>
              </a:rPr>
              <a:t>İBE </a:t>
            </a:r>
            <a:r>
              <a:rPr lang="en-US" sz="2700" b="1" kern="1200" spc="-5">
                <a:solidFill>
                  <a:schemeClr val="tx1"/>
                </a:solidFill>
                <a:latin typeface="+mj-lt"/>
                <a:ea typeface="+mj-ea"/>
                <a:cs typeface="+mj-cs"/>
              </a:rPr>
              <a:t>tanımının</a:t>
            </a:r>
            <a:r>
              <a:rPr lang="en-US" sz="2700" b="1" kern="1200" spc="-20">
                <a:solidFill>
                  <a:schemeClr val="tx1"/>
                </a:solidFill>
                <a:latin typeface="+mj-lt"/>
                <a:ea typeface="+mj-ea"/>
                <a:cs typeface="+mj-cs"/>
              </a:rPr>
              <a:t> </a:t>
            </a:r>
            <a:r>
              <a:rPr lang="en-US" sz="2700" b="1" kern="1200" spc="-5">
                <a:solidFill>
                  <a:schemeClr val="tx1"/>
                </a:solidFill>
                <a:latin typeface="+mj-lt"/>
                <a:ea typeface="+mj-ea"/>
                <a:cs typeface="+mj-cs"/>
              </a:rPr>
              <a:t>olmazsa</a:t>
            </a:r>
            <a:r>
              <a:rPr lang="en-US" sz="2700" b="1" kern="1200" spc="-25">
                <a:solidFill>
                  <a:schemeClr val="tx1"/>
                </a:solidFill>
                <a:latin typeface="+mj-lt"/>
                <a:ea typeface="+mj-ea"/>
                <a:cs typeface="+mj-cs"/>
              </a:rPr>
              <a:t> </a:t>
            </a:r>
            <a:r>
              <a:rPr lang="en-US" sz="2700" b="1" kern="1200" spc="-5">
                <a:solidFill>
                  <a:schemeClr val="tx1"/>
                </a:solidFill>
                <a:latin typeface="+mj-lt"/>
                <a:ea typeface="+mj-ea"/>
                <a:cs typeface="+mj-cs"/>
              </a:rPr>
              <a:t>olmaz</a:t>
            </a:r>
            <a:endParaRPr lang="en-US" sz="2700" kern="1200">
              <a:solidFill>
                <a:schemeClr val="tx1"/>
              </a:solidFill>
              <a:latin typeface="+mj-lt"/>
              <a:ea typeface="+mj-ea"/>
              <a:cs typeface="+mj-cs"/>
            </a:endParaRPr>
          </a:p>
          <a:p>
            <a:pPr marL="12700">
              <a:lnSpc>
                <a:spcPct val="90000"/>
              </a:lnSpc>
              <a:spcBef>
                <a:spcPct val="0"/>
              </a:spcBef>
              <a:spcAft>
                <a:spcPts val="600"/>
              </a:spcAft>
            </a:pPr>
            <a:r>
              <a:rPr lang="en-US" sz="2700" b="1" kern="1200" spc="-5">
                <a:solidFill>
                  <a:schemeClr val="tx1"/>
                </a:solidFill>
                <a:latin typeface="+mj-lt"/>
                <a:ea typeface="+mj-ea"/>
                <a:cs typeface="+mj-cs"/>
              </a:rPr>
              <a:t>boyutları:</a:t>
            </a:r>
            <a:endParaRPr lang="en-US" sz="2700" kern="1200">
              <a:solidFill>
                <a:schemeClr val="tx1"/>
              </a:solidFill>
              <a:latin typeface="+mj-lt"/>
              <a:ea typeface="+mj-ea"/>
              <a:cs typeface="+mj-cs"/>
            </a:endParaRPr>
          </a:p>
        </p:txBody>
      </p:sp>
      <p:sp>
        <p:nvSpPr>
          <p:cNvPr id="19" name="Rectangle 18">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4"/>
            <a:ext cx="3069391" cy="57149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5333640"/>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8"/>
            <a:ext cx="3051501" cy="5333657"/>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8"/>
            <a:ext cx="2708601" cy="5714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Resim 11" descr="el, kişi, şahıs, siyah, parmak içeren bir resim&#10;&#10;Açıklama otomatik olarak oluşturuldu">
            <a:extLst>
              <a:ext uri="{FF2B5EF4-FFF2-40B4-BE49-F238E27FC236}">
                <a16:creationId xmlns:a16="http://schemas.microsoft.com/office/drawing/2014/main" id="{F3AC2B61-414F-4790-E2EF-6D3B21C5EE9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9412" r="27908" b="2"/>
          <a:stretch/>
        </p:blipFill>
        <p:spPr>
          <a:xfrm>
            <a:off x="5306975" y="916308"/>
            <a:ext cx="3127897" cy="3908960"/>
          </a:xfrm>
          <a:prstGeom prst="rect">
            <a:avLst/>
          </a:prstGeom>
        </p:spPr>
      </p:pic>
      <p:graphicFrame>
        <p:nvGraphicFramePr>
          <p:cNvPr id="5" name="object 3">
            <a:extLst>
              <a:ext uri="{FF2B5EF4-FFF2-40B4-BE49-F238E27FC236}">
                <a16:creationId xmlns:a16="http://schemas.microsoft.com/office/drawing/2014/main" id="{0AC69C9A-F456-47BD-F897-3C71AFF015CA}"/>
              </a:ext>
            </a:extLst>
          </p:cNvPr>
          <p:cNvGraphicFramePr/>
          <p:nvPr>
            <p:extLst>
              <p:ext uri="{D42A27DB-BD31-4B8C-83A1-F6EECF244321}">
                <p14:modId xmlns:p14="http://schemas.microsoft.com/office/powerpoint/2010/main" val="3092254452"/>
              </p:ext>
            </p:extLst>
          </p:nvPr>
        </p:nvGraphicFramePr>
        <p:xfrm>
          <a:off x="858692" y="2004911"/>
          <a:ext cx="3986392" cy="29459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354294" y="2691383"/>
            <a:ext cx="2360930" cy="1529080"/>
            <a:chOff x="3354294" y="2691383"/>
            <a:chExt cx="2360930" cy="1529080"/>
          </a:xfrm>
        </p:grpSpPr>
        <p:pic>
          <p:nvPicPr>
            <p:cNvPr id="3" name="object 3"/>
            <p:cNvPicPr/>
            <p:nvPr/>
          </p:nvPicPr>
          <p:blipFill>
            <a:blip r:embed="rId2" cstate="print"/>
            <a:stretch>
              <a:fillRect/>
            </a:stretch>
          </p:blipFill>
          <p:spPr>
            <a:xfrm>
              <a:off x="3354294" y="2723378"/>
              <a:ext cx="2360734" cy="1388383"/>
            </a:xfrm>
            <a:prstGeom prst="rect">
              <a:avLst/>
            </a:prstGeom>
          </p:spPr>
        </p:pic>
        <p:pic>
          <p:nvPicPr>
            <p:cNvPr id="4" name="object 4"/>
            <p:cNvPicPr/>
            <p:nvPr/>
          </p:nvPicPr>
          <p:blipFill>
            <a:blip r:embed="rId3" cstate="print"/>
            <a:stretch>
              <a:fillRect/>
            </a:stretch>
          </p:blipFill>
          <p:spPr>
            <a:xfrm>
              <a:off x="3832860" y="2691383"/>
              <a:ext cx="1456943" cy="1528571"/>
            </a:xfrm>
            <a:prstGeom prst="rect">
              <a:avLst/>
            </a:prstGeom>
          </p:spPr>
        </p:pic>
        <p:pic>
          <p:nvPicPr>
            <p:cNvPr id="5" name="object 5"/>
            <p:cNvPicPr/>
            <p:nvPr/>
          </p:nvPicPr>
          <p:blipFill>
            <a:blip r:embed="rId4" cstate="print"/>
            <a:stretch>
              <a:fillRect/>
            </a:stretch>
          </p:blipFill>
          <p:spPr>
            <a:xfrm>
              <a:off x="3392424" y="2741675"/>
              <a:ext cx="2289048" cy="1316736"/>
            </a:xfrm>
            <a:prstGeom prst="rect">
              <a:avLst/>
            </a:prstGeom>
          </p:spPr>
        </p:pic>
        <p:sp>
          <p:nvSpPr>
            <p:cNvPr id="6" name="object 6"/>
            <p:cNvSpPr/>
            <p:nvPr/>
          </p:nvSpPr>
          <p:spPr>
            <a:xfrm>
              <a:off x="3392424" y="2741675"/>
              <a:ext cx="2289175" cy="1316990"/>
            </a:xfrm>
            <a:custGeom>
              <a:avLst/>
              <a:gdLst/>
              <a:ahLst/>
              <a:cxnLst/>
              <a:rect l="l" t="t" r="r" b="b"/>
              <a:pathLst>
                <a:path w="2289175" h="1316989">
                  <a:moveTo>
                    <a:pt x="0" y="658368"/>
                  </a:moveTo>
                  <a:lnTo>
                    <a:pt x="6293" y="588913"/>
                  </a:lnTo>
                  <a:lnTo>
                    <a:pt x="24751" y="521542"/>
                  </a:lnTo>
                  <a:lnTo>
                    <a:pt x="54741" y="456618"/>
                  </a:lnTo>
                  <a:lnTo>
                    <a:pt x="95631" y="394505"/>
                  </a:lnTo>
                  <a:lnTo>
                    <a:pt x="119965" y="364617"/>
                  </a:lnTo>
                  <a:lnTo>
                    <a:pt x="146786" y="335568"/>
                  </a:lnTo>
                  <a:lnTo>
                    <a:pt x="176016" y="307403"/>
                  </a:lnTo>
                  <a:lnTo>
                    <a:pt x="207575" y="280169"/>
                  </a:lnTo>
                  <a:lnTo>
                    <a:pt x="241384" y="253911"/>
                  </a:lnTo>
                  <a:lnTo>
                    <a:pt x="277364" y="228674"/>
                  </a:lnTo>
                  <a:lnTo>
                    <a:pt x="315436" y="204504"/>
                  </a:lnTo>
                  <a:lnTo>
                    <a:pt x="355521" y="181446"/>
                  </a:lnTo>
                  <a:lnTo>
                    <a:pt x="397539" y="159546"/>
                  </a:lnTo>
                  <a:lnTo>
                    <a:pt x="441412" y="138849"/>
                  </a:lnTo>
                  <a:lnTo>
                    <a:pt x="487060" y="119402"/>
                  </a:lnTo>
                  <a:lnTo>
                    <a:pt x="534405" y="101248"/>
                  </a:lnTo>
                  <a:lnTo>
                    <a:pt x="583366" y="84434"/>
                  </a:lnTo>
                  <a:lnTo>
                    <a:pt x="633866" y="69006"/>
                  </a:lnTo>
                  <a:lnTo>
                    <a:pt x="685825" y="55009"/>
                  </a:lnTo>
                  <a:lnTo>
                    <a:pt x="739163" y="42487"/>
                  </a:lnTo>
                  <a:lnTo>
                    <a:pt x="793803" y="31488"/>
                  </a:lnTo>
                  <a:lnTo>
                    <a:pt x="849664" y="22056"/>
                  </a:lnTo>
                  <a:lnTo>
                    <a:pt x="906667" y="14237"/>
                  </a:lnTo>
                  <a:lnTo>
                    <a:pt x="964734" y="8076"/>
                  </a:lnTo>
                  <a:lnTo>
                    <a:pt x="1023785" y="3620"/>
                  </a:lnTo>
                  <a:lnTo>
                    <a:pt x="1083741" y="912"/>
                  </a:lnTo>
                  <a:lnTo>
                    <a:pt x="1144524" y="0"/>
                  </a:lnTo>
                  <a:lnTo>
                    <a:pt x="1205306" y="912"/>
                  </a:lnTo>
                  <a:lnTo>
                    <a:pt x="1265262" y="3620"/>
                  </a:lnTo>
                  <a:lnTo>
                    <a:pt x="1324313" y="8076"/>
                  </a:lnTo>
                  <a:lnTo>
                    <a:pt x="1382380" y="14237"/>
                  </a:lnTo>
                  <a:lnTo>
                    <a:pt x="1439383" y="22056"/>
                  </a:lnTo>
                  <a:lnTo>
                    <a:pt x="1495244" y="31488"/>
                  </a:lnTo>
                  <a:lnTo>
                    <a:pt x="1549884" y="42487"/>
                  </a:lnTo>
                  <a:lnTo>
                    <a:pt x="1603222" y="55009"/>
                  </a:lnTo>
                  <a:lnTo>
                    <a:pt x="1655181" y="69006"/>
                  </a:lnTo>
                  <a:lnTo>
                    <a:pt x="1705681" y="84434"/>
                  </a:lnTo>
                  <a:lnTo>
                    <a:pt x="1754642" y="101248"/>
                  </a:lnTo>
                  <a:lnTo>
                    <a:pt x="1801987" y="119402"/>
                  </a:lnTo>
                  <a:lnTo>
                    <a:pt x="1847635" y="138849"/>
                  </a:lnTo>
                  <a:lnTo>
                    <a:pt x="1891508" y="159546"/>
                  </a:lnTo>
                  <a:lnTo>
                    <a:pt x="1933526" y="181446"/>
                  </a:lnTo>
                  <a:lnTo>
                    <a:pt x="1973611" y="204504"/>
                  </a:lnTo>
                  <a:lnTo>
                    <a:pt x="2011683" y="228674"/>
                  </a:lnTo>
                  <a:lnTo>
                    <a:pt x="2047663" y="253911"/>
                  </a:lnTo>
                  <a:lnTo>
                    <a:pt x="2081472" y="280169"/>
                  </a:lnTo>
                  <a:lnTo>
                    <a:pt x="2113031" y="307403"/>
                  </a:lnTo>
                  <a:lnTo>
                    <a:pt x="2142261" y="335568"/>
                  </a:lnTo>
                  <a:lnTo>
                    <a:pt x="2169082" y="364617"/>
                  </a:lnTo>
                  <a:lnTo>
                    <a:pt x="2193416" y="394505"/>
                  </a:lnTo>
                  <a:lnTo>
                    <a:pt x="2234306" y="456618"/>
                  </a:lnTo>
                  <a:lnTo>
                    <a:pt x="2264296" y="521542"/>
                  </a:lnTo>
                  <a:lnTo>
                    <a:pt x="2282754" y="588913"/>
                  </a:lnTo>
                  <a:lnTo>
                    <a:pt x="2289048" y="658368"/>
                  </a:lnTo>
                  <a:lnTo>
                    <a:pt x="2287461" y="693332"/>
                  </a:lnTo>
                  <a:lnTo>
                    <a:pt x="2275006" y="761790"/>
                  </a:lnTo>
                  <a:lnTo>
                    <a:pt x="2250703" y="827983"/>
                  </a:lnTo>
                  <a:lnTo>
                    <a:pt x="2215184" y="891547"/>
                  </a:lnTo>
                  <a:lnTo>
                    <a:pt x="2169082" y="952118"/>
                  </a:lnTo>
                  <a:lnTo>
                    <a:pt x="2142261" y="981167"/>
                  </a:lnTo>
                  <a:lnTo>
                    <a:pt x="2113031" y="1009332"/>
                  </a:lnTo>
                  <a:lnTo>
                    <a:pt x="2081472" y="1036566"/>
                  </a:lnTo>
                  <a:lnTo>
                    <a:pt x="2047663" y="1062824"/>
                  </a:lnTo>
                  <a:lnTo>
                    <a:pt x="2011683" y="1088061"/>
                  </a:lnTo>
                  <a:lnTo>
                    <a:pt x="1973611" y="1112231"/>
                  </a:lnTo>
                  <a:lnTo>
                    <a:pt x="1933526" y="1135289"/>
                  </a:lnTo>
                  <a:lnTo>
                    <a:pt x="1891508" y="1157189"/>
                  </a:lnTo>
                  <a:lnTo>
                    <a:pt x="1847635" y="1177886"/>
                  </a:lnTo>
                  <a:lnTo>
                    <a:pt x="1801987" y="1197333"/>
                  </a:lnTo>
                  <a:lnTo>
                    <a:pt x="1754642" y="1215487"/>
                  </a:lnTo>
                  <a:lnTo>
                    <a:pt x="1705681" y="1232301"/>
                  </a:lnTo>
                  <a:lnTo>
                    <a:pt x="1655181" y="1247729"/>
                  </a:lnTo>
                  <a:lnTo>
                    <a:pt x="1603222" y="1261726"/>
                  </a:lnTo>
                  <a:lnTo>
                    <a:pt x="1549884" y="1274248"/>
                  </a:lnTo>
                  <a:lnTo>
                    <a:pt x="1495244" y="1285247"/>
                  </a:lnTo>
                  <a:lnTo>
                    <a:pt x="1439383" y="1294679"/>
                  </a:lnTo>
                  <a:lnTo>
                    <a:pt x="1382380" y="1302498"/>
                  </a:lnTo>
                  <a:lnTo>
                    <a:pt x="1324313" y="1308659"/>
                  </a:lnTo>
                  <a:lnTo>
                    <a:pt x="1265262" y="1313115"/>
                  </a:lnTo>
                  <a:lnTo>
                    <a:pt x="1205306" y="1315823"/>
                  </a:lnTo>
                  <a:lnTo>
                    <a:pt x="1144524" y="1316736"/>
                  </a:lnTo>
                  <a:lnTo>
                    <a:pt x="1083741" y="1315823"/>
                  </a:lnTo>
                  <a:lnTo>
                    <a:pt x="1023785" y="1313115"/>
                  </a:lnTo>
                  <a:lnTo>
                    <a:pt x="964734" y="1308659"/>
                  </a:lnTo>
                  <a:lnTo>
                    <a:pt x="906667" y="1302498"/>
                  </a:lnTo>
                  <a:lnTo>
                    <a:pt x="849664" y="1294679"/>
                  </a:lnTo>
                  <a:lnTo>
                    <a:pt x="793803" y="1285247"/>
                  </a:lnTo>
                  <a:lnTo>
                    <a:pt x="739163" y="1274248"/>
                  </a:lnTo>
                  <a:lnTo>
                    <a:pt x="685825" y="1261726"/>
                  </a:lnTo>
                  <a:lnTo>
                    <a:pt x="633866" y="1247729"/>
                  </a:lnTo>
                  <a:lnTo>
                    <a:pt x="583366" y="1232301"/>
                  </a:lnTo>
                  <a:lnTo>
                    <a:pt x="534405" y="1215487"/>
                  </a:lnTo>
                  <a:lnTo>
                    <a:pt x="487060" y="1197333"/>
                  </a:lnTo>
                  <a:lnTo>
                    <a:pt x="441412" y="1177886"/>
                  </a:lnTo>
                  <a:lnTo>
                    <a:pt x="397539" y="1157189"/>
                  </a:lnTo>
                  <a:lnTo>
                    <a:pt x="355521" y="1135289"/>
                  </a:lnTo>
                  <a:lnTo>
                    <a:pt x="315436" y="1112231"/>
                  </a:lnTo>
                  <a:lnTo>
                    <a:pt x="277364" y="1088061"/>
                  </a:lnTo>
                  <a:lnTo>
                    <a:pt x="241384" y="1062824"/>
                  </a:lnTo>
                  <a:lnTo>
                    <a:pt x="207575" y="1036566"/>
                  </a:lnTo>
                  <a:lnTo>
                    <a:pt x="176016" y="1009332"/>
                  </a:lnTo>
                  <a:lnTo>
                    <a:pt x="146786" y="981167"/>
                  </a:lnTo>
                  <a:lnTo>
                    <a:pt x="119965" y="952118"/>
                  </a:lnTo>
                  <a:lnTo>
                    <a:pt x="95631" y="922230"/>
                  </a:lnTo>
                  <a:lnTo>
                    <a:pt x="54741" y="860117"/>
                  </a:lnTo>
                  <a:lnTo>
                    <a:pt x="24751" y="795193"/>
                  </a:lnTo>
                  <a:lnTo>
                    <a:pt x="6293" y="727822"/>
                  </a:lnTo>
                  <a:lnTo>
                    <a:pt x="0" y="658368"/>
                  </a:lnTo>
                  <a:close/>
                </a:path>
              </a:pathLst>
            </a:custGeom>
            <a:ln w="9525">
              <a:solidFill>
                <a:srgbClr val="BD4A47"/>
              </a:solidFill>
            </a:ln>
          </p:spPr>
          <p:txBody>
            <a:bodyPr wrap="square" lIns="0" tIns="0" rIns="0" bIns="0" rtlCol="0"/>
            <a:lstStyle/>
            <a:p>
              <a:endParaRPr/>
            </a:p>
          </p:txBody>
        </p:sp>
      </p:grpSp>
      <p:sp>
        <p:nvSpPr>
          <p:cNvPr id="7" name="object 7"/>
          <p:cNvSpPr txBox="1"/>
          <p:nvPr/>
        </p:nvSpPr>
        <p:spPr>
          <a:xfrm>
            <a:off x="4240529" y="2762250"/>
            <a:ext cx="59499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Calibri"/>
                <a:cs typeface="Calibri"/>
              </a:rPr>
              <a:t>İ</a:t>
            </a:r>
            <a:r>
              <a:rPr sz="2000" b="1" spc="5" dirty="0">
                <a:latin typeface="Calibri"/>
                <a:cs typeface="Calibri"/>
              </a:rPr>
              <a:t>n</a:t>
            </a:r>
            <a:r>
              <a:rPr sz="2000" b="1" dirty="0">
                <a:latin typeface="Calibri"/>
                <a:cs typeface="Calibri"/>
              </a:rPr>
              <a:t>san</a:t>
            </a:r>
            <a:endParaRPr sz="2000">
              <a:latin typeface="Calibri"/>
              <a:cs typeface="Calibri"/>
            </a:endParaRPr>
          </a:p>
        </p:txBody>
      </p:sp>
      <p:sp>
        <p:nvSpPr>
          <p:cNvPr id="8" name="object 8"/>
          <p:cNvSpPr txBox="1"/>
          <p:nvPr/>
        </p:nvSpPr>
        <p:spPr>
          <a:xfrm>
            <a:off x="4016502" y="3067050"/>
            <a:ext cx="1044575" cy="941069"/>
          </a:xfrm>
          <a:prstGeom prst="rect">
            <a:avLst/>
          </a:prstGeom>
        </p:spPr>
        <p:txBody>
          <a:bodyPr vert="horz" wrap="square" lIns="0" tIns="12700" rIns="0" bIns="0" rtlCol="0">
            <a:spAutoFit/>
          </a:bodyPr>
          <a:lstStyle/>
          <a:p>
            <a:pPr marL="12700" marR="5080" indent="-1270" algn="ctr">
              <a:lnSpc>
                <a:spcPct val="100000"/>
              </a:lnSpc>
              <a:spcBef>
                <a:spcPts val="100"/>
              </a:spcBef>
            </a:pPr>
            <a:r>
              <a:rPr sz="2000" b="1" spc="-10" dirty="0">
                <a:latin typeface="Calibri"/>
                <a:cs typeface="Calibri"/>
              </a:rPr>
              <a:t>Bilgisayar </a:t>
            </a:r>
            <a:r>
              <a:rPr sz="2000" b="1" spc="-440" dirty="0">
                <a:latin typeface="Calibri"/>
                <a:cs typeface="Calibri"/>
              </a:rPr>
              <a:t> </a:t>
            </a:r>
            <a:r>
              <a:rPr sz="2000" b="1" spc="-30" dirty="0">
                <a:latin typeface="Calibri"/>
                <a:cs typeface="Calibri"/>
              </a:rPr>
              <a:t>E</a:t>
            </a:r>
            <a:r>
              <a:rPr sz="2000" b="1" dirty="0">
                <a:latin typeface="Calibri"/>
                <a:cs typeface="Calibri"/>
              </a:rPr>
              <a:t>tkileşimi  (İBE)</a:t>
            </a:r>
            <a:endParaRPr sz="2000" dirty="0">
              <a:latin typeface="Calibri"/>
              <a:cs typeface="Calibri"/>
            </a:endParaRPr>
          </a:p>
        </p:txBody>
      </p:sp>
      <p:grpSp>
        <p:nvGrpSpPr>
          <p:cNvPr id="9" name="object 9"/>
          <p:cNvGrpSpPr/>
          <p:nvPr/>
        </p:nvGrpSpPr>
        <p:grpSpPr>
          <a:xfrm>
            <a:off x="1424939" y="1534680"/>
            <a:ext cx="6362700" cy="3767327"/>
            <a:chOff x="1424939" y="1534680"/>
            <a:chExt cx="6362700" cy="3767327"/>
          </a:xfrm>
        </p:grpSpPr>
        <p:pic>
          <p:nvPicPr>
            <p:cNvPr id="10" name="object 10"/>
            <p:cNvPicPr/>
            <p:nvPr/>
          </p:nvPicPr>
          <p:blipFill>
            <a:blip r:embed="rId5" cstate="print"/>
            <a:stretch>
              <a:fillRect/>
            </a:stretch>
          </p:blipFill>
          <p:spPr>
            <a:xfrm>
              <a:off x="3788663" y="1534680"/>
              <a:ext cx="1418843" cy="1269479"/>
            </a:xfrm>
            <a:prstGeom prst="rect">
              <a:avLst/>
            </a:prstGeom>
          </p:spPr>
        </p:pic>
        <p:pic>
          <p:nvPicPr>
            <p:cNvPr id="11" name="object 11"/>
            <p:cNvPicPr/>
            <p:nvPr/>
          </p:nvPicPr>
          <p:blipFill>
            <a:blip r:embed="rId6" cstate="print"/>
            <a:stretch>
              <a:fillRect/>
            </a:stretch>
          </p:blipFill>
          <p:spPr>
            <a:xfrm>
              <a:off x="3835907" y="1562100"/>
              <a:ext cx="1328927" cy="1179576"/>
            </a:xfrm>
            <a:prstGeom prst="rect">
              <a:avLst/>
            </a:prstGeom>
          </p:spPr>
        </p:pic>
        <p:sp>
          <p:nvSpPr>
            <p:cNvPr id="12" name="object 12"/>
            <p:cNvSpPr/>
            <p:nvPr/>
          </p:nvSpPr>
          <p:spPr>
            <a:xfrm>
              <a:off x="3835907" y="1562100"/>
              <a:ext cx="1329055" cy="1179830"/>
            </a:xfrm>
            <a:custGeom>
              <a:avLst/>
              <a:gdLst/>
              <a:ahLst/>
              <a:cxnLst/>
              <a:rect l="l" t="t" r="r" b="b"/>
              <a:pathLst>
                <a:path w="1329054" h="1179830">
                  <a:moveTo>
                    <a:pt x="0" y="589788"/>
                  </a:moveTo>
                  <a:lnTo>
                    <a:pt x="1998" y="543693"/>
                  </a:lnTo>
                  <a:lnTo>
                    <a:pt x="7896" y="498569"/>
                  </a:lnTo>
                  <a:lnTo>
                    <a:pt x="17545" y="454547"/>
                  </a:lnTo>
                  <a:lnTo>
                    <a:pt x="30799" y="411758"/>
                  </a:lnTo>
                  <a:lnTo>
                    <a:pt x="47508" y="370333"/>
                  </a:lnTo>
                  <a:lnTo>
                    <a:pt x="67526" y="330403"/>
                  </a:lnTo>
                  <a:lnTo>
                    <a:pt x="90706" y="292100"/>
                  </a:lnTo>
                  <a:lnTo>
                    <a:pt x="116898" y="255553"/>
                  </a:lnTo>
                  <a:lnTo>
                    <a:pt x="145957" y="220895"/>
                  </a:lnTo>
                  <a:lnTo>
                    <a:pt x="177734" y="188256"/>
                  </a:lnTo>
                  <a:lnTo>
                    <a:pt x="212081" y="157768"/>
                  </a:lnTo>
                  <a:lnTo>
                    <a:pt x="248851" y="129562"/>
                  </a:lnTo>
                  <a:lnTo>
                    <a:pt x="287897" y="103768"/>
                  </a:lnTo>
                  <a:lnTo>
                    <a:pt x="329071" y="80517"/>
                  </a:lnTo>
                  <a:lnTo>
                    <a:pt x="372224" y="59942"/>
                  </a:lnTo>
                  <a:lnTo>
                    <a:pt x="417211" y="42172"/>
                  </a:lnTo>
                  <a:lnTo>
                    <a:pt x="463882" y="27340"/>
                  </a:lnTo>
                  <a:lnTo>
                    <a:pt x="512090" y="15575"/>
                  </a:lnTo>
                  <a:lnTo>
                    <a:pt x="561688" y="7009"/>
                  </a:lnTo>
                  <a:lnTo>
                    <a:pt x="612529" y="1774"/>
                  </a:lnTo>
                  <a:lnTo>
                    <a:pt x="664463" y="0"/>
                  </a:lnTo>
                  <a:lnTo>
                    <a:pt x="716398" y="1774"/>
                  </a:lnTo>
                  <a:lnTo>
                    <a:pt x="767239" y="7009"/>
                  </a:lnTo>
                  <a:lnTo>
                    <a:pt x="816837" y="15575"/>
                  </a:lnTo>
                  <a:lnTo>
                    <a:pt x="865045" y="27340"/>
                  </a:lnTo>
                  <a:lnTo>
                    <a:pt x="911716" y="42172"/>
                  </a:lnTo>
                  <a:lnTo>
                    <a:pt x="956703" y="59942"/>
                  </a:lnTo>
                  <a:lnTo>
                    <a:pt x="999856" y="80518"/>
                  </a:lnTo>
                  <a:lnTo>
                    <a:pt x="1041030" y="103768"/>
                  </a:lnTo>
                  <a:lnTo>
                    <a:pt x="1080076" y="129562"/>
                  </a:lnTo>
                  <a:lnTo>
                    <a:pt x="1116846" y="157768"/>
                  </a:lnTo>
                  <a:lnTo>
                    <a:pt x="1151193" y="188256"/>
                  </a:lnTo>
                  <a:lnTo>
                    <a:pt x="1182970" y="220895"/>
                  </a:lnTo>
                  <a:lnTo>
                    <a:pt x="1212029" y="255553"/>
                  </a:lnTo>
                  <a:lnTo>
                    <a:pt x="1238221" y="292100"/>
                  </a:lnTo>
                  <a:lnTo>
                    <a:pt x="1261401" y="330403"/>
                  </a:lnTo>
                  <a:lnTo>
                    <a:pt x="1281419" y="370333"/>
                  </a:lnTo>
                  <a:lnTo>
                    <a:pt x="1298128" y="411758"/>
                  </a:lnTo>
                  <a:lnTo>
                    <a:pt x="1311382" y="454547"/>
                  </a:lnTo>
                  <a:lnTo>
                    <a:pt x="1321031" y="498569"/>
                  </a:lnTo>
                  <a:lnTo>
                    <a:pt x="1326929" y="543693"/>
                  </a:lnTo>
                  <a:lnTo>
                    <a:pt x="1328927" y="589788"/>
                  </a:lnTo>
                  <a:lnTo>
                    <a:pt x="1326929" y="635882"/>
                  </a:lnTo>
                  <a:lnTo>
                    <a:pt x="1321031" y="681006"/>
                  </a:lnTo>
                  <a:lnTo>
                    <a:pt x="1311382" y="725028"/>
                  </a:lnTo>
                  <a:lnTo>
                    <a:pt x="1298128" y="767817"/>
                  </a:lnTo>
                  <a:lnTo>
                    <a:pt x="1281419" y="809242"/>
                  </a:lnTo>
                  <a:lnTo>
                    <a:pt x="1261401" y="849172"/>
                  </a:lnTo>
                  <a:lnTo>
                    <a:pt x="1238221" y="887476"/>
                  </a:lnTo>
                  <a:lnTo>
                    <a:pt x="1212029" y="924022"/>
                  </a:lnTo>
                  <a:lnTo>
                    <a:pt x="1182970" y="958680"/>
                  </a:lnTo>
                  <a:lnTo>
                    <a:pt x="1151193" y="991319"/>
                  </a:lnTo>
                  <a:lnTo>
                    <a:pt x="1116846" y="1021807"/>
                  </a:lnTo>
                  <a:lnTo>
                    <a:pt x="1080076" y="1050013"/>
                  </a:lnTo>
                  <a:lnTo>
                    <a:pt x="1041030" y="1075807"/>
                  </a:lnTo>
                  <a:lnTo>
                    <a:pt x="999856" y="1099058"/>
                  </a:lnTo>
                  <a:lnTo>
                    <a:pt x="956703" y="1119633"/>
                  </a:lnTo>
                  <a:lnTo>
                    <a:pt x="911716" y="1137403"/>
                  </a:lnTo>
                  <a:lnTo>
                    <a:pt x="865045" y="1152235"/>
                  </a:lnTo>
                  <a:lnTo>
                    <a:pt x="816837" y="1164000"/>
                  </a:lnTo>
                  <a:lnTo>
                    <a:pt x="767239" y="1172566"/>
                  </a:lnTo>
                  <a:lnTo>
                    <a:pt x="716398" y="1177801"/>
                  </a:lnTo>
                  <a:lnTo>
                    <a:pt x="664463" y="1179576"/>
                  </a:lnTo>
                  <a:lnTo>
                    <a:pt x="612529" y="1177801"/>
                  </a:lnTo>
                  <a:lnTo>
                    <a:pt x="561688" y="1172566"/>
                  </a:lnTo>
                  <a:lnTo>
                    <a:pt x="512090" y="1164000"/>
                  </a:lnTo>
                  <a:lnTo>
                    <a:pt x="463882" y="1152235"/>
                  </a:lnTo>
                  <a:lnTo>
                    <a:pt x="417211" y="1137403"/>
                  </a:lnTo>
                  <a:lnTo>
                    <a:pt x="372224" y="1119633"/>
                  </a:lnTo>
                  <a:lnTo>
                    <a:pt x="329071" y="1099058"/>
                  </a:lnTo>
                  <a:lnTo>
                    <a:pt x="287897" y="1075807"/>
                  </a:lnTo>
                  <a:lnTo>
                    <a:pt x="248851" y="1050013"/>
                  </a:lnTo>
                  <a:lnTo>
                    <a:pt x="212081" y="1021807"/>
                  </a:lnTo>
                  <a:lnTo>
                    <a:pt x="177734" y="991319"/>
                  </a:lnTo>
                  <a:lnTo>
                    <a:pt x="145957" y="958680"/>
                  </a:lnTo>
                  <a:lnTo>
                    <a:pt x="116898" y="924022"/>
                  </a:lnTo>
                  <a:lnTo>
                    <a:pt x="90706" y="887476"/>
                  </a:lnTo>
                  <a:lnTo>
                    <a:pt x="67526" y="849172"/>
                  </a:lnTo>
                  <a:lnTo>
                    <a:pt x="47508" y="809242"/>
                  </a:lnTo>
                  <a:lnTo>
                    <a:pt x="30799" y="767817"/>
                  </a:lnTo>
                  <a:lnTo>
                    <a:pt x="17545" y="725028"/>
                  </a:lnTo>
                  <a:lnTo>
                    <a:pt x="7896" y="681006"/>
                  </a:lnTo>
                  <a:lnTo>
                    <a:pt x="1998" y="635882"/>
                  </a:lnTo>
                  <a:lnTo>
                    <a:pt x="0" y="589788"/>
                  </a:lnTo>
                  <a:close/>
                </a:path>
              </a:pathLst>
            </a:custGeom>
            <a:ln w="9525">
              <a:solidFill>
                <a:srgbClr val="BD4A47"/>
              </a:solidFill>
            </a:ln>
          </p:spPr>
          <p:txBody>
            <a:bodyPr wrap="square" lIns="0" tIns="0" rIns="0" bIns="0" rtlCol="0"/>
            <a:lstStyle/>
            <a:p>
              <a:endParaRPr/>
            </a:p>
          </p:txBody>
        </p:sp>
        <p:pic>
          <p:nvPicPr>
            <p:cNvPr id="13" name="object 13"/>
            <p:cNvPicPr/>
            <p:nvPr/>
          </p:nvPicPr>
          <p:blipFill>
            <a:blip r:embed="rId7" cstate="print"/>
            <a:stretch>
              <a:fillRect/>
            </a:stretch>
          </p:blipFill>
          <p:spPr>
            <a:xfrm>
              <a:off x="3788663" y="4030992"/>
              <a:ext cx="1560576" cy="1271015"/>
            </a:xfrm>
            <a:prstGeom prst="rect">
              <a:avLst/>
            </a:prstGeom>
          </p:spPr>
        </p:pic>
        <p:pic>
          <p:nvPicPr>
            <p:cNvPr id="14" name="object 14"/>
            <p:cNvPicPr/>
            <p:nvPr/>
          </p:nvPicPr>
          <p:blipFill>
            <a:blip r:embed="rId8" cstate="print"/>
            <a:stretch>
              <a:fillRect/>
            </a:stretch>
          </p:blipFill>
          <p:spPr>
            <a:xfrm>
              <a:off x="3835907" y="4058411"/>
              <a:ext cx="1470659" cy="1181100"/>
            </a:xfrm>
            <a:prstGeom prst="rect">
              <a:avLst/>
            </a:prstGeom>
          </p:spPr>
        </p:pic>
        <p:sp>
          <p:nvSpPr>
            <p:cNvPr id="15" name="object 15"/>
            <p:cNvSpPr/>
            <p:nvPr/>
          </p:nvSpPr>
          <p:spPr>
            <a:xfrm>
              <a:off x="3835907" y="4058411"/>
              <a:ext cx="1470660" cy="1181100"/>
            </a:xfrm>
            <a:custGeom>
              <a:avLst/>
              <a:gdLst/>
              <a:ahLst/>
              <a:cxnLst/>
              <a:rect l="l" t="t" r="r" b="b"/>
              <a:pathLst>
                <a:path w="1470660" h="1181100">
                  <a:moveTo>
                    <a:pt x="0" y="590550"/>
                  </a:moveTo>
                  <a:lnTo>
                    <a:pt x="1846" y="548377"/>
                  </a:lnTo>
                  <a:lnTo>
                    <a:pt x="7301" y="507004"/>
                  </a:lnTo>
                  <a:lnTo>
                    <a:pt x="16241" y="466531"/>
                  </a:lnTo>
                  <a:lnTo>
                    <a:pt x="28542" y="427058"/>
                  </a:lnTo>
                  <a:lnTo>
                    <a:pt x="44079" y="388685"/>
                  </a:lnTo>
                  <a:lnTo>
                    <a:pt x="62728" y="351512"/>
                  </a:lnTo>
                  <a:lnTo>
                    <a:pt x="84364" y="315639"/>
                  </a:lnTo>
                  <a:lnTo>
                    <a:pt x="108863" y="281165"/>
                  </a:lnTo>
                  <a:lnTo>
                    <a:pt x="136100" y="248191"/>
                  </a:lnTo>
                  <a:lnTo>
                    <a:pt x="165952" y="216817"/>
                  </a:lnTo>
                  <a:lnTo>
                    <a:pt x="198294" y="187142"/>
                  </a:lnTo>
                  <a:lnTo>
                    <a:pt x="233001" y="159267"/>
                  </a:lnTo>
                  <a:lnTo>
                    <a:pt x="269950" y="133292"/>
                  </a:lnTo>
                  <a:lnTo>
                    <a:pt x="309015" y="109315"/>
                  </a:lnTo>
                  <a:lnTo>
                    <a:pt x="350072" y="87439"/>
                  </a:lnTo>
                  <a:lnTo>
                    <a:pt x="392997" y="67762"/>
                  </a:lnTo>
                  <a:lnTo>
                    <a:pt x="437666" y="50384"/>
                  </a:lnTo>
                  <a:lnTo>
                    <a:pt x="483954" y="35405"/>
                  </a:lnTo>
                  <a:lnTo>
                    <a:pt x="531737" y="22926"/>
                  </a:lnTo>
                  <a:lnTo>
                    <a:pt x="580891" y="13045"/>
                  </a:lnTo>
                  <a:lnTo>
                    <a:pt x="631290" y="5864"/>
                  </a:lnTo>
                  <a:lnTo>
                    <a:pt x="682811" y="1482"/>
                  </a:lnTo>
                  <a:lnTo>
                    <a:pt x="735329" y="0"/>
                  </a:lnTo>
                  <a:lnTo>
                    <a:pt x="787848" y="1482"/>
                  </a:lnTo>
                  <a:lnTo>
                    <a:pt x="839369" y="5864"/>
                  </a:lnTo>
                  <a:lnTo>
                    <a:pt x="889768" y="13045"/>
                  </a:lnTo>
                  <a:lnTo>
                    <a:pt x="938922" y="22926"/>
                  </a:lnTo>
                  <a:lnTo>
                    <a:pt x="986705" y="35405"/>
                  </a:lnTo>
                  <a:lnTo>
                    <a:pt x="1032993" y="50384"/>
                  </a:lnTo>
                  <a:lnTo>
                    <a:pt x="1077662" y="67762"/>
                  </a:lnTo>
                  <a:lnTo>
                    <a:pt x="1120587" y="87439"/>
                  </a:lnTo>
                  <a:lnTo>
                    <a:pt x="1161644" y="109315"/>
                  </a:lnTo>
                  <a:lnTo>
                    <a:pt x="1200709" y="133292"/>
                  </a:lnTo>
                  <a:lnTo>
                    <a:pt x="1237658" y="159267"/>
                  </a:lnTo>
                  <a:lnTo>
                    <a:pt x="1272365" y="187142"/>
                  </a:lnTo>
                  <a:lnTo>
                    <a:pt x="1304707" y="216817"/>
                  </a:lnTo>
                  <a:lnTo>
                    <a:pt x="1334559" y="248191"/>
                  </a:lnTo>
                  <a:lnTo>
                    <a:pt x="1361796" y="281165"/>
                  </a:lnTo>
                  <a:lnTo>
                    <a:pt x="1386295" y="315639"/>
                  </a:lnTo>
                  <a:lnTo>
                    <a:pt x="1407931" y="351512"/>
                  </a:lnTo>
                  <a:lnTo>
                    <a:pt x="1426580" y="388685"/>
                  </a:lnTo>
                  <a:lnTo>
                    <a:pt x="1442117" y="427058"/>
                  </a:lnTo>
                  <a:lnTo>
                    <a:pt x="1454418" y="466531"/>
                  </a:lnTo>
                  <a:lnTo>
                    <a:pt x="1463358" y="507004"/>
                  </a:lnTo>
                  <a:lnTo>
                    <a:pt x="1468813" y="548377"/>
                  </a:lnTo>
                  <a:lnTo>
                    <a:pt x="1470659" y="590550"/>
                  </a:lnTo>
                  <a:lnTo>
                    <a:pt x="1468813" y="632724"/>
                  </a:lnTo>
                  <a:lnTo>
                    <a:pt x="1463358" y="674098"/>
                  </a:lnTo>
                  <a:lnTo>
                    <a:pt x="1454418" y="714572"/>
                  </a:lnTo>
                  <a:lnTo>
                    <a:pt x="1442117" y="754045"/>
                  </a:lnTo>
                  <a:lnTo>
                    <a:pt x="1426580" y="792419"/>
                  </a:lnTo>
                  <a:lnTo>
                    <a:pt x="1407931" y="829592"/>
                  </a:lnTo>
                  <a:lnTo>
                    <a:pt x="1386295" y="865466"/>
                  </a:lnTo>
                  <a:lnTo>
                    <a:pt x="1361796" y="899940"/>
                  </a:lnTo>
                  <a:lnTo>
                    <a:pt x="1334559" y="932913"/>
                  </a:lnTo>
                  <a:lnTo>
                    <a:pt x="1304707" y="964287"/>
                  </a:lnTo>
                  <a:lnTo>
                    <a:pt x="1272365" y="993962"/>
                  </a:lnTo>
                  <a:lnTo>
                    <a:pt x="1237658" y="1021836"/>
                  </a:lnTo>
                  <a:lnTo>
                    <a:pt x="1200709" y="1047812"/>
                  </a:lnTo>
                  <a:lnTo>
                    <a:pt x="1161644" y="1071787"/>
                  </a:lnTo>
                  <a:lnTo>
                    <a:pt x="1120587" y="1093663"/>
                  </a:lnTo>
                  <a:lnTo>
                    <a:pt x="1077662" y="1113340"/>
                  </a:lnTo>
                  <a:lnTo>
                    <a:pt x="1032993" y="1130717"/>
                  </a:lnTo>
                  <a:lnTo>
                    <a:pt x="986705" y="1145695"/>
                  </a:lnTo>
                  <a:lnTo>
                    <a:pt x="938922" y="1158174"/>
                  </a:lnTo>
                  <a:lnTo>
                    <a:pt x="889768" y="1168054"/>
                  </a:lnTo>
                  <a:lnTo>
                    <a:pt x="839369" y="1175235"/>
                  </a:lnTo>
                  <a:lnTo>
                    <a:pt x="787848" y="1179617"/>
                  </a:lnTo>
                  <a:lnTo>
                    <a:pt x="735329" y="1181100"/>
                  </a:lnTo>
                  <a:lnTo>
                    <a:pt x="682811" y="1179617"/>
                  </a:lnTo>
                  <a:lnTo>
                    <a:pt x="631290" y="1175235"/>
                  </a:lnTo>
                  <a:lnTo>
                    <a:pt x="580891" y="1168054"/>
                  </a:lnTo>
                  <a:lnTo>
                    <a:pt x="531737" y="1158174"/>
                  </a:lnTo>
                  <a:lnTo>
                    <a:pt x="483954" y="1145695"/>
                  </a:lnTo>
                  <a:lnTo>
                    <a:pt x="437666" y="1130717"/>
                  </a:lnTo>
                  <a:lnTo>
                    <a:pt x="392997" y="1113340"/>
                  </a:lnTo>
                  <a:lnTo>
                    <a:pt x="350072" y="1093663"/>
                  </a:lnTo>
                  <a:lnTo>
                    <a:pt x="309015" y="1071787"/>
                  </a:lnTo>
                  <a:lnTo>
                    <a:pt x="269950" y="1047812"/>
                  </a:lnTo>
                  <a:lnTo>
                    <a:pt x="233001" y="1021836"/>
                  </a:lnTo>
                  <a:lnTo>
                    <a:pt x="198294" y="993962"/>
                  </a:lnTo>
                  <a:lnTo>
                    <a:pt x="165952" y="964287"/>
                  </a:lnTo>
                  <a:lnTo>
                    <a:pt x="136100" y="932913"/>
                  </a:lnTo>
                  <a:lnTo>
                    <a:pt x="108863" y="899940"/>
                  </a:lnTo>
                  <a:lnTo>
                    <a:pt x="84364" y="865466"/>
                  </a:lnTo>
                  <a:lnTo>
                    <a:pt x="62728" y="829592"/>
                  </a:lnTo>
                  <a:lnTo>
                    <a:pt x="44079" y="792419"/>
                  </a:lnTo>
                  <a:lnTo>
                    <a:pt x="28542" y="754045"/>
                  </a:lnTo>
                  <a:lnTo>
                    <a:pt x="16241" y="714572"/>
                  </a:lnTo>
                  <a:lnTo>
                    <a:pt x="7301" y="674098"/>
                  </a:lnTo>
                  <a:lnTo>
                    <a:pt x="1846" y="632724"/>
                  </a:lnTo>
                  <a:lnTo>
                    <a:pt x="0" y="590550"/>
                  </a:lnTo>
                  <a:close/>
                </a:path>
              </a:pathLst>
            </a:custGeom>
            <a:ln w="9525">
              <a:solidFill>
                <a:srgbClr val="BD4A47"/>
              </a:solidFill>
            </a:ln>
          </p:spPr>
          <p:txBody>
            <a:bodyPr wrap="square" lIns="0" tIns="0" rIns="0" bIns="0" rtlCol="0"/>
            <a:lstStyle/>
            <a:p>
              <a:endParaRPr/>
            </a:p>
          </p:txBody>
        </p:sp>
        <p:pic>
          <p:nvPicPr>
            <p:cNvPr id="16" name="object 16"/>
            <p:cNvPicPr/>
            <p:nvPr/>
          </p:nvPicPr>
          <p:blipFill>
            <a:blip r:embed="rId9" cstate="print"/>
            <a:stretch>
              <a:fillRect/>
            </a:stretch>
          </p:blipFill>
          <p:spPr>
            <a:xfrm>
              <a:off x="5154168" y="1821180"/>
              <a:ext cx="1309115" cy="1309116"/>
            </a:xfrm>
            <a:prstGeom prst="rect">
              <a:avLst/>
            </a:prstGeom>
          </p:spPr>
        </p:pic>
        <p:pic>
          <p:nvPicPr>
            <p:cNvPr id="17" name="object 17"/>
            <p:cNvPicPr/>
            <p:nvPr/>
          </p:nvPicPr>
          <p:blipFill>
            <a:blip r:embed="rId10" cstate="print"/>
            <a:stretch>
              <a:fillRect/>
            </a:stretch>
          </p:blipFill>
          <p:spPr>
            <a:xfrm>
              <a:off x="5202537" y="1848455"/>
              <a:ext cx="1217467" cy="1218688"/>
            </a:xfrm>
            <a:prstGeom prst="rect">
              <a:avLst/>
            </a:prstGeom>
          </p:spPr>
        </p:pic>
        <p:sp>
          <p:nvSpPr>
            <p:cNvPr id="18" name="object 18"/>
            <p:cNvSpPr/>
            <p:nvPr/>
          </p:nvSpPr>
          <p:spPr>
            <a:xfrm>
              <a:off x="5202537" y="1848455"/>
              <a:ext cx="1217930" cy="1219200"/>
            </a:xfrm>
            <a:custGeom>
              <a:avLst/>
              <a:gdLst/>
              <a:ahLst/>
              <a:cxnLst/>
              <a:rect l="l" t="t" r="r" b="b"/>
              <a:pathLst>
                <a:path w="1217929" h="1219200">
                  <a:moveTo>
                    <a:pt x="144797" y="217072"/>
                  </a:moveTo>
                  <a:lnTo>
                    <a:pt x="177013" y="181791"/>
                  </a:lnTo>
                  <a:lnTo>
                    <a:pt x="211303" y="149580"/>
                  </a:lnTo>
                  <a:lnTo>
                    <a:pt x="247477" y="120458"/>
                  </a:lnTo>
                  <a:lnTo>
                    <a:pt x="285344" y="94439"/>
                  </a:lnTo>
                  <a:lnTo>
                    <a:pt x="324713" y="71541"/>
                  </a:lnTo>
                  <a:lnTo>
                    <a:pt x="365393" y="51779"/>
                  </a:lnTo>
                  <a:lnTo>
                    <a:pt x="407193" y="35171"/>
                  </a:lnTo>
                  <a:lnTo>
                    <a:pt x="449923" y="21732"/>
                  </a:lnTo>
                  <a:lnTo>
                    <a:pt x="493392" y="11479"/>
                  </a:lnTo>
                  <a:lnTo>
                    <a:pt x="537409" y="4428"/>
                  </a:lnTo>
                  <a:lnTo>
                    <a:pt x="581783" y="596"/>
                  </a:lnTo>
                  <a:lnTo>
                    <a:pt x="626324" y="0"/>
                  </a:lnTo>
                  <a:lnTo>
                    <a:pt x="670839" y="2654"/>
                  </a:lnTo>
                  <a:lnTo>
                    <a:pt x="715140" y="8576"/>
                  </a:lnTo>
                  <a:lnTo>
                    <a:pt x="759035" y="17782"/>
                  </a:lnTo>
                  <a:lnTo>
                    <a:pt x="802333" y="30289"/>
                  </a:lnTo>
                  <a:lnTo>
                    <a:pt x="844843" y="46113"/>
                  </a:lnTo>
                  <a:lnTo>
                    <a:pt x="886374" y="65270"/>
                  </a:lnTo>
                  <a:lnTo>
                    <a:pt x="926737" y="87777"/>
                  </a:lnTo>
                  <a:lnTo>
                    <a:pt x="965739" y="113649"/>
                  </a:lnTo>
                  <a:lnTo>
                    <a:pt x="1003190" y="142904"/>
                  </a:lnTo>
                  <a:lnTo>
                    <a:pt x="1038252" y="174966"/>
                  </a:lnTo>
                  <a:lnTo>
                    <a:pt x="1070237" y="209122"/>
                  </a:lnTo>
                  <a:lnTo>
                    <a:pt x="1099132" y="245179"/>
                  </a:lnTo>
                  <a:lnTo>
                    <a:pt x="1124918" y="282948"/>
                  </a:lnTo>
                  <a:lnTo>
                    <a:pt x="1147582" y="322236"/>
                  </a:lnTo>
                  <a:lnTo>
                    <a:pt x="1167108" y="362854"/>
                  </a:lnTo>
                  <a:lnTo>
                    <a:pt x="1183479" y="404609"/>
                  </a:lnTo>
                  <a:lnTo>
                    <a:pt x="1196679" y="447312"/>
                  </a:lnTo>
                  <a:lnTo>
                    <a:pt x="1206694" y="490770"/>
                  </a:lnTo>
                  <a:lnTo>
                    <a:pt x="1213508" y="534793"/>
                  </a:lnTo>
                  <a:lnTo>
                    <a:pt x="1217104" y="579189"/>
                  </a:lnTo>
                  <a:lnTo>
                    <a:pt x="1217467" y="623769"/>
                  </a:lnTo>
                  <a:lnTo>
                    <a:pt x="1214582" y="668340"/>
                  </a:lnTo>
                  <a:lnTo>
                    <a:pt x="1208432" y="712711"/>
                  </a:lnTo>
                  <a:lnTo>
                    <a:pt x="1199002" y="756692"/>
                  </a:lnTo>
                  <a:lnTo>
                    <a:pt x="1186276" y="800092"/>
                  </a:lnTo>
                  <a:lnTo>
                    <a:pt x="1170238" y="842718"/>
                  </a:lnTo>
                  <a:lnTo>
                    <a:pt x="1150874" y="884382"/>
                  </a:lnTo>
                  <a:lnTo>
                    <a:pt x="1128166" y="924890"/>
                  </a:lnTo>
                  <a:lnTo>
                    <a:pt x="1102100" y="964053"/>
                  </a:lnTo>
                  <a:lnTo>
                    <a:pt x="1072659" y="1001678"/>
                  </a:lnTo>
                  <a:lnTo>
                    <a:pt x="1040443" y="1036944"/>
                  </a:lnTo>
                  <a:lnTo>
                    <a:pt x="1006153" y="1069141"/>
                  </a:lnTo>
                  <a:lnTo>
                    <a:pt x="969980" y="1098253"/>
                  </a:lnTo>
                  <a:lnTo>
                    <a:pt x="932113" y="1124264"/>
                  </a:lnTo>
                  <a:lnTo>
                    <a:pt x="892745" y="1147156"/>
                  </a:lnTo>
                  <a:lnTo>
                    <a:pt x="852067" y="1166913"/>
                  </a:lnTo>
                  <a:lnTo>
                    <a:pt x="810268" y="1183519"/>
                  </a:lnTo>
                  <a:lnTo>
                    <a:pt x="767540" y="1196956"/>
                  </a:lnTo>
                  <a:lnTo>
                    <a:pt x="724074" y="1207209"/>
                  </a:lnTo>
                  <a:lnTo>
                    <a:pt x="680061" y="1214259"/>
                  </a:lnTo>
                  <a:lnTo>
                    <a:pt x="635692" y="1218091"/>
                  </a:lnTo>
                  <a:lnTo>
                    <a:pt x="591157" y="1218688"/>
                  </a:lnTo>
                  <a:lnTo>
                    <a:pt x="546647" y="1216033"/>
                  </a:lnTo>
                  <a:lnTo>
                    <a:pt x="502354" y="1210109"/>
                  </a:lnTo>
                  <a:lnTo>
                    <a:pt x="458468" y="1200900"/>
                  </a:lnTo>
                  <a:lnTo>
                    <a:pt x="415180" y="1188389"/>
                  </a:lnTo>
                  <a:lnTo>
                    <a:pt x="372681" y="1172559"/>
                  </a:lnTo>
                  <a:lnTo>
                    <a:pt x="331162" y="1153394"/>
                  </a:lnTo>
                  <a:lnTo>
                    <a:pt x="290814" y="1130877"/>
                  </a:lnTo>
                  <a:lnTo>
                    <a:pt x="251827" y="1104991"/>
                  </a:lnTo>
                  <a:lnTo>
                    <a:pt x="214393" y="1075719"/>
                  </a:lnTo>
                  <a:lnTo>
                    <a:pt x="179315" y="1043658"/>
                  </a:lnTo>
                  <a:lnTo>
                    <a:pt x="147313" y="1009505"/>
                  </a:lnTo>
                  <a:lnTo>
                    <a:pt x="118405" y="973452"/>
                  </a:lnTo>
                  <a:lnTo>
                    <a:pt x="92605" y="935688"/>
                  </a:lnTo>
                  <a:lnTo>
                    <a:pt x="69930" y="896406"/>
                  </a:lnTo>
                  <a:lnTo>
                    <a:pt x="50395" y="855795"/>
                  </a:lnTo>
                  <a:lnTo>
                    <a:pt x="34016" y="814048"/>
                  </a:lnTo>
                  <a:lnTo>
                    <a:pt x="20807" y="771354"/>
                  </a:lnTo>
                  <a:lnTo>
                    <a:pt x="10786" y="727904"/>
                  </a:lnTo>
                  <a:lnTo>
                    <a:pt x="3967" y="683890"/>
                  </a:lnTo>
                  <a:lnTo>
                    <a:pt x="366" y="639503"/>
                  </a:lnTo>
                  <a:lnTo>
                    <a:pt x="0" y="594932"/>
                  </a:lnTo>
                  <a:lnTo>
                    <a:pt x="2882" y="550370"/>
                  </a:lnTo>
                  <a:lnTo>
                    <a:pt x="9030" y="506007"/>
                  </a:lnTo>
                  <a:lnTo>
                    <a:pt x="18458" y="462034"/>
                  </a:lnTo>
                  <a:lnTo>
                    <a:pt x="31182" y="418641"/>
                  </a:lnTo>
                  <a:lnTo>
                    <a:pt x="47219" y="376020"/>
                  </a:lnTo>
                  <a:lnTo>
                    <a:pt x="66583" y="334362"/>
                  </a:lnTo>
                  <a:lnTo>
                    <a:pt x="89290" y="293858"/>
                  </a:lnTo>
                  <a:lnTo>
                    <a:pt x="115357" y="254697"/>
                  </a:lnTo>
                  <a:lnTo>
                    <a:pt x="144797" y="217072"/>
                  </a:lnTo>
                </a:path>
              </a:pathLst>
            </a:custGeom>
            <a:ln w="9525">
              <a:solidFill>
                <a:srgbClr val="BD4A47"/>
              </a:solidFill>
            </a:ln>
          </p:spPr>
          <p:txBody>
            <a:bodyPr wrap="square" lIns="0" tIns="0" rIns="0" bIns="0" rtlCol="0"/>
            <a:lstStyle/>
            <a:p>
              <a:endParaRPr/>
            </a:p>
          </p:txBody>
        </p:sp>
        <p:pic>
          <p:nvPicPr>
            <p:cNvPr id="19" name="object 19"/>
            <p:cNvPicPr/>
            <p:nvPr/>
          </p:nvPicPr>
          <p:blipFill>
            <a:blip r:embed="rId11" cstate="print"/>
            <a:stretch>
              <a:fillRect/>
            </a:stretch>
          </p:blipFill>
          <p:spPr>
            <a:xfrm>
              <a:off x="5634227" y="3032747"/>
              <a:ext cx="2153412" cy="725436"/>
            </a:xfrm>
            <a:prstGeom prst="rect">
              <a:avLst/>
            </a:prstGeom>
          </p:spPr>
        </p:pic>
        <p:pic>
          <p:nvPicPr>
            <p:cNvPr id="20" name="object 20"/>
            <p:cNvPicPr/>
            <p:nvPr/>
          </p:nvPicPr>
          <p:blipFill>
            <a:blip r:embed="rId12" cstate="print"/>
            <a:stretch>
              <a:fillRect/>
            </a:stretch>
          </p:blipFill>
          <p:spPr>
            <a:xfrm>
              <a:off x="5681472" y="3060192"/>
              <a:ext cx="2063496" cy="635507"/>
            </a:xfrm>
            <a:prstGeom prst="rect">
              <a:avLst/>
            </a:prstGeom>
          </p:spPr>
        </p:pic>
        <p:sp>
          <p:nvSpPr>
            <p:cNvPr id="21" name="object 21"/>
            <p:cNvSpPr/>
            <p:nvPr/>
          </p:nvSpPr>
          <p:spPr>
            <a:xfrm>
              <a:off x="5681472" y="3060192"/>
              <a:ext cx="2063750" cy="635635"/>
            </a:xfrm>
            <a:custGeom>
              <a:avLst/>
              <a:gdLst/>
              <a:ahLst/>
              <a:cxnLst/>
              <a:rect l="l" t="t" r="r" b="b"/>
              <a:pathLst>
                <a:path w="2063750" h="635635">
                  <a:moveTo>
                    <a:pt x="1031748" y="0"/>
                  </a:moveTo>
                  <a:lnTo>
                    <a:pt x="1102391" y="732"/>
                  </a:lnTo>
                  <a:lnTo>
                    <a:pt x="1171756" y="2900"/>
                  </a:lnTo>
                  <a:lnTo>
                    <a:pt x="1239689" y="6454"/>
                  </a:lnTo>
                  <a:lnTo>
                    <a:pt x="1306038" y="11348"/>
                  </a:lnTo>
                  <a:lnTo>
                    <a:pt x="1370647" y="17535"/>
                  </a:lnTo>
                  <a:lnTo>
                    <a:pt x="1433363" y="24967"/>
                  </a:lnTo>
                  <a:lnTo>
                    <a:pt x="1494033" y="33597"/>
                  </a:lnTo>
                  <a:lnTo>
                    <a:pt x="1552504" y="43377"/>
                  </a:lnTo>
                  <a:lnTo>
                    <a:pt x="1608621" y="54261"/>
                  </a:lnTo>
                  <a:lnTo>
                    <a:pt x="1662231" y="66200"/>
                  </a:lnTo>
                  <a:lnTo>
                    <a:pt x="1713180" y="79149"/>
                  </a:lnTo>
                  <a:lnTo>
                    <a:pt x="1761315" y="93059"/>
                  </a:lnTo>
                  <a:lnTo>
                    <a:pt x="1806482" y="107883"/>
                  </a:lnTo>
                  <a:lnTo>
                    <a:pt x="1848527" y="123574"/>
                  </a:lnTo>
                  <a:lnTo>
                    <a:pt x="1887297" y="140084"/>
                  </a:lnTo>
                  <a:lnTo>
                    <a:pt x="1922638" y="157367"/>
                  </a:lnTo>
                  <a:lnTo>
                    <a:pt x="1982420" y="194059"/>
                  </a:lnTo>
                  <a:lnTo>
                    <a:pt x="2026643" y="233274"/>
                  </a:lnTo>
                  <a:lnTo>
                    <a:pt x="2054077" y="274631"/>
                  </a:lnTo>
                  <a:lnTo>
                    <a:pt x="2063496" y="317753"/>
                  </a:lnTo>
                  <a:lnTo>
                    <a:pt x="2061115" y="339512"/>
                  </a:lnTo>
                  <a:lnTo>
                    <a:pt x="2042535" y="381799"/>
                  </a:lnTo>
                  <a:lnTo>
                    <a:pt x="2006553" y="422132"/>
                  </a:lnTo>
                  <a:lnTo>
                    <a:pt x="1954397" y="460133"/>
                  </a:lnTo>
                  <a:lnTo>
                    <a:pt x="1887297" y="495423"/>
                  </a:lnTo>
                  <a:lnTo>
                    <a:pt x="1848527" y="511933"/>
                  </a:lnTo>
                  <a:lnTo>
                    <a:pt x="1806482" y="527624"/>
                  </a:lnTo>
                  <a:lnTo>
                    <a:pt x="1761315" y="542448"/>
                  </a:lnTo>
                  <a:lnTo>
                    <a:pt x="1713180" y="556358"/>
                  </a:lnTo>
                  <a:lnTo>
                    <a:pt x="1662231" y="569307"/>
                  </a:lnTo>
                  <a:lnTo>
                    <a:pt x="1608621" y="581246"/>
                  </a:lnTo>
                  <a:lnTo>
                    <a:pt x="1552504" y="592130"/>
                  </a:lnTo>
                  <a:lnTo>
                    <a:pt x="1494033" y="601910"/>
                  </a:lnTo>
                  <a:lnTo>
                    <a:pt x="1433363" y="610540"/>
                  </a:lnTo>
                  <a:lnTo>
                    <a:pt x="1370647" y="617972"/>
                  </a:lnTo>
                  <a:lnTo>
                    <a:pt x="1306038" y="624159"/>
                  </a:lnTo>
                  <a:lnTo>
                    <a:pt x="1239689" y="629053"/>
                  </a:lnTo>
                  <a:lnTo>
                    <a:pt x="1171756" y="632607"/>
                  </a:lnTo>
                  <a:lnTo>
                    <a:pt x="1102391" y="634775"/>
                  </a:lnTo>
                  <a:lnTo>
                    <a:pt x="1031748" y="635507"/>
                  </a:lnTo>
                  <a:lnTo>
                    <a:pt x="961104" y="634775"/>
                  </a:lnTo>
                  <a:lnTo>
                    <a:pt x="891739" y="632607"/>
                  </a:lnTo>
                  <a:lnTo>
                    <a:pt x="823806" y="629053"/>
                  </a:lnTo>
                  <a:lnTo>
                    <a:pt x="757457" y="624159"/>
                  </a:lnTo>
                  <a:lnTo>
                    <a:pt x="692848" y="617972"/>
                  </a:lnTo>
                  <a:lnTo>
                    <a:pt x="630132" y="610540"/>
                  </a:lnTo>
                  <a:lnTo>
                    <a:pt x="569462" y="601910"/>
                  </a:lnTo>
                  <a:lnTo>
                    <a:pt x="510991" y="592130"/>
                  </a:lnTo>
                  <a:lnTo>
                    <a:pt x="454874" y="581246"/>
                  </a:lnTo>
                  <a:lnTo>
                    <a:pt x="401264" y="569307"/>
                  </a:lnTo>
                  <a:lnTo>
                    <a:pt x="350315" y="556358"/>
                  </a:lnTo>
                  <a:lnTo>
                    <a:pt x="302180" y="542448"/>
                  </a:lnTo>
                  <a:lnTo>
                    <a:pt x="257013" y="527624"/>
                  </a:lnTo>
                  <a:lnTo>
                    <a:pt x="214968" y="511933"/>
                  </a:lnTo>
                  <a:lnTo>
                    <a:pt x="176198" y="495423"/>
                  </a:lnTo>
                  <a:lnTo>
                    <a:pt x="140857" y="478140"/>
                  </a:lnTo>
                  <a:lnTo>
                    <a:pt x="81075" y="441448"/>
                  </a:lnTo>
                  <a:lnTo>
                    <a:pt x="36852" y="402233"/>
                  </a:lnTo>
                  <a:lnTo>
                    <a:pt x="9418" y="360876"/>
                  </a:lnTo>
                  <a:lnTo>
                    <a:pt x="0" y="317753"/>
                  </a:lnTo>
                  <a:lnTo>
                    <a:pt x="2380" y="295995"/>
                  </a:lnTo>
                  <a:lnTo>
                    <a:pt x="20960" y="253708"/>
                  </a:lnTo>
                  <a:lnTo>
                    <a:pt x="56942" y="213375"/>
                  </a:lnTo>
                  <a:lnTo>
                    <a:pt x="109098" y="175374"/>
                  </a:lnTo>
                  <a:lnTo>
                    <a:pt x="176198" y="140084"/>
                  </a:lnTo>
                  <a:lnTo>
                    <a:pt x="214968" y="123574"/>
                  </a:lnTo>
                  <a:lnTo>
                    <a:pt x="257013" y="107883"/>
                  </a:lnTo>
                  <a:lnTo>
                    <a:pt x="302180" y="93059"/>
                  </a:lnTo>
                  <a:lnTo>
                    <a:pt x="350315" y="79149"/>
                  </a:lnTo>
                  <a:lnTo>
                    <a:pt x="401264" y="66200"/>
                  </a:lnTo>
                  <a:lnTo>
                    <a:pt x="454874" y="54261"/>
                  </a:lnTo>
                  <a:lnTo>
                    <a:pt x="510991" y="43377"/>
                  </a:lnTo>
                  <a:lnTo>
                    <a:pt x="569462" y="33597"/>
                  </a:lnTo>
                  <a:lnTo>
                    <a:pt x="630132" y="24967"/>
                  </a:lnTo>
                  <a:lnTo>
                    <a:pt x="692848" y="17535"/>
                  </a:lnTo>
                  <a:lnTo>
                    <a:pt x="757457" y="11348"/>
                  </a:lnTo>
                  <a:lnTo>
                    <a:pt x="823806" y="6454"/>
                  </a:lnTo>
                  <a:lnTo>
                    <a:pt x="891739" y="2900"/>
                  </a:lnTo>
                  <a:lnTo>
                    <a:pt x="961104" y="732"/>
                  </a:lnTo>
                  <a:lnTo>
                    <a:pt x="1031748" y="0"/>
                  </a:lnTo>
                  <a:close/>
                </a:path>
              </a:pathLst>
            </a:custGeom>
            <a:ln w="9525">
              <a:solidFill>
                <a:srgbClr val="BD4A47"/>
              </a:solidFill>
            </a:ln>
          </p:spPr>
          <p:txBody>
            <a:bodyPr wrap="square" lIns="0" tIns="0" rIns="0" bIns="0" rtlCol="0"/>
            <a:lstStyle/>
            <a:p>
              <a:endParaRPr/>
            </a:p>
          </p:txBody>
        </p:sp>
        <p:pic>
          <p:nvPicPr>
            <p:cNvPr id="22" name="object 22"/>
            <p:cNvPicPr/>
            <p:nvPr/>
          </p:nvPicPr>
          <p:blipFill>
            <a:blip r:embed="rId13" cstate="print"/>
            <a:stretch>
              <a:fillRect/>
            </a:stretch>
          </p:blipFill>
          <p:spPr>
            <a:xfrm>
              <a:off x="5306568" y="3531108"/>
              <a:ext cx="1662684" cy="1495044"/>
            </a:xfrm>
            <a:prstGeom prst="rect">
              <a:avLst/>
            </a:prstGeom>
          </p:spPr>
        </p:pic>
        <p:pic>
          <p:nvPicPr>
            <p:cNvPr id="23" name="object 23"/>
            <p:cNvPicPr/>
            <p:nvPr/>
          </p:nvPicPr>
          <p:blipFill>
            <a:blip r:embed="rId14" cstate="print"/>
            <a:stretch>
              <a:fillRect/>
            </a:stretch>
          </p:blipFill>
          <p:spPr>
            <a:xfrm>
              <a:off x="5354261" y="3558807"/>
              <a:ext cx="1571723" cy="1404647"/>
            </a:xfrm>
            <a:prstGeom prst="rect">
              <a:avLst/>
            </a:prstGeom>
          </p:spPr>
        </p:pic>
        <p:sp>
          <p:nvSpPr>
            <p:cNvPr id="24" name="object 24"/>
            <p:cNvSpPr/>
            <p:nvPr/>
          </p:nvSpPr>
          <p:spPr>
            <a:xfrm>
              <a:off x="5354261" y="3558807"/>
              <a:ext cx="1572260" cy="1405255"/>
            </a:xfrm>
            <a:custGeom>
              <a:avLst/>
              <a:gdLst/>
              <a:ahLst/>
              <a:cxnLst/>
              <a:rect l="l" t="t" r="r" b="b"/>
              <a:pathLst>
                <a:path w="1572259" h="1405254">
                  <a:moveTo>
                    <a:pt x="1086797" y="339076"/>
                  </a:moveTo>
                  <a:lnTo>
                    <a:pt x="1133874" y="379386"/>
                  </a:lnTo>
                  <a:lnTo>
                    <a:pt x="1178874" y="420526"/>
                  </a:lnTo>
                  <a:lnTo>
                    <a:pt x="1221741" y="462369"/>
                  </a:lnTo>
                  <a:lnTo>
                    <a:pt x="1262417" y="504788"/>
                  </a:lnTo>
                  <a:lnTo>
                    <a:pt x="1300849" y="547656"/>
                  </a:lnTo>
                  <a:lnTo>
                    <a:pt x="1336978" y="590846"/>
                  </a:lnTo>
                  <a:lnTo>
                    <a:pt x="1370750" y="634231"/>
                  </a:lnTo>
                  <a:lnTo>
                    <a:pt x="1402109" y="677684"/>
                  </a:lnTo>
                  <a:lnTo>
                    <a:pt x="1430998" y="721077"/>
                  </a:lnTo>
                  <a:lnTo>
                    <a:pt x="1457360" y="764283"/>
                  </a:lnTo>
                  <a:lnTo>
                    <a:pt x="1481142" y="807176"/>
                  </a:lnTo>
                  <a:lnTo>
                    <a:pt x="1502285" y="849629"/>
                  </a:lnTo>
                  <a:lnTo>
                    <a:pt x="1520734" y="891514"/>
                  </a:lnTo>
                  <a:lnTo>
                    <a:pt x="1536434" y="932704"/>
                  </a:lnTo>
                  <a:lnTo>
                    <a:pt x="1549328" y="973072"/>
                  </a:lnTo>
                  <a:lnTo>
                    <a:pt x="1559360" y="1012492"/>
                  </a:lnTo>
                  <a:lnTo>
                    <a:pt x="1566473" y="1050836"/>
                  </a:lnTo>
                  <a:lnTo>
                    <a:pt x="1571723" y="1123787"/>
                  </a:lnTo>
                  <a:lnTo>
                    <a:pt x="1569746" y="1158140"/>
                  </a:lnTo>
                  <a:lnTo>
                    <a:pt x="1556311" y="1221967"/>
                  </a:lnTo>
                  <a:lnTo>
                    <a:pt x="1529859" y="1278441"/>
                  </a:lnTo>
                  <a:lnTo>
                    <a:pt x="1490276" y="1326208"/>
                  </a:lnTo>
                  <a:lnTo>
                    <a:pt x="1439694" y="1362697"/>
                  </a:lnTo>
                  <a:lnTo>
                    <a:pt x="1379466" y="1387765"/>
                  </a:lnTo>
                  <a:lnTo>
                    <a:pt x="1310674" y="1401665"/>
                  </a:lnTo>
                  <a:lnTo>
                    <a:pt x="1234401" y="1404647"/>
                  </a:lnTo>
                  <a:lnTo>
                    <a:pt x="1193797" y="1402122"/>
                  </a:lnTo>
                  <a:lnTo>
                    <a:pt x="1151729" y="1396961"/>
                  </a:lnTo>
                  <a:lnTo>
                    <a:pt x="1108332" y="1389197"/>
                  </a:lnTo>
                  <a:lnTo>
                    <a:pt x="1063742" y="1378860"/>
                  </a:lnTo>
                  <a:lnTo>
                    <a:pt x="1018093" y="1365981"/>
                  </a:lnTo>
                  <a:lnTo>
                    <a:pt x="971521" y="1350593"/>
                  </a:lnTo>
                  <a:lnTo>
                    <a:pt x="924162" y="1332726"/>
                  </a:lnTo>
                  <a:lnTo>
                    <a:pt x="876151" y="1312412"/>
                  </a:lnTo>
                  <a:lnTo>
                    <a:pt x="827622" y="1289682"/>
                  </a:lnTo>
                  <a:lnTo>
                    <a:pt x="778712" y="1264568"/>
                  </a:lnTo>
                  <a:lnTo>
                    <a:pt x="729556" y="1237101"/>
                  </a:lnTo>
                  <a:lnTo>
                    <a:pt x="680289" y="1207312"/>
                  </a:lnTo>
                  <a:lnTo>
                    <a:pt x="631046" y="1175232"/>
                  </a:lnTo>
                  <a:lnTo>
                    <a:pt x="581963" y="1140894"/>
                  </a:lnTo>
                  <a:lnTo>
                    <a:pt x="533175" y="1104329"/>
                  </a:lnTo>
                  <a:lnTo>
                    <a:pt x="484817" y="1065567"/>
                  </a:lnTo>
                  <a:lnTo>
                    <a:pt x="437740" y="1025265"/>
                  </a:lnTo>
                  <a:lnTo>
                    <a:pt x="392742" y="984131"/>
                  </a:lnTo>
                  <a:lnTo>
                    <a:pt x="349878" y="942293"/>
                  </a:lnTo>
                  <a:lnTo>
                    <a:pt x="309205" y="899878"/>
                  </a:lnTo>
                  <a:lnTo>
                    <a:pt x="270778" y="857012"/>
                  </a:lnTo>
                  <a:lnTo>
                    <a:pt x="234654" y="813823"/>
                  </a:lnTo>
                  <a:lnTo>
                    <a:pt x="200887" y="770439"/>
                  </a:lnTo>
                  <a:lnTo>
                    <a:pt x="169535" y="726986"/>
                  </a:lnTo>
                  <a:lnTo>
                    <a:pt x="140654" y="683592"/>
                  </a:lnTo>
                  <a:lnTo>
                    <a:pt x="114298" y="640384"/>
                  </a:lnTo>
                  <a:lnTo>
                    <a:pt x="90524" y="597489"/>
                  </a:lnTo>
                  <a:lnTo>
                    <a:pt x="69388" y="555034"/>
                  </a:lnTo>
                  <a:lnTo>
                    <a:pt x="50947" y="513147"/>
                  </a:lnTo>
                  <a:lnTo>
                    <a:pt x="35254" y="471954"/>
                  </a:lnTo>
                  <a:lnTo>
                    <a:pt x="22368" y="431584"/>
                  </a:lnTo>
                  <a:lnTo>
                    <a:pt x="12344" y="392163"/>
                  </a:lnTo>
                  <a:lnTo>
                    <a:pt x="5237" y="353818"/>
                  </a:lnTo>
                  <a:lnTo>
                    <a:pt x="0" y="280867"/>
                  </a:lnTo>
                  <a:lnTo>
                    <a:pt x="1981" y="246515"/>
                  </a:lnTo>
                  <a:lnTo>
                    <a:pt x="15424" y="182693"/>
                  </a:lnTo>
                  <a:lnTo>
                    <a:pt x="41881" y="126231"/>
                  </a:lnTo>
                  <a:lnTo>
                    <a:pt x="81450" y="78468"/>
                  </a:lnTo>
                  <a:lnTo>
                    <a:pt x="132006" y="41971"/>
                  </a:lnTo>
                  <a:lnTo>
                    <a:pt x="192213" y="16894"/>
                  </a:lnTo>
                  <a:lnTo>
                    <a:pt x="260987" y="2987"/>
                  </a:lnTo>
                  <a:lnTo>
                    <a:pt x="337246" y="0"/>
                  </a:lnTo>
                  <a:lnTo>
                    <a:pt x="377844" y="2522"/>
                  </a:lnTo>
                  <a:lnTo>
                    <a:pt x="419907" y="7680"/>
                  </a:lnTo>
                  <a:lnTo>
                    <a:pt x="463299" y="15442"/>
                  </a:lnTo>
                  <a:lnTo>
                    <a:pt x="507886" y="25777"/>
                  </a:lnTo>
                  <a:lnTo>
                    <a:pt x="553531" y="38654"/>
                  </a:lnTo>
                  <a:lnTo>
                    <a:pt x="600100" y="54041"/>
                  </a:lnTo>
                  <a:lnTo>
                    <a:pt x="647457" y="71907"/>
                  </a:lnTo>
                  <a:lnTo>
                    <a:pt x="695467" y="92221"/>
                  </a:lnTo>
                  <a:lnTo>
                    <a:pt x="743994" y="114950"/>
                  </a:lnTo>
                  <a:lnTo>
                    <a:pt x="792903" y="140065"/>
                  </a:lnTo>
                  <a:lnTo>
                    <a:pt x="842059" y="167532"/>
                  </a:lnTo>
                  <a:lnTo>
                    <a:pt x="891325" y="197322"/>
                  </a:lnTo>
                  <a:lnTo>
                    <a:pt x="940568" y="229403"/>
                  </a:lnTo>
                  <a:lnTo>
                    <a:pt x="989651" y="263743"/>
                  </a:lnTo>
                  <a:lnTo>
                    <a:pt x="1038439" y="300311"/>
                  </a:lnTo>
                  <a:lnTo>
                    <a:pt x="1086797" y="339076"/>
                  </a:lnTo>
                  <a:close/>
                </a:path>
              </a:pathLst>
            </a:custGeom>
            <a:ln w="9525">
              <a:solidFill>
                <a:srgbClr val="BD4A47"/>
              </a:solidFill>
            </a:ln>
          </p:spPr>
          <p:txBody>
            <a:bodyPr wrap="square" lIns="0" tIns="0" rIns="0" bIns="0" rtlCol="0"/>
            <a:lstStyle/>
            <a:p>
              <a:endParaRPr/>
            </a:p>
          </p:txBody>
        </p:sp>
        <p:pic>
          <p:nvPicPr>
            <p:cNvPr id="25" name="object 25"/>
            <p:cNvPicPr/>
            <p:nvPr/>
          </p:nvPicPr>
          <p:blipFill>
            <a:blip r:embed="rId15" cstate="print"/>
            <a:stretch>
              <a:fillRect/>
            </a:stretch>
          </p:blipFill>
          <p:spPr>
            <a:xfrm>
              <a:off x="2081783" y="1868424"/>
              <a:ext cx="1699260" cy="1420368"/>
            </a:xfrm>
            <a:prstGeom prst="rect">
              <a:avLst/>
            </a:prstGeom>
          </p:spPr>
        </p:pic>
        <p:pic>
          <p:nvPicPr>
            <p:cNvPr id="26" name="object 26"/>
            <p:cNvPicPr/>
            <p:nvPr/>
          </p:nvPicPr>
          <p:blipFill>
            <a:blip r:embed="rId16" cstate="print"/>
            <a:stretch>
              <a:fillRect/>
            </a:stretch>
          </p:blipFill>
          <p:spPr>
            <a:xfrm>
              <a:off x="2128987" y="1896364"/>
              <a:ext cx="1608916" cy="1329816"/>
            </a:xfrm>
            <a:prstGeom prst="rect">
              <a:avLst/>
            </a:prstGeom>
          </p:spPr>
        </p:pic>
        <p:sp>
          <p:nvSpPr>
            <p:cNvPr id="27" name="object 27"/>
            <p:cNvSpPr/>
            <p:nvPr/>
          </p:nvSpPr>
          <p:spPr>
            <a:xfrm>
              <a:off x="2128987" y="1896364"/>
              <a:ext cx="1609090" cy="1330325"/>
            </a:xfrm>
            <a:custGeom>
              <a:avLst/>
              <a:gdLst/>
              <a:ahLst/>
              <a:cxnLst/>
              <a:rect l="l" t="t" r="r" b="b"/>
              <a:pathLst>
                <a:path w="1609089" h="1330325">
                  <a:moveTo>
                    <a:pt x="557824" y="990727"/>
                  </a:moveTo>
                  <a:lnTo>
                    <a:pt x="505965" y="950299"/>
                  </a:lnTo>
                  <a:lnTo>
                    <a:pt x="456168" y="909118"/>
                  </a:lnTo>
                  <a:lnTo>
                    <a:pt x="408510" y="867318"/>
                  </a:lnTo>
                  <a:lnTo>
                    <a:pt x="363069" y="825033"/>
                  </a:lnTo>
                  <a:lnTo>
                    <a:pt x="319921" y="782399"/>
                  </a:lnTo>
                  <a:lnTo>
                    <a:pt x="279144" y="739550"/>
                  </a:lnTo>
                  <a:lnTo>
                    <a:pt x="240816" y="696622"/>
                  </a:lnTo>
                  <a:lnTo>
                    <a:pt x="205013" y="653748"/>
                  </a:lnTo>
                  <a:lnTo>
                    <a:pt x="171813" y="611065"/>
                  </a:lnTo>
                  <a:lnTo>
                    <a:pt x="141294" y="568707"/>
                  </a:lnTo>
                  <a:lnTo>
                    <a:pt x="113533" y="526808"/>
                  </a:lnTo>
                  <a:lnTo>
                    <a:pt x="88606" y="485505"/>
                  </a:lnTo>
                  <a:lnTo>
                    <a:pt x="66592" y="444930"/>
                  </a:lnTo>
                  <a:lnTo>
                    <a:pt x="47568" y="405221"/>
                  </a:lnTo>
                  <a:lnTo>
                    <a:pt x="31611" y="366510"/>
                  </a:lnTo>
                  <a:lnTo>
                    <a:pt x="18798" y="328934"/>
                  </a:lnTo>
                  <a:lnTo>
                    <a:pt x="2915" y="257724"/>
                  </a:lnTo>
                  <a:lnTo>
                    <a:pt x="0" y="224360"/>
                  </a:lnTo>
                  <a:lnTo>
                    <a:pt x="538" y="192670"/>
                  </a:lnTo>
                  <a:lnTo>
                    <a:pt x="12285" y="134850"/>
                  </a:lnTo>
                  <a:lnTo>
                    <a:pt x="38775" y="85344"/>
                  </a:lnTo>
                  <a:lnTo>
                    <a:pt x="79243" y="46418"/>
                  </a:lnTo>
                  <a:lnTo>
                    <a:pt x="131709" y="19420"/>
                  </a:lnTo>
                  <a:lnTo>
                    <a:pt x="194967" y="4048"/>
                  </a:lnTo>
                  <a:lnTo>
                    <a:pt x="267812" y="0"/>
                  </a:lnTo>
                  <a:lnTo>
                    <a:pt x="307453" y="2128"/>
                  </a:lnTo>
                  <a:lnTo>
                    <a:pt x="349039" y="6974"/>
                  </a:lnTo>
                  <a:lnTo>
                    <a:pt x="392420" y="14500"/>
                  </a:lnTo>
                  <a:lnTo>
                    <a:pt x="437444" y="24669"/>
                  </a:lnTo>
                  <a:lnTo>
                    <a:pt x="483960" y="37443"/>
                  </a:lnTo>
                  <a:lnTo>
                    <a:pt x="531819" y="52784"/>
                  </a:lnTo>
                  <a:lnTo>
                    <a:pt x="580870" y="70654"/>
                  </a:lnTo>
                  <a:lnTo>
                    <a:pt x="630962" y="91016"/>
                  </a:lnTo>
                  <a:lnTo>
                    <a:pt x="681944" y="113832"/>
                  </a:lnTo>
                  <a:lnTo>
                    <a:pt x="733665" y="139064"/>
                  </a:lnTo>
                  <a:lnTo>
                    <a:pt x="785976" y="166675"/>
                  </a:lnTo>
                  <a:lnTo>
                    <a:pt x="838725" y="196627"/>
                  </a:lnTo>
                  <a:lnTo>
                    <a:pt x="891762" y="228882"/>
                  </a:lnTo>
                  <a:lnTo>
                    <a:pt x="944935" y="263403"/>
                  </a:lnTo>
                  <a:lnTo>
                    <a:pt x="998096" y="300151"/>
                  </a:lnTo>
                  <a:lnTo>
                    <a:pt x="1051092" y="339089"/>
                  </a:lnTo>
                  <a:lnTo>
                    <a:pt x="1102950" y="379517"/>
                  </a:lnTo>
                  <a:lnTo>
                    <a:pt x="1152747" y="420698"/>
                  </a:lnTo>
                  <a:lnTo>
                    <a:pt x="1200405" y="462498"/>
                  </a:lnTo>
                  <a:lnTo>
                    <a:pt x="1245847" y="504783"/>
                  </a:lnTo>
                  <a:lnTo>
                    <a:pt x="1288995" y="547417"/>
                  </a:lnTo>
                  <a:lnTo>
                    <a:pt x="1329771" y="590266"/>
                  </a:lnTo>
                  <a:lnTo>
                    <a:pt x="1368100" y="633194"/>
                  </a:lnTo>
                  <a:lnTo>
                    <a:pt x="1403902" y="676068"/>
                  </a:lnTo>
                  <a:lnTo>
                    <a:pt x="1437102" y="718751"/>
                  </a:lnTo>
                  <a:lnTo>
                    <a:pt x="1467621" y="761109"/>
                  </a:lnTo>
                  <a:lnTo>
                    <a:pt x="1495383" y="803008"/>
                  </a:lnTo>
                  <a:lnTo>
                    <a:pt x="1520309" y="844311"/>
                  </a:lnTo>
                  <a:lnTo>
                    <a:pt x="1542323" y="884886"/>
                  </a:lnTo>
                  <a:lnTo>
                    <a:pt x="1561347" y="924595"/>
                  </a:lnTo>
                  <a:lnTo>
                    <a:pt x="1577305" y="963306"/>
                  </a:lnTo>
                  <a:lnTo>
                    <a:pt x="1590117" y="1000882"/>
                  </a:lnTo>
                  <a:lnTo>
                    <a:pt x="1606000" y="1072092"/>
                  </a:lnTo>
                  <a:lnTo>
                    <a:pt x="1608916" y="1105456"/>
                  </a:lnTo>
                  <a:lnTo>
                    <a:pt x="1608378" y="1137146"/>
                  </a:lnTo>
                  <a:lnTo>
                    <a:pt x="1596631" y="1194966"/>
                  </a:lnTo>
                  <a:lnTo>
                    <a:pt x="1570141" y="1244473"/>
                  </a:lnTo>
                  <a:lnTo>
                    <a:pt x="1529699" y="1283398"/>
                  </a:lnTo>
                  <a:lnTo>
                    <a:pt x="1477251" y="1310396"/>
                  </a:lnTo>
                  <a:lnTo>
                    <a:pt x="1414002" y="1325768"/>
                  </a:lnTo>
                  <a:lnTo>
                    <a:pt x="1341160" y="1329816"/>
                  </a:lnTo>
                  <a:lnTo>
                    <a:pt x="1301518" y="1327688"/>
                  </a:lnTo>
                  <a:lnTo>
                    <a:pt x="1259930" y="1322842"/>
                  </a:lnTo>
                  <a:lnTo>
                    <a:pt x="1216547" y="1315316"/>
                  </a:lnTo>
                  <a:lnTo>
                    <a:pt x="1171519" y="1305147"/>
                  </a:lnTo>
                  <a:lnTo>
                    <a:pt x="1124998" y="1292373"/>
                  </a:lnTo>
                  <a:lnTo>
                    <a:pt x="1077135" y="1277032"/>
                  </a:lnTo>
                  <a:lnTo>
                    <a:pt x="1028079" y="1259162"/>
                  </a:lnTo>
                  <a:lnTo>
                    <a:pt x="977982" y="1238800"/>
                  </a:lnTo>
                  <a:lnTo>
                    <a:pt x="926995" y="1215984"/>
                  </a:lnTo>
                  <a:lnTo>
                    <a:pt x="875268" y="1190752"/>
                  </a:lnTo>
                  <a:lnTo>
                    <a:pt x="822953" y="1163141"/>
                  </a:lnTo>
                  <a:lnTo>
                    <a:pt x="770199" y="1133189"/>
                  </a:lnTo>
                  <a:lnTo>
                    <a:pt x="717159" y="1100934"/>
                  </a:lnTo>
                  <a:lnTo>
                    <a:pt x="663982" y="1066413"/>
                  </a:lnTo>
                  <a:lnTo>
                    <a:pt x="610820" y="1029665"/>
                  </a:lnTo>
                  <a:lnTo>
                    <a:pt x="557824" y="990727"/>
                  </a:lnTo>
                  <a:close/>
                </a:path>
              </a:pathLst>
            </a:custGeom>
            <a:ln w="9525">
              <a:solidFill>
                <a:srgbClr val="BD4A47"/>
              </a:solidFill>
            </a:ln>
          </p:spPr>
          <p:txBody>
            <a:bodyPr wrap="square" lIns="0" tIns="0" rIns="0" bIns="0" rtlCol="0"/>
            <a:lstStyle/>
            <a:p>
              <a:endParaRPr/>
            </a:p>
          </p:txBody>
        </p:sp>
        <p:pic>
          <p:nvPicPr>
            <p:cNvPr id="28" name="object 28"/>
            <p:cNvPicPr/>
            <p:nvPr/>
          </p:nvPicPr>
          <p:blipFill>
            <a:blip r:embed="rId17" cstate="print"/>
            <a:stretch>
              <a:fillRect/>
            </a:stretch>
          </p:blipFill>
          <p:spPr>
            <a:xfrm>
              <a:off x="1424939" y="3032747"/>
              <a:ext cx="2010156" cy="906792"/>
            </a:xfrm>
            <a:prstGeom prst="rect">
              <a:avLst/>
            </a:prstGeom>
          </p:spPr>
        </p:pic>
        <p:pic>
          <p:nvPicPr>
            <p:cNvPr id="29" name="object 29"/>
            <p:cNvPicPr/>
            <p:nvPr/>
          </p:nvPicPr>
          <p:blipFill>
            <a:blip r:embed="rId18" cstate="print"/>
            <a:stretch>
              <a:fillRect/>
            </a:stretch>
          </p:blipFill>
          <p:spPr>
            <a:xfrm>
              <a:off x="1472183" y="3060192"/>
              <a:ext cx="1920239" cy="816863"/>
            </a:xfrm>
            <a:prstGeom prst="rect">
              <a:avLst/>
            </a:prstGeom>
          </p:spPr>
        </p:pic>
        <p:sp>
          <p:nvSpPr>
            <p:cNvPr id="30" name="object 30"/>
            <p:cNvSpPr/>
            <p:nvPr/>
          </p:nvSpPr>
          <p:spPr>
            <a:xfrm>
              <a:off x="1472183" y="3060192"/>
              <a:ext cx="1920239" cy="817244"/>
            </a:xfrm>
            <a:custGeom>
              <a:avLst/>
              <a:gdLst/>
              <a:ahLst/>
              <a:cxnLst/>
              <a:rect l="l" t="t" r="r" b="b"/>
              <a:pathLst>
                <a:path w="1920239" h="817245">
                  <a:moveTo>
                    <a:pt x="960120" y="0"/>
                  </a:moveTo>
                  <a:lnTo>
                    <a:pt x="1025851" y="942"/>
                  </a:lnTo>
                  <a:lnTo>
                    <a:pt x="1090395" y="3728"/>
                  </a:lnTo>
                  <a:lnTo>
                    <a:pt x="1153607" y="8298"/>
                  </a:lnTo>
                  <a:lnTo>
                    <a:pt x="1215345" y="14590"/>
                  </a:lnTo>
                  <a:lnTo>
                    <a:pt x="1275466" y="22544"/>
                  </a:lnTo>
                  <a:lnTo>
                    <a:pt x="1333827" y="32099"/>
                  </a:lnTo>
                  <a:lnTo>
                    <a:pt x="1390284" y="43193"/>
                  </a:lnTo>
                  <a:lnTo>
                    <a:pt x="1444695" y="55767"/>
                  </a:lnTo>
                  <a:lnTo>
                    <a:pt x="1496917" y="69758"/>
                  </a:lnTo>
                  <a:lnTo>
                    <a:pt x="1546805" y="85107"/>
                  </a:lnTo>
                  <a:lnTo>
                    <a:pt x="1594219" y="101753"/>
                  </a:lnTo>
                  <a:lnTo>
                    <a:pt x="1639014" y="119633"/>
                  </a:lnTo>
                  <a:lnTo>
                    <a:pt x="1681047" y="138689"/>
                  </a:lnTo>
                  <a:lnTo>
                    <a:pt x="1720176" y="158859"/>
                  </a:lnTo>
                  <a:lnTo>
                    <a:pt x="1756257" y="180082"/>
                  </a:lnTo>
                  <a:lnTo>
                    <a:pt x="1789147" y="202296"/>
                  </a:lnTo>
                  <a:lnTo>
                    <a:pt x="1844784" y="249459"/>
                  </a:lnTo>
                  <a:lnTo>
                    <a:pt x="1885941" y="299861"/>
                  </a:lnTo>
                  <a:lnTo>
                    <a:pt x="1911474" y="353014"/>
                  </a:lnTo>
                  <a:lnTo>
                    <a:pt x="1920239" y="408431"/>
                  </a:lnTo>
                  <a:lnTo>
                    <a:pt x="1918024" y="436393"/>
                  </a:lnTo>
                  <a:lnTo>
                    <a:pt x="1900732" y="490739"/>
                  </a:lnTo>
                  <a:lnTo>
                    <a:pt x="1867244" y="542577"/>
                  </a:lnTo>
                  <a:lnTo>
                    <a:pt x="1818704" y="591420"/>
                  </a:lnTo>
                  <a:lnTo>
                    <a:pt x="1756257" y="636781"/>
                  </a:lnTo>
                  <a:lnTo>
                    <a:pt x="1720176" y="658004"/>
                  </a:lnTo>
                  <a:lnTo>
                    <a:pt x="1681047" y="678174"/>
                  </a:lnTo>
                  <a:lnTo>
                    <a:pt x="1639014" y="697229"/>
                  </a:lnTo>
                  <a:lnTo>
                    <a:pt x="1594219" y="715110"/>
                  </a:lnTo>
                  <a:lnTo>
                    <a:pt x="1546805" y="731756"/>
                  </a:lnTo>
                  <a:lnTo>
                    <a:pt x="1496917" y="747105"/>
                  </a:lnTo>
                  <a:lnTo>
                    <a:pt x="1444695" y="761096"/>
                  </a:lnTo>
                  <a:lnTo>
                    <a:pt x="1390284" y="773670"/>
                  </a:lnTo>
                  <a:lnTo>
                    <a:pt x="1333827" y="784764"/>
                  </a:lnTo>
                  <a:lnTo>
                    <a:pt x="1275466" y="794319"/>
                  </a:lnTo>
                  <a:lnTo>
                    <a:pt x="1215345" y="802273"/>
                  </a:lnTo>
                  <a:lnTo>
                    <a:pt x="1153607" y="808565"/>
                  </a:lnTo>
                  <a:lnTo>
                    <a:pt x="1090395" y="813135"/>
                  </a:lnTo>
                  <a:lnTo>
                    <a:pt x="1025851" y="815921"/>
                  </a:lnTo>
                  <a:lnTo>
                    <a:pt x="960120" y="816863"/>
                  </a:lnTo>
                  <a:lnTo>
                    <a:pt x="894388" y="815921"/>
                  </a:lnTo>
                  <a:lnTo>
                    <a:pt x="829844" y="813135"/>
                  </a:lnTo>
                  <a:lnTo>
                    <a:pt x="766632" y="808565"/>
                  </a:lnTo>
                  <a:lnTo>
                    <a:pt x="704894" y="802273"/>
                  </a:lnTo>
                  <a:lnTo>
                    <a:pt x="644773" y="794319"/>
                  </a:lnTo>
                  <a:lnTo>
                    <a:pt x="586412" y="784764"/>
                  </a:lnTo>
                  <a:lnTo>
                    <a:pt x="529955" y="773670"/>
                  </a:lnTo>
                  <a:lnTo>
                    <a:pt x="475544" y="761096"/>
                  </a:lnTo>
                  <a:lnTo>
                    <a:pt x="423322" y="747105"/>
                  </a:lnTo>
                  <a:lnTo>
                    <a:pt x="373434" y="731756"/>
                  </a:lnTo>
                  <a:lnTo>
                    <a:pt x="326020" y="715110"/>
                  </a:lnTo>
                  <a:lnTo>
                    <a:pt x="281225" y="697230"/>
                  </a:lnTo>
                  <a:lnTo>
                    <a:pt x="239192" y="678174"/>
                  </a:lnTo>
                  <a:lnTo>
                    <a:pt x="200063" y="658004"/>
                  </a:lnTo>
                  <a:lnTo>
                    <a:pt x="163982" y="636781"/>
                  </a:lnTo>
                  <a:lnTo>
                    <a:pt x="131092" y="614567"/>
                  </a:lnTo>
                  <a:lnTo>
                    <a:pt x="75455" y="567404"/>
                  </a:lnTo>
                  <a:lnTo>
                    <a:pt x="34298" y="517002"/>
                  </a:lnTo>
                  <a:lnTo>
                    <a:pt x="8765" y="463849"/>
                  </a:lnTo>
                  <a:lnTo>
                    <a:pt x="0" y="408431"/>
                  </a:lnTo>
                  <a:lnTo>
                    <a:pt x="2215" y="380470"/>
                  </a:lnTo>
                  <a:lnTo>
                    <a:pt x="19507" y="326124"/>
                  </a:lnTo>
                  <a:lnTo>
                    <a:pt x="52995" y="274286"/>
                  </a:lnTo>
                  <a:lnTo>
                    <a:pt x="101535" y="225443"/>
                  </a:lnTo>
                  <a:lnTo>
                    <a:pt x="163982" y="180082"/>
                  </a:lnTo>
                  <a:lnTo>
                    <a:pt x="200063" y="158859"/>
                  </a:lnTo>
                  <a:lnTo>
                    <a:pt x="239192" y="138689"/>
                  </a:lnTo>
                  <a:lnTo>
                    <a:pt x="281225" y="119634"/>
                  </a:lnTo>
                  <a:lnTo>
                    <a:pt x="326020" y="101753"/>
                  </a:lnTo>
                  <a:lnTo>
                    <a:pt x="373434" y="85107"/>
                  </a:lnTo>
                  <a:lnTo>
                    <a:pt x="423322" y="69758"/>
                  </a:lnTo>
                  <a:lnTo>
                    <a:pt x="475544" y="55767"/>
                  </a:lnTo>
                  <a:lnTo>
                    <a:pt x="529955" y="43193"/>
                  </a:lnTo>
                  <a:lnTo>
                    <a:pt x="586412" y="32099"/>
                  </a:lnTo>
                  <a:lnTo>
                    <a:pt x="644773" y="22544"/>
                  </a:lnTo>
                  <a:lnTo>
                    <a:pt x="704894" y="14590"/>
                  </a:lnTo>
                  <a:lnTo>
                    <a:pt x="766632" y="8298"/>
                  </a:lnTo>
                  <a:lnTo>
                    <a:pt x="829844" y="3728"/>
                  </a:lnTo>
                  <a:lnTo>
                    <a:pt x="894388" y="942"/>
                  </a:lnTo>
                  <a:lnTo>
                    <a:pt x="960120" y="0"/>
                  </a:lnTo>
                  <a:close/>
                </a:path>
              </a:pathLst>
            </a:custGeom>
            <a:ln w="9525">
              <a:solidFill>
                <a:srgbClr val="BD4A47"/>
              </a:solidFill>
            </a:ln>
          </p:spPr>
          <p:txBody>
            <a:bodyPr wrap="square" lIns="0" tIns="0" rIns="0" bIns="0" rtlCol="0"/>
            <a:lstStyle/>
            <a:p>
              <a:endParaRPr/>
            </a:p>
          </p:txBody>
        </p:sp>
        <p:pic>
          <p:nvPicPr>
            <p:cNvPr id="31" name="object 31"/>
            <p:cNvPicPr/>
            <p:nvPr/>
          </p:nvPicPr>
          <p:blipFill>
            <a:blip r:embed="rId19" cstate="print"/>
            <a:stretch>
              <a:fillRect/>
            </a:stretch>
          </p:blipFill>
          <p:spPr>
            <a:xfrm>
              <a:off x="2211323" y="3578364"/>
              <a:ext cx="1655064" cy="1473708"/>
            </a:xfrm>
            <a:prstGeom prst="rect">
              <a:avLst/>
            </a:prstGeom>
          </p:spPr>
        </p:pic>
        <p:pic>
          <p:nvPicPr>
            <p:cNvPr id="32" name="object 32"/>
            <p:cNvPicPr/>
            <p:nvPr/>
          </p:nvPicPr>
          <p:blipFill>
            <a:blip r:embed="rId20" cstate="print"/>
            <a:stretch>
              <a:fillRect/>
            </a:stretch>
          </p:blipFill>
          <p:spPr>
            <a:xfrm>
              <a:off x="2259272" y="3605592"/>
              <a:ext cx="1563815" cy="1383276"/>
            </a:xfrm>
            <a:prstGeom prst="rect">
              <a:avLst/>
            </a:prstGeom>
          </p:spPr>
        </p:pic>
        <p:sp>
          <p:nvSpPr>
            <p:cNvPr id="33" name="object 33"/>
            <p:cNvSpPr/>
            <p:nvPr/>
          </p:nvSpPr>
          <p:spPr>
            <a:xfrm>
              <a:off x="2259272" y="3605592"/>
              <a:ext cx="1564005" cy="1383665"/>
            </a:xfrm>
            <a:custGeom>
              <a:avLst/>
              <a:gdLst/>
              <a:ahLst/>
              <a:cxnLst/>
              <a:rect l="l" t="t" r="r" b="b"/>
              <a:pathLst>
                <a:path w="1564004" h="1383664">
                  <a:moveTo>
                    <a:pt x="519614" y="378270"/>
                  </a:moveTo>
                  <a:lnTo>
                    <a:pt x="570632" y="336784"/>
                  </a:lnTo>
                  <a:lnTo>
                    <a:pt x="621923" y="297476"/>
                  </a:lnTo>
                  <a:lnTo>
                    <a:pt x="673338" y="260393"/>
                  </a:lnTo>
                  <a:lnTo>
                    <a:pt x="724730" y="225579"/>
                  </a:lnTo>
                  <a:lnTo>
                    <a:pt x="775948" y="193079"/>
                  </a:lnTo>
                  <a:lnTo>
                    <a:pt x="826845" y="162938"/>
                  </a:lnTo>
                  <a:lnTo>
                    <a:pt x="877270" y="135201"/>
                  </a:lnTo>
                  <a:lnTo>
                    <a:pt x="927077" y="109915"/>
                  </a:lnTo>
                  <a:lnTo>
                    <a:pt x="976115" y="87122"/>
                  </a:lnTo>
                  <a:lnTo>
                    <a:pt x="1024236" y="66870"/>
                  </a:lnTo>
                  <a:lnTo>
                    <a:pt x="1071292" y="49202"/>
                  </a:lnTo>
                  <a:lnTo>
                    <a:pt x="1117133" y="34164"/>
                  </a:lnTo>
                  <a:lnTo>
                    <a:pt x="1161611" y="21801"/>
                  </a:lnTo>
                  <a:lnTo>
                    <a:pt x="1204576" y="12158"/>
                  </a:lnTo>
                  <a:lnTo>
                    <a:pt x="1245881" y="5280"/>
                  </a:lnTo>
                  <a:lnTo>
                    <a:pt x="1285377" y="1212"/>
                  </a:lnTo>
                  <a:lnTo>
                    <a:pt x="1322914" y="0"/>
                  </a:lnTo>
                  <a:lnTo>
                    <a:pt x="1358343" y="1687"/>
                  </a:lnTo>
                  <a:lnTo>
                    <a:pt x="1422287" y="13945"/>
                  </a:lnTo>
                  <a:lnTo>
                    <a:pt x="1476016" y="38345"/>
                  </a:lnTo>
                  <a:lnTo>
                    <a:pt x="1518342" y="75248"/>
                  </a:lnTo>
                  <a:lnTo>
                    <a:pt x="1547193" y="123403"/>
                  </a:lnTo>
                  <a:lnTo>
                    <a:pt x="1561735" y="180579"/>
                  </a:lnTo>
                  <a:lnTo>
                    <a:pt x="1563815" y="212205"/>
                  </a:lnTo>
                  <a:lnTo>
                    <a:pt x="1562530" y="245670"/>
                  </a:lnTo>
                  <a:lnTo>
                    <a:pt x="1550143" y="317569"/>
                  </a:lnTo>
                  <a:lnTo>
                    <a:pt x="1539184" y="355725"/>
                  </a:lnTo>
                  <a:lnTo>
                    <a:pt x="1525140" y="395168"/>
                  </a:lnTo>
                  <a:lnTo>
                    <a:pt x="1508083" y="435760"/>
                  </a:lnTo>
                  <a:lnTo>
                    <a:pt x="1488084" y="477362"/>
                  </a:lnTo>
                  <a:lnTo>
                    <a:pt x="1465213" y="519836"/>
                  </a:lnTo>
                  <a:lnTo>
                    <a:pt x="1439540" y="563043"/>
                  </a:lnTo>
                  <a:lnTo>
                    <a:pt x="1411136" y="606845"/>
                  </a:lnTo>
                  <a:lnTo>
                    <a:pt x="1380072" y="651104"/>
                  </a:lnTo>
                  <a:lnTo>
                    <a:pt x="1346418" y="695681"/>
                  </a:lnTo>
                  <a:lnTo>
                    <a:pt x="1310244" y="740439"/>
                  </a:lnTo>
                  <a:lnTo>
                    <a:pt x="1271622" y="785238"/>
                  </a:lnTo>
                  <a:lnTo>
                    <a:pt x="1230622" y="829940"/>
                  </a:lnTo>
                  <a:lnTo>
                    <a:pt x="1187314" y="874407"/>
                  </a:lnTo>
                  <a:lnTo>
                    <a:pt x="1141769" y="918501"/>
                  </a:lnTo>
                  <a:lnTo>
                    <a:pt x="1094058" y="962083"/>
                  </a:lnTo>
                  <a:lnTo>
                    <a:pt x="1044251" y="1005015"/>
                  </a:lnTo>
                  <a:lnTo>
                    <a:pt x="993233" y="1046496"/>
                  </a:lnTo>
                  <a:lnTo>
                    <a:pt x="941942" y="1085798"/>
                  </a:lnTo>
                  <a:lnTo>
                    <a:pt x="890526" y="1122877"/>
                  </a:lnTo>
                  <a:lnTo>
                    <a:pt x="839134" y="1157688"/>
                  </a:lnTo>
                  <a:lnTo>
                    <a:pt x="787916" y="1190186"/>
                  </a:lnTo>
                  <a:lnTo>
                    <a:pt x="737020" y="1220325"/>
                  </a:lnTo>
                  <a:lnTo>
                    <a:pt x="686594" y="1248060"/>
                  </a:lnTo>
                  <a:lnTo>
                    <a:pt x="636788" y="1273346"/>
                  </a:lnTo>
                  <a:lnTo>
                    <a:pt x="587749" y="1296138"/>
                  </a:lnTo>
                  <a:lnTo>
                    <a:pt x="539628" y="1316391"/>
                  </a:lnTo>
                  <a:lnTo>
                    <a:pt x="492573" y="1334060"/>
                  </a:lnTo>
                  <a:lnTo>
                    <a:pt x="446732" y="1349100"/>
                  </a:lnTo>
                  <a:lnTo>
                    <a:pt x="402254" y="1361464"/>
                  </a:lnTo>
                  <a:lnTo>
                    <a:pt x="359288" y="1371110"/>
                  </a:lnTo>
                  <a:lnTo>
                    <a:pt x="317983" y="1377990"/>
                  </a:lnTo>
                  <a:lnTo>
                    <a:pt x="278488" y="1382060"/>
                  </a:lnTo>
                  <a:lnTo>
                    <a:pt x="240951" y="1383276"/>
                  </a:lnTo>
                  <a:lnTo>
                    <a:pt x="205521" y="1381591"/>
                  </a:lnTo>
                  <a:lnTo>
                    <a:pt x="141578" y="1369340"/>
                  </a:lnTo>
                  <a:lnTo>
                    <a:pt x="87848" y="1344947"/>
                  </a:lnTo>
                  <a:lnTo>
                    <a:pt x="45523" y="1308050"/>
                  </a:lnTo>
                  <a:lnTo>
                    <a:pt x="16644" y="1259900"/>
                  </a:lnTo>
                  <a:lnTo>
                    <a:pt x="2086" y="1202727"/>
                  </a:lnTo>
                  <a:lnTo>
                    <a:pt x="0" y="1171102"/>
                  </a:lnTo>
                  <a:lnTo>
                    <a:pt x="1281" y="1137637"/>
                  </a:lnTo>
                  <a:lnTo>
                    <a:pt x="13664" y="1065737"/>
                  </a:lnTo>
                  <a:lnTo>
                    <a:pt x="24625" y="1027580"/>
                  </a:lnTo>
                  <a:lnTo>
                    <a:pt x="38670" y="988136"/>
                  </a:lnTo>
                  <a:lnTo>
                    <a:pt x="55730" y="947543"/>
                  </a:lnTo>
                  <a:lnTo>
                    <a:pt x="75733" y="905939"/>
                  </a:lnTo>
                  <a:lnTo>
                    <a:pt x="98608" y="863464"/>
                  </a:lnTo>
                  <a:lnTo>
                    <a:pt x="124286" y="820255"/>
                  </a:lnTo>
                  <a:lnTo>
                    <a:pt x="152695" y="776451"/>
                  </a:lnTo>
                  <a:lnTo>
                    <a:pt x="183765" y="732191"/>
                  </a:lnTo>
                  <a:lnTo>
                    <a:pt x="217424" y="687611"/>
                  </a:lnTo>
                  <a:lnTo>
                    <a:pt x="253602" y="642853"/>
                  </a:lnTo>
                  <a:lnTo>
                    <a:pt x="292229" y="598052"/>
                  </a:lnTo>
                  <a:lnTo>
                    <a:pt x="333234" y="553348"/>
                  </a:lnTo>
                  <a:lnTo>
                    <a:pt x="376545" y="508880"/>
                  </a:lnTo>
                  <a:lnTo>
                    <a:pt x="422093" y="464785"/>
                  </a:lnTo>
                  <a:lnTo>
                    <a:pt x="469806" y="421202"/>
                  </a:lnTo>
                  <a:lnTo>
                    <a:pt x="519614" y="378270"/>
                  </a:lnTo>
                  <a:close/>
                </a:path>
              </a:pathLst>
            </a:custGeom>
            <a:ln w="9524">
              <a:solidFill>
                <a:srgbClr val="BD4A47"/>
              </a:solidFill>
            </a:ln>
          </p:spPr>
          <p:txBody>
            <a:bodyPr wrap="square" lIns="0" tIns="0" rIns="0" bIns="0" rtlCol="0"/>
            <a:lstStyle/>
            <a:p>
              <a:endParaRPr dirty="0"/>
            </a:p>
          </p:txBody>
        </p:sp>
      </p:grpSp>
      <p:sp>
        <p:nvSpPr>
          <p:cNvPr id="34" name="object 34"/>
          <p:cNvSpPr txBox="1"/>
          <p:nvPr/>
        </p:nvSpPr>
        <p:spPr>
          <a:xfrm>
            <a:off x="4019169" y="1845945"/>
            <a:ext cx="930910" cy="574675"/>
          </a:xfrm>
          <a:prstGeom prst="rect">
            <a:avLst/>
          </a:prstGeom>
        </p:spPr>
        <p:txBody>
          <a:bodyPr vert="horz" wrap="square" lIns="0" tIns="12700" rIns="0" bIns="0" rtlCol="0">
            <a:spAutoFit/>
          </a:bodyPr>
          <a:lstStyle/>
          <a:p>
            <a:pPr marL="221615" marR="5080" indent="-209550">
              <a:lnSpc>
                <a:spcPct val="100000"/>
              </a:lnSpc>
              <a:spcBef>
                <a:spcPts val="100"/>
              </a:spcBef>
            </a:pPr>
            <a:r>
              <a:rPr sz="1800" b="1" dirty="0">
                <a:latin typeface="Calibri"/>
                <a:cs typeface="Calibri"/>
              </a:rPr>
              <a:t>Bilgis</a:t>
            </a:r>
            <a:r>
              <a:rPr sz="1800" b="1" spc="-35" dirty="0">
                <a:latin typeface="Calibri"/>
                <a:cs typeface="Calibri"/>
              </a:rPr>
              <a:t>a</a:t>
            </a:r>
            <a:r>
              <a:rPr sz="1800" b="1" spc="-25" dirty="0">
                <a:latin typeface="Calibri"/>
                <a:cs typeface="Calibri"/>
              </a:rPr>
              <a:t>y</a:t>
            </a:r>
            <a:r>
              <a:rPr sz="1800" b="1" dirty="0">
                <a:latin typeface="Calibri"/>
                <a:cs typeface="Calibri"/>
              </a:rPr>
              <a:t>ar  Bilimi</a:t>
            </a:r>
            <a:endParaRPr sz="1800">
              <a:latin typeface="Calibri"/>
              <a:cs typeface="Calibri"/>
            </a:endParaRPr>
          </a:p>
        </p:txBody>
      </p:sp>
      <p:sp>
        <p:nvSpPr>
          <p:cNvPr id="35" name="object 35"/>
          <p:cNvSpPr txBox="1"/>
          <p:nvPr/>
        </p:nvSpPr>
        <p:spPr>
          <a:xfrm>
            <a:off x="5386578" y="2334260"/>
            <a:ext cx="93345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E</a:t>
            </a:r>
            <a:r>
              <a:rPr sz="1800" b="1" spc="-30" dirty="0">
                <a:latin typeface="Calibri"/>
                <a:cs typeface="Calibri"/>
              </a:rPr>
              <a:t>r</a:t>
            </a:r>
            <a:r>
              <a:rPr sz="1800" b="1" spc="-15" dirty="0">
                <a:latin typeface="Calibri"/>
                <a:cs typeface="Calibri"/>
              </a:rPr>
              <a:t>g</a:t>
            </a:r>
            <a:r>
              <a:rPr sz="1800" b="1" dirty="0">
                <a:latin typeface="Calibri"/>
                <a:cs typeface="Calibri"/>
              </a:rPr>
              <a:t>o</a:t>
            </a:r>
            <a:r>
              <a:rPr sz="1800" b="1" spc="5" dirty="0">
                <a:latin typeface="Calibri"/>
                <a:cs typeface="Calibri"/>
              </a:rPr>
              <a:t>n</a:t>
            </a:r>
            <a:r>
              <a:rPr sz="1800" b="1" dirty="0">
                <a:latin typeface="Calibri"/>
                <a:cs typeface="Calibri"/>
              </a:rPr>
              <a:t>omi</a:t>
            </a:r>
            <a:endParaRPr sz="1800">
              <a:latin typeface="Calibri"/>
              <a:cs typeface="Calibri"/>
            </a:endParaRPr>
          </a:p>
        </p:txBody>
      </p:sp>
      <p:sp>
        <p:nvSpPr>
          <p:cNvPr id="36" name="object 36"/>
          <p:cNvSpPr txBox="1"/>
          <p:nvPr/>
        </p:nvSpPr>
        <p:spPr>
          <a:xfrm>
            <a:off x="5835777" y="3254451"/>
            <a:ext cx="1511935" cy="30035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Bilişsel</a:t>
            </a:r>
            <a:r>
              <a:rPr sz="1800" b="1" spc="-95" dirty="0">
                <a:latin typeface="Calibri"/>
                <a:cs typeface="Calibri"/>
              </a:rPr>
              <a:t> </a:t>
            </a:r>
            <a:r>
              <a:rPr sz="1800" b="1" spc="-10" dirty="0">
                <a:latin typeface="Calibri"/>
                <a:cs typeface="Calibri"/>
              </a:rPr>
              <a:t>Psikoloji</a:t>
            </a:r>
            <a:endParaRPr sz="1800">
              <a:latin typeface="Calibri"/>
              <a:cs typeface="Calibri"/>
            </a:endParaRPr>
          </a:p>
        </p:txBody>
      </p:sp>
      <p:sp>
        <p:nvSpPr>
          <p:cNvPr id="37" name="object 37"/>
          <p:cNvSpPr txBox="1"/>
          <p:nvPr/>
        </p:nvSpPr>
        <p:spPr>
          <a:xfrm>
            <a:off x="5586476" y="3793617"/>
            <a:ext cx="1087755" cy="848994"/>
          </a:xfrm>
          <a:prstGeom prst="rect">
            <a:avLst/>
          </a:prstGeom>
        </p:spPr>
        <p:txBody>
          <a:bodyPr vert="horz" wrap="square" lIns="0" tIns="12700" rIns="0" bIns="0" rtlCol="0">
            <a:spAutoFit/>
          </a:bodyPr>
          <a:lstStyle/>
          <a:p>
            <a:pPr marL="12700">
              <a:lnSpc>
                <a:spcPct val="100000"/>
              </a:lnSpc>
              <a:spcBef>
                <a:spcPts val="100"/>
              </a:spcBef>
            </a:pPr>
            <a:r>
              <a:rPr sz="1800" b="1" spc="-15" dirty="0">
                <a:latin typeface="Calibri"/>
                <a:cs typeface="Calibri"/>
              </a:rPr>
              <a:t>Grafik</a:t>
            </a:r>
            <a:r>
              <a:rPr sz="1800" b="1" spc="-35" dirty="0">
                <a:latin typeface="Calibri"/>
                <a:cs typeface="Calibri"/>
              </a:rPr>
              <a:t> </a:t>
            </a:r>
            <a:r>
              <a:rPr sz="1800" b="1" spc="-10" dirty="0">
                <a:latin typeface="Calibri"/>
                <a:cs typeface="Calibri"/>
              </a:rPr>
              <a:t>ve</a:t>
            </a:r>
            <a:endParaRPr sz="1800" dirty="0">
              <a:latin typeface="Calibri"/>
              <a:cs typeface="Calibri"/>
            </a:endParaRPr>
          </a:p>
          <a:p>
            <a:pPr marL="12700" marR="5080">
              <a:lnSpc>
                <a:spcPct val="100000"/>
              </a:lnSpc>
            </a:pPr>
            <a:r>
              <a:rPr sz="1800" b="1" dirty="0">
                <a:latin typeface="Calibri"/>
                <a:cs typeface="Calibri"/>
              </a:rPr>
              <a:t>En</a:t>
            </a:r>
            <a:r>
              <a:rPr sz="1800" b="1" spc="5" dirty="0">
                <a:latin typeface="Calibri"/>
                <a:cs typeface="Calibri"/>
              </a:rPr>
              <a:t>d</a:t>
            </a:r>
            <a:r>
              <a:rPr sz="1800" b="1" dirty="0">
                <a:latin typeface="Calibri"/>
                <a:cs typeface="Calibri"/>
              </a:rPr>
              <a:t>ü</a:t>
            </a:r>
            <a:r>
              <a:rPr sz="1800" b="1" spc="-25" dirty="0">
                <a:latin typeface="Calibri"/>
                <a:cs typeface="Calibri"/>
              </a:rPr>
              <a:t>s</a:t>
            </a:r>
            <a:r>
              <a:rPr sz="1800" b="1" dirty="0">
                <a:latin typeface="Calibri"/>
                <a:cs typeface="Calibri"/>
              </a:rPr>
              <a:t>tri</a:t>
            </a:r>
            <a:r>
              <a:rPr sz="1800" b="1" spc="-30" dirty="0">
                <a:latin typeface="Calibri"/>
                <a:cs typeface="Calibri"/>
              </a:rPr>
              <a:t>y</a:t>
            </a:r>
            <a:r>
              <a:rPr sz="1800" b="1" spc="-10" dirty="0">
                <a:latin typeface="Calibri"/>
                <a:cs typeface="Calibri"/>
              </a:rPr>
              <a:t>e</a:t>
            </a:r>
            <a:r>
              <a:rPr sz="1800" b="1" dirty="0">
                <a:latin typeface="Calibri"/>
                <a:cs typeface="Calibri"/>
              </a:rPr>
              <a:t>l  </a:t>
            </a:r>
            <a:r>
              <a:rPr sz="1800" b="1" spc="-20" dirty="0">
                <a:latin typeface="Calibri"/>
                <a:cs typeface="Calibri"/>
              </a:rPr>
              <a:t>Tasarım</a:t>
            </a:r>
            <a:endParaRPr sz="1800" dirty="0">
              <a:latin typeface="Calibri"/>
              <a:cs typeface="Calibri"/>
            </a:endParaRPr>
          </a:p>
        </p:txBody>
      </p:sp>
      <p:sp>
        <p:nvSpPr>
          <p:cNvPr id="38" name="object 38"/>
          <p:cNvSpPr txBox="1"/>
          <p:nvPr/>
        </p:nvSpPr>
        <p:spPr>
          <a:xfrm>
            <a:off x="4054855" y="4334357"/>
            <a:ext cx="982344" cy="54610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Sosyoloji</a:t>
            </a:r>
            <a:endParaRPr sz="1800" dirty="0">
              <a:latin typeface="Calibri"/>
              <a:cs typeface="Calibri"/>
            </a:endParaRPr>
          </a:p>
          <a:p>
            <a:pPr marL="12700">
              <a:lnSpc>
                <a:spcPct val="100000"/>
              </a:lnSpc>
              <a:spcBef>
                <a:spcPts val="20"/>
              </a:spcBef>
            </a:pPr>
            <a:r>
              <a:rPr sz="1600" b="1" spc="-10" dirty="0">
                <a:latin typeface="Calibri"/>
                <a:cs typeface="Calibri"/>
              </a:rPr>
              <a:t>Antropoloji</a:t>
            </a:r>
            <a:endParaRPr sz="1600" dirty="0">
              <a:latin typeface="Calibri"/>
              <a:cs typeface="Calibri"/>
            </a:endParaRPr>
          </a:p>
        </p:txBody>
      </p:sp>
      <p:sp>
        <p:nvSpPr>
          <p:cNvPr id="39" name="object 39"/>
          <p:cNvSpPr txBox="1"/>
          <p:nvPr/>
        </p:nvSpPr>
        <p:spPr>
          <a:xfrm>
            <a:off x="2818892" y="4101465"/>
            <a:ext cx="6235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Eğitim</a:t>
            </a:r>
            <a:endParaRPr sz="1800">
              <a:latin typeface="Calibri"/>
              <a:cs typeface="Calibri"/>
            </a:endParaRPr>
          </a:p>
        </p:txBody>
      </p:sp>
      <p:sp>
        <p:nvSpPr>
          <p:cNvPr id="40" name="object 40"/>
          <p:cNvSpPr txBox="1"/>
          <p:nvPr/>
        </p:nvSpPr>
        <p:spPr>
          <a:xfrm>
            <a:off x="1673098" y="3202685"/>
            <a:ext cx="1254760" cy="574040"/>
          </a:xfrm>
          <a:prstGeom prst="rect">
            <a:avLst/>
          </a:prstGeom>
        </p:spPr>
        <p:txBody>
          <a:bodyPr vert="horz" wrap="square" lIns="0" tIns="12700" rIns="0" bIns="0" rtlCol="0">
            <a:spAutoFit/>
          </a:bodyPr>
          <a:lstStyle/>
          <a:p>
            <a:pPr marL="12700" marR="5080">
              <a:lnSpc>
                <a:spcPct val="100000"/>
              </a:lnSpc>
              <a:spcBef>
                <a:spcPts val="100"/>
              </a:spcBef>
            </a:pPr>
            <a:r>
              <a:rPr sz="1800" b="1" spc="-20" dirty="0">
                <a:latin typeface="Calibri"/>
                <a:cs typeface="Calibri"/>
              </a:rPr>
              <a:t>Yazılım </a:t>
            </a:r>
            <a:r>
              <a:rPr sz="1800" b="1" spc="-15" dirty="0">
                <a:latin typeface="Calibri"/>
                <a:cs typeface="Calibri"/>
              </a:rPr>
              <a:t> </a:t>
            </a:r>
            <a:r>
              <a:rPr sz="1800" b="1" dirty="0">
                <a:latin typeface="Calibri"/>
                <a:cs typeface="Calibri"/>
              </a:rPr>
              <a:t>Mü</a:t>
            </a:r>
            <a:r>
              <a:rPr sz="1800" b="1" spc="5" dirty="0">
                <a:latin typeface="Calibri"/>
                <a:cs typeface="Calibri"/>
              </a:rPr>
              <a:t>h</a:t>
            </a:r>
            <a:r>
              <a:rPr sz="1800" b="1" dirty="0">
                <a:latin typeface="Calibri"/>
                <a:cs typeface="Calibri"/>
              </a:rPr>
              <a:t>en</a:t>
            </a:r>
            <a:r>
              <a:rPr sz="1800" b="1" spc="-10" dirty="0">
                <a:latin typeface="Calibri"/>
                <a:cs typeface="Calibri"/>
              </a:rPr>
              <a:t>d</a:t>
            </a:r>
            <a:r>
              <a:rPr sz="1800" b="1" dirty="0">
                <a:latin typeface="Calibri"/>
                <a:cs typeface="Calibri"/>
              </a:rPr>
              <a:t>i</a:t>
            </a:r>
            <a:r>
              <a:rPr sz="1800" b="1" spc="-10" dirty="0">
                <a:latin typeface="Calibri"/>
                <a:cs typeface="Calibri"/>
              </a:rPr>
              <a:t>s</a:t>
            </a:r>
            <a:r>
              <a:rPr sz="1800" b="1" spc="-15" dirty="0">
                <a:latin typeface="Calibri"/>
                <a:cs typeface="Calibri"/>
              </a:rPr>
              <a:t>l</a:t>
            </a:r>
            <a:r>
              <a:rPr sz="1800" b="1" dirty="0">
                <a:latin typeface="Calibri"/>
                <a:cs typeface="Calibri"/>
              </a:rPr>
              <a:t>iği</a:t>
            </a:r>
            <a:endParaRPr sz="1800">
              <a:latin typeface="Calibri"/>
              <a:cs typeface="Calibri"/>
            </a:endParaRPr>
          </a:p>
        </p:txBody>
      </p:sp>
      <p:sp>
        <p:nvSpPr>
          <p:cNvPr id="41" name="object 41"/>
          <p:cNvSpPr txBox="1"/>
          <p:nvPr/>
        </p:nvSpPr>
        <p:spPr>
          <a:xfrm>
            <a:off x="2483611" y="2259583"/>
            <a:ext cx="831215" cy="57467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Örgütsel</a:t>
            </a:r>
            <a:endParaRPr sz="1800">
              <a:latin typeface="Calibri"/>
              <a:cs typeface="Calibri"/>
            </a:endParaRPr>
          </a:p>
          <a:p>
            <a:pPr marL="12700">
              <a:lnSpc>
                <a:spcPct val="100000"/>
              </a:lnSpc>
            </a:pPr>
            <a:r>
              <a:rPr sz="1800" b="1" spc="-10" dirty="0">
                <a:latin typeface="Calibri"/>
                <a:cs typeface="Calibri"/>
              </a:rPr>
              <a:t>Psikoloji</a:t>
            </a:r>
            <a:endParaRPr sz="1800">
              <a:latin typeface="Calibri"/>
              <a:cs typeface="Calibri"/>
            </a:endParaRPr>
          </a:p>
        </p:txBody>
      </p:sp>
      <p:grpSp>
        <p:nvGrpSpPr>
          <p:cNvPr id="42" name="object 42"/>
          <p:cNvGrpSpPr/>
          <p:nvPr/>
        </p:nvGrpSpPr>
        <p:grpSpPr>
          <a:xfrm>
            <a:off x="1070805" y="425195"/>
            <a:ext cx="5974080" cy="1339215"/>
            <a:chOff x="1070805" y="425195"/>
            <a:chExt cx="5974080" cy="1339215"/>
          </a:xfrm>
        </p:grpSpPr>
        <p:pic>
          <p:nvPicPr>
            <p:cNvPr id="43" name="object 43"/>
            <p:cNvPicPr/>
            <p:nvPr/>
          </p:nvPicPr>
          <p:blipFill>
            <a:blip r:embed="rId21" cstate="print"/>
            <a:stretch>
              <a:fillRect/>
            </a:stretch>
          </p:blipFill>
          <p:spPr>
            <a:xfrm>
              <a:off x="1070805" y="703929"/>
              <a:ext cx="744242" cy="525480"/>
            </a:xfrm>
            <a:prstGeom prst="rect">
              <a:avLst/>
            </a:prstGeom>
          </p:spPr>
        </p:pic>
        <p:pic>
          <p:nvPicPr>
            <p:cNvPr id="44" name="object 44"/>
            <p:cNvPicPr/>
            <p:nvPr/>
          </p:nvPicPr>
          <p:blipFill>
            <a:blip r:embed="rId22" cstate="print"/>
            <a:stretch>
              <a:fillRect/>
            </a:stretch>
          </p:blipFill>
          <p:spPr>
            <a:xfrm>
              <a:off x="1568195" y="425195"/>
              <a:ext cx="5476494" cy="1338834"/>
            </a:xfrm>
            <a:prstGeom prst="rect">
              <a:avLst/>
            </a:prstGeom>
          </p:spPr>
        </p:pic>
      </p:grpSp>
      <p:sp>
        <p:nvSpPr>
          <p:cNvPr id="45" name="object 45"/>
          <p:cNvSpPr txBox="1">
            <a:spLocks noGrp="1"/>
          </p:cNvSpPr>
          <p:nvPr>
            <p:ph type="title"/>
          </p:nvPr>
        </p:nvSpPr>
        <p:spPr>
          <a:xfrm>
            <a:off x="1010208" y="567944"/>
            <a:ext cx="5632450" cy="756920"/>
          </a:xfrm>
          <a:prstGeom prst="rect">
            <a:avLst/>
          </a:prstGeom>
        </p:spPr>
        <p:txBody>
          <a:bodyPr vert="horz" wrap="square" lIns="0" tIns="12700" rIns="0" bIns="0" rtlCol="0">
            <a:spAutoFit/>
          </a:bodyPr>
          <a:lstStyle/>
          <a:p>
            <a:pPr marL="12700">
              <a:lnSpc>
                <a:spcPct val="100000"/>
              </a:lnSpc>
              <a:spcBef>
                <a:spcPts val="100"/>
              </a:spcBef>
            </a:pPr>
            <a:r>
              <a:rPr sz="4800" dirty="0">
                <a:solidFill>
                  <a:srgbClr val="000000"/>
                </a:solidFill>
              </a:rPr>
              <a:t>İBE</a:t>
            </a:r>
            <a:r>
              <a:rPr sz="4800" spc="-25" dirty="0">
                <a:solidFill>
                  <a:srgbClr val="000000"/>
                </a:solidFill>
              </a:rPr>
              <a:t> ve</a:t>
            </a:r>
            <a:r>
              <a:rPr sz="4800" spc="-30" dirty="0">
                <a:solidFill>
                  <a:srgbClr val="000000"/>
                </a:solidFill>
              </a:rPr>
              <a:t> </a:t>
            </a:r>
            <a:r>
              <a:rPr sz="4800" dirty="0">
                <a:solidFill>
                  <a:srgbClr val="000000"/>
                </a:solidFill>
              </a:rPr>
              <a:t>İlişkili</a:t>
            </a:r>
            <a:r>
              <a:rPr sz="4800" spc="-45" dirty="0">
                <a:solidFill>
                  <a:srgbClr val="000000"/>
                </a:solidFill>
              </a:rPr>
              <a:t> </a:t>
            </a:r>
            <a:r>
              <a:rPr sz="4800" spc="-5" dirty="0">
                <a:solidFill>
                  <a:srgbClr val="000000"/>
                </a:solidFill>
              </a:rPr>
              <a:t>Disiplinler</a:t>
            </a:r>
            <a:endParaRPr sz="4800"/>
          </a:p>
        </p:txBody>
      </p:sp>
    </p:spTree>
    <p:extLst>
      <p:ext uri="{BB962C8B-B14F-4D97-AF65-F5344CB8AC3E}">
        <p14:creationId xmlns:p14="http://schemas.microsoft.com/office/powerpoint/2010/main" val="4281638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5326" y="0"/>
            <a:ext cx="6213348" cy="5715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770" y="0"/>
            <a:ext cx="5966460" cy="5715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1916723" y="1201615"/>
            <a:ext cx="5310553" cy="3311770"/>
          </a:xfrm>
          <a:prstGeom prst="rect">
            <a:avLst/>
          </a:prstGeom>
        </p:spPr>
        <p:txBody>
          <a:bodyPr vert="horz" lIns="91440" tIns="45720" rIns="91440" bIns="45720" rtlCol="0" anchor="ctr">
            <a:normAutofit/>
          </a:bodyPr>
          <a:lstStyle/>
          <a:p>
            <a:pPr marL="12700" algn="ctr" rtl="0">
              <a:lnSpc>
                <a:spcPct val="90000"/>
              </a:lnSpc>
              <a:spcBef>
                <a:spcPct val="0"/>
              </a:spcBef>
            </a:pPr>
            <a:r>
              <a:rPr lang="en-US" sz="2000" b="1" kern="1200" spc="-20">
                <a:solidFill>
                  <a:schemeClr val="bg1">
                    <a:lumMod val="95000"/>
                    <a:lumOff val="5000"/>
                  </a:schemeClr>
                </a:solidFill>
                <a:latin typeface="+mj-lt"/>
                <a:cs typeface="+mj-cs"/>
              </a:rPr>
              <a:t>Avantajdır! </a:t>
            </a:r>
            <a:br>
              <a:rPr lang="en-US" sz="2000" b="1" kern="1200" spc="-20">
                <a:solidFill>
                  <a:schemeClr val="bg1">
                    <a:lumMod val="95000"/>
                    <a:lumOff val="5000"/>
                  </a:schemeClr>
                </a:solidFill>
                <a:latin typeface="+mj-lt"/>
                <a:cs typeface="+mj-cs"/>
              </a:rPr>
            </a:br>
            <a:r>
              <a:rPr lang="en-US" sz="2000" kern="1200" spc="-5">
                <a:solidFill>
                  <a:schemeClr val="bg1">
                    <a:lumMod val="95000"/>
                    <a:lumOff val="5000"/>
                  </a:schemeClr>
                </a:solidFill>
                <a:latin typeface="+mj-lt"/>
                <a:cs typeface="+mj-cs"/>
              </a:rPr>
              <a:t>İçerdiği/</a:t>
            </a:r>
            <a:r>
              <a:rPr lang="en-US" sz="2000" kern="1200" spc="-30">
                <a:solidFill>
                  <a:schemeClr val="bg1">
                    <a:lumMod val="95000"/>
                    <a:lumOff val="5000"/>
                  </a:schemeClr>
                </a:solidFill>
                <a:latin typeface="+mj-lt"/>
                <a:cs typeface="+mj-cs"/>
              </a:rPr>
              <a:t> </a:t>
            </a:r>
            <a:r>
              <a:rPr lang="en-US" sz="2000" kern="1200" spc="-10">
                <a:solidFill>
                  <a:schemeClr val="bg1">
                    <a:lumMod val="95000"/>
                    <a:lumOff val="5000"/>
                  </a:schemeClr>
                </a:solidFill>
                <a:latin typeface="+mj-lt"/>
                <a:cs typeface="+mj-cs"/>
              </a:rPr>
              <a:t>uğraştığı</a:t>
            </a:r>
            <a:r>
              <a:rPr lang="en-US" sz="2000" kern="1200" spc="-15">
                <a:solidFill>
                  <a:schemeClr val="bg1">
                    <a:lumMod val="95000"/>
                    <a:lumOff val="5000"/>
                  </a:schemeClr>
                </a:solidFill>
                <a:latin typeface="+mj-lt"/>
                <a:cs typeface="+mj-cs"/>
              </a:rPr>
              <a:t> </a:t>
            </a:r>
            <a:r>
              <a:rPr lang="en-US" sz="2000" kern="1200" spc="-10">
                <a:solidFill>
                  <a:schemeClr val="bg1">
                    <a:lumMod val="95000"/>
                    <a:lumOff val="5000"/>
                  </a:schemeClr>
                </a:solidFill>
                <a:latin typeface="+mj-lt"/>
                <a:cs typeface="+mj-cs"/>
              </a:rPr>
              <a:t>problemler</a:t>
            </a:r>
            <a:r>
              <a:rPr lang="en-US" sz="2000" kern="1200" spc="10">
                <a:solidFill>
                  <a:schemeClr val="bg1">
                    <a:lumMod val="95000"/>
                    <a:lumOff val="5000"/>
                  </a:schemeClr>
                </a:solidFill>
                <a:latin typeface="+mj-lt"/>
                <a:cs typeface="+mj-cs"/>
              </a:rPr>
              <a:t> </a:t>
            </a:r>
            <a:r>
              <a:rPr lang="en-US" sz="2000" kern="1200" spc="-5">
                <a:solidFill>
                  <a:schemeClr val="bg1">
                    <a:lumMod val="95000"/>
                    <a:lumOff val="5000"/>
                  </a:schemeClr>
                </a:solidFill>
                <a:latin typeface="+mj-lt"/>
                <a:cs typeface="+mj-cs"/>
              </a:rPr>
              <a:t>tek bir</a:t>
            </a:r>
            <a:r>
              <a:rPr lang="en-US" sz="2000" kern="1200" spc="-15">
                <a:solidFill>
                  <a:schemeClr val="bg1">
                    <a:lumMod val="95000"/>
                    <a:lumOff val="5000"/>
                  </a:schemeClr>
                </a:solidFill>
                <a:latin typeface="+mj-lt"/>
                <a:cs typeface="+mj-cs"/>
              </a:rPr>
              <a:t> </a:t>
            </a:r>
            <a:r>
              <a:rPr lang="en-US" sz="2000" kern="1200" spc="-5">
                <a:solidFill>
                  <a:schemeClr val="bg1">
                    <a:lumMod val="95000"/>
                    <a:lumOff val="5000"/>
                  </a:schemeClr>
                </a:solidFill>
                <a:latin typeface="+mj-lt"/>
                <a:cs typeface="+mj-cs"/>
              </a:rPr>
              <a:t>disiplin</a:t>
            </a:r>
            <a:br>
              <a:rPr lang="en-US" sz="2000" kern="1200">
                <a:solidFill>
                  <a:schemeClr val="bg1">
                    <a:lumMod val="95000"/>
                    <a:lumOff val="5000"/>
                  </a:schemeClr>
                </a:solidFill>
                <a:latin typeface="+mj-lt"/>
                <a:cs typeface="+mj-cs"/>
              </a:rPr>
            </a:br>
            <a:r>
              <a:rPr lang="en-US" sz="2000" kern="1200" spc="-10">
                <a:solidFill>
                  <a:schemeClr val="bg1">
                    <a:lumMod val="95000"/>
                    <a:lumOff val="5000"/>
                  </a:schemeClr>
                </a:solidFill>
                <a:latin typeface="+mj-lt"/>
                <a:cs typeface="+mj-cs"/>
              </a:rPr>
              <a:t>kapsamında</a:t>
            </a:r>
            <a:r>
              <a:rPr lang="en-US" sz="2000" kern="1200" spc="-25">
                <a:solidFill>
                  <a:schemeClr val="bg1">
                    <a:lumMod val="95000"/>
                    <a:lumOff val="5000"/>
                  </a:schemeClr>
                </a:solidFill>
                <a:latin typeface="+mj-lt"/>
                <a:cs typeface="+mj-cs"/>
              </a:rPr>
              <a:t> </a:t>
            </a:r>
            <a:r>
              <a:rPr lang="en-US" sz="2000" kern="1200" spc="-15">
                <a:solidFill>
                  <a:schemeClr val="bg1">
                    <a:lumMod val="95000"/>
                    <a:lumOff val="5000"/>
                  </a:schemeClr>
                </a:solidFill>
                <a:latin typeface="+mj-lt"/>
                <a:cs typeface="+mj-cs"/>
              </a:rPr>
              <a:t>çözülemeyecek</a:t>
            </a:r>
            <a:r>
              <a:rPr lang="en-US" sz="2000" kern="1200" spc="45">
                <a:solidFill>
                  <a:schemeClr val="bg1">
                    <a:lumMod val="95000"/>
                    <a:lumOff val="5000"/>
                  </a:schemeClr>
                </a:solidFill>
                <a:latin typeface="+mj-lt"/>
                <a:cs typeface="+mj-cs"/>
              </a:rPr>
              <a:t> </a:t>
            </a:r>
            <a:r>
              <a:rPr lang="en-US" sz="2000" kern="1200" spc="-15">
                <a:solidFill>
                  <a:schemeClr val="bg1">
                    <a:lumMod val="95000"/>
                    <a:lumOff val="5000"/>
                  </a:schemeClr>
                </a:solidFill>
                <a:latin typeface="+mj-lt"/>
                <a:cs typeface="+mj-cs"/>
              </a:rPr>
              <a:t>karmaşıklıktadır.</a:t>
            </a:r>
            <a:br>
              <a:rPr lang="en-US" sz="2000" kern="1200" spc="-15">
                <a:solidFill>
                  <a:schemeClr val="bg1">
                    <a:lumMod val="95000"/>
                    <a:lumOff val="5000"/>
                  </a:schemeClr>
                </a:solidFill>
                <a:latin typeface="+mj-lt"/>
                <a:cs typeface="+mj-cs"/>
              </a:rPr>
            </a:br>
            <a:br>
              <a:rPr lang="en-US" sz="2000" kern="1200" spc="-15">
                <a:solidFill>
                  <a:schemeClr val="bg1">
                    <a:lumMod val="95000"/>
                    <a:lumOff val="5000"/>
                  </a:schemeClr>
                </a:solidFill>
                <a:latin typeface="+mj-lt"/>
                <a:cs typeface="+mj-cs"/>
              </a:rPr>
            </a:br>
            <a:r>
              <a:rPr lang="en-US" sz="2000" b="1" kern="1200" spc="-20">
                <a:solidFill>
                  <a:schemeClr val="bg1">
                    <a:lumMod val="95000"/>
                    <a:lumOff val="5000"/>
                  </a:schemeClr>
                </a:solidFill>
                <a:latin typeface="+mj-lt"/>
                <a:cs typeface="+mj-cs"/>
              </a:rPr>
              <a:t>Dezavantajdır!</a:t>
            </a:r>
            <a:r>
              <a:rPr lang="en-US" sz="2000" b="1" kern="1200">
                <a:solidFill>
                  <a:schemeClr val="bg1">
                    <a:lumMod val="95000"/>
                    <a:lumOff val="5000"/>
                  </a:schemeClr>
                </a:solidFill>
                <a:latin typeface="+mj-lt"/>
                <a:cs typeface="+mj-cs"/>
              </a:rPr>
              <a:t> </a:t>
            </a:r>
            <a:r>
              <a:rPr lang="en-US" sz="2000" kern="1200" spc="-10">
                <a:solidFill>
                  <a:schemeClr val="bg1">
                    <a:lumMod val="95000"/>
                    <a:lumOff val="5000"/>
                  </a:schemeClr>
                </a:solidFill>
                <a:latin typeface="+mj-lt"/>
                <a:cs typeface="+mj-cs"/>
              </a:rPr>
              <a:t>Birden fazla görüş açısını barındırabilmek için İBE  alanında çalışan kişilerin farklı disiplinler hakkında  yeterli seviyede bilgi sahibi olmasını gerektirir.</a:t>
            </a:r>
            <a:br>
              <a:rPr lang="en-US" sz="2000" kern="1200" spc="-10">
                <a:solidFill>
                  <a:schemeClr val="bg1">
                    <a:lumMod val="95000"/>
                    <a:lumOff val="5000"/>
                  </a:schemeClr>
                </a:solidFill>
                <a:latin typeface="+mj-lt"/>
                <a:cs typeface="+mj-cs"/>
              </a:rPr>
            </a:br>
            <a:br>
              <a:rPr lang="en-US" sz="2000" kern="1200">
                <a:solidFill>
                  <a:schemeClr val="bg1">
                    <a:lumMod val="95000"/>
                    <a:lumOff val="5000"/>
                  </a:schemeClr>
                </a:solidFill>
                <a:latin typeface="+mj-lt"/>
                <a:cs typeface="+mj-cs"/>
              </a:rPr>
            </a:br>
            <a:endParaRPr lang="en-US" sz="2000" kern="1200">
              <a:solidFill>
                <a:schemeClr val="bg1">
                  <a:lumMod val="95000"/>
                  <a:lumOff val="5000"/>
                </a:schemeClr>
              </a:solidFill>
              <a:latin typeface="+mj-lt"/>
              <a:cs typeface="+mj-cs"/>
            </a:endParaRPr>
          </a:p>
        </p:txBody>
      </p:sp>
    </p:spTree>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18910"/>
            <a:ext cx="9143998" cy="3645106"/>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49266" y="-2768534"/>
            <a:ext cx="3645464"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20267" y="-2597537"/>
            <a:ext cx="3645107"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18908"/>
            <a:ext cx="6406863" cy="3645104"/>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860044"/>
            <a:ext cx="3742610" cy="3699275"/>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object 2"/>
          <p:cNvSpPr txBox="1">
            <a:spLocks noGrp="1"/>
          </p:cNvSpPr>
          <p:nvPr>
            <p:ph type="title"/>
          </p:nvPr>
        </p:nvSpPr>
        <p:spPr>
          <a:xfrm>
            <a:off x="986118" y="612588"/>
            <a:ext cx="7540322" cy="2440392"/>
          </a:xfrm>
          <a:prstGeom prst="rect">
            <a:avLst/>
          </a:prstGeom>
        </p:spPr>
        <p:txBody>
          <a:bodyPr vert="horz" lIns="91440" tIns="45720" rIns="91440" bIns="45720" rtlCol="0" anchor="b">
            <a:normAutofit/>
          </a:bodyPr>
          <a:lstStyle/>
          <a:p>
            <a:pPr marL="12700" algn="l" rtl="0">
              <a:lnSpc>
                <a:spcPct val="90000"/>
              </a:lnSpc>
              <a:spcBef>
                <a:spcPct val="0"/>
              </a:spcBef>
            </a:pPr>
            <a:r>
              <a:rPr lang="en-US" sz="3800" b="1" kern="1200" spc="-5">
                <a:solidFill>
                  <a:srgbClr val="FFFFFF"/>
                </a:solidFill>
                <a:latin typeface="+mj-lt"/>
                <a:ea typeface="+mj-ea"/>
                <a:cs typeface="+mj-cs"/>
              </a:rPr>
              <a:t>İBE</a:t>
            </a:r>
            <a:r>
              <a:rPr lang="en-US" sz="3800" b="1" kern="1200" spc="-50">
                <a:solidFill>
                  <a:srgbClr val="FFFFFF"/>
                </a:solidFill>
                <a:latin typeface="+mj-lt"/>
                <a:ea typeface="+mj-ea"/>
                <a:cs typeface="+mj-cs"/>
              </a:rPr>
              <a:t> </a:t>
            </a:r>
            <a:r>
              <a:rPr lang="en-US" sz="3800" b="1" kern="1200" spc="-10">
                <a:solidFill>
                  <a:srgbClr val="FFFFFF"/>
                </a:solidFill>
                <a:latin typeface="+mj-lt"/>
                <a:ea typeface="+mj-ea"/>
                <a:cs typeface="+mj-cs"/>
              </a:rPr>
              <a:t>Nedir?</a:t>
            </a:r>
            <a:endParaRPr lang="en-US" sz="3800" kern="1200">
              <a:solidFill>
                <a:srgbClr val="FFFFFF"/>
              </a:solidFill>
              <a:latin typeface="+mj-lt"/>
              <a:ea typeface="+mj-ea"/>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00700" cy="5715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5715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825500"/>
            <a:ext cx="8458200" cy="40640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object 2"/>
          <p:cNvSpPr txBox="1">
            <a:spLocks noGrp="1"/>
          </p:cNvSpPr>
          <p:nvPr>
            <p:ph type="title"/>
          </p:nvPr>
        </p:nvSpPr>
        <p:spPr>
          <a:xfrm>
            <a:off x="857250" y="1397000"/>
            <a:ext cx="2857500" cy="2921000"/>
          </a:xfrm>
          <a:prstGeom prst="rect">
            <a:avLst/>
          </a:prstGeom>
        </p:spPr>
        <p:txBody>
          <a:bodyPr vert="horz" lIns="91440" tIns="45720" rIns="91440" bIns="45720" rtlCol="0" anchor="t">
            <a:normAutofit/>
          </a:bodyPr>
          <a:lstStyle/>
          <a:p>
            <a:pPr marL="12700" algn="l" rtl="0">
              <a:lnSpc>
                <a:spcPct val="90000"/>
              </a:lnSpc>
              <a:spcBef>
                <a:spcPct val="0"/>
              </a:spcBef>
            </a:pPr>
            <a:r>
              <a:rPr lang="en-US" sz="3200" b="1" kern="1200" spc="-5">
                <a:solidFill>
                  <a:schemeClr val="tx1"/>
                </a:solidFill>
                <a:latin typeface="+mj-lt"/>
                <a:ea typeface="+mj-ea"/>
                <a:cs typeface="+mj-cs"/>
              </a:rPr>
              <a:t>İnsan</a:t>
            </a:r>
            <a:r>
              <a:rPr lang="en-US" sz="3200" b="1" kern="1200" spc="10">
                <a:solidFill>
                  <a:schemeClr val="tx1"/>
                </a:solidFill>
                <a:latin typeface="+mj-lt"/>
                <a:ea typeface="+mj-ea"/>
                <a:cs typeface="+mj-cs"/>
              </a:rPr>
              <a:t> </a:t>
            </a:r>
            <a:r>
              <a:rPr lang="en-US" sz="3200" b="1" kern="1200" spc="-10">
                <a:solidFill>
                  <a:schemeClr val="tx1"/>
                </a:solidFill>
                <a:latin typeface="+mj-lt"/>
                <a:ea typeface="+mj-ea"/>
                <a:cs typeface="+mj-cs"/>
              </a:rPr>
              <a:t>Bilgisayar</a:t>
            </a:r>
            <a:r>
              <a:rPr lang="en-US" sz="3200" b="1" kern="1200" spc="-20">
                <a:solidFill>
                  <a:schemeClr val="tx1"/>
                </a:solidFill>
                <a:latin typeface="+mj-lt"/>
                <a:ea typeface="+mj-ea"/>
                <a:cs typeface="+mj-cs"/>
              </a:rPr>
              <a:t> </a:t>
            </a:r>
            <a:r>
              <a:rPr lang="en-US" sz="3200" b="1" kern="1200" spc="-10">
                <a:solidFill>
                  <a:schemeClr val="tx1"/>
                </a:solidFill>
                <a:latin typeface="+mj-lt"/>
                <a:ea typeface="+mj-ea"/>
                <a:cs typeface="+mj-cs"/>
              </a:rPr>
              <a:t>Etkileşimi</a:t>
            </a:r>
          </a:p>
        </p:txBody>
      </p:sp>
      <p:sp>
        <p:nvSpPr>
          <p:cNvPr id="29" name="object 3"/>
          <p:cNvSpPr txBox="1"/>
          <p:nvPr/>
        </p:nvSpPr>
        <p:spPr>
          <a:xfrm>
            <a:off x="3886203" y="1397000"/>
            <a:ext cx="4571997" cy="3213100"/>
          </a:xfrm>
          <a:prstGeom prst="rect">
            <a:avLst/>
          </a:prstGeom>
        </p:spPr>
        <p:txBody>
          <a:bodyPr vert="horz" lIns="91440" tIns="45720" rIns="91440" bIns="45720" rtlCol="0">
            <a:normAutofit/>
          </a:bodyPr>
          <a:lstStyle/>
          <a:p>
            <a:pPr marL="12700" marR="56515" indent="-228600">
              <a:lnSpc>
                <a:spcPct val="90000"/>
              </a:lnSpc>
              <a:spcBef>
                <a:spcPts val="100"/>
              </a:spcBef>
              <a:buFont typeface="Arial" panose="020B0604020202020204" pitchFamily="34" charset="0"/>
              <a:buChar char="•"/>
            </a:pPr>
            <a:r>
              <a:rPr lang="tr-TR" sz="1700" spc="-5" dirty="0">
                <a:solidFill>
                  <a:schemeClr val="tx1">
                    <a:alpha val="55000"/>
                  </a:schemeClr>
                </a:solidFill>
              </a:rPr>
              <a:t>Etkileşimli</a:t>
            </a:r>
            <a:r>
              <a:rPr lang="tr-TR" sz="1700" spc="40" dirty="0">
                <a:solidFill>
                  <a:schemeClr val="tx1">
                    <a:alpha val="55000"/>
                  </a:schemeClr>
                </a:solidFill>
              </a:rPr>
              <a:t> </a:t>
            </a:r>
            <a:r>
              <a:rPr lang="tr-TR" sz="1700" spc="-5" dirty="0">
                <a:solidFill>
                  <a:schemeClr val="tx1">
                    <a:alpha val="55000"/>
                  </a:schemeClr>
                </a:solidFill>
              </a:rPr>
              <a:t>teknolojilerin</a:t>
            </a:r>
            <a:r>
              <a:rPr lang="tr-TR" sz="1700" spc="25" dirty="0">
                <a:solidFill>
                  <a:schemeClr val="tx1">
                    <a:alpha val="55000"/>
                  </a:schemeClr>
                </a:solidFill>
              </a:rPr>
              <a:t> </a:t>
            </a:r>
            <a:r>
              <a:rPr lang="tr-TR" sz="1700" spc="-5" dirty="0">
                <a:solidFill>
                  <a:schemeClr val="tx1">
                    <a:alpha val="55000"/>
                  </a:schemeClr>
                </a:solidFill>
              </a:rPr>
              <a:t>tasarımı,</a:t>
            </a:r>
            <a:r>
              <a:rPr lang="tr-TR" sz="1700" spc="15" dirty="0">
                <a:solidFill>
                  <a:schemeClr val="tx1">
                    <a:alpha val="55000"/>
                  </a:schemeClr>
                </a:solidFill>
              </a:rPr>
              <a:t> </a:t>
            </a:r>
            <a:r>
              <a:rPr lang="tr-TR" sz="1700" spc="-5" dirty="0">
                <a:solidFill>
                  <a:schemeClr val="tx1">
                    <a:alpha val="55000"/>
                  </a:schemeClr>
                </a:solidFill>
              </a:rPr>
              <a:t>geliştirilmesi,</a:t>
            </a:r>
            <a:r>
              <a:rPr lang="tr-TR" sz="1700" spc="15" dirty="0">
                <a:solidFill>
                  <a:schemeClr val="tx1">
                    <a:alpha val="55000"/>
                  </a:schemeClr>
                </a:solidFill>
              </a:rPr>
              <a:t> </a:t>
            </a:r>
            <a:r>
              <a:rPr lang="tr-TR" sz="1700" dirty="0">
                <a:solidFill>
                  <a:schemeClr val="tx1">
                    <a:alpha val="55000"/>
                  </a:schemeClr>
                </a:solidFill>
              </a:rPr>
              <a:t>değerlendirilmesi, </a:t>
            </a:r>
            <a:r>
              <a:rPr lang="tr-TR" sz="1700" spc="-325" dirty="0">
                <a:solidFill>
                  <a:schemeClr val="tx1">
                    <a:alpha val="55000"/>
                  </a:schemeClr>
                </a:solidFill>
              </a:rPr>
              <a:t> </a:t>
            </a:r>
            <a:r>
              <a:rPr lang="tr-TR" sz="1700" spc="-10" dirty="0">
                <a:solidFill>
                  <a:schemeClr val="tx1">
                    <a:alpha val="55000"/>
                  </a:schemeClr>
                </a:solidFill>
              </a:rPr>
              <a:t>ve</a:t>
            </a:r>
            <a:r>
              <a:rPr lang="tr-TR" sz="1700" spc="5" dirty="0">
                <a:solidFill>
                  <a:schemeClr val="tx1">
                    <a:alpha val="55000"/>
                  </a:schemeClr>
                </a:solidFill>
              </a:rPr>
              <a:t> </a:t>
            </a:r>
            <a:r>
              <a:rPr lang="tr-TR" sz="1700" spc="-5" dirty="0">
                <a:solidFill>
                  <a:schemeClr val="tx1">
                    <a:alpha val="55000"/>
                  </a:schemeClr>
                </a:solidFill>
              </a:rPr>
              <a:t>uygulanması</a:t>
            </a:r>
            <a:r>
              <a:rPr lang="tr-TR" sz="1700" spc="-20" dirty="0">
                <a:solidFill>
                  <a:schemeClr val="tx1">
                    <a:alpha val="55000"/>
                  </a:schemeClr>
                </a:solidFill>
              </a:rPr>
              <a:t> </a:t>
            </a:r>
            <a:r>
              <a:rPr lang="tr-TR" sz="1700" dirty="0">
                <a:solidFill>
                  <a:schemeClr val="tx1">
                    <a:alpha val="55000"/>
                  </a:schemeClr>
                </a:solidFill>
              </a:rPr>
              <a:t>ile</a:t>
            </a:r>
            <a:r>
              <a:rPr lang="tr-TR" sz="1700" spc="5" dirty="0">
                <a:solidFill>
                  <a:schemeClr val="tx1">
                    <a:alpha val="55000"/>
                  </a:schemeClr>
                </a:solidFill>
              </a:rPr>
              <a:t> </a:t>
            </a:r>
            <a:r>
              <a:rPr lang="tr-TR" sz="1700" dirty="0">
                <a:solidFill>
                  <a:schemeClr val="tx1">
                    <a:alpha val="55000"/>
                  </a:schemeClr>
                </a:solidFill>
              </a:rPr>
              <a:t>ilgilenen disiplinler</a:t>
            </a:r>
            <a:r>
              <a:rPr lang="tr-TR" sz="1700" spc="10" dirty="0">
                <a:solidFill>
                  <a:schemeClr val="tx1">
                    <a:alpha val="55000"/>
                  </a:schemeClr>
                </a:solidFill>
              </a:rPr>
              <a:t> </a:t>
            </a:r>
            <a:r>
              <a:rPr lang="tr-TR" sz="1700" spc="-10" dirty="0">
                <a:solidFill>
                  <a:schemeClr val="tx1">
                    <a:alpha val="55000"/>
                  </a:schemeClr>
                </a:solidFill>
              </a:rPr>
              <a:t>arası</a:t>
            </a:r>
            <a:r>
              <a:rPr lang="tr-TR" sz="1700" spc="-5" dirty="0">
                <a:solidFill>
                  <a:schemeClr val="tx1">
                    <a:alpha val="55000"/>
                  </a:schemeClr>
                </a:solidFill>
              </a:rPr>
              <a:t> </a:t>
            </a:r>
            <a:r>
              <a:rPr lang="tr-TR" sz="1700" dirty="0">
                <a:solidFill>
                  <a:schemeClr val="tx1">
                    <a:alpha val="55000"/>
                  </a:schemeClr>
                </a:solidFill>
              </a:rPr>
              <a:t>bir</a:t>
            </a:r>
            <a:r>
              <a:rPr lang="tr-TR" sz="1700" spc="5" dirty="0">
                <a:solidFill>
                  <a:schemeClr val="tx1">
                    <a:alpha val="55000"/>
                  </a:schemeClr>
                </a:solidFill>
              </a:rPr>
              <a:t> </a:t>
            </a:r>
            <a:r>
              <a:rPr lang="tr-TR" sz="1700" spc="-5" dirty="0">
                <a:solidFill>
                  <a:schemeClr val="tx1">
                    <a:alpha val="55000"/>
                  </a:schemeClr>
                </a:solidFill>
              </a:rPr>
              <a:t>çalışma</a:t>
            </a:r>
            <a:r>
              <a:rPr lang="tr-TR" sz="1700" spc="-10" dirty="0">
                <a:solidFill>
                  <a:schemeClr val="tx1">
                    <a:alpha val="55000"/>
                  </a:schemeClr>
                </a:solidFill>
              </a:rPr>
              <a:t> </a:t>
            </a:r>
            <a:r>
              <a:rPr lang="tr-TR" sz="1700" spc="-20" dirty="0">
                <a:solidFill>
                  <a:schemeClr val="tx1">
                    <a:alpha val="55000"/>
                  </a:schemeClr>
                </a:solidFill>
              </a:rPr>
              <a:t>alanıdır.</a:t>
            </a:r>
            <a:endParaRPr lang="tr-TR" sz="1700" dirty="0">
              <a:solidFill>
                <a:schemeClr val="tx1">
                  <a:alpha val="55000"/>
                </a:schemeClr>
              </a:solidFill>
            </a:endParaRPr>
          </a:p>
          <a:p>
            <a:pPr marL="12700" marR="474345" indent="-228600">
              <a:lnSpc>
                <a:spcPct val="90000"/>
              </a:lnSpc>
              <a:spcBef>
                <a:spcPts val="360"/>
              </a:spcBef>
              <a:buFont typeface="Arial" panose="020B0604020202020204" pitchFamily="34" charset="0"/>
              <a:buChar char="•"/>
            </a:pPr>
            <a:r>
              <a:rPr lang="tr-TR" sz="1700" spc="-5" dirty="0">
                <a:solidFill>
                  <a:schemeClr val="tx1">
                    <a:alpha val="55000"/>
                  </a:schemeClr>
                </a:solidFill>
              </a:rPr>
              <a:t>İnsan Bilgisayar Etkileşimi çalışma </a:t>
            </a:r>
            <a:r>
              <a:rPr lang="tr-TR" sz="1700" dirty="0">
                <a:solidFill>
                  <a:schemeClr val="tx1">
                    <a:alpha val="55000"/>
                  </a:schemeClr>
                </a:solidFill>
              </a:rPr>
              <a:t>alanı, </a:t>
            </a:r>
            <a:r>
              <a:rPr lang="tr-TR" sz="1700" spc="-5" dirty="0">
                <a:solidFill>
                  <a:schemeClr val="tx1">
                    <a:alpha val="55000"/>
                  </a:schemeClr>
                </a:solidFill>
              </a:rPr>
              <a:t>insan </a:t>
            </a:r>
            <a:r>
              <a:rPr lang="tr-TR" sz="1700" spc="-10" dirty="0">
                <a:solidFill>
                  <a:schemeClr val="tx1">
                    <a:alpha val="55000"/>
                  </a:schemeClr>
                </a:solidFill>
              </a:rPr>
              <a:t>ve </a:t>
            </a:r>
            <a:r>
              <a:rPr lang="tr-TR" sz="1700" spc="-5" dirty="0">
                <a:solidFill>
                  <a:schemeClr val="tx1">
                    <a:alpha val="55000"/>
                  </a:schemeClr>
                </a:solidFill>
              </a:rPr>
              <a:t>bilgisayar </a:t>
            </a:r>
            <a:r>
              <a:rPr lang="tr-TR" sz="1700" dirty="0">
                <a:solidFill>
                  <a:schemeClr val="tx1">
                    <a:alpha val="55000"/>
                  </a:schemeClr>
                </a:solidFill>
              </a:rPr>
              <a:t> </a:t>
            </a:r>
            <a:r>
              <a:rPr lang="tr-TR" sz="1700" spc="-5" dirty="0">
                <a:solidFill>
                  <a:schemeClr val="tx1">
                    <a:alpha val="55000"/>
                  </a:schemeClr>
                </a:solidFill>
              </a:rPr>
              <a:t>arasındaki</a:t>
            </a:r>
            <a:r>
              <a:rPr lang="tr-TR" sz="1700" spc="-15" dirty="0">
                <a:solidFill>
                  <a:schemeClr val="tx1">
                    <a:alpha val="55000"/>
                  </a:schemeClr>
                </a:solidFill>
              </a:rPr>
              <a:t> </a:t>
            </a:r>
            <a:r>
              <a:rPr lang="tr-TR" sz="1700" spc="-5" dirty="0">
                <a:solidFill>
                  <a:schemeClr val="tx1">
                    <a:alpha val="55000"/>
                  </a:schemeClr>
                </a:solidFill>
              </a:rPr>
              <a:t>etkileşimi</a:t>
            </a:r>
            <a:r>
              <a:rPr lang="tr-TR" sz="1700" spc="35" dirty="0">
                <a:solidFill>
                  <a:schemeClr val="tx1">
                    <a:alpha val="55000"/>
                  </a:schemeClr>
                </a:solidFill>
              </a:rPr>
              <a:t> </a:t>
            </a:r>
            <a:r>
              <a:rPr lang="tr-TR" sz="1700" spc="-15" dirty="0">
                <a:solidFill>
                  <a:schemeClr val="tx1">
                    <a:alpha val="55000"/>
                  </a:schemeClr>
                </a:solidFill>
              </a:rPr>
              <a:t>konu</a:t>
            </a:r>
            <a:r>
              <a:rPr lang="tr-TR" sz="1700" spc="-10" dirty="0">
                <a:solidFill>
                  <a:schemeClr val="tx1">
                    <a:alpha val="55000"/>
                  </a:schemeClr>
                </a:solidFill>
              </a:rPr>
              <a:t> </a:t>
            </a:r>
            <a:r>
              <a:rPr lang="tr-TR" sz="1700" dirty="0">
                <a:solidFill>
                  <a:schemeClr val="tx1">
                    <a:alpha val="55000"/>
                  </a:schemeClr>
                </a:solidFill>
              </a:rPr>
              <a:t>edinmeden</a:t>
            </a:r>
            <a:r>
              <a:rPr lang="tr-TR" sz="1700" spc="15" dirty="0">
                <a:solidFill>
                  <a:schemeClr val="tx1">
                    <a:alpha val="55000"/>
                  </a:schemeClr>
                </a:solidFill>
              </a:rPr>
              <a:t> </a:t>
            </a:r>
            <a:r>
              <a:rPr lang="tr-TR" sz="1700" spc="-5" dirty="0">
                <a:solidFill>
                  <a:schemeClr val="tx1">
                    <a:alpha val="55000"/>
                  </a:schemeClr>
                </a:solidFill>
              </a:rPr>
              <a:t>dolayı</a:t>
            </a:r>
            <a:r>
              <a:rPr lang="tr-TR" sz="1700" spc="-10" dirty="0">
                <a:solidFill>
                  <a:schemeClr val="tx1">
                    <a:alpha val="55000"/>
                  </a:schemeClr>
                </a:solidFill>
              </a:rPr>
              <a:t> </a:t>
            </a:r>
            <a:r>
              <a:rPr lang="tr-TR" sz="1700" spc="-5" dirty="0">
                <a:solidFill>
                  <a:schemeClr val="tx1">
                    <a:alpha val="55000"/>
                  </a:schemeClr>
                </a:solidFill>
              </a:rPr>
              <a:t>insan</a:t>
            </a:r>
            <a:r>
              <a:rPr lang="tr-TR" sz="1700" spc="-10" dirty="0">
                <a:solidFill>
                  <a:schemeClr val="tx1">
                    <a:alpha val="55000"/>
                  </a:schemeClr>
                </a:solidFill>
              </a:rPr>
              <a:t> davranışı, </a:t>
            </a:r>
            <a:r>
              <a:rPr lang="tr-TR" sz="1700" spc="-325" dirty="0">
                <a:solidFill>
                  <a:schemeClr val="tx1">
                    <a:alpha val="55000"/>
                  </a:schemeClr>
                </a:solidFill>
              </a:rPr>
              <a:t> </a:t>
            </a:r>
            <a:r>
              <a:rPr lang="tr-TR" sz="1700" spc="-10" dirty="0">
                <a:solidFill>
                  <a:schemeClr val="tx1">
                    <a:alpha val="55000"/>
                  </a:schemeClr>
                </a:solidFill>
              </a:rPr>
              <a:t>psikoloji,</a:t>
            </a:r>
            <a:r>
              <a:rPr lang="tr-TR" sz="1700" spc="-5" dirty="0">
                <a:solidFill>
                  <a:schemeClr val="tx1">
                    <a:alpha val="55000"/>
                  </a:schemeClr>
                </a:solidFill>
              </a:rPr>
              <a:t> bilişsel</a:t>
            </a:r>
            <a:r>
              <a:rPr lang="tr-TR" sz="1700" spc="20" dirty="0">
                <a:solidFill>
                  <a:schemeClr val="tx1">
                    <a:alpha val="55000"/>
                  </a:schemeClr>
                </a:solidFill>
              </a:rPr>
              <a:t> </a:t>
            </a:r>
            <a:r>
              <a:rPr lang="tr-TR" sz="1700" spc="-15" dirty="0">
                <a:solidFill>
                  <a:schemeClr val="tx1">
                    <a:alpha val="55000"/>
                  </a:schemeClr>
                </a:solidFill>
              </a:rPr>
              <a:t>bilimler,</a:t>
            </a:r>
            <a:r>
              <a:rPr lang="tr-TR" sz="1700" spc="10" dirty="0">
                <a:solidFill>
                  <a:schemeClr val="tx1">
                    <a:alpha val="55000"/>
                  </a:schemeClr>
                </a:solidFill>
              </a:rPr>
              <a:t> </a:t>
            </a:r>
            <a:r>
              <a:rPr lang="tr-TR" sz="1700" spc="-5" dirty="0">
                <a:solidFill>
                  <a:schemeClr val="tx1">
                    <a:alpha val="55000"/>
                  </a:schemeClr>
                </a:solidFill>
              </a:rPr>
              <a:t>bilgisayar</a:t>
            </a:r>
            <a:r>
              <a:rPr lang="tr-TR" sz="1700" spc="-25" dirty="0">
                <a:solidFill>
                  <a:schemeClr val="tx1">
                    <a:alpha val="55000"/>
                  </a:schemeClr>
                </a:solidFill>
              </a:rPr>
              <a:t> </a:t>
            </a:r>
            <a:r>
              <a:rPr lang="tr-TR" sz="1700" spc="-5" dirty="0">
                <a:solidFill>
                  <a:schemeClr val="tx1">
                    <a:alpha val="55000"/>
                  </a:schemeClr>
                </a:solidFill>
              </a:rPr>
              <a:t>teknolojileri</a:t>
            </a:r>
            <a:r>
              <a:rPr lang="tr-TR" sz="1700" spc="20" dirty="0">
                <a:solidFill>
                  <a:schemeClr val="tx1">
                    <a:alpha val="55000"/>
                  </a:schemeClr>
                </a:solidFill>
              </a:rPr>
              <a:t> </a:t>
            </a:r>
            <a:r>
              <a:rPr lang="tr-TR" sz="1700" spc="-10" dirty="0">
                <a:solidFill>
                  <a:schemeClr val="tx1">
                    <a:alpha val="55000"/>
                  </a:schemeClr>
                </a:solidFill>
              </a:rPr>
              <a:t>ve</a:t>
            </a:r>
            <a:r>
              <a:rPr lang="tr-TR" sz="1700" spc="-5" dirty="0">
                <a:solidFill>
                  <a:schemeClr val="tx1">
                    <a:alpha val="55000"/>
                  </a:schemeClr>
                </a:solidFill>
              </a:rPr>
              <a:t> yazılım </a:t>
            </a:r>
            <a:r>
              <a:rPr lang="tr-TR" sz="1700" dirty="0">
                <a:solidFill>
                  <a:schemeClr val="tx1">
                    <a:alpha val="55000"/>
                  </a:schemeClr>
                </a:solidFill>
              </a:rPr>
              <a:t>mühendisliği alanlarının </a:t>
            </a:r>
            <a:r>
              <a:rPr lang="tr-TR" sz="1700" spc="-5" dirty="0">
                <a:solidFill>
                  <a:schemeClr val="tx1">
                    <a:alpha val="55000"/>
                  </a:schemeClr>
                </a:solidFill>
              </a:rPr>
              <a:t>yanında ergonomi, </a:t>
            </a:r>
            <a:r>
              <a:rPr lang="tr-TR" sz="1700" spc="-10" dirty="0">
                <a:solidFill>
                  <a:schemeClr val="tx1">
                    <a:alpha val="55000"/>
                  </a:schemeClr>
                </a:solidFill>
              </a:rPr>
              <a:t>grafik ve </a:t>
            </a:r>
            <a:r>
              <a:rPr lang="tr-TR" sz="1700" spc="-5" dirty="0">
                <a:solidFill>
                  <a:schemeClr val="tx1">
                    <a:alpha val="55000"/>
                  </a:schemeClr>
                </a:solidFill>
              </a:rPr>
              <a:t>endüstriyel </a:t>
            </a:r>
            <a:r>
              <a:rPr lang="tr-TR" sz="1700" dirty="0">
                <a:solidFill>
                  <a:schemeClr val="tx1">
                    <a:alpha val="55000"/>
                  </a:schemeClr>
                </a:solidFill>
              </a:rPr>
              <a:t> </a:t>
            </a:r>
            <a:r>
              <a:rPr lang="tr-TR" sz="1700" spc="-5" dirty="0">
                <a:solidFill>
                  <a:schemeClr val="tx1">
                    <a:alpha val="55000"/>
                  </a:schemeClr>
                </a:solidFill>
              </a:rPr>
              <a:t>tasarım, sosyoloji, antropoloji </a:t>
            </a:r>
            <a:r>
              <a:rPr lang="tr-TR" sz="1700" spc="-10" dirty="0">
                <a:solidFill>
                  <a:schemeClr val="tx1">
                    <a:alpha val="55000"/>
                  </a:schemeClr>
                </a:solidFill>
              </a:rPr>
              <a:t>ve </a:t>
            </a:r>
            <a:r>
              <a:rPr lang="tr-TR" sz="1700" dirty="0">
                <a:solidFill>
                  <a:schemeClr val="tx1">
                    <a:alpha val="55000"/>
                  </a:schemeClr>
                </a:solidFill>
              </a:rPr>
              <a:t>eğitim bilimleri gibi </a:t>
            </a:r>
            <a:r>
              <a:rPr lang="tr-TR" sz="1700" spc="-5" dirty="0">
                <a:solidFill>
                  <a:schemeClr val="tx1">
                    <a:alpha val="55000"/>
                  </a:schemeClr>
                </a:solidFill>
              </a:rPr>
              <a:t>farklı </a:t>
            </a:r>
            <a:r>
              <a:rPr lang="tr-TR" sz="1700" dirty="0">
                <a:solidFill>
                  <a:schemeClr val="tx1">
                    <a:alpha val="55000"/>
                  </a:schemeClr>
                </a:solidFill>
              </a:rPr>
              <a:t> disiplinlerle</a:t>
            </a:r>
            <a:r>
              <a:rPr lang="tr-TR" sz="1700" spc="10" dirty="0">
                <a:solidFill>
                  <a:schemeClr val="tx1">
                    <a:alpha val="55000"/>
                  </a:schemeClr>
                </a:solidFill>
              </a:rPr>
              <a:t> </a:t>
            </a:r>
            <a:r>
              <a:rPr lang="tr-TR" sz="1700" spc="-5" dirty="0">
                <a:solidFill>
                  <a:schemeClr val="tx1">
                    <a:alpha val="55000"/>
                  </a:schemeClr>
                </a:solidFill>
              </a:rPr>
              <a:t>yakından</a:t>
            </a:r>
            <a:r>
              <a:rPr lang="tr-TR" sz="1700" spc="-30" dirty="0">
                <a:solidFill>
                  <a:schemeClr val="tx1">
                    <a:alpha val="55000"/>
                  </a:schemeClr>
                </a:solidFill>
              </a:rPr>
              <a:t> </a:t>
            </a:r>
            <a:r>
              <a:rPr lang="tr-TR" sz="1700" dirty="0">
                <a:solidFill>
                  <a:schemeClr val="tx1">
                    <a:alpha val="55000"/>
                  </a:schemeClr>
                </a:solidFill>
              </a:rPr>
              <a:t>ilişkilidir</a:t>
            </a:r>
            <a:r>
              <a:rPr lang="tr-TR" sz="1700" spc="25" dirty="0">
                <a:solidFill>
                  <a:schemeClr val="tx1">
                    <a:alpha val="55000"/>
                  </a:schemeClr>
                </a:solidFill>
              </a:rPr>
              <a:t> </a:t>
            </a:r>
            <a:r>
              <a:rPr lang="tr-TR" sz="1700" spc="-5" dirty="0">
                <a:solidFill>
                  <a:schemeClr val="tx1">
                    <a:alpha val="55000"/>
                  </a:schemeClr>
                </a:solidFill>
              </a:rPr>
              <a:t>(</a:t>
            </a:r>
            <a:r>
              <a:rPr lang="tr-TR" sz="1700" spc="-5" dirty="0" err="1">
                <a:solidFill>
                  <a:schemeClr val="tx1">
                    <a:alpha val="55000"/>
                  </a:schemeClr>
                </a:solidFill>
              </a:rPr>
              <a:t>Preece</a:t>
            </a:r>
            <a:r>
              <a:rPr lang="tr-TR" sz="1700" spc="-5" dirty="0">
                <a:solidFill>
                  <a:schemeClr val="tx1">
                    <a:alpha val="55000"/>
                  </a:schemeClr>
                </a:solidFill>
              </a:rPr>
              <a:t>,</a:t>
            </a:r>
            <a:r>
              <a:rPr lang="tr-TR" sz="1700" spc="5" dirty="0">
                <a:solidFill>
                  <a:schemeClr val="tx1">
                    <a:alpha val="55000"/>
                  </a:schemeClr>
                </a:solidFill>
              </a:rPr>
              <a:t> </a:t>
            </a:r>
            <a:r>
              <a:rPr lang="tr-TR" sz="1700" spc="-5" dirty="0">
                <a:solidFill>
                  <a:schemeClr val="tx1">
                    <a:alpha val="55000"/>
                  </a:schemeClr>
                </a:solidFill>
              </a:rPr>
              <a:t>1994;</a:t>
            </a:r>
            <a:r>
              <a:rPr lang="tr-TR" sz="1700" spc="35" dirty="0">
                <a:solidFill>
                  <a:schemeClr val="tx1">
                    <a:alpha val="55000"/>
                  </a:schemeClr>
                </a:solidFill>
              </a:rPr>
              <a:t> </a:t>
            </a:r>
            <a:r>
              <a:rPr lang="tr-TR" sz="1700" spc="-5" dirty="0" err="1">
                <a:solidFill>
                  <a:schemeClr val="tx1">
                    <a:alpha val="55000"/>
                  </a:schemeClr>
                </a:solidFill>
              </a:rPr>
              <a:t>Shneiderman</a:t>
            </a:r>
            <a:r>
              <a:rPr lang="tr-TR" sz="1700" spc="-5" dirty="0">
                <a:solidFill>
                  <a:schemeClr val="tx1">
                    <a:alpha val="55000"/>
                  </a:schemeClr>
                </a:solidFill>
              </a:rPr>
              <a:t>,</a:t>
            </a:r>
            <a:r>
              <a:rPr lang="tr-TR" sz="1700" spc="-20" dirty="0">
                <a:solidFill>
                  <a:schemeClr val="tx1">
                    <a:alpha val="55000"/>
                  </a:schemeClr>
                </a:solidFill>
              </a:rPr>
              <a:t> </a:t>
            </a:r>
            <a:r>
              <a:rPr lang="tr-TR" sz="1700" spc="-5" dirty="0">
                <a:solidFill>
                  <a:schemeClr val="tx1">
                    <a:alpha val="55000"/>
                  </a:schemeClr>
                </a:solidFill>
              </a:rPr>
              <a:t>1998).</a:t>
            </a:r>
            <a:endParaRPr lang="tr-TR" sz="1700" dirty="0">
              <a:solidFill>
                <a:schemeClr val="tx1">
                  <a:alpha val="5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54704" y="525774"/>
            <a:ext cx="5865122" cy="4667260"/>
          </a:xfrm>
          <a:prstGeom prst="rect">
            <a:avLst/>
          </a:prstGeom>
        </p:spPr>
      </p:pic>
      <p:sp>
        <p:nvSpPr>
          <p:cNvPr id="3" name="object 3"/>
          <p:cNvSpPr txBox="1"/>
          <p:nvPr/>
        </p:nvSpPr>
        <p:spPr>
          <a:xfrm>
            <a:off x="4628769" y="4440304"/>
            <a:ext cx="4231640" cy="1123950"/>
          </a:xfrm>
          <a:prstGeom prst="rect">
            <a:avLst/>
          </a:prstGeom>
        </p:spPr>
        <p:txBody>
          <a:bodyPr vert="horz" wrap="square" lIns="0" tIns="135255" rIns="0" bIns="0" rtlCol="0">
            <a:spAutoFit/>
          </a:bodyPr>
          <a:lstStyle/>
          <a:p>
            <a:pPr marR="5080" algn="r">
              <a:lnSpc>
                <a:spcPct val="100000"/>
              </a:lnSpc>
              <a:spcBef>
                <a:spcPts val="1065"/>
              </a:spcBef>
            </a:pPr>
            <a:r>
              <a:rPr sz="1600" spc="-5" dirty="0">
                <a:solidFill>
                  <a:srgbClr val="585858"/>
                </a:solidFill>
                <a:latin typeface="Calibri"/>
                <a:cs typeface="Calibri"/>
              </a:rPr>
              <a:t>Bu</a:t>
            </a:r>
            <a:r>
              <a:rPr sz="1600" spc="5" dirty="0">
                <a:solidFill>
                  <a:srgbClr val="585858"/>
                </a:solidFill>
                <a:latin typeface="Calibri"/>
                <a:cs typeface="Calibri"/>
              </a:rPr>
              <a:t> </a:t>
            </a:r>
            <a:r>
              <a:rPr sz="1600" spc="-10" dirty="0">
                <a:solidFill>
                  <a:srgbClr val="585858"/>
                </a:solidFill>
                <a:latin typeface="Calibri"/>
                <a:cs typeface="Calibri"/>
              </a:rPr>
              <a:t>sistemler</a:t>
            </a:r>
            <a:r>
              <a:rPr sz="1600" spc="-5" dirty="0">
                <a:solidFill>
                  <a:srgbClr val="585858"/>
                </a:solidFill>
                <a:latin typeface="Calibri"/>
                <a:cs typeface="Calibri"/>
              </a:rPr>
              <a:t> genelde,</a:t>
            </a:r>
            <a:r>
              <a:rPr sz="1600" dirty="0">
                <a:solidFill>
                  <a:srgbClr val="585858"/>
                </a:solidFill>
                <a:latin typeface="Calibri"/>
                <a:cs typeface="Calibri"/>
              </a:rPr>
              <a:t> </a:t>
            </a:r>
            <a:r>
              <a:rPr sz="1600" spc="-5" dirty="0">
                <a:solidFill>
                  <a:srgbClr val="585858"/>
                </a:solidFill>
                <a:latin typeface="Calibri"/>
                <a:cs typeface="Calibri"/>
              </a:rPr>
              <a:t>bu</a:t>
            </a:r>
            <a:r>
              <a:rPr sz="1600" dirty="0">
                <a:solidFill>
                  <a:srgbClr val="585858"/>
                </a:solidFill>
                <a:latin typeface="Calibri"/>
                <a:cs typeface="Calibri"/>
              </a:rPr>
              <a:t> </a:t>
            </a:r>
            <a:r>
              <a:rPr sz="1600" spc="-10" dirty="0">
                <a:solidFill>
                  <a:srgbClr val="585858"/>
                </a:solidFill>
                <a:latin typeface="Calibri"/>
                <a:cs typeface="Calibri"/>
              </a:rPr>
              <a:t>sistem</a:t>
            </a:r>
            <a:r>
              <a:rPr sz="1600" spc="-25" dirty="0">
                <a:solidFill>
                  <a:srgbClr val="585858"/>
                </a:solidFill>
                <a:latin typeface="Calibri"/>
                <a:cs typeface="Calibri"/>
              </a:rPr>
              <a:t> </a:t>
            </a:r>
            <a:r>
              <a:rPr sz="1600" spc="-10" dirty="0">
                <a:solidFill>
                  <a:srgbClr val="585858"/>
                </a:solidFill>
                <a:latin typeface="Calibri"/>
                <a:cs typeface="Calibri"/>
              </a:rPr>
              <a:t>üzerinde</a:t>
            </a:r>
            <a:endParaRPr sz="1600">
              <a:latin typeface="Calibri"/>
              <a:cs typeface="Calibri"/>
            </a:endParaRPr>
          </a:p>
          <a:p>
            <a:pPr marR="6985" algn="r">
              <a:lnSpc>
                <a:spcPct val="100000"/>
              </a:lnSpc>
              <a:spcBef>
                <a:spcPts val="960"/>
              </a:spcBef>
            </a:pPr>
            <a:r>
              <a:rPr sz="1600" spc="-5" dirty="0">
                <a:solidFill>
                  <a:srgbClr val="585858"/>
                </a:solidFill>
                <a:latin typeface="Calibri"/>
                <a:cs typeface="Calibri"/>
              </a:rPr>
              <a:t>uzmanlaşmış,</a:t>
            </a:r>
            <a:r>
              <a:rPr sz="1600" spc="-35" dirty="0">
                <a:solidFill>
                  <a:srgbClr val="585858"/>
                </a:solidFill>
                <a:latin typeface="Calibri"/>
                <a:cs typeface="Calibri"/>
              </a:rPr>
              <a:t> </a:t>
            </a:r>
            <a:r>
              <a:rPr sz="1600" spc="-15" dirty="0">
                <a:solidFill>
                  <a:srgbClr val="585858"/>
                </a:solidFill>
                <a:latin typeface="Calibri"/>
                <a:cs typeface="Calibri"/>
              </a:rPr>
              <a:t>oldukça</a:t>
            </a:r>
            <a:r>
              <a:rPr sz="1600" spc="-5" dirty="0">
                <a:solidFill>
                  <a:srgbClr val="585858"/>
                </a:solidFill>
                <a:latin typeface="Calibri"/>
                <a:cs typeface="Calibri"/>
              </a:rPr>
              <a:t> küçük</a:t>
            </a:r>
            <a:r>
              <a:rPr sz="1600" dirty="0">
                <a:solidFill>
                  <a:srgbClr val="585858"/>
                </a:solidFill>
                <a:latin typeface="Calibri"/>
                <a:cs typeface="Calibri"/>
              </a:rPr>
              <a:t> </a:t>
            </a:r>
            <a:r>
              <a:rPr sz="1600" spc="-5" dirty="0">
                <a:solidFill>
                  <a:srgbClr val="585858"/>
                </a:solidFill>
                <a:latin typeface="Calibri"/>
                <a:cs typeface="Calibri"/>
              </a:rPr>
              <a:t>bir</a:t>
            </a:r>
            <a:r>
              <a:rPr sz="1600" spc="-10" dirty="0">
                <a:solidFill>
                  <a:srgbClr val="585858"/>
                </a:solidFill>
                <a:latin typeface="Calibri"/>
                <a:cs typeface="Calibri"/>
              </a:rPr>
              <a:t> </a:t>
            </a:r>
            <a:r>
              <a:rPr sz="1600" spc="-5" dirty="0">
                <a:solidFill>
                  <a:srgbClr val="585858"/>
                </a:solidFill>
                <a:latin typeface="Calibri"/>
                <a:cs typeface="Calibri"/>
              </a:rPr>
              <a:t>nüfusa</a:t>
            </a:r>
            <a:r>
              <a:rPr sz="1600" spc="-15" dirty="0">
                <a:solidFill>
                  <a:srgbClr val="585858"/>
                </a:solidFill>
                <a:latin typeface="Calibri"/>
                <a:cs typeface="Calibri"/>
              </a:rPr>
              <a:t> </a:t>
            </a:r>
            <a:r>
              <a:rPr sz="1600" spc="-5" dirty="0">
                <a:solidFill>
                  <a:srgbClr val="585858"/>
                </a:solidFill>
                <a:latin typeface="Calibri"/>
                <a:cs typeface="Calibri"/>
              </a:rPr>
              <a:t>sahip</a:t>
            </a:r>
            <a:r>
              <a:rPr sz="1600" spc="-15" dirty="0">
                <a:solidFill>
                  <a:srgbClr val="585858"/>
                </a:solidFill>
                <a:latin typeface="Calibri"/>
                <a:cs typeface="Calibri"/>
              </a:rPr>
              <a:t> </a:t>
            </a:r>
            <a:r>
              <a:rPr sz="1600" spc="-5" dirty="0">
                <a:solidFill>
                  <a:srgbClr val="585858"/>
                </a:solidFill>
                <a:latin typeface="Calibri"/>
                <a:cs typeface="Calibri"/>
              </a:rPr>
              <a:t>kişiler</a:t>
            </a:r>
            <a:endParaRPr sz="1600">
              <a:latin typeface="Calibri"/>
              <a:cs typeface="Calibri"/>
            </a:endParaRPr>
          </a:p>
          <a:p>
            <a:pPr marR="5080" algn="r">
              <a:lnSpc>
                <a:spcPct val="100000"/>
              </a:lnSpc>
              <a:spcBef>
                <a:spcPts val="960"/>
              </a:spcBef>
            </a:pPr>
            <a:r>
              <a:rPr sz="1600" spc="-10" dirty="0">
                <a:solidFill>
                  <a:srgbClr val="585858"/>
                </a:solidFill>
                <a:latin typeface="Calibri"/>
                <a:cs typeface="Calibri"/>
              </a:rPr>
              <a:t>tarafından</a:t>
            </a:r>
            <a:r>
              <a:rPr sz="1600" spc="-25" dirty="0">
                <a:solidFill>
                  <a:srgbClr val="585858"/>
                </a:solidFill>
                <a:latin typeface="Calibri"/>
                <a:cs typeface="Calibri"/>
              </a:rPr>
              <a:t> </a:t>
            </a:r>
            <a:r>
              <a:rPr sz="1600" spc="-15" dirty="0">
                <a:solidFill>
                  <a:srgbClr val="585858"/>
                </a:solidFill>
                <a:latin typeface="Calibri"/>
                <a:cs typeface="Calibri"/>
              </a:rPr>
              <a:t>kullanılmaktaydı.</a:t>
            </a:r>
            <a:endParaRPr sz="1600">
              <a:latin typeface="Calibri"/>
              <a:cs typeface="Calibri"/>
            </a:endParaRPr>
          </a:p>
        </p:txBody>
      </p:sp>
      <p:sp>
        <p:nvSpPr>
          <p:cNvPr id="4" name="object 4"/>
          <p:cNvSpPr txBox="1"/>
          <p:nvPr/>
        </p:nvSpPr>
        <p:spPr>
          <a:xfrm>
            <a:off x="383540" y="325272"/>
            <a:ext cx="4255135" cy="1122680"/>
          </a:xfrm>
          <a:prstGeom prst="rect">
            <a:avLst/>
          </a:prstGeom>
        </p:spPr>
        <p:txBody>
          <a:bodyPr vert="horz" wrap="square" lIns="0" tIns="134620" rIns="0" bIns="0" rtlCol="0">
            <a:spAutoFit/>
          </a:bodyPr>
          <a:lstStyle/>
          <a:p>
            <a:pPr marL="12700">
              <a:lnSpc>
                <a:spcPct val="100000"/>
              </a:lnSpc>
              <a:spcBef>
                <a:spcPts val="1060"/>
              </a:spcBef>
            </a:pPr>
            <a:r>
              <a:rPr sz="1600" spc="-10" dirty="0">
                <a:solidFill>
                  <a:srgbClr val="585858"/>
                </a:solidFill>
                <a:latin typeface="Calibri"/>
                <a:cs typeface="Calibri"/>
              </a:rPr>
              <a:t>Geçmişteki</a:t>
            </a:r>
            <a:r>
              <a:rPr sz="1600" dirty="0">
                <a:solidFill>
                  <a:srgbClr val="585858"/>
                </a:solidFill>
                <a:latin typeface="Calibri"/>
                <a:cs typeface="Calibri"/>
              </a:rPr>
              <a:t> </a:t>
            </a:r>
            <a:r>
              <a:rPr sz="1600" spc="-10" dirty="0">
                <a:solidFill>
                  <a:srgbClr val="585858"/>
                </a:solidFill>
                <a:latin typeface="Calibri"/>
                <a:cs typeface="Calibri"/>
              </a:rPr>
              <a:t>bilgisayar</a:t>
            </a:r>
            <a:r>
              <a:rPr sz="1600" spc="-25" dirty="0">
                <a:solidFill>
                  <a:srgbClr val="585858"/>
                </a:solidFill>
                <a:latin typeface="Calibri"/>
                <a:cs typeface="Calibri"/>
              </a:rPr>
              <a:t> </a:t>
            </a:r>
            <a:r>
              <a:rPr sz="1600" spc="-10" dirty="0">
                <a:solidFill>
                  <a:srgbClr val="585858"/>
                </a:solidFill>
                <a:latin typeface="Calibri"/>
                <a:cs typeface="Calibri"/>
              </a:rPr>
              <a:t>sistemlerine</a:t>
            </a:r>
            <a:r>
              <a:rPr sz="1600" dirty="0">
                <a:solidFill>
                  <a:srgbClr val="585858"/>
                </a:solidFill>
                <a:latin typeface="Calibri"/>
                <a:cs typeface="Calibri"/>
              </a:rPr>
              <a:t> </a:t>
            </a:r>
            <a:r>
              <a:rPr sz="1600" spc="-5" dirty="0">
                <a:solidFill>
                  <a:srgbClr val="585858"/>
                </a:solidFill>
                <a:latin typeface="Calibri"/>
                <a:cs typeface="Calibri"/>
              </a:rPr>
              <a:t>bakıldığında,</a:t>
            </a:r>
            <a:endParaRPr sz="1600">
              <a:latin typeface="Calibri"/>
              <a:cs typeface="Calibri"/>
            </a:endParaRPr>
          </a:p>
          <a:p>
            <a:pPr marL="12700" marR="5080">
              <a:lnSpc>
                <a:spcPct val="150000"/>
              </a:lnSpc>
            </a:pPr>
            <a:r>
              <a:rPr sz="1600" spc="-10" dirty="0">
                <a:solidFill>
                  <a:srgbClr val="585858"/>
                </a:solidFill>
                <a:latin typeface="Calibri"/>
                <a:cs typeface="Calibri"/>
              </a:rPr>
              <a:t>özellikle </a:t>
            </a:r>
            <a:r>
              <a:rPr sz="1600" spc="-5" dirty="0">
                <a:solidFill>
                  <a:srgbClr val="FF0000"/>
                </a:solidFill>
                <a:latin typeface="Calibri"/>
                <a:cs typeface="Calibri"/>
              </a:rPr>
              <a:t>Ana </a:t>
            </a:r>
            <a:r>
              <a:rPr sz="1600" spc="-10" dirty="0">
                <a:solidFill>
                  <a:srgbClr val="FF0000"/>
                </a:solidFill>
                <a:latin typeface="Calibri"/>
                <a:cs typeface="Calibri"/>
              </a:rPr>
              <a:t>Bilgisayar </a:t>
            </a:r>
            <a:r>
              <a:rPr sz="1600" spc="-5" dirty="0">
                <a:solidFill>
                  <a:srgbClr val="585858"/>
                </a:solidFill>
                <a:latin typeface="Calibri"/>
                <a:cs typeface="Calibri"/>
              </a:rPr>
              <a:t>yaklaşımının </a:t>
            </a:r>
            <a:r>
              <a:rPr sz="1600" spc="-10" dirty="0">
                <a:solidFill>
                  <a:srgbClr val="585858"/>
                </a:solidFill>
                <a:latin typeface="Calibri"/>
                <a:cs typeface="Calibri"/>
              </a:rPr>
              <a:t>1990’lara kadar </a:t>
            </a:r>
            <a:r>
              <a:rPr sz="1600" spc="-350" dirty="0">
                <a:solidFill>
                  <a:srgbClr val="585858"/>
                </a:solidFill>
                <a:latin typeface="Calibri"/>
                <a:cs typeface="Calibri"/>
              </a:rPr>
              <a:t> </a:t>
            </a:r>
            <a:r>
              <a:rPr sz="1600" spc="-15" dirty="0">
                <a:solidFill>
                  <a:srgbClr val="585858"/>
                </a:solidFill>
                <a:latin typeface="Calibri"/>
                <a:cs typeface="Calibri"/>
              </a:rPr>
              <a:t>devam</a:t>
            </a:r>
            <a:r>
              <a:rPr sz="1600" dirty="0">
                <a:solidFill>
                  <a:srgbClr val="585858"/>
                </a:solidFill>
                <a:latin typeface="Calibri"/>
                <a:cs typeface="Calibri"/>
              </a:rPr>
              <a:t> </a:t>
            </a:r>
            <a:r>
              <a:rPr sz="1600" spc="-10" dirty="0">
                <a:solidFill>
                  <a:srgbClr val="585858"/>
                </a:solidFill>
                <a:latin typeface="Calibri"/>
                <a:cs typeface="Calibri"/>
              </a:rPr>
              <a:t>ettiği </a:t>
            </a:r>
            <a:r>
              <a:rPr sz="1600" spc="-20" dirty="0">
                <a:solidFill>
                  <a:srgbClr val="585858"/>
                </a:solidFill>
                <a:latin typeface="Calibri"/>
                <a:cs typeface="Calibri"/>
              </a:rPr>
              <a:t>bilinmektedir.</a:t>
            </a:r>
            <a:endParaRPr sz="16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862287" y="416164"/>
            <a:ext cx="4447066" cy="1366816"/>
          </a:xfrm>
          <a:prstGeom prst="rect">
            <a:avLst/>
          </a:prstGeom>
        </p:spPr>
        <p:txBody>
          <a:bodyPr vert="horz" lIns="91440" tIns="45720" rIns="91440" bIns="45720" rtlCol="0" anchor="b">
            <a:normAutofit/>
          </a:bodyPr>
          <a:lstStyle/>
          <a:p>
            <a:pPr marL="12700" marR="5080" algn="just" rtl="0">
              <a:lnSpc>
                <a:spcPct val="90000"/>
              </a:lnSpc>
              <a:spcBef>
                <a:spcPct val="0"/>
              </a:spcBef>
            </a:pPr>
            <a:r>
              <a:rPr lang="en-US" kern="1200" spc="-5" dirty="0" err="1">
                <a:solidFill>
                  <a:schemeClr val="tx1"/>
                </a:solidFill>
                <a:latin typeface="+mj-lt"/>
                <a:ea typeface="+mj-ea"/>
                <a:cs typeface="+mj-cs"/>
              </a:rPr>
              <a:t>Kişisel</a:t>
            </a:r>
            <a:r>
              <a:rPr lang="en-US" kern="1200" spc="-5" dirty="0">
                <a:solidFill>
                  <a:schemeClr val="tx1"/>
                </a:solidFill>
                <a:latin typeface="+mj-lt"/>
                <a:ea typeface="+mj-ea"/>
                <a:cs typeface="+mj-cs"/>
              </a:rPr>
              <a:t> </a:t>
            </a:r>
            <a:r>
              <a:rPr lang="en-US" kern="1200" spc="-10" dirty="0" err="1">
                <a:solidFill>
                  <a:schemeClr val="tx1"/>
                </a:solidFill>
                <a:latin typeface="+mj-lt"/>
                <a:ea typeface="+mj-ea"/>
                <a:cs typeface="+mj-cs"/>
              </a:rPr>
              <a:t>bilgisayarların</a:t>
            </a:r>
            <a:r>
              <a:rPr lang="en-US" kern="1200" spc="-10" dirty="0">
                <a:solidFill>
                  <a:schemeClr val="tx1"/>
                </a:solidFill>
                <a:latin typeface="+mj-lt"/>
                <a:ea typeface="+mj-ea"/>
                <a:cs typeface="+mj-cs"/>
              </a:rPr>
              <a:t> </a:t>
            </a:r>
            <a:r>
              <a:rPr lang="en-US" kern="1200" spc="-5" dirty="0" err="1">
                <a:solidFill>
                  <a:schemeClr val="tx1"/>
                </a:solidFill>
                <a:latin typeface="+mj-lt"/>
                <a:ea typeface="+mj-ea"/>
                <a:cs typeface="+mj-cs"/>
              </a:rPr>
              <a:t>gelişiminden</a:t>
            </a:r>
            <a:r>
              <a:rPr lang="en-US" kern="1200" spc="-5" dirty="0">
                <a:solidFill>
                  <a:schemeClr val="tx1"/>
                </a:solidFill>
                <a:latin typeface="+mj-lt"/>
                <a:ea typeface="+mj-ea"/>
                <a:cs typeface="+mj-cs"/>
              </a:rPr>
              <a:t> </a:t>
            </a:r>
            <a:r>
              <a:rPr lang="en-US" kern="1200" spc="-10" dirty="0" err="1">
                <a:solidFill>
                  <a:schemeClr val="tx1"/>
                </a:solidFill>
                <a:latin typeface="+mj-lt"/>
                <a:ea typeface="+mj-ea"/>
                <a:cs typeface="+mj-cs"/>
              </a:rPr>
              <a:t>itibaren</a:t>
            </a:r>
            <a:r>
              <a:rPr lang="en-US" kern="1200" spc="-10" dirty="0">
                <a:solidFill>
                  <a:schemeClr val="tx1"/>
                </a:solidFill>
                <a:latin typeface="+mj-lt"/>
                <a:ea typeface="+mj-ea"/>
                <a:cs typeface="+mj-cs"/>
              </a:rPr>
              <a:t> </a:t>
            </a:r>
            <a:r>
              <a:rPr lang="en-US" kern="1200" spc="-5" dirty="0" err="1">
                <a:solidFill>
                  <a:schemeClr val="tx1"/>
                </a:solidFill>
                <a:latin typeface="+mj-lt"/>
                <a:ea typeface="+mj-ea"/>
                <a:cs typeface="+mj-cs"/>
              </a:rPr>
              <a:t>bu</a:t>
            </a:r>
            <a:r>
              <a:rPr lang="en-US" kern="1200" spc="-5" dirty="0">
                <a:solidFill>
                  <a:schemeClr val="tx1"/>
                </a:solidFill>
                <a:latin typeface="+mj-lt"/>
                <a:ea typeface="+mj-ea"/>
                <a:cs typeface="+mj-cs"/>
              </a:rPr>
              <a:t> </a:t>
            </a:r>
            <a:r>
              <a:rPr lang="en-US" kern="1200" spc="-10" dirty="0">
                <a:solidFill>
                  <a:schemeClr val="tx1"/>
                </a:solidFill>
                <a:latin typeface="+mj-lt"/>
                <a:ea typeface="+mj-ea"/>
                <a:cs typeface="+mj-cs"/>
              </a:rPr>
              <a:t>durum </a:t>
            </a:r>
            <a:r>
              <a:rPr lang="en-US" kern="1200" spc="-5" dirty="0" err="1">
                <a:solidFill>
                  <a:schemeClr val="tx1"/>
                </a:solidFill>
                <a:latin typeface="+mj-lt"/>
                <a:ea typeface="+mj-ea"/>
                <a:cs typeface="+mj-cs"/>
              </a:rPr>
              <a:t>değişmiş</a:t>
            </a:r>
            <a:r>
              <a:rPr lang="en-US" kern="1200" spc="-5" dirty="0">
                <a:solidFill>
                  <a:schemeClr val="tx1"/>
                </a:solidFill>
                <a:latin typeface="+mj-lt"/>
                <a:ea typeface="+mj-ea"/>
                <a:cs typeface="+mj-cs"/>
              </a:rPr>
              <a:t> </a:t>
            </a:r>
            <a:r>
              <a:rPr lang="en-US" kern="1200" spc="-10" dirty="0" err="1">
                <a:solidFill>
                  <a:schemeClr val="tx1"/>
                </a:solidFill>
                <a:latin typeface="+mj-lt"/>
                <a:ea typeface="+mj-ea"/>
                <a:cs typeface="+mj-cs"/>
              </a:rPr>
              <a:t>ve</a:t>
            </a:r>
            <a:r>
              <a:rPr lang="en-US" kern="1200" spc="-10" dirty="0">
                <a:solidFill>
                  <a:schemeClr val="tx1"/>
                </a:solidFill>
                <a:latin typeface="+mj-lt"/>
                <a:ea typeface="+mj-ea"/>
                <a:cs typeface="+mj-cs"/>
              </a:rPr>
              <a:t> </a:t>
            </a:r>
            <a:r>
              <a:rPr lang="en-US" kern="1200" spc="-350" dirty="0">
                <a:solidFill>
                  <a:schemeClr val="tx1"/>
                </a:solidFill>
                <a:latin typeface="+mj-lt"/>
                <a:ea typeface="+mj-ea"/>
                <a:cs typeface="+mj-cs"/>
              </a:rPr>
              <a:t> </a:t>
            </a:r>
            <a:r>
              <a:rPr lang="en-US" kern="1200" spc="-10" dirty="0" err="1">
                <a:solidFill>
                  <a:schemeClr val="tx1"/>
                </a:solidFill>
                <a:latin typeface="+mj-lt"/>
                <a:ea typeface="+mj-ea"/>
                <a:cs typeface="+mj-cs"/>
              </a:rPr>
              <a:t>bilgisayar</a:t>
            </a:r>
            <a:r>
              <a:rPr lang="en-US" kern="1200" spc="-30" dirty="0">
                <a:solidFill>
                  <a:schemeClr val="tx1"/>
                </a:solidFill>
                <a:latin typeface="+mj-lt"/>
                <a:ea typeface="+mj-ea"/>
                <a:cs typeface="+mj-cs"/>
              </a:rPr>
              <a:t> </a:t>
            </a:r>
            <a:r>
              <a:rPr lang="en-US" kern="1200" spc="-10" dirty="0" err="1">
                <a:solidFill>
                  <a:schemeClr val="tx1"/>
                </a:solidFill>
                <a:latin typeface="+mj-lt"/>
                <a:ea typeface="+mj-ea"/>
                <a:cs typeface="+mj-cs"/>
              </a:rPr>
              <a:t>kullanımı</a:t>
            </a:r>
            <a:r>
              <a:rPr lang="en-US" kern="1200" spc="-40" dirty="0">
                <a:solidFill>
                  <a:schemeClr val="tx1"/>
                </a:solidFill>
                <a:latin typeface="+mj-lt"/>
                <a:ea typeface="+mj-ea"/>
                <a:cs typeface="+mj-cs"/>
              </a:rPr>
              <a:t> </a:t>
            </a:r>
            <a:r>
              <a:rPr lang="en-US" kern="1200" spc="-20" dirty="0" err="1">
                <a:solidFill>
                  <a:schemeClr val="tx1"/>
                </a:solidFill>
                <a:latin typeface="+mj-lt"/>
                <a:ea typeface="+mj-ea"/>
                <a:cs typeface="+mj-cs"/>
              </a:rPr>
              <a:t>yaygınlaşmıştır</a:t>
            </a:r>
            <a:r>
              <a:rPr lang="en-US" kern="1200" spc="-20" dirty="0">
                <a:solidFill>
                  <a:schemeClr val="tx1"/>
                </a:solidFill>
                <a:latin typeface="+mj-lt"/>
                <a:ea typeface="+mj-ea"/>
                <a:cs typeface="+mj-cs"/>
              </a:rPr>
              <a:t>.</a:t>
            </a:r>
          </a:p>
        </p:txBody>
      </p:sp>
      <p:sp>
        <p:nvSpPr>
          <p:cNvPr id="3" name="object 3"/>
          <p:cNvSpPr txBox="1"/>
          <p:nvPr/>
        </p:nvSpPr>
        <p:spPr>
          <a:xfrm>
            <a:off x="862287" y="2019850"/>
            <a:ext cx="4447067" cy="2933150"/>
          </a:xfrm>
          <a:prstGeom prst="rect">
            <a:avLst/>
          </a:prstGeom>
        </p:spPr>
        <p:txBody>
          <a:bodyPr vert="horz" lIns="91440" tIns="45720" rIns="91440" bIns="45720" rtlCol="0">
            <a:normAutofit/>
          </a:bodyPr>
          <a:lstStyle/>
          <a:p>
            <a:pPr marL="12700" marR="203200" indent="-228600">
              <a:lnSpc>
                <a:spcPct val="90000"/>
              </a:lnSpc>
              <a:spcBef>
                <a:spcPts val="100"/>
              </a:spcBef>
              <a:buFont typeface="Arial" panose="020B0604020202020204" pitchFamily="34" charset="0"/>
              <a:buChar char="•"/>
            </a:pPr>
            <a:r>
              <a:rPr lang="en-US" sz="1500" spc="-5" dirty="0"/>
              <a:t>Bu </a:t>
            </a:r>
            <a:r>
              <a:rPr lang="en-US" sz="1500" spc="-10" dirty="0" err="1"/>
              <a:t>yaygınlaşma</a:t>
            </a:r>
            <a:r>
              <a:rPr lang="en-US" sz="1500" spc="-10" dirty="0"/>
              <a:t> </a:t>
            </a:r>
            <a:r>
              <a:rPr lang="en-US" sz="1500" spc="-5" dirty="0" err="1"/>
              <a:t>ile</a:t>
            </a:r>
            <a:r>
              <a:rPr lang="en-US" sz="1500" spc="-5" dirty="0"/>
              <a:t> </a:t>
            </a:r>
            <a:r>
              <a:rPr lang="en-US" sz="1500" spc="-5" dirty="0" err="1"/>
              <a:t>bilişim</a:t>
            </a:r>
            <a:r>
              <a:rPr lang="en-US" sz="1500" spc="-5" dirty="0"/>
              <a:t> </a:t>
            </a:r>
            <a:r>
              <a:rPr lang="en-US" sz="1500" spc="-5" dirty="0" err="1"/>
              <a:t>teknolojilerinin</a:t>
            </a:r>
            <a:r>
              <a:rPr lang="en-US" sz="1500" spc="-5" dirty="0"/>
              <a:t> </a:t>
            </a:r>
            <a:r>
              <a:rPr lang="en-US" sz="1500" spc="-5" dirty="0" err="1"/>
              <a:t>insanlar</a:t>
            </a:r>
            <a:r>
              <a:rPr lang="en-US" sz="1500" spc="-5" dirty="0"/>
              <a:t> </a:t>
            </a:r>
            <a:r>
              <a:rPr lang="en-US" sz="1500" spc="-5" dirty="0" err="1"/>
              <a:t>ile</a:t>
            </a:r>
            <a:r>
              <a:rPr lang="en-US" sz="1500" spc="-5" dirty="0"/>
              <a:t> </a:t>
            </a:r>
            <a:r>
              <a:rPr lang="en-US" sz="1500" spc="-5" dirty="0" err="1"/>
              <a:t>olan</a:t>
            </a:r>
            <a:r>
              <a:rPr lang="en-US" sz="1500" spc="-5" dirty="0"/>
              <a:t> </a:t>
            </a:r>
            <a:r>
              <a:rPr lang="en-US" sz="1500" spc="-5" dirty="0" err="1"/>
              <a:t>etkileşimi</a:t>
            </a:r>
            <a:r>
              <a:rPr lang="en-US" sz="1500" spc="-5" dirty="0"/>
              <a:t> </a:t>
            </a:r>
            <a:r>
              <a:rPr lang="en-US" sz="1500" spc="-350" dirty="0"/>
              <a:t> </a:t>
            </a:r>
            <a:r>
              <a:rPr lang="en-US" sz="1500" spc="-5" dirty="0"/>
              <a:t>de</a:t>
            </a:r>
            <a:r>
              <a:rPr lang="en-US" sz="1500" dirty="0"/>
              <a:t> </a:t>
            </a:r>
            <a:r>
              <a:rPr lang="en-US" sz="1500" spc="-10" dirty="0" err="1"/>
              <a:t>büyük</a:t>
            </a:r>
            <a:r>
              <a:rPr lang="en-US" sz="1500" spc="-5" dirty="0"/>
              <a:t> </a:t>
            </a:r>
            <a:r>
              <a:rPr lang="en-US" sz="1500" spc="-10" dirty="0" err="1"/>
              <a:t>önem</a:t>
            </a:r>
            <a:r>
              <a:rPr lang="en-US" sz="1500" spc="15" dirty="0"/>
              <a:t> </a:t>
            </a:r>
            <a:r>
              <a:rPr lang="en-US" sz="1500" spc="-20" dirty="0" err="1"/>
              <a:t>kazanmıştır</a:t>
            </a:r>
            <a:r>
              <a:rPr lang="en-US" sz="1500" spc="-20" dirty="0"/>
              <a:t>.</a:t>
            </a:r>
            <a:endParaRPr lang="en-US" sz="1500" dirty="0"/>
          </a:p>
          <a:p>
            <a:pPr indent="-228600">
              <a:lnSpc>
                <a:spcPct val="90000"/>
              </a:lnSpc>
              <a:buFont typeface="Arial" panose="020B0604020202020204" pitchFamily="34" charset="0"/>
              <a:buChar char="•"/>
            </a:pPr>
            <a:endParaRPr lang="en-US" sz="1500" dirty="0"/>
          </a:p>
          <a:p>
            <a:pPr indent="-228600">
              <a:lnSpc>
                <a:spcPct val="90000"/>
              </a:lnSpc>
              <a:spcBef>
                <a:spcPts val="45"/>
              </a:spcBef>
              <a:buFont typeface="Arial" panose="020B0604020202020204" pitchFamily="34" charset="0"/>
              <a:buChar char="•"/>
            </a:pPr>
            <a:endParaRPr lang="en-US" sz="1500" dirty="0"/>
          </a:p>
          <a:p>
            <a:pPr marL="12700" marR="301625" indent="-228600">
              <a:lnSpc>
                <a:spcPct val="90000"/>
              </a:lnSpc>
              <a:spcBef>
                <a:spcPts val="5"/>
              </a:spcBef>
              <a:buFont typeface="Arial" panose="020B0604020202020204" pitchFamily="34" charset="0"/>
              <a:buChar char="•"/>
            </a:pPr>
            <a:r>
              <a:rPr lang="en-US" sz="1500" spc="-5" dirty="0"/>
              <a:t>Bu </a:t>
            </a:r>
            <a:r>
              <a:rPr lang="en-US" sz="1500" spc="-5" dirty="0" err="1"/>
              <a:t>doğrultuda</a:t>
            </a:r>
            <a:r>
              <a:rPr lang="en-US" sz="1500" spc="-5" dirty="0"/>
              <a:t> İBE </a:t>
            </a:r>
            <a:r>
              <a:rPr lang="en-US" sz="1500" spc="-5" dirty="0" err="1"/>
              <a:t>alanında</a:t>
            </a:r>
            <a:r>
              <a:rPr lang="en-US" sz="1500" spc="-5" dirty="0"/>
              <a:t> </a:t>
            </a:r>
            <a:r>
              <a:rPr lang="en-US" sz="1500" spc="-10" dirty="0" err="1"/>
              <a:t>yapılan</a:t>
            </a:r>
            <a:r>
              <a:rPr lang="en-US" sz="1500" spc="-10" dirty="0"/>
              <a:t> </a:t>
            </a:r>
            <a:r>
              <a:rPr lang="en-US" sz="1500" spc="-20" dirty="0" err="1"/>
              <a:t>çalışmalar</a:t>
            </a:r>
            <a:r>
              <a:rPr lang="en-US" sz="1500" spc="-20" dirty="0"/>
              <a:t>, </a:t>
            </a:r>
            <a:r>
              <a:rPr lang="en-US" sz="1500" spc="-5" dirty="0" err="1"/>
              <a:t>bilişim</a:t>
            </a:r>
            <a:r>
              <a:rPr lang="en-US" sz="1500" spc="-5" dirty="0"/>
              <a:t> </a:t>
            </a:r>
            <a:r>
              <a:rPr lang="en-US" sz="1500" spc="-10" dirty="0" err="1"/>
              <a:t>sistemlerinin</a:t>
            </a:r>
            <a:r>
              <a:rPr lang="en-US" sz="1500" spc="-10" dirty="0"/>
              <a:t> </a:t>
            </a:r>
            <a:r>
              <a:rPr lang="en-US" sz="1500" spc="-350" dirty="0"/>
              <a:t> </a:t>
            </a:r>
            <a:r>
              <a:rPr lang="en-US" sz="1500" spc="-5" dirty="0" err="1"/>
              <a:t>tasarımı</a:t>
            </a:r>
            <a:r>
              <a:rPr lang="en-US" sz="1500" spc="-5" dirty="0"/>
              <a:t> </a:t>
            </a:r>
            <a:r>
              <a:rPr lang="en-US" sz="1500" spc="-10" dirty="0" err="1"/>
              <a:t>ve</a:t>
            </a:r>
            <a:r>
              <a:rPr lang="en-US" sz="1500" spc="-10" dirty="0"/>
              <a:t> </a:t>
            </a:r>
            <a:r>
              <a:rPr lang="en-US" sz="1500" spc="-5" dirty="0" err="1"/>
              <a:t>geliştirilmesi</a:t>
            </a:r>
            <a:r>
              <a:rPr lang="en-US" sz="1500" spc="-5" dirty="0"/>
              <a:t> </a:t>
            </a:r>
            <a:r>
              <a:rPr lang="en-US" sz="1500" spc="-10" dirty="0" err="1"/>
              <a:t>konularında</a:t>
            </a:r>
            <a:r>
              <a:rPr lang="en-US" sz="1500" spc="-10" dirty="0"/>
              <a:t> </a:t>
            </a:r>
            <a:r>
              <a:rPr lang="en-US" sz="1500" spc="-5" dirty="0" err="1"/>
              <a:t>halen</a:t>
            </a:r>
            <a:r>
              <a:rPr lang="en-US" sz="1500" spc="-5" dirty="0"/>
              <a:t> </a:t>
            </a:r>
            <a:r>
              <a:rPr lang="en-US" sz="1500" spc="-10" dirty="0" err="1"/>
              <a:t>kabul</a:t>
            </a:r>
            <a:r>
              <a:rPr lang="en-US" sz="1500" spc="-10" dirty="0"/>
              <a:t> </a:t>
            </a:r>
            <a:r>
              <a:rPr lang="en-US" sz="1500" spc="-5" dirty="0" err="1"/>
              <a:t>edilmiş</a:t>
            </a:r>
            <a:r>
              <a:rPr lang="en-US" sz="1500" spc="-5" dirty="0"/>
              <a:t> </a:t>
            </a:r>
            <a:r>
              <a:rPr lang="en-US" sz="1500" spc="-5" dirty="0" err="1"/>
              <a:t>bazı</a:t>
            </a:r>
            <a:r>
              <a:rPr lang="en-US" sz="1500" spc="-5" dirty="0"/>
              <a:t> </a:t>
            </a:r>
            <a:r>
              <a:rPr lang="en-US" sz="1500" dirty="0"/>
              <a:t> </a:t>
            </a:r>
            <a:r>
              <a:rPr lang="en-US" sz="1500" spc="-10" dirty="0" err="1"/>
              <a:t>varsayımların</a:t>
            </a:r>
            <a:r>
              <a:rPr lang="en-US" sz="1500" spc="-30" dirty="0"/>
              <a:t> </a:t>
            </a:r>
            <a:r>
              <a:rPr lang="en-US" sz="1500" spc="-5" dirty="0" err="1"/>
              <a:t>yanlışlığını</a:t>
            </a:r>
            <a:r>
              <a:rPr lang="en-US" sz="1500" spc="-45" dirty="0"/>
              <a:t> </a:t>
            </a:r>
            <a:r>
              <a:rPr lang="en-US" sz="1500" spc="-20" dirty="0" err="1"/>
              <a:t>ortaya</a:t>
            </a:r>
            <a:r>
              <a:rPr lang="en-US" sz="1500" spc="20" dirty="0"/>
              <a:t> </a:t>
            </a:r>
            <a:r>
              <a:rPr lang="en-US" sz="1500" spc="-20" dirty="0" err="1"/>
              <a:t>çıkarmıştır</a:t>
            </a:r>
            <a:r>
              <a:rPr lang="en-US" sz="1500" spc="-20" dirty="0"/>
              <a:t>.</a:t>
            </a:r>
            <a:endParaRPr lang="en-US" sz="1500" dirty="0"/>
          </a:p>
          <a:p>
            <a:pPr indent="-228600">
              <a:lnSpc>
                <a:spcPct val="90000"/>
              </a:lnSpc>
              <a:buFont typeface="Arial" panose="020B0604020202020204" pitchFamily="34" charset="0"/>
              <a:buChar char="•"/>
            </a:pPr>
            <a:endParaRPr lang="en-US" sz="1500" dirty="0"/>
          </a:p>
          <a:p>
            <a:pPr indent="-228600">
              <a:lnSpc>
                <a:spcPct val="90000"/>
              </a:lnSpc>
              <a:spcBef>
                <a:spcPts val="45"/>
              </a:spcBef>
              <a:buFont typeface="Arial" panose="020B0604020202020204" pitchFamily="34" charset="0"/>
              <a:buChar char="•"/>
            </a:pPr>
            <a:endParaRPr lang="en-US" sz="1500" dirty="0"/>
          </a:p>
          <a:p>
            <a:pPr marL="12700" marR="5080" indent="-228600">
              <a:lnSpc>
                <a:spcPct val="90000"/>
              </a:lnSpc>
              <a:buFont typeface="Arial" panose="020B0604020202020204" pitchFamily="34" charset="0"/>
              <a:buChar char="•"/>
            </a:pPr>
            <a:r>
              <a:rPr lang="en-US" sz="1500" spc="-10" dirty="0" err="1"/>
              <a:t>Özellikle</a:t>
            </a:r>
            <a:r>
              <a:rPr lang="en-US" sz="1500" spc="-10" dirty="0"/>
              <a:t> son </a:t>
            </a:r>
            <a:r>
              <a:rPr lang="en-US" sz="1500" spc="-5" dirty="0" err="1"/>
              <a:t>kullanıcıyı</a:t>
            </a:r>
            <a:r>
              <a:rPr lang="en-US" sz="1500" spc="-5" dirty="0"/>
              <a:t> </a:t>
            </a:r>
            <a:r>
              <a:rPr lang="en-US" sz="1500" spc="-5" dirty="0" err="1"/>
              <a:t>tasarım</a:t>
            </a:r>
            <a:r>
              <a:rPr lang="en-US" sz="1500" spc="-5" dirty="0"/>
              <a:t>, </a:t>
            </a:r>
            <a:r>
              <a:rPr lang="en-US" sz="1500" spc="-5" dirty="0" err="1"/>
              <a:t>geliştirme</a:t>
            </a:r>
            <a:r>
              <a:rPr lang="en-US" sz="1500" spc="-5" dirty="0"/>
              <a:t> </a:t>
            </a:r>
            <a:r>
              <a:rPr lang="en-US" sz="1500" spc="-10" dirty="0" err="1"/>
              <a:t>ve</a:t>
            </a:r>
            <a:r>
              <a:rPr lang="en-US" sz="1500" spc="-10" dirty="0"/>
              <a:t> test </a:t>
            </a:r>
            <a:r>
              <a:rPr lang="en-US" sz="1500" spc="-10" dirty="0" err="1"/>
              <a:t>sürecinin</a:t>
            </a:r>
            <a:r>
              <a:rPr lang="en-US" sz="1500" spc="-10" dirty="0"/>
              <a:t> </a:t>
            </a:r>
            <a:r>
              <a:rPr lang="en-US" sz="1500" spc="-5" dirty="0" err="1"/>
              <a:t>dışında</a:t>
            </a:r>
            <a:r>
              <a:rPr lang="en-US" sz="1500" spc="-5" dirty="0"/>
              <a:t> </a:t>
            </a:r>
            <a:r>
              <a:rPr lang="en-US" sz="1500" dirty="0"/>
              <a:t> </a:t>
            </a:r>
            <a:r>
              <a:rPr lang="en-US" sz="1500" spc="-5" dirty="0" err="1"/>
              <a:t>tutmanın</a:t>
            </a:r>
            <a:r>
              <a:rPr lang="en-US" sz="1500" spc="-25" dirty="0"/>
              <a:t> </a:t>
            </a:r>
            <a:r>
              <a:rPr lang="en-US" sz="1500" spc="-5" dirty="0" err="1"/>
              <a:t>ciddi</a:t>
            </a:r>
            <a:r>
              <a:rPr lang="en-US" sz="1500" spc="-5" dirty="0"/>
              <a:t> </a:t>
            </a:r>
            <a:r>
              <a:rPr lang="en-US" sz="1500" spc="-5" dirty="0" err="1"/>
              <a:t>sorunlar</a:t>
            </a:r>
            <a:r>
              <a:rPr lang="en-US" sz="1500" spc="10" dirty="0"/>
              <a:t> </a:t>
            </a:r>
            <a:r>
              <a:rPr lang="en-US" sz="1500" spc="-15" dirty="0" err="1"/>
              <a:t>yarattığı</a:t>
            </a:r>
            <a:r>
              <a:rPr lang="en-US" sz="1500" spc="-15" dirty="0"/>
              <a:t> </a:t>
            </a:r>
            <a:r>
              <a:rPr lang="en-US" sz="1500" spc="-15" dirty="0" err="1"/>
              <a:t>herkes</a:t>
            </a:r>
            <a:r>
              <a:rPr lang="en-US" sz="1500" spc="25" dirty="0"/>
              <a:t> </a:t>
            </a:r>
            <a:r>
              <a:rPr lang="en-US" sz="1500" spc="-10" dirty="0" err="1"/>
              <a:t>tarafından</a:t>
            </a:r>
            <a:r>
              <a:rPr lang="en-US" sz="1500" spc="-15" dirty="0"/>
              <a:t> </a:t>
            </a:r>
            <a:r>
              <a:rPr lang="en-US" sz="1500" spc="-10" dirty="0" err="1"/>
              <a:t>kabul</a:t>
            </a:r>
            <a:r>
              <a:rPr lang="en-US" sz="1500" spc="-5" dirty="0"/>
              <a:t> </a:t>
            </a:r>
            <a:r>
              <a:rPr lang="en-US" sz="1500" spc="-20" dirty="0" err="1"/>
              <a:t>edilmektedir</a:t>
            </a:r>
            <a:r>
              <a:rPr lang="en-US" sz="1500" spc="-20" dirty="0"/>
              <a:t>.</a:t>
            </a:r>
            <a:endParaRPr lang="en-US" sz="1500" dirty="0"/>
          </a:p>
        </p:txBody>
      </p:sp>
      <p:pic>
        <p:nvPicPr>
          <p:cNvPr id="4" name="object 4" descr="taslak, çizim, çizgi sanatı, sanat içeren bir resim&#10;&#10;Açıklama otomatik olarak oluşturuldu"/>
          <p:cNvPicPr/>
          <p:nvPr/>
        </p:nvPicPr>
        <p:blipFill>
          <a:blip r:embed="rId2" cstate="print"/>
          <a:stretch>
            <a:fillRect/>
          </a:stretch>
        </p:blipFill>
        <p:spPr>
          <a:xfrm>
            <a:off x="5809129" y="1507191"/>
            <a:ext cx="2823882" cy="2610970"/>
          </a:xfrm>
          <a:prstGeom prst="rect">
            <a:avLst/>
          </a:prstGeom>
        </p:spPr>
      </p:pic>
      <p:sp>
        <p:nvSpPr>
          <p:cNvPr id="32" name="Rectangle 31">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338430"/>
            <a:ext cx="9143998" cy="384811"/>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5" y="5338429"/>
            <a:ext cx="3057523" cy="3869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2"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36" y="0"/>
            <a:ext cx="9141711" cy="5715000"/>
            <a:chOff x="-2848" y="0"/>
            <a:chExt cx="12188949" cy="6858000"/>
          </a:xfrm>
        </p:grpSpPr>
        <p:sp>
          <p:nvSpPr>
            <p:cNvPr id="1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8459" y="498549"/>
            <a:ext cx="8167081" cy="4733951"/>
            <a:chOff x="651279" y="598259"/>
            <a:chExt cx="10889442" cy="5680742"/>
          </a:xfrm>
        </p:grpSpPr>
        <p:sp>
          <p:nvSpPr>
            <p:cNvPr id="1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5715003"/>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3" name="object 3"/>
          <p:cNvSpPr txBox="1">
            <a:spLocks noGrp="1"/>
          </p:cNvSpPr>
          <p:nvPr>
            <p:ph type="title"/>
          </p:nvPr>
        </p:nvSpPr>
        <p:spPr>
          <a:xfrm>
            <a:off x="761238" y="743093"/>
            <a:ext cx="3982212" cy="4300657"/>
          </a:xfrm>
          <a:prstGeom prst="rect">
            <a:avLst/>
          </a:prstGeom>
        </p:spPr>
        <p:txBody>
          <a:bodyPr vert="horz" lIns="91440" tIns="45720" rIns="91440" bIns="45720" rtlCol="0" anchor="ctr">
            <a:normAutofit/>
          </a:bodyPr>
          <a:lstStyle/>
          <a:p>
            <a:pPr marL="12700" algn="l" rtl="0">
              <a:lnSpc>
                <a:spcPct val="90000"/>
              </a:lnSpc>
              <a:spcBef>
                <a:spcPct val="0"/>
              </a:spcBef>
            </a:pPr>
            <a:r>
              <a:rPr lang="en-US" sz="3800" b="1" kern="1200" spc="-20">
                <a:solidFill>
                  <a:schemeClr val="bg1"/>
                </a:solidFill>
                <a:latin typeface="+mj-lt"/>
                <a:ea typeface="+mj-ea"/>
                <a:cs typeface="+mj-cs"/>
              </a:rPr>
              <a:t>Kısaca…</a:t>
            </a:r>
            <a:endParaRPr lang="en-US" sz="3800" kern="1200">
              <a:solidFill>
                <a:schemeClr val="bg1"/>
              </a:solidFill>
              <a:latin typeface="+mj-lt"/>
              <a:ea typeface="+mj-ea"/>
              <a:cs typeface="+mj-cs"/>
            </a:endParaRPr>
          </a:p>
          <a:p>
            <a:pPr marL="27305" algn="l" rtl="0">
              <a:lnSpc>
                <a:spcPct val="90000"/>
              </a:lnSpc>
              <a:spcBef>
                <a:spcPct val="0"/>
              </a:spcBef>
            </a:pPr>
            <a:r>
              <a:rPr lang="en-US" sz="3800" kern="1200" spc="-10">
                <a:solidFill>
                  <a:schemeClr val="bg1"/>
                </a:solidFill>
                <a:latin typeface="+mj-lt"/>
                <a:ea typeface="+mj-ea"/>
                <a:cs typeface="+mj-cs"/>
              </a:rPr>
              <a:t>İBE’nin</a:t>
            </a:r>
            <a:r>
              <a:rPr lang="en-US" sz="3800" kern="1200" spc="-5">
                <a:solidFill>
                  <a:schemeClr val="bg1"/>
                </a:solidFill>
                <a:latin typeface="+mj-lt"/>
                <a:ea typeface="+mj-ea"/>
                <a:cs typeface="+mj-cs"/>
              </a:rPr>
              <a:t> </a:t>
            </a:r>
            <a:r>
              <a:rPr lang="en-US" sz="3800" kern="1200" spc="-10">
                <a:solidFill>
                  <a:schemeClr val="bg1"/>
                </a:solidFill>
                <a:latin typeface="+mj-lt"/>
                <a:ea typeface="+mj-ea"/>
                <a:cs typeface="+mj-cs"/>
              </a:rPr>
              <a:t>günümüzde</a:t>
            </a:r>
            <a:r>
              <a:rPr lang="en-US" sz="3800" kern="1200" spc="15">
                <a:solidFill>
                  <a:schemeClr val="bg1"/>
                </a:solidFill>
                <a:latin typeface="+mj-lt"/>
                <a:ea typeface="+mj-ea"/>
                <a:cs typeface="+mj-cs"/>
              </a:rPr>
              <a:t> </a:t>
            </a:r>
            <a:r>
              <a:rPr lang="en-US" sz="3800" kern="1200" spc="-5">
                <a:solidFill>
                  <a:schemeClr val="bg1"/>
                </a:solidFill>
                <a:latin typeface="+mj-lt"/>
                <a:ea typeface="+mj-ea"/>
                <a:cs typeface="+mj-cs"/>
              </a:rPr>
              <a:t>neden</a:t>
            </a:r>
            <a:r>
              <a:rPr lang="en-US" sz="3800" kern="1200" spc="15">
                <a:solidFill>
                  <a:schemeClr val="bg1"/>
                </a:solidFill>
                <a:latin typeface="+mj-lt"/>
                <a:ea typeface="+mj-ea"/>
                <a:cs typeface="+mj-cs"/>
              </a:rPr>
              <a:t> </a:t>
            </a:r>
            <a:r>
              <a:rPr lang="en-US" sz="3800" kern="1200" spc="-5">
                <a:solidFill>
                  <a:schemeClr val="bg1"/>
                </a:solidFill>
                <a:latin typeface="+mj-lt"/>
                <a:ea typeface="+mj-ea"/>
                <a:cs typeface="+mj-cs"/>
              </a:rPr>
              <a:t>öneminin</a:t>
            </a:r>
            <a:r>
              <a:rPr lang="en-US" sz="3800" kern="1200" spc="10">
                <a:solidFill>
                  <a:schemeClr val="bg1"/>
                </a:solidFill>
                <a:latin typeface="+mj-lt"/>
                <a:ea typeface="+mj-ea"/>
                <a:cs typeface="+mj-cs"/>
              </a:rPr>
              <a:t> </a:t>
            </a:r>
            <a:r>
              <a:rPr lang="en-US" sz="3800" kern="1200" spc="-5">
                <a:solidFill>
                  <a:schemeClr val="bg1"/>
                </a:solidFill>
                <a:latin typeface="+mj-lt"/>
                <a:ea typeface="+mj-ea"/>
                <a:cs typeface="+mj-cs"/>
              </a:rPr>
              <a:t>arttığı:</a:t>
            </a:r>
            <a:endParaRPr lang="en-US" sz="3800" kern="1200">
              <a:solidFill>
                <a:schemeClr val="bg1"/>
              </a:solidFill>
              <a:latin typeface="+mj-lt"/>
              <a:ea typeface="+mj-ea"/>
              <a:cs typeface="+mj-cs"/>
            </a:endParaRPr>
          </a:p>
        </p:txBody>
      </p:sp>
      <p:sp>
        <p:nvSpPr>
          <p:cNvPr id="2" name="object 2"/>
          <p:cNvSpPr txBox="1"/>
          <p:nvPr/>
        </p:nvSpPr>
        <p:spPr>
          <a:xfrm>
            <a:off x="4809226" y="743094"/>
            <a:ext cx="3438662" cy="4300658"/>
          </a:xfrm>
          <a:prstGeom prst="rect">
            <a:avLst/>
          </a:prstGeom>
        </p:spPr>
        <p:txBody>
          <a:bodyPr vert="horz" lIns="91440" tIns="45720" rIns="91440" bIns="45720" rtlCol="0" anchor="ctr">
            <a:normAutofit/>
          </a:bodyPr>
          <a:lstStyle/>
          <a:p>
            <a:pPr marL="299085" indent="-228600">
              <a:lnSpc>
                <a:spcPct val="90000"/>
              </a:lnSpc>
              <a:spcBef>
                <a:spcPts val="95"/>
              </a:spcBef>
              <a:buFont typeface="Arial" panose="020B0604020202020204" pitchFamily="34" charset="0"/>
              <a:buChar char="•"/>
              <a:tabLst>
                <a:tab pos="299720" algn="l"/>
              </a:tabLst>
            </a:pPr>
            <a:r>
              <a:rPr lang="en-US" sz="1400" spc="-10">
                <a:solidFill>
                  <a:schemeClr val="bg1"/>
                </a:solidFill>
              </a:rPr>
              <a:t>her</a:t>
            </a:r>
            <a:r>
              <a:rPr lang="en-US" sz="1400" spc="10">
                <a:solidFill>
                  <a:schemeClr val="bg1"/>
                </a:solidFill>
              </a:rPr>
              <a:t> </a:t>
            </a:r>
            <a:r>
              <a:rPr lang="en-US" sz="1400" spc="-15">
                <a:solidFill>
                  <a:schemeClr val="bg1"/>
                </a:solidFill>
              </a:rPr>
              <a:t>yaştan</a:t>
            </a:r>
            <a:r>
              <a:rPr lang="en-US" sz="1400" spc="-5">
                <a:solidFill>
                  <a:schemeClr val="bg1"/>
                </a:solidFill>
              </a:rPr>
              <a:t> insan</a:t>
            </a:r>
            <a:r>
              <a:rPr lang="en-US" sz="1400" spc="-10">
                <a:solidFill>
                  <a:schemeClr val="bg1"/>
                </a:solidFill>
              </a:rPr>
              <a:t> bilgisayarı kullanabilmesi</a:t>
            </a:r>
            <a:endParaRPr lang="en-US" sz="1400">
              <a:solidFill>
                <a:schemeClr val="bg1"/>
              </a:solidFill>
            </a:endParaRPr>
          </a:p>
          <a:p>
            <a:pPr marL="299085" marR="5080" indent="-228600">
              <a:lnSpc>
                <a:spcPct val="90000"/>
              </a:lnSpc>
              <a:spcBef>
                <a:spcPts val="380"/>
              </a:spcBef>
              <a:buFont typeface="Arial" panose="020B0604020202020204" pitchFamily="34" charset="0"/>
              <a:buChar char="•"/>
              <a:tabLst>
                <a:tab pos="299720" algn="l"/>
              </a:tabLst>
            </a:pPr>
            <a:r>
              <a:rPr lang="en-US" sz="1400" spc="-10">
                <a:solidFill>
                  <a:schemeClr val="bg1"/>
                </a:solidFill>
              </a:rPr>
              <a:t>her</a:t>
            </a:r>
            <a:r>
              <a:rPr lang="en-US" sz="1400" spc="25">
                <a:solidFill>
                  <a:schemeClr val="bg1"/>
                </a:solidFill>
              </a:rPr>
              <a:t> </a:t>
            </a:r>
            <a:r>
              <a:rPr lang="en-US" sz="1400" spc="-10">
                <a:solidFill>
                  <a:schemeClr val="bg1"/>
                </a:solidFill>
              </a:rPr>
              <a:t>kuruluş</a:t>
            </a:r>
            <a:r>
              <a:rPr lang="en-US" sz="1400" spc="25">
                <a:solidFill>
                  <a:schemeClr val="bg1"/>
                </a:solidFill>
              </a:rPr>
              <a:t> </a:t>
            </a:r>
            <a:r>
              <a:rPr lang="en-US" sz="1400" spc="-5">
                <a:solidFill>
                  <a:schemeClr val="bg1"/>
                </a:solidFill>
              </a:rPr>
              <a:t>bilişim</a:t>
            </a:r>
            <a:r>
              <a:rPr lang="en-US" sz="1400" spc="-30">
                <a:solidFill>
                  <a:schemeClr val="bg1"/>
                </a:solidFill>
              </a:rPr>
              <a:t> </a:t>
            </a:r>
            <a:r>
              <a:rPr lang="en-US" sz="1400" spc="-10">
                <a:solidFill>
                  <a:schemeClr val="bg1"/>
                </a:solidFill>
              </a:rPr>
              <a:t>teknolojilerini</a:t>
            </a:r>
            <a:r>
              <a:rPr lang="en-US" sz="1400" spc="45">
                <a:solidFill>
                  <a:schemeClr val="bg1"/>
                </a:solidFill>
              </a:rPr>
              <a:t> </a:t>
            </a:r>
            <a:r>
              <a:rPr lang="en-US" sz="1400" spc="-10">
                <a:solidFill>
                  <a:schemeClr val="bg1"/>
                </a:solidFill>
              </a:rPr>
              <a:t>kullanması</a:t>
            </a:r>
            <a:r>
              <a:rPr lang="en-US" sz="1400" spc="-5">
                <a:solidFill>
                  <a:schemeClr val="bg1"/>
                </a:solidFill>
              </a:rPr>
              <a:t> </a:t>
            </a:r>
            <a:r>
              <a:rPr lang="en-US" sz="1400" spc="-10">
                <a:solidFill>
                  <a:schemeClr val="bg1"/>
                </a:solidFill>
              </a:rPr>
              <a:t>ve</a:t>
            </a:r>
            <a:r>
              <a:rPr lang="en-US" sz="1400" spc="25">
                <a:solidFill>
                  <a:schemeClr val="bg1"/>
                </a:solidFill>
              </a:rPr>
              <a:t> </a:t>
            </a:r>
            <a:r>
              <a:rPr lang="en-US" sz="1400" spc="-10">
                <a:solidFill>
                  <a:schemeClr val="bg1"/>
                </a:solidFill>
              </a:rPr>
              <a:t>teknolojiden</a:t>
            </a:r>
            <a:r>
              <a:rPr lang="en-US" sz="1400" spc="20">
                <a:solidFill>
                  <a:schemeClr val="bg1"/>
                </a:solidFill>
              </a:rPr>
              <a:t> </a:t>
            </a:r>
            <a:r>
              <a:rPr lang="en-US" sz="1400" spc="-5">
                <a:solidFill>
                  <a:schemeClr val="bg1"/>
                </a:solidFill>
              </a:rPr>
              <a:t>bağımsız </a:t>
            </a:r>
            <a:r>
              <a:rPr lang="en-US" sz="1400" spc="-345">
                <a:solidFill>
                  <a:schemeClr val="bg1"/>
                </a:solidFill>
              </a:rPr>
              <a:t> </a:t>
            </a:r>
            <a:r>
              <a:rPr lang="en-US" sz="1400" spc="-5">
                <a:solidFill>
                  <a:schemeClr val="bg1"/>
                </a:solidFill>
              </a:rPr>
              <a:t>varlıklarını</a:t>
            </a:r>
            <a:r>
              <a:rPr lang="en-US" sz="1400" spc="-20">
                <a:solidFill>
                  <a:schemeClr val="bg1"/>
                </a:solidFill>
              </a:rPr>
              <a:t> </a:t>
            </a:r>
            <a:r>
              <a:rPr lang="en-US" sz="1400" spc="-15">
                <a:solidFill>
                  <a:schemeClr val="bg1"/>
                </a:solidFill>
              </a:rPr>
              <a:t>sürdürememesi</a:t>
            </a:r>
            <a:endParaRPr lang="en-US" sz="1400">
              <a:solidFill>
                <a:schemeClr val="bg1"/>
              </a:solidFill>
            </a:endParaRPr>
          </a:p>
          <a:p>
            <a:pPr marL="299085" indent="-228600">
              <a:lnSpc>
                <a:spcPct val="90000"/>
              </a:lnSpc>
              <a:spcBef>
                <a:spcPts val="1345"/>
              </a:spcBef>
              <a:buFont typeface="Arial" panose="020B0604020202020204" pitchFamily="34" charset="0"/>
              <a:buChar char="•"/>
              <a:tabLst>
                <a:tab pos="299720" algn="l"/>
              </a:tabLst>
            </a:pPr>
            <a:r>
              <a:rPr lang="en-US" sz="1400" spc="-10">
                <a:solidFill>
                  <a:schemeClr val="bg1"/>
                </a:solidFill>
              </a:rPr>
              <a:t>teknolojinin</a:t>
            </a:r>
            <a:r>
              <a:rPr lang="en-US" sz="1400" spc="15">
                <a:solidFill>
                  <a:schemeClr val="bg1"/>
                </a:solidFill>
              </a:rPr>
              <a:t> </a:t>
            </a:r>
            <a:r>
              <a:rPr lang="en-US" sz="1400" spc="-10">
                <a:solidFill>
                  <a:schemeClr val="bg1"/>
                </a:solidFill>
              </a:rPr>
              <a:t>kullanımında</a:t>
            </a:r>
            <a:r>
              <a:rPr lang="en-US" sz="1400" spc="-25">
                <a:solidFill>
                  <a:schemeClr val="bg1"/>
                </a:solidFill>
              </a:rPr>
              <a:t> </a:t>
            </a:r>
            <a:r>
              <a:rPr lang="en-US" sz="1400" spc="-5">
                <a:solidFill>
                  <a:schemeClr val="bg1"/>
                </a:solidFill>
              </a:rPr>
              <a:t>bilişim</a:t>
            </a:r>
            <a:r>
              <a:rPr lang="en-US" sz="1400" spc="-35">
                <a:solidFill>
                  <a:schemeClr val="bg1"/>
                </a:solidFill>
              </a:rPr>
              <a:t> </a:t>
            </a:r>
            <a:r>
              <a:rPr lang="en-US" sz="1400" spc="-10">
                <a:solidFill>
                  <a:schemeClr val="bg1"/>
                </a:solidFill>
              </a:rPr>
              <a:t>sistemi</a:t>
            </a:r>
            <a:r>
              <a:rPr lang="en-US" sz="1400" spc="5">
                <a:solidFill>
                  <a:schemeClr val="bg1"/>
                </a:solidFill>
              </a:rPr>
              <a:t> </a:t>
            </a:r>
            <a:r>
              <a:rPr lang="en-US" sz="1400" spc="-10">
                <a:solidFill>
                  <a:schemeClr val="bg1"/>
                </a:solidFill>
              </a:rPr>
              <a:t>sıfıra</a:t>
            </a:r>
            <a:r>
              <a:rPr lang="en-US" sz="1400" spc="-5">
                <a:solidFill>
                  <a:schemeClr val="bg1"/>
                </a:solidFill>
              </a:rPr>
              <a:t> </a:t>
            </a:r>
            <a:r>
              <a:rPr lang="en-US" sz="1400" spc="-10">
                <a:solidFill>
                  <a:schemeClr val="bg1"/>
                </a:solidFill>
              </a:rPr>
              <a:t>yakın</a:t>
            </a:r>
            <a:r>
              <a:rPr lang="en-US" sz="1400">
                <a:solidFill>
                  <a:schemeClr val="bg1"/>
                </a:solidFill>
              </a:rPr>
              <a:t> </a:t>
            </a:r>
            <a:r>
              <a:rPr lang="en-US" sz="1400" spc="-15">
                <a:solidFill>
                  <a:schemeClr val="bg1"/>
                </a:solidFill>
              </a:rPr>
              <a:t>hata</a:t>
            </a:r>
            <a:r>
              <a:rPr lang="en-US" sz="1400">
                <a:solidFill>
                  <a:schemeClr val="bg1"/>
                </a:solidFill>
              </a:rPr>
              <a:t> </a:t>
            </a:r>
            <a:r>
              <a:rPr lang="en-US" sz="1400" spc="-5">
                <a:solidFill>
                  <a:schemeClr val="bg1"/>
                </a:solidFill>
              </a:rPr>
              <a:t>ile</a:t>
            </a:r>
            <a:r>
              <a:rPr lang="en-US" sz="1400" spc="10">
                <a:solidFill>
                  <a:schemeClr val="bg1"/>
                </a:solidFill>
              </a:rPr>
              <a:t> </a:t>
            </a:r>
            <a:r>
              <a:rPr lang="en-US" sz="1400" spc="-10">
                <a:solidFill>
                  <a:schemeClr val="bg1"/>
                </a:solidFill>
              </a:rPr>
              <a:t>çalışmak</a:t>
            </a:r>
            <a:endParaRPr lang="en-US" sz="1400">
              <a:solidFill>
                <a:schemeClr val="bg1"/>
              </a:solidFill>
            </a:endParaRPr>
          </a:p>
          <a:p>
            <a:pPr marL="299085" indent="-228600">
              <a:lnSpc>
                <a:spcPct val="90000"/>
              </a:lnSpc>
              <a:spcBef>
                <a:spcPts val="960"/>
              </a:spcBef>
              <a:buFont typeface="Arial" panose="020B0604020202020204" pitchFamily="34" charset="0"/>
              <a:buChar char="•"/>
            </a:pPr>
            <a:r>
              <a:rPr lang="en-US" sz="1400" spc="-10">
                <a:solidFill>
                  <a:schemeClr val="bg1"/>
                </a:solidFill>
              </a:rPr>
              <a:t>durumunda</a:t>
            </a:r>
            <a:r>
              <a:rPr lang="en-US" sz="1400" spc="-15">
                <a:solidFill>
                  <a:schemeClr val="bg1"/>
                </a:solidFill>
              </a:rPr>
              <a:t> </a:t>
            </a:r>
            <a:r>
              <a:rPr lang="en-US" sz="1400" spc="-10">
                <a:solidFill>
                  <a:schemeClr val="bg1"/>
                </a:solidFill>
              </a:rPr>
              <a:t>olması</a:t>
            </a:r>
            <a:endParaRPr lang="en-US" sz="1400">
              <a:solidFill>
                <a:schemeClr val="bg1"/>
              </a:solidFill>
            </a:endParaRPr>
          </a:p>
          <a:p>
            <a:pPr marL="299085" indent="-228600">
              <a:lnSpc>
                <a:spcPct val="90000"/>
              </a:lnSpc>
              <a:spcBef>
                <a:spcPts val="1350"/>
              </a:spcBef>
              <a:buFont typeface="Arial" panose="020B0604020202020204" pitchFamily="34" charset="0"/>
              <a:buChar char="•"/>
              <a:tabLst>
                <a:tab pos="299720" algn="l"/>
              </a:tabLst>
            </a:pPr>
            <a:r>
              <a:rPr lang="en-US" sz="1400" spc="-5">
                <a:solidFill>
                  <a:schemeClr val="bg1"/>
                </a:solidFill>
              </a:rPr>
              <a:t>Donanım</a:t>
            </a:r>
            <a:r>
              <a:rPr lang="en-US" sz="1400" spc="10">
                <a:solidFill>
                  <a:schemeClr val="bg1"/>
                </a:solidFill>
              </a:rPr>
              <a:t> </a:t>
            </a:r>
            <a:r>
              <a:rPr lang="en-US" sz="1400" spc="-10">
                <a:solidFill>
                  <a:schemeClr val="bg1"/>
                </a:solidFill>
              </a:rPr>
              <a:t>masraflarının</a:t>
            </a:r>
            <a:r>
              <a:rPr lang="en-US" sz="1400" spc="-15">
                <a:solidFill>
                  <a:schemeClr val="bg1"/>
                </a:solidFill>
              </a:rPr>
              <a:t> </a:t>
            </a:r>
            <a:r>
              <a:rPr lang="en-US" sz="1400" spc="-10">
                <a:solidFill>
                  <a:schemeClr val="bg1"/>
                </a:solidFill>
              </a:rPr>
              <a:t>düşmesi</a:t>
            </a:r>
            <a:r>
              <a:rPr lang="en-US" sz="1400" spc="5">
                <a:solidFill>
                  <a:schemeClr val="bg1"/>
                </a:solidFill>
              </a:rPr>
              <a:t> </a:t>
            </a:r>
            <a:r>
              <a:rPr lang="en-US" sz="1400" spc="-5">
                <a:solidFill>
                  <a:schemeClr val="bg1"/>
                </a:solidFill>
              </a:rPr>
              <a:t>yazılım</a:t>
            </a:r>
            <a:r>
              <a:rPr lang="en-US" sz="1400" spc="-20">
                <a:solidFill>
                  <a:schemeClr val="bg1"/>
                </a:solidFill>
              </a:rPr>
              <a:t> </a:t>
            </a:r>
            <a:r>
              <a:rPr lang="en-US" sz="1400" spc="-10">
                <a:solidFill>
                  <a:schemeClr val="bg1"/>
                </a:solidFill>
              </a:rPr>
              <a:t>masraflarının</a:t>
            </a:r>
            <a:r>
              <a:rPr lang="en-US" sz="1400" spc="-5">
                <a:solidFill>
                  <a:schemeClr val="bg1"/>
                </a:solidFill>
              </a:rPr>
              <a:t> </a:t>
            </a:r>
            <a:r>
              <a:rPr lang="en-US" sz="1400">
                <a:solidFill>
                  <a:schemeClr val="bg1"/>
                </a:solidFill>
              </a:rPr>
              <a:t>artması.</a:t>
            </a:r>
          </a:p>
          <a:p>
            <a:pPr marL="299085" indent="-228600">
              <a:lnSpc>
                <a:spcPct val="90000"/>
              </a:lnSpc>
              <a:spcBef>
                <a:spcPts val="1340"/>
              </a:spcBef>
              <a:buFont typeface="Arial" panose="020B0604020202020204" pitchFamily="34" charset="0"/>
              <a:buChar char="•"/>
              <a:tabLst>
                <a:tab pos="299720" algn="l"/>
              </a:tabLst>
            </a:pPr>
            <a:r>
              <a:rPr lang="en-US" sz="1400" spc="-5">
                <a:solidFill>
                  <a:schemeClr val="bg1"/>
                </a:solidFill>
              </a:rPr>
              <a:t>İnsan </a:t>
            </a:r>
            <a:r>
              <a:rPr lang="en-US" sz="1400" spc="-10">
                <a:solidFill>
                  <a:schemeClr val="bg1"/>
                </a:solidFill>
              </a:rPr>
              <a:t>davranışlarını</a:t>
            </a:r>
            <a:r>
              <a:rPr lang="en-US" sz="1400" spc="-25">
                <a:solidFill>
                  <a:schemeClr val="bg1"/>
                </a:solidFill>
              </a:rPr>
              <a:t> </a:t>
            </a:r>
            <a:r>
              <a:rPr lang="en-US" sz="1400" spc="-5">
                <a:solidFill>
                  <a:schemeClr val="bg1"/>
                </a:solidFill>
              </a:rPr>
              <a:t>anlamak</a:t>
            </a:r>
            <a:r>
              <a:rPr lang="en-US" sz="1400" spc="-15">
                <a:solidFill>
                  <a:schemeClr val="bg1"/>
                </a:solidFill>
              </a:rPr>
              <a:t> konusunda</a:t>
            </a:r>
            <a:r>
              <a:rPr lang="en-US" sz="1400">
                <a:solidFill>
                  <a:schemeClr val="bg1"/>
                </a:solidFill>
              </a:rPr>
              <a:t> </a:t>
            </a:r>
            <a:r>
              <a:rPr lang="en-US" sz="1400" spc="-5">
                <a:solidFill>
                  <a:schemeClr val="bg1"/>
                </a:solidFill>
              </a:rPr>
              <a:t>bilişsel</a:t>
            </a:r>
            <a:r>
              <a:rPr lang="en-US" sz="1400" spc="-15">
                <a:solidFill>
                  <a:schemeClr val="bg1"/>
                </a:solidFill>
              </a:rPr>
              <a:t> </a:t>
            </a:r>
            <a:r>
              <a:rPr lang="en-US" sz="1400" spc="-10">
                <a:solidFill>
                  <a:schemeClr val="bg1"/>
                </a:solidFill>
              </a:rPr>
              <a:t>sistemlerin</a:t>
            </a:r>
            <a:endParaRPr lang="en-US" sz="1400">
              <a:solidFill>
                <a:schemeClr val="bg1"/>
              </a:solidFill>
            </a:endParaRPr>
          </a:p>
          <a:p>
            <a:pPr marL="299085" indent="-228600">
              <a:lnSpc>
                <a:spcPct val="90000"/>
              </a:lnSpc>
              <a:spcBef>
                <a:spcPts val="960"/>
              </a:spcBef>
              <a:buFont typeface="Arial" panose="020B0604020202020204" pitchFamily="34" charset="0"/>
              <a:buChar char="•"/>
            </a:pPr>
            <a:r>
              <a:rPr lang="en-US" sz="1400" spc="-5">
                <a:solidFill>
                  <a:schemeClr val="bg1"/>
                </a:solidFill>
              </a:rPr>
              <a:t>kullanılması.</a:t>
            </a:r>
            <a:endParaRPr lang="en-US" sz="140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2" name="Group 11">
            <a:extLst>
              <a:ext uri="{FF2B5EF4-FFF2-40B4-BE49-F238E27FC236}">
                <a16:creationId xmlns:a16="http://schemas.microsoft.com/office/drawing/2014/main" id="{514E1141-65DC-4F54-8399-7221AE6F83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572000" cy="5715000"/>
            <a:chOff x="7467600" y="0"/>
            <a:chExt cx="4724400" cy="6858000"/>
          </a:xfrm>
        </p:grpSpPr>
        <p:sp>
          <p:nvSpPr>
            <p:cNvPr id="13" name="Rectangle 12">
              <a:extLst>
                <a:ext uri="{FF2B5EF4-FFF2-40B4-BE49-F238E27FC236}">
                  <a16:creationId xmlns:a16="http://schemas.microsoft.com/office/drawing/2014/main" id="{DD75B897-7127-4AAC-A078-70739204B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DCFF188-DB07-46AA-A2B3-71E936EAB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 name="Freeform: Shape 15">
            <a:extLst>
              <a:ext uri="{FF2B5EF4-FFF2-40B4-BE49-F238E27FC236}">
                <a16:creationId xmlns:a16="http://schemas.microsoft.com/office/drawing/2014/main" id="{215A9370-15D3-4C30-8BA1-2059A74C9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5715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825500"/>
            <a:ext cx="8458200" cy="40640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object 4"/>
          <p:cNvPicPr/>
          <p:nvPr/>
        </p:nvPicPr>
        <p:blipFill>
          <a:blip r:embed="rId2" cstate="print"/>
          <a:stretch>
            <a:fillRect/>
          </a:stretch>
        </p:blipFill>
        <p:spPr>
          <a:xfrm>
            <a:off x="4103731" y="1396999"/>
            <a:ext cx="1854016" cy="1270001"/>
          </a:xfrm>
          <a:prstGeom prst="rect">
            <a:avLst/>
          </a:prstGeom>
        </p:spPr>
      </p:pic>
      <p:sp>
        <p:nvSpPr>
          <p:cNvPr id="5" name="object 5"/>
          <p:cNvSpPr txBox="1"/>
          <p:nvPr/>
        </p:nvSpPr>
        <p:spPr>
          <a:xfrm>
            <a:off x="857250" y="2857500"/>
            <a:ext cx="2686050" cy="1460499"/>
          </a:xfrm>
          <a:prstGeom prst="rect">
            <a:avLst/>
          </a:prstGeom>
        </p:spPr>
        <p:txBody>
          <a:bodyPr vert="horz" lIns="91440" tIns="45720" rIns="91440" bIns="45720" rtlCol="0">
            <a:normAutofit/>
          </a:bodyPr>
          <a:lstStyle/>
          <a:p>
            <a:pPr marL="12700" marR="5080" indent="-228600">
              <a:lnSpc>
                <a:spcPct val="90000"/>
              </a:lnSpc>
              <a:spcBef>
                <a:spcPts val="100"/>
              </a:spcBef>
              <a:buFont typeface="Arial" panose="020B0604020202020204" pitchFamily="34" charset="0"/>
              <a:buChar char="•"/>
            </a:pPr>
            <a:r>
              <a:rPr lang="en-US" sz="1400" spc="-5">
                <a:solidFill>
                  <a:schemeClr val="tx1">
                    <a:alpha val="55000"/>
                  </a:schemeClr>
                </a:solidFill>
              </a:rPr>
              <a:t>Bilgi temelli </a:t>
            </a:r>
            <a:r>
              <a:rPr lang="en-US" sz="1400" spc="-10">
                <a:solidFill>
                  <a:schemeClr val="tx1">
                    <a:alpha val="55000"/>
                  </a:schemeClr>
                </a:solidFill>
              </a:rPr>
              <a:t>toplum </a:t>
            </a:r>
            <a:r>
              <a:rPr lang="en-US" sz="1400" spc="-5">
                <a:solidFill>
                  <a:schemeClr val="tx1">
                    <a:alpha val="55000"/>
                  </a:schemeClr>
                </a:solidFill>
              </a:rPr>
              <a:t>olmanın </a:t>
            </a:r>
            <a:r>
              <a:rPr lang="en-US" sz="1400" spc="-10">
                <a:solidFill>
                  <a:schemeClr val="tx1">
                    <a:alpha val="55000"/>
                  </a:schemeClr>
                </a:solidFill>
              </a:rPr>
              <a:t>getirdiği </a:t>
            </a:r>
            <a:r>
              <a:rPr lang="en-US" sz="1400">
                <a:solidFill>
                  <a:schemeClr val="tx1">
                    <a:alpha val="55000"/>
                  </a:schemeClr>
                </a:solidFill>
              </a:rPr>
              <a:t>en </a:t>
            </a:r>
            <a:r>
              <a:rPr lang="en-US" sz="1400" spc="-5">
                <a:solidFill>
                  <a:schemeClr val="tx1">
                    <a:alpha val="55000"/>
                  </a:schemeClr>
                </a:solidFill>
              </a:rPr>
              <a:t>büyük </a:t>
            </a:r>
            <a:r>
              <a:rPr lang="en-US" sz="1400" spc="-395">
                <a:solidFill>
                  <a:schemeClr val="tx1">
                    <a:alpha val="55000"/>
                  </a:schemeClr>
                </a:solidFill>
              </a:rPr>
              <a:t> </a:t>
            </a:r>
            <a:r>
              <a:rPr lang="en-US" sz="1400" spc="-5">
                <a:solidFill>
                  <a:schemeClr val="tx1">
                    <a:alpha val="55000"/>
                  </a:schemeClr>
                </a:solidFill>
              </a:rPr>
              <a:t>değişiklik, ilgili teknolojilerin </a:t>
            </a:r>
            <a:r>
              <a:rPr lang="en-US" sz="1400" spc="-10">
                <a:solidFill>
                  <a:schemeClr val="tx1">
                    <a:alpha val="55000"/>
                  </a:schemeClr>
                </a:solidFill>
              </a:rPr>
              <a:t>sıradan </a:t>
            </a:r>
            <a:r>
              <a:rPr lang="en-US" sz="1400" spc="-5">
                <a:solidFill>
                  <a:schemeClr val="tx1">
                    <a:alpha val="55000"/>
                  </a:schemeClr>
                </a:solidFill>
              </a:rPr>
              <a:t>insanların </a:t>
            </a:r>
            <a:r>
              <a:rPr lang="en-US" sz="1400">
                <a:solidFill>
                  <a:schemeClr val="tx1">
                    <a:alpha val="55000"/>
                  </a:schemeClr>
                </a:solidFill>
              </a:rPr>
              <a:t> </a:t>
            </a:r>
            <a:r>
              <a:rPr lang="en-US" sz="1400" spc="-5">
                <a:solidFill>
                  <a:schemeClr val="tx1">
                    <a:alpha val="55000"/>
                  </a:schemeClr>
                </a:solidFill>
              </a:rPr>
              <a:t>da </a:t>
            </a:r>
            <a:r>
              <a:rPr lang="en-US" sz="1400" spc="-15">
                <a:solidFill>
                  <a:schemeClr val="tx1">
                    <a:alpha val="55000"/>
                  </a:schemeClr>
                </a:solidFill>
              </a:rPr>
              <a:t>hayatının</a:t>
            </a:r>
            <a:r>
              <a:rPr lang="en-US" sz="1400" spc="5">
                <a:solidFill>
                  <a:schemeClr val="tx1">
                    <a:alpha val="55000"/>
                  </a:schemeClr>
                </a:solidFill>
              </a:rPr>
              <a:t> </a:t>
            </a:r>
            <a:r>
              <a:rPr lang="en-US" sz="1400" spc="-5">
                <a:solidFill>
                  <a:schemeClr val="tx1">
                    <a:alpha val="55000"/>
                  </a:schemeClr>
                </a:solidFill>
              </a:rPr>
              <a:t>bir</a:t>
            </a:r>
            <a:r>
              <a:rPr lang="en-US" sz="1400">
                <a:solidFill>
                  <a:schemeClr val="tx1">
                    <a:alpha val="55000"/>
                  </a:schemeClr>
                </a:solidFill>
              </a:rPr>
              <a:t> </a:t>
            </a:r>
            <a:r>
              <a:rPr lang="en-US" sz="1400" spc="-10">
                <a:solidFill>
                  <a:schemeClr val="tx1">
                    <a:alpha val="55000"/>
                  </a:schemeClr>
                </a:solidFill>
              </a:rPr>
              <a:t>parçası</a:t>
            </a:r>
            <a:r>
              <a:rPr lang="en-US" sz="1400" spc="-5">
                <a:solidFill>
                  <a:schemeClr val="tx1">
                    <a:alpha val="55000"/>
                  </a:schemeClr>
                </a:solidFill>
              </a:rPr>
              <a:t> </a:t>
            </a:r>
            <a:r>
              <a:rPr lang="en-US" sz="1400" spc="-25">
                <a:solidFill>
                  <a:schemeClr val="tx1">
                    <a:alpha val="55000"/>
                  </a:schemeClr>
                </a:solidFill>
              </a:rPr>
              <a:t>olmasıdır.</a:t>
            </a:r>
            <a:endParaRPr lang="en-US" sz="1400">
              <a:solidFill>
                <a:schemeClr val="tx1">
                  <a:alpha val="55000"/>
                </a:schemeClr>
              </a:solidFill>
            </a:endParaRPr>
          </a:p>
        </p:txBody>
      </p:sp>
      <p:pic>
        <p:nvPicPr>
          <p:cNvPr id="2" name="object 2"/>
          <p:cNvPicPr/>
          <p:nvPr/>
        </p:nvPicPr>
        <p:blipFill>
          <a:blip r:embed="rId3" cstate="print"/>
          <a:stretch>
            <a:fillRect/>
          </a:stretch>
        </p:blipFill>
        <p:spPr>
          <a:xfrm>
            <a:off x="4395737" y="3048000"/>
            <a:ext cx="1270000" cy="1270000"/>
          </a:xfrm>
          <a:prstGeom prst="rect">
            <a:avLst/>
          </a:prstGeom>
        </p:spPr>
      </p:pic>
      <p:pic>
        <p:nvPicPr>
          <p:cNvPr id="3" name="object 3"/>
          <p:cNvPicPr/>
          <p:nvPr/>
        </p:nvPicPr>
        <p:blipFill>
          <a:blip r:embed="rId4" cstate="print"/>
          <a:stretch>
            <a:fillRect/>
          </a:stretch>
        </p:blipFill>
        <p:spPr>
          <a:xfrm>
            <a:off x="6346725" y="1593640"/>
            <a:ext cx="1940024" cy="252771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5326" y="0"/>
            <a:ext cx="6213348" cy="5715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770" y="0"/>
            <a:ext cx="5966460" cy="5715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1916723" y="1201615"/>
            <a:ext cx="5310553" cy="3311770"/>
          </a:xfrm>
          <a:prstGeom prst="rect">
            <a:avLst/>
          </a:prstGeom>
        </p:spPr>
        <p:txBody>
          <a:bodyPr vert="horz" lIns="91440" tIns="45720" rIns="91440" bIns="45720" rtlCol="0" anchor="ctr">
            <a:normAutofit/>
          </a:bodyPr>
          <a:lstStyle/>
          <a:p>
            <a:pPr marL="12700" algn="ctr" rtl="0">
              <a:lnSpc>
                <a:spcPct val="90000"/>
              </a:lnSpc>
              <a:spcBef>
                <a:spcPct val="0"/>
              </a:spcBef>
            </a:pPr>
            <a:r>
              <a:rPr lang="en-US" sz="4300" b="1" kern="1200" spc="-10">
                <a:solidFill>
                  <a:schemeClr val="bg1">
                    <a:lumMod val="95000"/>
                    <a:lumOff val="5000"/>
                  </a:schemeClr>
                </a:solidFill>
                <a:latin typeface="+mj-lt"/>
                <a:cs typeface="+mj-cs"/>
              </a:rPr>
              <a:t>İBE’nin </a:t>
            </a:r>
            <a:r>
              <a:rPr lang="en-US" sz="4300" b="1" kern="1200" spc="-20">
                <a:solidFill>
                  <a:schemeClr val="bg1">
                    <a:lumMod val="95000"/>
                    <a:lumOff val="5000"/>
                  </a:schemeClr>
                </a:solidFill>
                <a:latin typeface="+mj-lt"/>
                <a:cs typeface="+mj-cs"/>
              </a:rPr>
              <a:t>kökleri</a:t>
            </a:r>
            <a:r>
              <a:rPr lang="en-US" sz="4300" b="1" kern="1200" spc="20">
                <a:solidFill>
                  <a:schemeClr val="bg1">
                    <a:lumMod val="95000"/>
                    <a:lumOff val="5000"/>
                  </a:schemeClr>
                </a:solidFill>
                <a:latin typeface="+mj-lt"/>
                <a:cs typeface="+mj-cs"/>
              </a:rPr>
              <a:t> </a:t>
            </a:r>
            <a:r>
              <a:rPr lang="en-US" sz="4300" b="1" kern="1200" spc="-10">
                <a:solidFill>
                  <a:schemeClr val="bg1">
                    <a:lumMod val="95000"/>
                    <a:lumOff val="5000"/>
                  </a:schemeClr>
                </a:solidFill>
                <a:latin typeface="+mj-lt"/>
                <a:cs typeface="+mj-cs"/>
              </a:rPr>
              <a:t>nereden</a:t>
            </a:r>
            <a:r>
              <a:rPr lang="en-US" sz="4300" b="1" kern="1200" spc="15">
                <a:solidFill>
                  <a:schemeClr val="bg1">
                    <a:lumMod val="95000"/>
                    <a:lumOff val="5000"/>
                  </a:schemeClr>
                </a:solidFill>
                <a:latin typeface="+mj-lt"/>
                <a:cs typeface="+mj-cs"/>
              </a:rPr>
              <a:t> </a:t>
            </a:r>
            <a:r>
              <a:rPr lang="en-US" sz="4300" b="1" kern="1200" spc="-15">
                <a:solidFill>
                  <a:schemeClr val="bg1">
                    <a:lumMod val="95000"/>
                    <a:lumOff val="5000"/>
                  </a:schemeClr>
                </a:solidFill>
                <a:latin typeface="+mj-lt"/>
                <a:cs typeface="+mj-cs"/>
              </a:rPr>
              <a:t>geliyor?</a:t>
            </a:r>
            <a:endParaRPr lang="en-US" sz="4300" kern="1200">
              <a:solidFill>
                <a:schemeClr val="bg1">
                  <a:lumMod val="95000"/>
                  <a:lumOff val="5000"/>
                </a:schemeClr>
              </a:solidFill>
              <a:latin typeface="+mj-lt"/>
              <a:cs typeface="+mj-cs"/>
            </a:endParaRPr>
          </a:p>
        </p:txBody>
      </p:sp>
    </p:spTree>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91361" y="108457"/>
            <a:ext cx="7322184" cy="5473700"/>
            <a:chOff x="991361" y="108457"/>
            <a:chExt cx="7322184" cy="5473700"/>
          </a:xfrm>
        </p:grpSpPr>
        <p:pic>
          <p:nvPicPr>
            <p:cNvPr id="3" name="object 3"/>
            <p:cNvPicPr/>
            <p:nvPr/>
          </p:nvPicPr>
          <p:blipFill>
            <a:blip r:embed="rId2" cstate="print"/>
            <a:stretch>
              <a:fillRect/>
            </a:stretch>
          </p:blipFill>
          <p:spPr>
            <a:xfrm>
              <a:off x="4648200" y="140207"/>
              <a:ext cx="3518915" cy="5003292"/>
            </a:xfrm>
            <a:prstGeom prst="rect">
              <a:avLst/>
            </a:prstGeom>
          </p:spPr>
        </p:pic>
        <p:sp>
          <p:nvSpPr>
            <p:cNvPr id="4" name="object 4"/>
            <p:cNvSpPr/>
            <p:nvPr/>
          </p:nvSpPr>
          <p:spPr>
            <a:xfrm>
              <a:off x="4642865" y="121157"/>
              <a:ext cx="3657600" cy="5448300"/>
            </a:xfrm>
            <a:custGeom>
              <a:avLst/>
              <a:gdLst/>
              <a:ahLst/>
              <a:cxnLst/>
              <a:rect l="l" t="t" r="r" b="b"/>
              <a:pathLst>
                <a:path w="3657600" h="5448300">
                  <a:moveTo>
                    <a:pt x="3048000" y="5448300"/>
                  </a:moveTo>
                  <a:lnTo>
                    <a:pt x="3169919" y="4960607"/>
                  </a:lnTo>
                  <a:lnTo>
                    <a:pt x="3657600" y="4838687"/>
                  </a:lnTo>
                  <a:lnTo>
                    <a:pt x="3048000" y="5448300"/>
                  </a:lnTo>
                  <a:lnTo>
                    <a:pt x="0" y="5448300"/>
                  </a:lnTo>
                  <a:lnTo>
                    <a:pt x="0" y="0"/>
                  </a:lnTo>
                  <a:lnTo>
                    <a:pt x="3657600" y="0"/>
                  </a:lnTo>
                  <a:lnTo>
                    <a:pt x="3657600" y="4838687"/>
                  </a:lnTo>
                </a:path>
              </a:pathLst>
            </a:custGeom>
            <a:ln w="25400">
              <a:solidFill>
                <a:srgbClr val="000000"/>
              </a:solidFill>
            </a:ln>
          </p:spPr>
          <p:txBody>
            <a:bodyPr wrap="square" lIns="0" tIns="0" rIns="0" bIns="0" rtlCol="0"/>
            <a:lstStyle/>
            <a:p>
              <a:endParaRPr/>
            </a:p>
          </p:txBody>
        </p:sp>
        <p:sp>
          <p:nvSpPr>
            <p:cNvPr id="5" name="object 5"/>
            <p:cNvSpPr/>
            <p:nvPr/>
          </p:nvSpPr>
          <p:spPr>
            <a:xfrm>
              <a:off x="991361" y="121157"/>
              <a:ext cx="3657600" cy="5448300"/>
            </a:xfrm>
            <a:custGeom>
              <a:avLst/>
              <a:gdLst/>
              <a:ahLst/>
              <a:cxnLst/>
              <a:rect l="l" t="t" r="r" b="b"/>
              <a:pathLst>
                <a:path w="3657600" h="5448300">
                  <a:moveTo>
                    <a:pt x="3657600" y="0"/>
                  </a:moveTo>
                  <a:lnTo>
                    <a:pt x="0" y="0"/>
                  </a:lnTo>
                  <a:lnTo>
                    <a:pt x="0" y="5448300"/>
                  </a:lnTo>
                  <a:lnTo>
                    <a:pt x="3657600" y="5448300"/>
                  </a:lnTo>
                  <a:lnTo>
                    <a:pt x="3657600" y="0"/>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1059670" y="3876205"/>
              <a:ext cx="1598947" cy="749147"/>
            </a:xfrm>
            <a:prstGeom prst="rect">
              <a:avLst/>
            </a:prstGeom>
          </p:spPr>
        </p:pic>
        <p:pic>
          <p:nvPicPr>
            <p:cNvPr id="7" name="object 7"/>
            <p:cNvPicPr/>
            <p:nvPr/>
          </p:nvPicPr>
          <p:blipFill>
            <a:blip r:embed="rId4" cstate="print"/>
            <a:stretch>
              <a:fillRect/>
            </a:stretch>
          </p:blipFill>
          <p:spPr>
            <a:xfrm>
              <a:off x="2746617" y="3319780"/>
              <a:ext cx="898917" cy="644390"/>
            </a:xfrm>
            <a:prstGeom prst="rect">
              <a:avLst/>
            </a:prstGeom>
          </p:spPr>
        </p:pic>
      </p:grpSp>
      <p:sp>
        <p:nvSpPr>
          <p:cNvPr id="8" name="object 8"/>
          <p:cNvSpPr txBox="1">
            <a:spLocks noGrp="1"/>
          </p:cNvSpPr>
          <p:nvPr>
            <p:ph type="title"/>
          </p:nvPr>
        </p:nvSpPr>
        <p:spPr>
          <a:xfrm>
            <a:off x="991361" y="121157"/>
            <a:ext cx="3657600" cy="5448300"/>
          </a:xfrm>
          <a:prstGeom prst="rect">
            <a:avLst/>
          </a:prstGeom>
          <a:ln w="25400">
            <a:solidFill>
              <a:srgbClr val="000000"/>
            </a:solidFill>
          </a:ln>
        </p:spPr>
        <p:txBody>
          <a:bodyPr vert="horz" wrap="square" lIns="0" tIns="63500" rIns="0" bIns="0" rtlCol="0">
            <a:spAutoFit/>
          </a:bodyPr>
          <a:lstStyle/>
          <a:p>
            <a:pPr marL="1234440" marR="955040" indent="-332740">
              <a:lnSpc>
                <a:spcPts val="9600"/>
              </a:lnSpc>
              <a:spcBef>
                <a:spcPts val="500"/>
              </a:spcBef>
            </a:pPr>
            <a:r>
              <a:rPr sz="4000" spc="-5" dirty="0">
                <a:solidFill>
                  <a:srgbClr val="FF0000"/>
                </a:solidFill>
                <a:latin typeface="Yu Gothic"/>
                <a:cs typeface="Yu Gothic"/>
              </a:rPr>
              <a:t>Atla</a:t>
            </a:r>
            <a:r>
              <a:rPr sz="4000" spc="-20" dirty="0">
                <a:solidFill>
                  <a:srgbClr val="FF0000"/>
                </a:solidFill>
                <a:latin typeface="Yu Gothic"/>
                <a:cs typeface="Yu Gothic"/>
              </a:rPr>
              <a:t>n</a:t>
            </a:r>
            <a:r>
              <a:rPr sz="4000" spc="-10" dirty="0">
                <a:solidFill>
                  <a:srgbClr val="FF0000"/>
                </a:solidFill>
                <a:latin typeface="Yu Gothic"/>
                <a:cs typeface="Yu Gothic"/>
              </a:rPr>
              <a:t>tic  1945</a:t>
            </a:r>
            <a:endParaRPr sz="4000">
              <a:latin typeface="Yu Gothic"/>
              <a:cs typeface="Yu Gothic"/>
            </a:endParaRPr>
          </a:p>
        </p:txBody>
      </p:sp>
      <p:sp>
        <p:nvSpPr>
          <p:cNvPr id="9" name="object 9"/>
          <p:cNvSpPr txBox="1"/>
          <p:nvPr/>
        </p:nvSpPr>
        <p:spPr>
          <a:xfrm>
            <a:off x="4692522" y="5227421"/>
            <a:ext cx="2583815" cy="3302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Calibri"/>
                <a:cs typeface="Calibri"/>
              </a:rPr>
              <a:t>Resim</a:t>
            </a:r>
            <a:r>
              <a:rPr sz="1000" i="1" spc="-10" dirty="0">
                <a:latin typeface="Calibri"/>
                <a:cs typeface="Calibri"/>
              </a:rPr>
              <a:t> </a:t>
            </a:r>
            <a:r>
              <a:rPr sz="1000" i="1" spc="-5" dirty="0">
                <a:latin typeface="Calibri"/>
                <a:cs typeface="Calibri"/>
              </a:rPr>
              <a:t>1.1.</a:t>
            </a:r>
            <a:r>
              <a:rPr sz="1000" i="1" spc="10" dirty="0">
                <a:latin typeface="Calibri"/>
                <a:cs typeface="Calibri"/>
              </a:rPr>
              <a:t> </a:t>
            </a:r>
            <a:r>
              <a:rPr sz="1000" i="1" spc="-5" dirty="0">
                <a:latin typeface="Calibri"/>
                <a:cs typeface="Calibri"/>
              </a:rPr>
              <a:t>Atlantic</a:t>
            </a:r>
            <a:r>
              <a:rPr sz="1000" i="1" spc="-20" dirty="0">
                <a:latin typeface="Calibri"/>
                <a:cs typeface="Calibri"/>
              </a:rPr>
              <a:t> </a:t>
            </a:r>
            <a:r>
              <a:rPr sz="1000" i="1" spc="-5" dirty="0">
                <a:latin typeface="Calibri"/>
                <a:cs typeface="Calibri"/>
              </a:rPr>
              <a:t>monthly</a:t>
            </a:r>
            <a:r>
              <a:rPr sz="1000" i="1" spc="-10" dirty="0">
                <a:latin typeface="Calibri"/>
                <a:cs typeface="Calibri"/>
              </a:rPr>
              <a:t> </a:t>
            </a:r>
            <a:r>
              <a:rPr sz="1000" i="1" spc="-5" dirty="0">
                <a:latin typeface="Calibri"/>
                <a:cs typeface="Calibri"/>
              </a:rPr>
              <a:t>dergisi,</a:t>
            </a:r>
            <a:r>
              <a:rPr sz="1000" i="1" spc="-20" dirty="0">
                <a:latin typeface="Calibri"/>
                <a:cs typeface="Calibri"/>
              </a:rPr>
              <a:t> </a:t>
            </a:r>
            <a:r>
              <a:rPr sz="1000" i="1" spc="-5" dirty="0">
                <a:latin typeface="Calibri"/>
                <a:cs typeface="Calibri"/>
              </a:rPr>
              <a:t>Temmuz</a:t>
            </a:r>
            <a:r>
              <a:rPr sz="1000" i="1" spc="-10" dirty="0">
                <a:latin typeface="Calibri"/>
                <a:cs typeface="Calibri"/>
              </a:rPr>
              <a:t> </a:t>
            </a:r>
            <a:r>
              <a:rPr sz="1000" i="1" spc="-5" dirty="0">
                <a:latin typeface="Calibri"/>
                <a:cs typeface="Calibri"/>
              </a:rPr>
              <a:t>1945</a:t>
            </a:r>
            <a:endParaRPr sz="1000">
              <a:latin typeface="Calibri"/>
              <a:cs typeface="Calibri"/>
            </a:endParaRPr>
          </a:p>
          <a:p>
            <a:pPr marL="12700">
              <a:lnSpc>
                <a:spcPct val="100000"/>
              </a:lnSpc>
            </a:pPr>
            <a:r>
              <a:rPr sz="1000" i="1" spc="-5" dirty="0">
                <a:latin typeface="Calibri"/>
                <a:cs typeface="Calibri"/>
              </a:rPr>
              <a:t>sayısında</a:t>
            </a:r>
            <a:r>
              <a:rPr sz="1000" i="1" spc="-25" dirty="0">
                <a:latin typeface="Calibri"/>
                <a:cs typeface="Calibri"/>
              </a:rPr>
              <a:t> </a:t>
            </a:r>
            <a:r>
              <a:rPr sz="1000" i="1" spc="-5" dirty="0">
                <a:latin typeface="Calibri"/>
                <a:cs typeface="Calibri"/>
              </a:rPr>
              <a:t>yayınlanan</a:t>
            </a:r>
            <a:r>
              <a:rPr sz="1000" i="1" spc="-25" dirty="0">
                <a:latin typeface="Calibri"/>
                <a:cs typeface="Calibri"/>
              </a:rPr>
              <a:t> </a:t>
            </a:r>
            <a:r>
              <a:rPr sz="1000" i="1" spc="-5" dirty="0">
                <a:latin typeface="Calibri"/>
                <a:cs typeface="Calibri"/>
              </a:rPr>
              <a:t>makale</a:t>
            </a:r>
            <a:endParaRPr sz="10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858692" y="2004911"/>
            <a:ext cx="3986392" cy="2945903"/>
          </a:xfrm>
          <a:prstGeom prst="rect">
            <a:avLst/>
          </a:prstGeom>
        </p:spPr>
        <p:txBody>
          <a:bodyPr vert="horz" lIns="91440" tIns="45720" rIns="91440" bIns="45720" rtlCol="0" anchor="t">
            <a:normAutofit/>
          </a:bodyPr>
          <a:lstStyle/>
          <a:p>
            <a:pPr marL="12700" indent="-228600">
              <a:lnSpc>
                <a:spcPct val="90000"/>
              </a:lnSpc>
              <a:spcBef>
                <a:spcPts val="1060"/>
              </a:spcBef>
              <a:buFont typeface="Arial" panose="020B0604020202020204" pitchFamily="34" charset="0"/>
              <a:buChar char="•"/>
            </a:pPr>
            <a:r>
              <a:rPr lang="en-US" sz="1600" spc="-5"/>
              <a:t>Makalede, </a:t>
            </a:r>
            <a:r>
              <a:rPr lang="en-US" sz="1600" spc="-10"/>
              <a:t>MEMex</a:t>
            </a:r>
            <a:r>
              <a:rPr lang="en-US" sz="1600" spc="5"/>
              <a:t> </a:t>
            </a:r>
            <a:r>
              <a:rPr lang="en-US" sz="1600" spc="-5"/>
              <a:t>(Memory</a:t>
            </a:r>
            <a:r>
              <a:rPr lang="en-US" sz="1600" spc="30"/>
              <a:t> </a:t>
            </a:r>
            <a:r>
              <a:rPr lang="en-US" sz="1600" spc="-10"/>
              <a:t>extender</a:t>
            </a:r>
            <a:r>
              <a:rPr lang="en-US" sz="1600" spc="5"/>
              <a:t> </a:t>
            </a:r>
            <a:r>
              <a:rPr lang="en-US" sz="1600" spc="-5"/>
              <a:t>–</a:t>
            </a:r>
            <a:r>
              <a:rPr lang="en-US" sz="1600" spc="10"/>
              <a:t> </a:t>
            </a:r>
            <a:r>
              <a:rPr lang="en-US" sz="1600" spc="-5"/>
              <a:t>Bellek genişletici)</a:t>
            </a:r>
            <a:r>
              <a:rPr lang="en-US" sz="1600" spc="-10"/>
              <a:t> </a:t>
            </a:r>
            <a:r>
              <a:rPr lang="en-US" sz="1600" spc="-5"/>
              <a:t>adlı</a:t>
            </a:r>
            <a:r>
              <a:rPr lang="en-US" sz="1600" spc="-25"/>
              <a:t> </a:t>
            </a:r>
            <a:r>
              <a:rPr lang="en-US" sz="1600" spc="-5"/>
              <a:t>bir</a:t>
            </a:r>
            <a:r>
              <a:rPr lang="en-US" sz="1600"/>
              <a:t> </a:t>
            </a:r>
            <a:r>
              <a:rPr lang="en-US" sz="1600" spc="-10"/>
              <a:t>makineden</a:t>
            </a:r>
            <a:r>
              <a:rPr lang="en-US" sz="1600" spc="-20"/>
              <a:t> </a:t>
            </a:r>
            <a:r>
              <a:rPr lang="en-US" sz="1600" spc="-25"/>
              <a:t>bahseder.</a:t>
            </a:r>
            <a:endParaRPr lang="en-US" sz="1600"/>
          </a:p>
          <a:p>
            <a:pPr indent="-228600">
              <a:lnSpc>
                <a:spcPct val="90000"/>
              </a:lnSpc>
              <a:buFont typeface="Arial" panose="020B0604020202020204" pitchFamily="34" charset="0"/>
              <a:buChar char="•"/>
            </a:pPr>
            <a:endParaRPr lang="en-US" sz="1600"/>
          </a:p>
          <a:p>
            <a:pPr indent="-228600">
              <a:lnSpc>
                <a:spcPct val="90000"/>
              </a:lnSpc>
              <a:spcBef>
                <a:spcPts val="45"/>
              </a:spcBef>
              <a:buFont typeface="Arial" panose="020B0604020202020204" pitchFamily="34" charset="0"/>
              <a:buChar char="•"/>
            </a:pPr>
            <a:endParaRPr lang="en-US" sz="1600"/>
          </a:p>
          <a:p>
            <a:pPr marL="12700" marR="5080" indent="-228600">
              <a:lnSpc>
                <a:spcPct val="90000"/>
              </a:lnSpc>
              <a:buFont typeface="Arial" panose="020B0604020202020204" pitchFamily="34" charset="0"/>
              <a:buChar char="•"/>
            </a:pPr>
            <a:r>
              <a:rPr lang="en-US" sz="1600" spc="-5"/>
              <a:t>Bu makinenin insanın bilişsel </a:t>
            </a:r>
            <a:r>
              <a:rPr lang="en-US" sz="1600" spc="-10"/>
              <a:t>sistemini </a:t>
            </a:r>
            <a:r>
              <a:rPr lang="en-US" sz="1600" spc="-5"/>
              <a:t>nasıl desteklediği </a:t>
            </a:r>
            <a:r>
              <a:rPr lang="en-US" sz="1600" spc="-10"/>
              <a:t>ve sadece </a:t>
            </a:r>
            <a:r>
              <a:rPr lang="en-US" sz="1600" spc="-350"/>
              <a:t> </a:t>
            </a:r>
            <a:r>
              <a:rPr lang="en-US" sz="1600" spc="-5"/>
              <a:t>insan </a:t>
            </a:r>
            <a:r>
              <a:rPr lang="en-US" sz="1600" spc="-10"/>
              <a:t>bilgisayar </a:t>
            </a:r>
            <a:r>
              <a:rPr lang="en-US" sz="1600" spc="-5"/>
              <a:t>değil </a:t>
            </a:r>
            <a:r>
              <a:rPr lang="en-US" sz="1600" spc="-10"/>
              <a:t>aynı zamanda </a:t>
            </a:r>
            <a:r>
              <a:rPr lang="en-US" sz="1600" spc="-5"/>
              <a:t>bu makine ile </a:t>
            </a:r>
            <a:r>
              <a:rPr lang="en-US" sz="1600" spc="-10"/>
              <a:t>yapılan </a:t>
            </a:r>
            <a:r>
              <a:rPr lang="en-US" sz="1600" spc="-5"/>
              <a:t>insan – </a:t>
            </a:r>
            <a:r>
              <a:rPr lang="en-US" sz="1600"/>
              <a:t> </a:t>
            </a:r>
            <a:r>
              <a:rPr lang="en-US" sz="1600" spc="-5"/>
              <a:t>insan</a:t>
            </a:r>
            <a:r>
              <a:rPr lang="en-US" sz="1600" spc="-20"/>
              <a:t> </a:t>
            </a:r>
            <a:r>
              <a:rPr lang="en-US" sz="1600" spc="-10"/>
              <a:t>arasındaki</a:t>
            </a:r>
            <a:r>
              <a:rPr lang="en-US" sz="1600" spc="-25"/>
              <a:t> </a:t>
            </a:r>
            <a:r>
              <a:rPr lang="en-US" sz="1600" spc="-5"/>
              <a:t>etkileşimide</a:t>
            </a:r>
            <a:r>
              <a:rPr lang="en-US" sz="1600"/>
              <a:t> </a:t>
            </a:r>
            <a:r>
              <a:rPr lang="en-US" sz="1600" spc="-5"/>
              <a:t>gündeme</a:t>
            </a:r>
            <a:r>
              <a:rPr lang="en-US" sz="1600" spc="-10"/>
              <a:t> </a:t>
            </a:r>
            <a:r>
              <a:rPr lang="en-US" sz="1600" spc="-20"/>
              <a:t>getirmektedir.</a:t>
            </a:r>
            <a:endParaRPr lang="en-US" sz="1600"/>
          </a:p>
        </p:txBody>
      </p:sp>
      <p:sp>
        <p:nvSpPr>
          <p:cNvPr id="26" name="Rectangle 25">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4"/>
            <a:ext cx="3069391" cy="57149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5333640"/>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8"/>
            <a:ext cx="3051501" cy="5333657"/>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8"/>
            <a:ext cx="2708601" cy="5714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object 3"/>
          <p:cNvPicPr/>
          <p:nvPr/>
        </p:nvPicPr>
        <p:blipFill>
          <a:blip r:embed="rId2" cstate="print"/>
          <a:stretch>
            <a:fillRect/>
          </a:stretch>
        </p:blipFill>
        <p:spPr>
          <a:xfrm>
            <a:off x="5306975" y="1787754"/>
            <a:ext cx="3127897" cy="21660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27476" y="1710077"/>
            <a:ext cx="5220478" cy="3357223"/>
          </a:xfrm>
          <a:prstGeom prst="rect">
            <a:avLst/>
          </a:prstGeom>
        </p:spPr>
      </p:pic>
      <p:sp>
        <p:nvSpPr>
          <p:cNvPr id="3" name="object 3"/>
          <p:cNvSpPr txBox="1"/>
          <p:nvPr/>
        </p:nvSpPr>
        <p:spPr>
          <a:xfrm>
            <a:off x="764540" y="756665"/>
            <a:ext cx="4235450" cy="299720"/>
          </a:xfrm>
          <a:prstGeom prst="rect">
            <a:avLst/>
          </a:prstGeom>
        </p:spPr>
        <p:txBody>
          <a:bodyPr vert="horz" wrap="square" lIns="0" tIns="12700" rIns="0" bIns="0" rtlCol="0">
            <a:spAutoFit/>
          </a:bodyPr>
          <a:lstStyle/>
          <a:p>
            <a:pPr marL="12700">
              <a:lnSpc>
                <a:spcPct val="100000"/>
              </a:lnSpc>
              <a:spcBef>
                <a:spcPts val="100"/>
              </a:spcBef>
            </a:pPr>
            <a:r>
              <a:rPr sz="1800" i="1" spc="-5" dirty="0">
                <a:solidFill>
                  <a:srgbClr val="585858"/>
                </a:solidFill>
                <a:latin typeface="Calibri"/>
                <a:cs typeface="Calibri"/>
              </a:rPr>
              <a:t>“Consider </a:t>
            </a:r>
            <a:r>
              <a:rPr sz="1800" i="1" dirty="0">
                <a:solidFill>
                  <a:srgbClr val="585858"/>
                </a:solidFill>
                <a:latin typeface="Calibri"/>
                <a:cs typeface="Calibri"/>
              </a:rPr>
              <a:t>a</a:t>
            </a:r>
            <a:r>
              <a:rPr sz="1800" i="1" spc="-15" dirty="0">
                <a:solidFill>
                  <a:srgbClr val="585858"/>
                </a:solidFill>
                <a:latin typeface="Calibri"/>
                <a:cs typeface="Calibri"/>
              </a:rPr>
              <a:t> </a:t>
            </a:r>
            <a:r>
              <a:rPr sz="1800" i="1" spc="-5" dirty="0">
                <a:solidFill>
                  <a:srgbClr val="585858"/>
                </a:solidFill>
                <a:latin typeface="Calibri"/>
                <a:cs typeface="Calibri"/>
              </a:rPr>
              <a:t>future</a:t>
            </a:r>
            <a:r>
              <a:rPr sz="1800" i="1" spc="5" dirty="0">
                <a:solidFill>
                  <a:srgbClr val="585858"/>
                </a:solidFill>
                <a:latin typeface="Calibri"/>
                <a:cs typeface="Calibri"/>
              </a:rPr>
              <a:t> </a:t>
            </a:r>
            <a:r>
              <a:rPr sz="1800" i="1" spc="-10" dirty="0">
                <a:solidFill>
                  <a:srgbClr val="585858"/>
                </a:solidFill>
                <a:latin typeface="Calibri"/>
                <a:cs typeface="Calibri"/>
              </a:rPr>
              <a:t>device for</a:t>
            </a:r>
            <a:r>
              <a:rPr sz="1800" i="1" spc="-5" dirty="0">
                <a:solidFill>
                  <a:srgbClr val="585858"/>
                </a:solidFill>
                <a:latin typeface="Calibri"/>
                <a:cs typeface="Calibri"/>
              </a:rPr>
              <a:t> individual</a:t>
            </a:r>
            <a:r>
              <a:rPr sz="1800" i="1" spc="10" dirty="0">
                <a:solidFill>
                  <a:srgbClr val="585858"/>
                </a:solidFill>
                <a:latin typeface="Calibri"/>
                <a:cs typeface="Calibri"/>
              </a:rPr>
              <a:t> </a:t>
            </a:r>
            <a:r>
              <a:rPr sz="1800" i="1" spc="-5" dirty="0">
                <a:solidFill>
                  <a:srgbClr val="585858"/>
                </a:solidFill>
                <a:latin typeface="Calibri"/>
                <a:cs typeface="Calibri"/>
              </a:rPr>
              <a:t>use…”</a:t>
            </a:r>
            <a:endParaRPr sz="1800">
              <a:latin typeface="Calibri"/>
              <a:cs typeface="Calibri"/>
            </a:endParaRPr>
          </a:p>
        </p:txBody>
      </p:sp>
      <p:sp>
        <p:nvSpPr>
          <p:cNvPr id="4" name="object 4"/>
          <p:cNvSpPr txBox="1"/>
          <p:nvPr/>
        </p:nvSpPr>
        <p:spPr>
          <a:xfrm>
            <a:off x="3889375" y="5249671"/>
            <a:ext cx="1073150"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Calibri"/>
                <a:cs typeface="Calibri"/>
              </a:rPr>
              <a:t>Memex</a:t>
            </a:r>
            <a:r>
              <a:rPr sz="1000" i="1" spc="-55" dirty="0">
                <a:latin typeface="Calibri"/>
                <a:cs typeface="Calibri"/>
              </a:rPr>
              <a:t> </a:t>
            </a:r>
            <a:r>
              <a:rPr sz="1000" i="1" spc="-5" dirty="0">
                <a:latin typeface="Calibri"/>
                <a:cs typeface="Calibri"/>
              </a:rPr>
              <a:t>Animasyonu</a:t>
            </a:r>
            <a:endParaRPr sz="1000" dirty="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630936" y="457200"/>
            <a:ext cx="2700645" cy="4526280"/>
          </a:xfrm>
          <a:prstGeom prst="rect">
            <a:avLst/>
          </a:prstGeom>
        </p:spPr>
        <p:txBody>
          <a:bodyPr vert="horz" lIns="91440" tIns="45720" rIns="91440" bIns="45720" rtlCol="0" anchor="ctr">
            <a:normAutofit/>
          </a:bodyPr>
          <a:lstStyle/>
          <a:p>
            <a:pPr marL="12700" marR="5080" algn="l" rtl="0">
              <a:lnSpc>
                <a:spcPct val="90000"/>
              </a:lnSpc>
              <a:spcBef>
                <a:spcPct val="0"/>
              </a:spcBef>
            </a:pPr>
            <a:r>
              <a:rPr lang="en-US" sz="3000" kern="1200" spc="-20">
                <a:solidFill>
                  <a:schemeClr val="tx1"/>
                </a:solidFill>
                <a:latin typeface="+mj-lt"/>
                <a:ea typeface="+mj-ea"/>
                <a:cs typeface="+mj-cs"/>
              </a:rPr>
              <a:t>İngiltere’den</a:t>
            </a:r>
            <a:r>
              <a:rPr lang="en-US" sz="3000" kern="1200" spc="15">
                <a:solidFill>
                  <a:schemeClr val="tx1"/>
                </a:solidFill>
                <a:latin typeface="+mj-lt"/>
                <a:ea typeface="+mj-ea"/>
                <a:cs typeface="+mj-cs"/>
              </a:rPr>
              <a:t> </a:t>
            </a:r>
            <a:r>
              <a:rPr lang="en-US" sz="3000" b="1" kern="1200" spc="-5">
                <a:solidFill>
                  <a:schemeClr val="tx1"/>
                </a:solidFill>
                <a:latin typeface="+mj-lt"/>
                <a:ea typeface="+mj-ea"/>
                <a:cs typeface="+mj-cs"/>
              </a:rPr>
              <a:t>Brian</a:t>
            </a:r>
            <a:r>
              <a:rPr lang="en-US" sz="3000" b="1" kern="1200" spc="20">
                <a:solidFill>
                  <a:schemeClr val="tx1"/>
                </a:solidFill>
                <a:latin typeface="+mj-lt"/>
                <a:ea typeface="+mj-ea"/>
                <a:cs typeface="+mj-cs"/>
              </a:rPr>
              <a:t> </a:t>
            </a:r>
            <a:r>
              <a:rPr lang="en-US" sz="3000" b="1" kern="1200" spc="-10">
                <a:solidFill>
                  <a:schemeClr val="tx1"/>
                </a:solidFill>
                <a:latin typeface="+mj-lt"/>
                <a:ea typeface="+mj-ea"/>
                <a:cs typeface="+mj-cs"/>
              </a:rPr>
              <a:t>Schakel</a:t>
            </a:r>
            <a:r>
              <a:rPr lang="en-US" sz="3000" kern="1200" spc="-10">
                <a:solidFill>
                  <a:schemeClr val="tx1"/>
                </a:solidFill>
                <a:latin typeface="+mj-lt"/>
                <a:ea typeface="+mj-ea"/>
                <a:cs typeface="+mj-cs"/>
              </a:rPr>
              <a:t>,</a:t>
            </a:r>
            <a:r>
              <a:rPr lang="en-US" sz="3000" kern="1200" spc="20">
                <a:solidFill>
                  <a:schemeClr val="tx1"/>
                </a:solidFill>
                <a:latin typeface="+mj-lt"/>
                <a:ea typeface="+mj-ea"/>
                <a:cs typeface="+mj-cs"/>
              </a:rPr>
              <a:t> </a:t>
            </a:r>
            <a:r>
              <a:rPr lang="en-US" sz="3000" kern="1200" spc="-5">
                <a:solidFill>
                  <a:schemeClr val="tx1"/>
                </a:solidFill>
                <a:latin typeface="+mj-lt"/>
                <a:ea typeface="+mj-ea"/>
                <a:cs typeface="+mj-cs"/>
              </a:rPr>
              <a:t>İBE</a:t>
            </a:r>
            <a:r>
              <a:rPr lang="en-US" sz="3000" kern="1200" spc="15">
                <a:solidFill>
                  <a:schemeClr val="tx1"/>
                </a:solidFill>
                <a:latin typeface="+mj-lt"/>
                <a:ea typeface="+mj-ea"/>
                <a:cs typeface="+mj-cs"/>
              </a:rPr>
              <a:t> </a:t>
            </a:r>
            <a:r>
              <a:rPr lang="en-US" sz="3000" kern="1200" spc="-5">
                <a:solidFill>
                  <a:schemeClr val="tx1"/>
                </a:solidFill>
                <a:latin typeface="+mj-lt"/>
                <a:ea typeface="+mj-ea"/>
                <a:cs typeface="+mj-cs"/>
              </a:rPr>
              <a:t>alanında</a:t>
            </a:r>
            <a:r>
              <a:rPr lang="en-US" sz="3000" kern="1200" spc="5">
                <a:solidFill>
                  <a:schemeClr val="tx1"/>
                </a:solidFill>
                <a:latin typeface="+mj-lt"/>
                <a:ea typeface="+mj-ea"/>
                <a:cs typeface="+mj-cs"/>
              </a:rPr>
              <a:t> </a:t>
            </a:r>
            <a:r>
              <a:rPr lang="en-US" sz="3000" kern="1200" spc="-10">
                <a:solidFill>
                  <a:schemeClr val="tx1"/>
                </a:solidFill>
                <a:latin typeface="+mj-lt"/>
                <a:ea typeface="+mj-ea"/>
                <a:cs typeface="+mj-cs"/>
              </a:rPr>
              <a:t>görülen</a:t>
            </a:r>
            <a:r>
              <a:rPr lang="en-US" sz="3000" kern="1200" spc="-20">
                <a:solidFill>
                  <a:schemeClr val="tx1"/>
                </a:solidFill>
                <a:latin typeface="+mj-lt"/>
                <a:ea typeface="+mj-ea"/>
                <a:cs typeface="+mj-cs"/>
              </a:rPr>
              <a:t> </a:t>
            </a:r>
            <a:r>
              <a:rPr lang="en-US" sz="3000" kern="1200" spc="-10">
                <a:solidFill>
                  <a:schemeClr val="tx1"/>
                </a:solidFill>
                <a:latin typeface="+mj-lt"/>
                <a:ea typeface="+mj-ea"/>
                <a:cs typeface="+mj-cs"/>
              </a:rPr>
              <a:t>önemli</a:t>
            </a:r>
            <a:r>
              <a:rPr lang="en-US" sz="3000" kern="1200" spc="25">
                <a:solidFill>
                  <a:schemeClr val="tx1"/>
                </a:solidFill>
                <a:latin typeface="+mj-lt"/>
                <a:ea typeface="+mj-ea"/>
                <a:cs typeface="+mj-cs"/>
              </a:rPr>
              <a:t> </a:t>
            </a:r>
            <a:r>
              <a:rPr lang="en-US" sz="3000" kern="1200" spc="-10">
                <a:solidFill>
                  <a:schemeClr val="tx1"/>
                </a:solidFill>
                <a:latin typeface="+mj-lt"/>
                <a:ea typeface="+mj-ea"/>
                <a:cs typeface="+mj-cs"/>
              </a:rPr>
              <a:t>akademik </a:t>
            </a:r>
            <a:r>
              <a:rPr lang="en-US" sz="3000" kern="1200" spc="-345">
                <a:solidFill>
                  <a:schemeClr val="tx1"/>
                </a:solidFill>
                <a:latin typeface="+mj-lt"/>
                <a:ea typeface="+mj-ea"/>
                <a:cs typeface="+mj-cs"/>
              </a:rPr>
              <a:t> </a:t>
            </a:r>
            <a:r>
              <a:rPr lang="en-US" sz="3000" kern="1200" spc="-5">
                <a:solidFill>
                  <a:schemeClr val="tx1"/>
                </a:solidFill>
                <a:latin typeface="+mj-lt"/>
                <a:ea typeface="+mj-ea"/>
                <a:cs typeface="+mj-cs"/>
              </a:rPr>
              <a:t>çalışmaları</a:t>
            </a:r>
            <a:r>
              <a:rPr lang="en-US" sz="3000" kern="1200" spc="-35">
                <a:solidFill>
                  <a:schemeClr val="tx1"/>
                </a:solidFill>
                <a:latin typeface="+mj-lt"/>
                <a:ea typeface="+mj-ea"/>
                <a:cs typeface="+mj-cs"/>
              </a:rPr>
              <a:t> </a:t>
            </a:r>
            <a:r>
              <a:rPr lang="en-US" sz="3000" kern="1200" spc="-10">
                <a:solidFill>
                  <a:schemeClr val="tx1"/>
                </a:solidFill>
                <a:latin typeface="+mj-lt"/>
                <a:ea typeface="+mj-ea"/>
                <a:cs typeface="+mj-cs"/>
              </a:rPr>
              <a:t>başlatan</a:t>
            </a:r>
            <a:r>
              <a:rPr lang="en-US" sz="3000" kern="1200" spc="-25">
                <a:solidFill>
                  <a:schemeClr val="tx1"/>
                </a:solidFill>
                <a:latin typeface="+mj-lt"/>
                <a:ea typeface="+mj-ea"/>
                <a:cs typeface="+mj-cs"/>
              </a:rPr>
              <a:t> </a:t>
            </a:r>
            <a:r>
              <a:rPr lang="en-US" sz="3000" kern="1200" spc="-10">
                <a:solidFill>
                  <a:schemeClr val="tx1"/>
                </a:solidFill>
                <a:latin typeface="+mj-lt"/>
                <a:ea typeface="+mj-ea"/>
                <a:cs typeface="+mj-cs"/>
              </a:rPr>
              <a:t>kişi</a:t>
            </a:r>
            <a:r>
              <a:rPr lang="en-US" sz="3000" kern="1200" spc="-15">
                <a:solidFill>
                  <a:schemeClr val="tx1"/>
                </a:solidFill>
                <a:latin typeface="+mj-lt"/>
                <a:ea typeface="+mj-ea"/>
                <a:cs typeface="+mj-cs"/>
              </a:rPr>
              <a:t> </a:t>
            </a:r>
            <a:r>
              <a:rPr lang="en-US" sz="3000" kern="1200" spc="-10">
                <a:solidFill>
                  <a:schemeClr val="tx1"/>
                </a:solidFill>
                <a:latin typeface="+mj-lt"/>
                <a:ea typeface="+mj-ea"/>
                <a:cs typeface="+mj-cs"/>
              </a:rPr>
              <a:t>olarak</a:t>
            </a:r>
            <a:r>
              <a:rPr lang="en-US" sz="3000" kern="1200" spc="5">
                <a:solidFill>
                  <a:schemeClr val="tx1"/>
                </a:solidFill>
                <a:latin typeface="+mj-lt"/>
                <a:ea typeface="+mj-ea"/>
                <a:cs typeface="+mj-cs"/>
              </a:rPr>
              <a:t> </a:t>
            </a:r>
            <a:r>
              <a:rPr lang="en-US" sz="3000" kern="1200" spc="-15">
                <a:solidFill>
                  <a:schemeClr val="tx1"/>
                </a:solidFill>
                <a:latin typeface="+mj-lt"/>
                <a:ea typeface="+mj-ea"/>
                <a:cs typeface="+mj-cs"/>
              </a:rPr>
              <a:t>karşımıza</a:t>
            </a:r>
            <a:r>
              <a:rPr lang="en-US" sz="3000" kern="1200" spc="5">
                <a:solidFill>
                  <a:schemeClr val="tx1"/>
                </a:solidFill>
                <a:latin typeface="+mj-lt"/>
                <a:ea typeface="+mj-ea"/>
                <a:cs typeface="+mj-cs"/>
              </a:rPr>
              <a:t> </a:t>
            </a:r>
            <a:r>
              <a:rPr lang="en-US" sz="3000" kern="1200" spc="-20">
                <a:solidFill>
                  <a:schemeClr val="tx1"/>
                </a:solidFill>
                <a:latin typeface="+mj-lt"/>
                <a:ea typeface="+mj-ea"/>
                <a:cs typeface="+mj-cs"/>
              </a:rPr>
              <a:t>çıkmaktadır.</a:t>
            </a:r>
          </a:p>
        </p:txBody>
      </p:sp>
      <p:sp>
        <p:nvSpPr>
          <p:cNvPr id="2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21297" y="2716358"/>
            <a:ext cx="3733800" cy="13716"/>
          </a:xfrm>
          <a:custGeom>
            <a:avLst/>
            <a:gdLst>
              <a:gd name="connsiteX0" fmla="*/ 0 w 3733800"/>
              <a:gd name="connsiteY0" fmla="*/ 0 h 13716"/>
              <a:gd name="connsiteX1" fmla="*/ 696976 w 3733800"/>
              <a:gd name="connsiteY1" fmla="*/ 0 h 13716"/>
              <a:gd name="connsiteX2" fmla="*/ 1356614 w 3733800"/>
              <a:gd name="connsiteY2" fmla="*/ 0 h 13716"/>
              <a:gd name="connsiteX3" fmla="*/ 2016252 w 3733800"/>
              <a:gd name="connsiteY3" fmla="*/ 0 h 13716"/>
              <a:gd name="connsiteX4" fmla="*/ 2526538 w 3733800"/>
              <a:gd name="connsiteY4" fmla="*/ 0 h 13716"/>
              <a:gd name="connsiteX5" fmla="*/ 3074162 w 3733800"/>
              <a:gd name="connsiteY5" fmla="*/ 0 h 13716"/>
              <a:gd name="connsiteX6" fmla="*/ 3733800 w 3733800"/>
              <a:gd name="connsiteY6" fmla="*/ 0 h 13716"/>
              <a:gd name="connsiteX7" fmla="*/ 3733800 w 3733800"/>
              <a:gd name="connsiteY7" fmla="*/ 13716 h 13716"/>
              <a:gd name="connsiteX8" fmla="*/ 3111500 w 3733800"/>
              <a:gd name="connsiteY8" fmla="*/ 13716 h 13716"/>
              <a:gd name="connsiteX9" fmla="*/ 2601214 w 3733800"/>
              <a:gd name="connsiteY9" fmla="*/ 13716 h 13716"/>
              <a:gd name="connsiteX10" fmla="*/ 2090928 w 3733800"/>
              <a:gd name="connsiteY10" fmla="*/ 13716 h 13716"/>
              <a:gd name="connsiteX11" fmla="*/ 1431290 w 3733800"/>
              <a:gd name="connsiteY11" fmla="*/ 13716 h 13716"/>
              <a:gd name="connsiteX12" fmla="*/ 883666 w 3733800"/>
              <a:gd name="connsiteY12" fmla="*/ 13716 h 13716"/>
              <a:gd name="connsiteX13" fmla="*/ 0 w 3733800"/>
              <a:gd name="connsiteY13" fmla="*/ 13716 h 13716"/>
              <a:gd name="connsiteX14" fmla="*/ 0 w 3733800"/>
              <a:gd name="connsiteY14"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33800" h="13716" fill="none" extrusionOk="0">
                <a:moveTo>
                  <a:pt x="0" y="0"/>
                </a:moveTo>
                <a:cubicBezTo>
                  <a:pt x="220417" y="-19710"/>
                  <a:pt x="403985" y="34291"/>
                  <a:pt x="696976" y="0"/>
                </a:cubicBezTo>
                <a:cubicBezTo>
                  <a:pt x="989967" y="-34291"/>
                  <a:pt x="1040294" y="-7020"/>
                  <a:pt x="1356614" y="0"/>
                </a:cubicBezTo>
                <a:cubicBezTo>
                  <a:pt x="1672934" y="7020"/>
                  <a:pt x="1827525" y="6151"/>
                  <a:pt x="2016252" y="0"/>
                </a:cubicBezTo>
                <a:cubicBezTo>
                  <a:pt x="2204979" y="-6151"/>
                  <a:pt x="2396348" y="22083"/>
                  <a:pt x="2526538" y="0"/>
                </a:cubicBezTo>
                <a:cubicBezTo>
                  <a:pt x="2656728" y="-22083"/>
                  <a:pt x="2897389" y="9906"/>
                  <a:pt x="3074162" y="0"/>
                </a:cubicBezTo>
                <a:cubicBezTo>
                  <a:pt x="3250935" y="-9906"/>
                  <a:pt x="3450519" y="-6817"/>
                  <a:pt x="3733800" y="0"/>
                </a:cubicBezTo>
                <a:cubicBezTo>
                  <a:pt x="3733528" y="4708"/>
                  <a:pt x="3734137" y="7132"/>
                  <a:pt x="3733800" y="13716"/>
                </a:cubicBezTo>
                <a:cubicBezTo>
                  <a:pt x="3549746" y="9677"/>
                  <a:pt x="3381250" y="42894"/>
                  <a:pt x="3111500" y="13716"/>
                </a:cubicBezTo>
                <a:cubicBezTo>
                  <a:pt x="2841750" y="-15462"/>
                  <a:pt x="2811301" y="36991"/>
                  <a:pt x="2601214" y="13716"/>
                </a:cubicBezTo>
                <a:cubicBezTo>
                  <a:pt x="2391127" y="-9559"/>
                  <a:pt x="2330711" y="16873"/>
                  <a:pt x="2090928" y="13716"/>
                </a:cubicBezTo>
                <a:cubicBezTo>
                  <a:pt x="1851145" y="10559"/>
                  <a:pt x="1575692" y="12947"/>
                  <a:pt x="1431290" y="13716"/>
                </a:cubicBezTo>
                <a:cubicBezTo>
                  <a:pt x="1286888" y="14485"/>
                  <a:pt x="1106245" y="27114"/>
                  <a:pt x="883666" y="13716"/>
                </a:cubicBezTo>
                <a:cubicBezTo>
                  <a:pt x="661087" y="318"/>
                  <a:pt x="436317" y="26488"/>
                  <a:pt x="0" y="13716"/>
                </a:cubicBezTo>
                <a:cubicBezTo>
                  <a:pt x="-460" y="10837"/>
                  <a:pt x="38" y="6680"/>
                  <a:pt x="0" y="0"/>
                </a:cubicBezTo>
                <a:close/>
              </a:path>
              <a:path w="3733800" h="13716" stroke="0" extrusionOk="0">
                <a:moveTo>
                  <a:pt x="0" y="0"/>
                </a:moveTo>
                <a:cubicBezTo>
                  <a:pt x="134581" y="-2493"/>
                  <a:pt x="448891" y="2501"/>
                  <a:pt x="584962" y="0"/>
                </a:cubicBezTo>
                <a:cubicBezTo>
                  <a:pt x="721033" y="-2501"/>
                  <a:pt x="964834" y="11793"/>
                  <a:pt x="1095248" y="0"/>
                </a:cubicBezTo>
                <a:cubicBezTo>
                  <a:pt x="1225662" y="-11793"/>
                  <a:pt x="1592520" y="25174"/>
                  <a:pt x="1792224" y="0"/>
                </a:cubicBezTo>
                <a:cubicBezTo>
                  <a:pt x="1991928" y="-25174"/>
                  <a:pt x="2087288" y="14256"/>
                  <a:pt x="2377186" y="0"/>
                </a:cubicBezTo>
                <a:cubicBezTo>
                  <a:pt x="2667084" y="-14256"/>
                  <a:pt x="2697715" y="17404"/>
                  <a:pt x="2962148" y="0"/>
                </a:cubicBezTo>
                <a:cubicBezTo>
                  <a:pt x="3226581" y="-17404"/>
                  <a:pt x="3555185" y="23251"/>
                  <a:pt x="3733800" y="0"/>
                </a:cubicBezTo>
                <a:cubicBezTo>
                  <a:pt x="3733130" y="3019"/>
                  <a:pt x="3733284" y="10425"/>
                  <a:pt x="3733800" y="13716"/>
                </a:cubicBezTo>
                <a:cubicBezTo>
                  <a:pt x="3482992" y="41486"/>
                  <a:pt x="3411747" y="19972"/>
                  <a:pt x="3111500" y="13716"/>
                </a:cubicBezTo>
                <a:cubicBezTo>
                  <a:pt x="2811253" y="7460"/>
                  <a:pt x="2814414" y="12759"/>
                  <a:pt x="2601214" y="13716"/>
                </a:cubicBezTo>
                <a:cubicBezTo>
                  <a:pt x="2388014" y="14673"/>
                  <a:pt x="2237542" y="25723"/>
                  <a:pt x="1978914" y="13716"/>
                </a:cubicBezTo>
                <a:cubicBezTo>
                  <a:pt x="1720286" y="1709"/>
                  <a:pt x="1606939" y="27357"/>
                  <a:pt x="1356614" y="13716"/>
                </a:cubicBezTo>
                <a:cubicBezTo>
                  <a:pt x="1106289" y="75"/>
                  <a:pt x="971608" y="23783"/>
                  <a:pt x="771652" y="13716"/>
                </a:cubicBezTo>
                <a:cubicBezTo>
                  <a:pt x="571696" y="3649"/>
                  <a:pt x="214417" y="43043"/>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p:nvPr/>
        </p:nvSpPr>
        <p:spPr>
          <a:xfrm>
            <a:off x="3844813" y="460075"/>
            <a:ext cx="4668251" cy="4526280"/>
          </a:xfrm>
          <a:prstGeom prst="rect">
            <a:avLst/>
          </a:prstGeom>
        </p:spPr>
        <p:txBody>
          <a:bodyPr vert="horz" lIns="91440" tIns="45720" rIns="91440" bIns="45720" rtlCol="0" anchor="ctr">
            <a:normAutofit/>
          </a:bodyPr>
          <a:lstStyle/>
          <a:p>
            <a:pPr marL="12700" indent="-228600">
              <a:lnSpc>
                <a:spcPct val="90000"/>
              </a:lnSpc>
              <a:spcBef>
                <a:spcPts val="1055"/>
              </a:spcBef>
              <a:buFont typeface="Arial" panose="020B0604020202020204" pitchFamily="34" charset="0"/>
              <a:buChar char="•"/>
            </a:pPr>
            <a:r>
              <a:rPr lang="en-US" sz="1700" spc="-10"/>
              <a:t>Shackel’</a:t>
            </a:r>
            <a:r>
              <a:rPr lang="en-US" sz="1700" spc="5"/>
              <a:t> </a:t>
            </a:r>
            <a:r>
              <a:rPr lang="en-US" sz="1700" spc="-5"/>
              <a:t>in,</a:t>
            </a:r>
            <a:r>
              <a:rPr lang="en-US" sz="1700" spc="-20"/>
              <a:t> </a:t>
            </a:r>
            <a:r>
              <a:rPr lang="en-US" sz="1700" spc="-5"/>
              <a:t>Design</a:t>
            </a:r>
            <a:r>
              <a:rPr lang="en-US" sz="1700"/>
              <a:t> </a:t>
            </a:r>
            <a:r>
              <a:rPr lang="en-US" sz="1700" spc="-10"/>
              <a:t>dergisinde</a:t>
            </a:r>
            <a:r>
              <a:rPr lang="en-US" sz="1700" spc="-5"/>
              <a:t> </a:t>
            </a:r>
            <a:r>
              <a:rPr lang="en-US" sz="1700" spc="-10"/>
              <a:t>1959</a:t>
            </a:r>
            <a:r>
              <a:rPr lang="en-US" sz="1700" spc="25"/>
              <a:t> </a:t>
            </a:r>
            <a:r>
              <a:rPr lang="en-US" sz="1700" spc="-5"/>
              <a:t>yılında</a:t>
            </a:r>
            <a:r>
              <a:rPr lang="en-US" sz="1700" spc="-30"/>
              <a:t> </a:t>
            </a:r>
            <a:r>
              <a:rPr lang="en-US" sz="1700" spc="-10"/>
              <a:t>yayınlanan</a:t>
            </a:r>
            <a:r>
              <a:rPr lang="en-US" sz="1700"/>
              <a:t> </a:t>
            </a:r>
            <a:r>
              <a:rPr lang="en-US" sz="1700" b="1" spc="-10"/>
              <a:t>“Ergonomics</a:t>
            </a:r>
            <a:r>
              <a:rPr lang="en-US" sz="1700" b="1" spc="15"/>
              <a:t> </a:t>
            </a:r>
            <a:r>
              <a:rPr lang="en-US" sz="1700" b="1" spc="-15"/>
              <a:t>for</a:t>
            </a:r>
            <a:r>
              <a:rPr lang="en-US" sz="1700" b="1" spc="15"/>
              <a:t> </a:t>
            </a:r>
            <a:r>
              <a:rPr lang="en-US" sz="1700" b="1" spc="-5"/>
              <a:t>a</a:t>
            </a:r>
            <a:r>
              <a:rPr lang="en-US" sz="1700" b="1"/>
              <a:t> </a:t>
            </a:r>
            <a:r>
              <a:rPr lang="en-US" sz="1700" b="1" spc="-10"/>
              <a:t>computer</a:t>
            </a:r>
            <a:r>
              <a:rPr lang="en-US" sz="1700" b="1" spc="30"/>
              <a:t> </a:t>
            </a:r>
            <a:r>
              <a:rPr lang="en-US" sz="1700" b="1" spc="-5"/>
              <a:t>–</a:t>
            </a:r>
            <a:r>
              <a:rPr lang="en-US" sz="1700" b="1" spc="5"/>
              <a:t> </a:t>
            </a:r>
            <a:r>
              <a:rPr lang="en-US" sz="1700" b="1" spc="-5"/>
              <a:t>Bilgisayar</a:t>
            </a:r>
            <a:r>
              <a:rPr lang="en-US" sz="1700" b="1" spc="-15"/>
              <a:t> </a:t>
            </a:r>
            <a:r>
              <a:rPr lang="en-US" sz="1700" b="1" spc="-5"/>
              <a:t>ergonomisi”</a:t>
            </a:r>
            <a:r>
              <a:rPr lang="en-US" sz="1700" b="1" spc="10"/>
              <a:t> </a:t>
            </a:r>
            <a:r>
              <a:rPr lang="en-US" sz="1700"/>
              <a:t>adlı </a:t>
            </a:r>
            <a:r>
              <a:rPr lang="en-US" sz="1700" spc="-5"/>
              <a:t>makalesi</a:t>
            </a:r>
            <a:r>
              <a:rPr lang="en-US" sz="1700" spc="-20"/>
              <a:t> konu</a:t>
            </a:r>
            <a:r>
              <a:rPr lang="en-US" sz="1700" spc="-5"/>
              <a:t> </a:t>
            </a:r>
            <a:r>
              <a:rPr lang="en-US" sz="1700"/>
              <a:t>ile </a:t>
            </a:r>
            <a:r>
              <a:rPr lang="en-US" sz="1700" spc="-5"/>
              <a:t>ilgili</a:t>
            </a:r>
            <a:r>
              <a:rPr lang="en-US" sz="1700" spc="-45"/>
              <a:t> </a:t>
            </a:r>
            <a:r>
              <a:rPr lang="en-US" sz="1700" spc="-5"/>
              <a:t>ilk</a:t>
            </a:r>
            <a:r>
              <a:rPr lang="en-US" sz="1700" spc="-20"/>
              <a:t> </a:t>
            </a:r>
            <a:r>
              <a:rPr lang="en-US" sz="1700" spc="-10"/>
              <a:t>akademik </a:t>
            </a:r>
            <a:r>
              <a:rPr lang="en-US" sz="1700" spc="-15"/>
              <a:t>yayın</a:t>
            </a:r>
            <a:r>
              <a:rPr lang="en-US" sz="1700" spc="-10"/>
              <a:t> olarak</a:t>
            </a:r>
            <a:r>
              <a:rPr lang="en-US" sz="1700" spc="5"/>
              <a:t> </a:t>
            </a:r>
            <a:r>
              <a:rPr lang="en-US" sz="1700" spc="-15"/>
              <a:t>adlandırılabilir.</a:t>
            </a:r>
            <a:endParaRPr lang="en-US" sz="17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852297" y="418350"/>
            <a:ext cx="3992787" cy="1369141"/>
          </a:xfrm>
          <a:prstGeom prst="rect">
            <a:avLst/>
          </a:prstGeom>
        </p:spPr>
        <p:txBody>
          <a:bodyPr vert="horz" lIns="91440" tIns="45720" rIns="91440" bIns="45720" rtlCol="0" anchor="b">
            <a:normAutofit/>
          </a:bodyPr>
          <a:lstStyle/>
          <a:p>
            <a:pPr marL="12700" marR="5080" algn="l" rtl="0">
              <a:lnSpc>
                <a:spcPct val="90000"/>
              </a:lnSpc>
              <a:spcBef>
                <a:spcPct val="0"/>
              </a:spcBef>
            </a:pPr>
            <a:r>
              <a:rPr lang="en-US" sz="1800" b="1" kern="1200">
                <a:solidFill>
                  <a:schemeClr val="tx1"/>
                </a:solidFill>
                <a:latin typeface="+mj-lt"/>
                <a:ea typeface="+mj-ea"/>
                <a:cs typeface="+mj-cs"/>
              </a:rPr>
              <a:t>Licklider </a:t>
            </a:r>
            <a:r>
              <a:rPr lang="en-US" sz="1800" kern="1200" spc="-10">
                <a:solidFill>
                  <a:schemeClr val="tx1"/>
                </a:solidFill>
                <a:latin typeface="+mj-lt"/>
                <a:ea typeface="+mj-ea"/>
                <a:cs typeface="+mj-cs"/>
              </a:rPr>
              <a:t>tarafından </a:t>
            </a:r>
            <a:r>
              <a:rPr lang="en-US" sz="1800" kern="1200" spc="-5">
                <a:solidFill>
                  <a:schemeClr val="tx1"/>
                </a:solidFill>
                <a:latin typeface="+mj-lt"/>
                <a:ea typeface="+mj-ea"/>
                <a:cs typeface="+mj-cs"/>
              </a:rPr>
              <a:t>1960 </a:t>
            </a:r>
            <a:r>
              <a:rPr lang="en-US" sz="1800" kern="1200">
                <a:solidFill>
                  <a:schemeClr val="tx1"/>
                </a:solidFill>
                <a:latin typeface="+mj-lt"/>
                <a:ea typeface="+mj-ea"/>
                <a:cs typeface="+mj-cs"/>
              </a:rPr>
              <a:t>yılında </a:t>
            </a:r>
            <a:r>
              <a:rPr lang="en-US" sz="1800" kern="1200" spc="-5">
                <a:solidFill>
                  <a:schemeClr val="tx1"/>
                </a:solidFill>
                <a:latin typeface="+mj-lt"/>
                <a:ea typeface="+mj-ea"/>
                <a:cs typeface="+mj-cs"/>
              </a:rPr>
              <a:t>öne </a:t>
            </a:r>
            <a:r>
              <a:rPr lang="en-US" sz="1800" kern="1200">
                <a:solidFill>
                  <a:schemeClr val="tx1"/>
                </a:solidFill>
                <a:latin typeface="+mj-lt"/>
                <a:ea typeface="+mj-ea"/>
                <a:cs typeface="+mj-cs"/>
              </a:rPr>
              <a:t>sürülen </a:t>
            </a:r>
            <a:r>
              <a:rPr lang="en-US" sz="1800" b="1" kern="1200" spc="-10">
                <a:solidFill>
                  <a:schemeClr val="tx1"/>
                </a:solidFill>
                <a:latin typeface="+mj-lt"/>
                <a:ea typeface="+mj-ea"/>
                <a:cs typeface="+mj-cs"/>
              </a:rPr>
              <a:t>“Man-Computer </a:t>
            </a:r>
            <a:r>
              <a:rPr lang="en-US" sz="1800" b="1" kern="1200" spc="-5">
                <a:solidFill>
                  <a:schemeClr val="tx1"/>
                </a:solidFill>
                <a:latin typeface="+mj-lt"/>
                <a:ea typeface="+mj-ea"/>
                <a:cs typeface="+mj-cs"/>
              </a:rPr>
              <a:t> Symbosis </a:t>
            </a:r>
            <a:r>
              <a:rPr lang="en-US" sz="1800" b="1" kern="1200">
                <a:solidFill>
                  <a:schemeClr val="tx1"/>
                </a:solidFill>
                <a:latin typeface="+mj-lt"/>
                <a:ea typeface="+mj-ea"/>
                <a:cs typeface="+mj-cs"/>
              </a:rPr>
              <a:t>– insan </a:t>
            </a:r>
            <a:r>
              <a:rPr lang="en-US" sz="1800" b="1" kern="1200" spc="-10">
                <a:solidFill>
                  <a:schemeClr val="tx1"/>
                </a:solidFill>
                <a:latin typeface="+mj-lt"/>
                <a:ea typeface="+mj-ea"/>
                <a:cs typeface="+mj-cs"/>
              </a:rPr>
              <a:t>bilgisayar </a:t>
            </a:r>
            <a:r>
              <a:rPr lang="en-US" sz="1800" b="1" kern="1200">
                <a:solidFill>
                  <a:schemeClr val="tx1"/>
                </a:solidFill>
                <a:latin typeface="+mj-lt"/>
                <a:ea typeface="+mj-ea"/>
                <a:cs typeface="+mj-cs"/>
              </a:rPr>
              <a:t>bütünleşmesi” </a:t>
            </a:r>
            <a:r>
              <a:rPr lang="en-US" sz="1800" kern="1200" spc="-5">
                <a:solidFill>
                  <a:schemeClr val="tx1"/>
                </a:solidFill>
                <a:latin typeface="+mj-lt"/>
                <a:ea typeface="+mj-ea"/>
                <a:cs typeface="+mj-cs"/>
              </a:rPr>
              <a:t>fikri </a:t>
            </a:r>
            <a:r>
              <a:rPr lang="en-US" sz="1800" kern="1200">
                <a:solidFill>
                  <a:schemeClr val="tx1"/>
                </a:solidFill>
                <a:latin typeface="+mj-lt"/>
                <a:ea typeface="+mj-ea"/>
                <a:cs typeface="+mj-cs"/>
              </a:rPr>
              <a:t>ise hala </a:t>
            </a:r>
            <a:r>
              <a:rPr lang="en-US" sz="1800" kern="1200" spc="-15">
                <a:solidFill>
                  <a:schemeClr val="tx1"/>
                </a:solidFill>
                <a:latin typeface="+mj-lt"/>
                <a:ea typeface="+mj-ea"/>
                <a:cs typeface="+mj-cs"/>
              </a:rPr>
              <a:t>hayata </a:t>
            </a:r>
            <a:r>
              <a:rPr lang="en-US" sz="1800" kern="1200" spc="-325">
                <a:solidFill>
                  <a:schemeClr val="tx1"/>
                </a:solidFill>
                <a:latin typeface="+mj-lt"/>
                <a:ea typeface="+mj-ea"/>
                <a:cs typeface="+mj-cs"/>
              </a:rPr>
              <a:t> </a:t>
            </a:r>
            <a:r>
              <a:rPr lang="en-US" sz="1800" kern="1200" spc="-5">
                <a:solidFill>
                  <a:schemeClr val="tx1"/>
                </a:solidFill>
                <a:latin typeface="+mj-lt"/>
                <a:ea typeface="+mj-ea"/>
                <a:cs typeface="+mj-cs"/>
              </a:rPr>
              <a:t>geçirilememiş</a:t>
            </a:r>
            <a:r>
              <a:rPr lang="en-US" sz="1800" kern="1200" spc="5">
                <a:solidFill>
                  <a:schemeClr val="tx1"/>
                </a:solidFill>
                <a:latin typeface="+mj-lt"/>
                <a:ea typeface="+mj-ea"/>
                <a:cs typeface="+mj-cs"/>
              </a:rPr>
              <a:t> </a:t>
            </a:r>
            <a:r>
              <a:rPr lang="en-US" sz="1800" kern="1200" spc="-5">
                <a:solidFill>
                  <a:schemeClr val="tx1"/>
                </a:solidFill>
                <a:latin typeface="+mj-lt"/>
                <a:ea typeface="+mj-ea"/>
                <a:cs typeface="+mj-cs"/>
              </a:rPr>
              <a:t>devrimci</a:t>
            </a:r>
            <a:r>
              <a:rPr lang="en-US" sz="1800" kern="1200" spc="20">
                <a:solidFill>
                  <a:schemeClr val="tx1"/>
                </a:solidFill>
                <a:latin typeface="+mj-lt"/>
                <a:ea typeface="+mj-ea"/>
                <a:cs typeface="+mj-cs"/>
              </a:rPr>
              <a:t> </a:t>
            </a:r>
            <a:r>
              <a:rPr lang="en-US" sz="1800" kern="1200" spc="-5">
                <a:solidFill>
                  <a:schemeClr val="tx1"/>
                </a:solidFill>
                <a:latin typeface="+mj-lt"/>
                <a:ea typeface="+mj-ea"/>
                <a:cs typeface="+mj-cs"/>
              </a:rPr>
              <a:t>fikirlerden</a:t>
            </a:r>
            <a:r>
              <a:rPr lang="en-US" sz="1800" kern="1200" spc="25">
                <a:solidFill>
                  <a:schemeClr val="tx1"/>
                </a:solidFill>
                <a:latin typeface="+mj-lt"/>
                <a:ea typeface="+mj-ea"/>
                <a:cs typeface="+mj-cs"/>
              </a:rPr>
              <a:t> </a:t>
            </a:r>
            <a:r>
              <a:rPr lang="en-US" sz="1800" kern="1200" spc="-20">
                <a:solidFill>
                  <a:schemeClr val="tx1"/>
                </a:solidFill>
                <a:latin typeface="+mj-lt"/>
                <a:ea typeface="+mj-ea"/>
                <a:cs typeface="+mj-cs"/>
              </a:rPr>
              <a:t>biridir.</a:t>
            </a:r>
            <a:endParaRPr lang="en-US" sz="1800" kern="1200">
              <a:solidFill>
                <a:schemeClr val="tx1"/>
              </a:solidFill>
              <a:latin typeface="+mj-lt"/>
              <a:ea typeface="+mj-ea"/>
              <a:cs typeface="+mj-cs"/>
            </a:endParaRPr>
          </a:p>
        </p:txBody>
      </p:sp>
      <p:sp>
        <p:nvSpPr>
          <p:cNvPr id="3" name="object 3"/>
          <p:cNvSpPr txBox="1"/>
          <p:nvPr/>
        </p:nvSpPr>
        <p:spPr>
          <a:xfrm>
            <a:off x="858692" y="2004911"/>
            <a:ext cx="3986392" cy="2945903"/>
          </a:xfrm>
          <a:prstGeom prst="rect">
            <a:avLst/>
          </a:prstGeom>
        </p:spPr>
        <p:txBody>
          <a:bodyPr vert="horz" lIns="91440" tIns="45720" rIns="91440" bIns="45720" rtlCol="0" anchor="t">
            <a:normAutofit/>
          </a:bodyPr>
          <a:lstStyle/>
          <a:p>
            <a:pPr marL="12700" marR="5080" indent="-228600">
              <a:lnSpc>
                <a:spcPct val="90000"/>
              </a:lnSpc>
              <a:spcBef>
                <a:spcPts val="100"/>
              </a:spcBef>
              <a:buFont typeface="Arial" panose="020B0604020202020204" pitchFamily="34" charset="0"/>
              <a:buChar char="•"/>
            </a:pPr>
            <a:r>
              <a:rPr lang="en-US" sz="1600"/>
              <a:t>Licklider </a:t>
            </a:r>
            <a:r>
              <a:rPr lang="en-US" sz="1600" spc="-10"/>
              <a:t>burada </a:t>
            </a:r>
            <a:r>
              <a:rPr lang="en-US" sz="1600"/>
              <a:t>insanların </a:t>
            </a:r>
            <a:r>
              <a:rPr lang="en-US" sz="1600" spc="-5"/>
              <a:t>bilgisayar </a:t>
            </a:r>
            <a:r>
              <a:rPr lang="en-US" sz="1600"/>
              <a:t>ile </a:t>
            </a:r>
            <a:r>
              <a:rPr lang="en-US" sz="1600" spc="-5"/>
              <a:t>olan etkileşiminin, </a:t>
            </a:r>
            <a:r>
              <a:rPr lang="en-US" sz="1600"/>
              <a:t>insanlar </a:t>
            </a:r>
            <a:r>
              <a:rPr lang="en-US" sz="1600" spc="-325"/>
              <a:t> </a:t>
            </a:r>
            <a:r>
              <a:rPr lang="en-US" sz="1600" spc="-5"/>
              <a:t>arasındaki</a:t>
            </a:r>
            <a:r>
              <a:rPr lang="en-US" sz="1600" spc="-20"/>
              <a:t> </a:t>
            </a:r>
            <a:r>
              <a:rPr lang="en-US" sz="1600" spc="-5"/>
              <a:t>etkileşim</a:t>
            </a:r>
            <a:r>
              <a:rPr lang="en-US" sz="1600" spc="25"/>
              <a:t> </a:t>
            </a:r>
            <a:r>
              <a:rPr lang="en-US" sz="1600"/>
              <a:t>gibi</a:t>
            </a:r>
            <a:r>
              <a:rPr lang="en-US" sz="1600" spc="5"/>
              <a:t> </a:t>
            </a:r>
            <a:r>
              <a:rPr lang="en-US" sz="1600"/>
              <a:t>olmasının</a:t>
            </a:r>
            <a:r>
              <a:rPr lang="en-US" sz="1600" spc="-20"/>
              <a:t> </a:t>
            </a:r>
            <a:r>
              <a:rPr lang="en-US" sz="1600" spc="-10"/>
              <a:t>gerekli</a:t>
            </a:r>
            <a:r>
              <a:rPr lang="en-US" sz="1600" spc="25"/>
              <a:t> </a:t>
            </a:r>
            <a:r>
              <a:rPr lang="en-US" sz="1600" spc="-5"/>
              <a:t>olduğunu</a:t>
            </a:r>
            <a:r>
              <a:rPr lang="en-US" sz="1600" spc="5"/>
              <a:t> </a:t>
            </a:r>
            <a:r>
              <a:rPr lang="en-US" sz="1600" spc="-15"/>
              <a:t>söylemektedir.</a:t>
            </a:r>
            <a:endParaRPr lang="en-US" sz="1600"/>
          </a:p>
          <a:p>
            <a:pPr indent="-228600">
              <a:lnSpc>
                <a:spcPct val="90000"/>
              </a:lnSpc>
              <a:buFont typeface="Arial" panose="020B0604020202020204" pitchFamily="34" charset="0"/>
              <a:buChar char="•"/>
            </a:pPr>
            <a:endParaRPr lang="en-US" sz="1600"/>
          </a:p>
          <a:p>
            <a:pPr marL="12700" marR="405130" indent="-228600">
              <a:lnSpc>
                <a:spcPct val="90000"/>
              </a:lnSpc>
              <a:spcBef>
                <a:spcPts val="1230"/>
              </a:spcBef>
              <a:buFont typeface="Arial" panose="020B0604020202020204" pitchFamily="34" charset="0"/>
              <a:buChar char="•"/>
            </a:pPr>
            <a:r>
              <a:rPr lang="en-US" sz="1600" spc="-5"/>
              <a:t>Böylece,</a:t>
            </a:r>
            <a:r>
              <a:rPr lang="en-US" sz="1600" spc="5"/>
              <a:t> </a:t>
            </a:r>
            <a:r>
              <a:rPr lang="en-US" sz="1600"/>
              <a:t>nasıl</a:t>
            </a:r>
            <a:r>
              <a:rPr lang="en-US" sz="1600" spc="-10"/>
              <a:t> karşımızdaki</a:t>
            </a:r>
            <a:r>
              <a:rPr lang="en-US" sz="1600" spc="-15"/>
              <a:t> </a:t>
            </a:r>
            <a:r>
              <a:rPr lang="en-US" sz="1600" spc="-5"/>
              <a:t>kişinin</a:t>
            </a:r>
            <a:r>
              <a:rPr lang="en-US" sz="1600" spc="10"/>
              <a:t> </a:t>
            </a:r>
            <a:r>
              <a:rPr lang="en-US" sz="1600" spc="-15"/>
              <a:t>tavrı</a:t>
            </a:r>
            <a:r>
              <a:rPr lang="en-US" sz="1600" spc="5"/>
              <a:t> </a:t>
            </a:r>
            <a:r>
              <a:rPr lang="en-US" sz="1600" spc="-5"/>
              <a:t>ona</a:t>
            </a:r>
            <a:r>
              <a:rPr lang="en-US" sz="1600" spc="-10"/>
              <a:t> </a:t>
            </a:r>
            <a:r>
              <a:rPr lang="en-US" sz="1600" spc="-5"/>
              <a:t>verdiğimiz</a:t>
            </a:r>
            <a:r>
              <a:rPr lang="en-US" sz="1600"/>
              <a:t> </a:t>
            </a:r>
            <a:r>
              <a:rPr lang="en-US" sz="1600" spc="-5"/>
              <a:t>tepkiyi </a:t>
            </a:r>
            <a:r>
              <a:rPr lang="en-US" sz="1600"/>
              <a:t> </a:t>
            </a:r>
            <a:r>
              <a:rPr lang="en-US" sz="1600" spc="-5"/>
              <a:t>değiştiriyorsa, insan bilgisayar etkileşiminde </a:t>
            </a:r>
            <a:r>
              <a:rPr lang="en-US" sz="1600"/>
              <a:t>de </a:t>
            </a:r>
            <a:r>
              <a:rPr lang="en-US" sz="1600" spc="-10"/>
              <a:t>benzer </a:t>
            </a:r>
            <a:r>
              <a:rPr lang="en-US" sz="1600" spc="-5"/>
              <a:t>yapılar </a:t>
            </a:r>
            <a:r>
              <a:rPr lang="en-US" sz="1600" spc="-325"/>
              <a:t> </a:t>
            </a:r>
            <a:r>
              <a:rPr lang="en-US" sz="1600" spc="-5"/>
              <a:t>kurulmalıdır</a:t>
            </a:r>
            <a:r>
              <a:rPr lang="en-US" sz="1600" spc="-15"/>
              <a:t> </a:t>
            </a:r>
            <a:r>
              <a:rPr lang="en-US" sz="1600"/>
              <a:t>önerisi </a:t>
            </a:r>
            <a:r>
              <a:rPr lang="en-US" sz="1600" spc="-15"/>
              <a:t>getirilmektedir.</a:t>
            </a:r>
            <a:endParaRPr lang="en-US" sz="1600"/>
          </a:p>
        </p:txBody>
      </p:sp>
      <p:sp>
        <p:nvSpPr>
          <p:cNvPr id="31" name="Rectangle 3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4"/>
            <a:ext cx="3069391" cy="57149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5333640"/>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8"/>
            <a:ext cx="3051501" cy="5333657"/>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8"/>
            <a:ext cx="2708601" cy="5714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object 4"/>
          <p:cNvPicPr/>
          <p:nvPr/>
        </p:nvPicPr>
        <p:blipFill>
          <a:blip r:embed="rId2" cstate="print"/>
          <a:stretch>
            <a:fillRect/>
          </a:stretch>
        </p:blipFill>
        <p:spPr>
          <a:xfrm>
            <a:off x="5306975" y="1057515"/>
            <a:ext cx="3127897" cy="362654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4636" y="765210"/>
            <a:ext cx="5715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59330" y="561675"/>
            <a:ext cx="5288508"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42431" y="2581476"/>
            <a:ext cx="2084983"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04502" y="925345"/>
            <a:ext cx="5715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434135" y="1120343"/>
            <a:ext cx="3598586"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619797" y="489045"/>
            <a:ext cx="3172575" cy="2822915"/>
          </a:xfrm>
          <a:prstGeom prst="rect">
            <a:avLst/>
          </a:prstGeom>
        </p:spPr>
        <p:txBody>
          <a:bodyPr vert="horz" lIns="91440" tIns="45720" rIns="91440" bIns="45720" rtlCol="0" anchor="b">
            <a:normAutofit/>
          </a:bodyPr>
          <a:lstStyle/>
          <a:p>
            <a:pPr marL="12700" marR="5080" algn="r" rtl="0">
              <a:lnSpc>
                <a:spcPct val="90000"/>
              </a:lnSpc>
              <a:spcBef>
                <a:spcPct val="0"/>
              </a:spcBef>
            </a:pPr>
            <a:r>
              <a:rPr lang="en-US" sz="2700" kern="1200">
                <a:solidFill>
                  <a:srgbClr val="FFFFFF"/>
                </a:solidFill>
                <a:latin typeface="+mj-lt"/>
                <a:ea typeface="+mj-ea"/>
                <a:cs typeface="+mj-cs"/>
              </a:rPr>
              <a:t>Bunun </a:t>
            </a:r>
            <a:r>
              <a:rPr lang="en-US" sz="2700" kern="1200" spc="-10">
                <a:solidFill>
                  <a:srgbClr val="FFFFFF"/>
                </a:solidFill>
                <a:latin typeface="+mj-lt"/>
                <a:ea typeface="+mj-ea"/>
                <a:cs typeface="+mj-cs"/>
              </a:rPr>
              <a:t>benzeri </a:t>
            </a:r>
            <a:r>
              <a:rPr lang="en-US" sz="2700" kern="1200">
                <a:solidFill>
                  <a:srgbClr val="FFFFFF"/>
                </a:solidFill>
                <a:latin typeface="+mj-lt"/>
                <a:ea typeface="+mj-ea"/>
                <a:cs typeface="+mj-cs"/>
              </a:rPr>
              <a:t>bir </a:t>
            </a:r>
            <a:r>
              <a:rPr lang="en-US" sz="2700" kern="1200" spc="-5">
                <a:solidFill>
                  <a:srgbClr val="FFFFFF"/>
                </a:solidFill>
                <a:latin typeface="+mj-lt"/>
                <a:ea typeface="+mj-ea"/>
                <a:cs typeface="+mj-cs"/>
              </a:rPr>
              <a:t>yaklaşım </a:t>
            </a:r>
            <a:r>
              <a:rPr lang="en-US" sz="2700" kern="1200">
                <a:solidFill>
                  <a:srgbClr val="FFFFFF"/>
                </a:solidFill>
                <a:latin typeface="+mj-lt"/>
                <a:ea typeface="+mj-ea"/>
                <a:cs typeface="+mj-cs"/>
              </a:rPr>
              <a:t>daha </a:t>
            </a:r>
            <a:r>
              <a:rPr lang="en-US" sz="2700" kern="1200" spc="-10">
                <a:solidFill>
                  <a:srgbClr val="FFFFFF"/>
                </a:solidFill>
                <a:latin typeface="+mj-lt"/>
                <a:ea typeface="+mj-ea"/>
                <a:cs typeface="+mj-cs"/>
              </a:rPr>
              <a:t>sonra </a:t>
            </a:r>
            <a:r>
              <a:rPr lang="en-US" sz="2700" b="1" kern="1200">
                <a:solidFill>
                  <a:srgbClr val="FFFFFF"/>
                </a:solidFill>
                <a:latin typeface="+mj-lt"/>
                <a:ea typeface="+mj-ea"/>
                <a:cs typeface="+mj-cs"/>
              </a:rPr>
              <a:t>Lucy Schuman </a:t>
            </a:r>
            <a:r>
              <a:rPr lang="en-US" sz="2700" kern="1200" spc="-10">
                <a:solidFill>
                  <a:srgbClr val="FFFFFF"/>
                </a:solidFill>
                <a:latin typeface="+mj-lt"/>
                <a:ea typeface="+mj-ea"/>
                <a:cs typeface="+mj-cs"/>
              </a:rPr>
              <a:t>tarafından </a:t>
            </a:r>
            <a:r>
              <a:rPr lang="en-US" sz="2700" kern="1200">
                <a:solidFill>
                  <a:srgbClr val="FFFFFF"/>
                </a:solidFill>
                <a:latin typeface="+mj-lt"/>
                <a:ea typeface="+mj-ea"/>
                <a:cs typeface="+mj-cs"/>
              </a:rPr>
              <a:t>da </a:t>
            </a:r>
            <a:r>
              <a:rPr lang="en-US" sz="2700" kern="1200" spc="-325">
                <a:solidFill>
                  <a:srgbClr val="FFFFFF"/>
                </a:solidFill>
                <a:latin typeface="+mj-lt"/>
                <a:ea typeface="+mj-ea"/>
                <a:cs typeface="+mj-cs"/>
              </a:rPr>
              <a:t> </a:t>
            </a:r>
            <a:r>
              <a:rPr lang="en-US" sz="2700" kern="1200">
                <a:solidFill>
                  <a:srgbClr val="FFFFFF"/>
                </a:solidFill>
                <a:latin typeface="+mj-lt"/>
                <a:ea typeface="+mj-ea"/>
                <a:cs typeface="+mj-cs"/>
              </a:rPr>
              <a:t>gündeme</a:t>
            </a:r>
            <a:r>
              <a:rPr lang="en-US" sz="2700" kern="1200" spc="-25">
                <a:solidFill>
                  <a:srgbClr val="FFFFFF"/>
                </a:solidFill>
                <a:latin typeface="+mj-lt"/>
                <a:ea typeface="+mj-ea"/>
                <a:cs typeface="+mj-cs"/>
              </a:rPr>
              <a:t> </a:t>
            </a:r>
            <a:r>
              <a:rPr lang="en-US" sz="2700" kern="1200" spc="-15">
                <a:solidFill>
                  <a:srgbClr val="FFFFFF"/>
                </a:solidFill>
                <a:latin typeface="+mj-lt"/>
                <a:ea typeface="+mj-ea"/>
                <a:cs typeface="+mj-cs"/>
              </a:rPr>
              <a:t>getirilmiştir.</a:t>
            </a:r>
            <a:endParaRPr lang="en-US" sz="2700" kern="1200">
              <a:solidFill>
                <a:srgbClr val="FFFFFF"/>
              </a:solidFill>
              <a:latin typeface="+mj-lt"/>
              <a:ea typeface="+mj-ea"/>
              <a:cs typeface="+mj-cs"/>
            </a:endParaRPr>
          </a:p>
        </p:txBody>
      </p:sp>
      <p:sp>
        <p:nvSpPr>
          <p:cNvPr id="3" name="object 3"/>
          <p:cNvSpPr txBox="1"/>
          <p:nvPr/>
        </p:nvSpPr>
        <p:spPr>
          <a:xfrm>
            <a:off x="4877368" y="541233"/>
            <a:ext cx="3646835" cy="4621706"/>
          </a:xfrm>
          <a:prstGeom prst="rect">
            <a:avLst/>
          </a:prstGeom>
        </p:spPr>
        <p:txBody>
          <a:bodyPr vert="horz" lIns="91440" tIns="45720" rIns="91440" bIns="45720" rtlCol="0" anchor="ctr">
            <a:normAutofit/>
          </a:bodyPr>
          <a:lstStyle/>
          <a:p>
            <a:pPr marL="12700" marR="5080" indent="-228600">
              <a:lnSpc>
                <a:spcPct val="90000"/>
              </a:lnSpc>
              <a:spcBef>
                <a:spcPts val="100"/>
              </a:spcBef>
              <a:buFont typeface="Arial" panose="020B0604020202020204" pitchFamily="34" charset="0"/>
              <a:buChar char="•"/>
            </a:pPr>
            <a:r>
              <a:rPr lang="en-US" sz="1600" spc="-5"/>
              <a:t>Suchman,</a:t>
            </a:r>
            <a:r>
              <a:rPr lang="en-US" sz="1600"/>
              <a:t> daha</a:t>
            </a:r>
            <a:r>
              <a:rPr lang="en-US" sz="1600" spc="-15"/>
              <a:t> </a:t>
            </a:r>
            <a:r>
              <a:rPr lang="en-US" sz="1600" spc="-5"/>
              <a:t>kullanılabilir</a:t>
            </a:r>
            <a:r>
              <a:rPr lang="en-US" sz="1600" spc="30"/>
              <a:t> </a:t>
            </a:r>
            <a:r>
              <a:rPr lang="en-US" sz="1600" spc="-10"/>
              <a:t>bilgisayar</a:t>
            </a:r>
            <a:r>
              <a:rPr lang="en-US" sz="1600" spc="-20"/>
              <a:t> </a:t>
            </a:r>
            <a:r>
              <a:rPr lang="en-US" sz="1600" spc="-5"/>
              <a:t>sistemlerinin</a:t>
            </a:r>
            <a:r>
              <a:rPr lang="en-US" sz="1600" spc="15"/>
              <a:t> </a:t>
            </a:r>
            <a:r>
              <a:rPr lang="en-US" sz="1600" spc="-5"/>
              <a:t>tasarımındansa, </a:t>
            </a:r>
            <a:r>
              <a:rPr lang="en-US" sz="1600" spc="-325"/>
              <a:t> </a:t>
            </a:r>
            <a:r>
              <a:rPr lang="en-US" sz="1600"/>
              <a:t>insanı</a:t>
            </a:r>
            <a:r>
              <a:rPr lang="en-US" sz="1600" spc="-15"/>
              <a:t> </a:t>
            </a:r>
            <a:r>
              <a:rPr lang="en-US" sz="1600" spc="-10"/>
              <a:t>anlayan</a:t>
            </a:r>
            <a:r>
              <a:rPr lang="en-US" sz="1600" spc="-30"/>
              <a:t> </a:t>
            </a:r>
            <a:r>
              <a:rPr lang="en-US" sz="1600" spc="-5"/>
              <a:t>sistemler</a:t>
            </a:r>
            <a:r>
              <a:rPr lang="en-US" sz="1600" spc="5"/>
              <a:t> </a:t>
            </a:r>
            <a:r>
              <a:rPr lang="en-US" sz="1600" spc="-5"/>
              <a:t>geliştirilmesinin</a:t>
            </a:r>
            <a:r>
              <a:rPr lang="en-US" sz="1600" spc="10"/>
              <a:t> </a:t>
            </a:r>
            <a:r>
              <a:rPr lang="en-US" sz="1600" spc="-10"/>
              <a:t>gerekli</a:t>
            </a:r>
            <a:r>
              <a:rPr lang="en-US" sz="1600" spc="15"/>
              <a:t> </a:t>
            </a:r>
            <a:r>
              <a:rPr lang="en-US" sz="1600" spc="-5"/>
              <a:t>olduğunu</a:t>
            </a:r>
            <a:r>
              <a:rPr lang="en-US" sz="1600" spc="-35"/>
              <a:t> </a:t>
            </a:r>
            <a:r>
              <a:rPr lang="en-US" sz="1600" spc="-5"/>
              <a:t>öne</a:t>
            </a:r>
            <a:r>
              <a:rPr lang="en-US" sz="1600"/>
              <a:t> </a:t>
            </a:r>
            <a:r>
              <a:rPr lang="en-US" sz="1600" spc="-15"/>
              <a:t>sürmektedir.</a:t>
            </a:r>
            <a:endParaRPr lang="en-US" sz="1600"/>
          </a:p>
          <a:p>
            <a:pPr indent="-228600">
              <a:lnSpc>
                <a:spcPct val="90000"/>
              </a:lnSpc>
              <a:buFont typeface="Arial" panose="020B0604020202020204" pitchFamily="34" charset="0"/>
              <a:buChar char="•"/>
            </a:pPr>
            <a:endParaRPr lang="en-US" sz="1600"/>
          </a:p>
          <a:p>
            <a:pPr marL="12700" marR="11430" indent="-228600">
              <a:lnSpc>
                <a:spcPct val="90000"/>
              </a:lnSpc>
              <a:spcBef>
                <a:spcPts val="1230"/>
              </a:spcBef>
              <a:buFont typeface="Arial" panose="020B0604020202020204" pitchFamily="34" charset="0"/>
              <a:buChar char="•"/>
            </a:pPr>
            <a:r>
              <a:rPr lang="en-US" sz="1600" spc="-5"/>
              <a:t>Son</a:t>
            </a:r>
            <a:r>
              <a:rPr lang="en-US" sz="1600"/>
              <a:t> </a:t>
            </a:r>
            <a:r>
              <a:rPr lang="en-US" sz="1600" spc="-5"/>
              <a:t>zamanlarda</a:t>
            </a:r>
            <a:r>
              <a:rPr lang="en-US" sz="1600" spc="-10"/>
              <a:t> </a:t>
            </a:r>
            <a:r>
              <a:rPr lang="en-US" sz="1600" spc="-5"/>
              <a:t>bilişim</a:t>
            </a:r>
            <a:r>
              <a:rPr lang="en-US" sz="1600" spc="-20"/>
              <a:t> </a:t>
            </a:r>
            <a:r>
              <a:rPr lang="en-US" sz="1600" spc="-5"/>
              <a:t>sistemlerinin</a:t>
            </a:r>
            <a:r>
              <a:rPr lang="en-US" sz="1600" spc="10"/>
              <a:t> </a:t>
            </a:r>
            <a:r>
              <a:rPr lang="en-US" sz="1600" spc="-5"/>
              <a:t>geliştirilmesi</a:t>
            </a:r>
            <a:r>
              <a:rPr lang="en-US" sz="1600" spc="5"/>
              <a:t> </a:t>
            </a:r>
            <a:r>
              <a:rPr lang="en-US" sz="1600" spc="-5"/>
              <a:t>sürecinde,</a:t>
            </a:r>
            <a:r>
              <a:rPr lang="en-US" sz="1600" spc="5"/>
              <a:t> </a:t>
            </a:r>
            <a:r>
              <a:rPr lang="en-US" sz="1600"/>
              <a:t>daha </a:t>
            </a:r>
            <a:r>
              <a:rPr lang="en-US" sz="1600" spc="5"/>
              <a:t> </a:t>
            </a:r>
            <a:r>
              <a:rPr lang="en-US" sz="1600" spc="-10"/>
              <a:t>yetenekli yapay </a:t>
            </a:r>
            <a:r>
              <a:rPr lang="en-US" sz="1600" spc="-20"/>
              <a:t>zeka </a:t>
            </a:r>
            <a:r>
              <a:rPr lang="en-US" sz="1600" spc="-5"/>
              <a:t>yaklaşımları kullanılarak </a:t>
            </a:r>
            <a:r>
              <a:rPr lang="en-US" sz="1600" spc="-15"/>
              <a:t>yavaş yavaş </a:t>
            </a:r>
            <a:r>
              <a:rPr lang="en-US" sz="1600"/>
              <a:t>bu </a:t>
            </a:r>
            <a:r>
              <a:rPr lang="en-US" sz="1600" spc="-10"/>
              <a:t>konuda </a:t>
            </a:r>
            <a:r>
              <a:rPr lang="en-US" sz="1600" spc="-325"/>
              <a:t> </a:t>
            </a:r>
            <a:r>
              <a:rPr lang="en-US" sz="1600"/>
              <a:t>ilerlemeler</a:t>
            </a:r>
            <a:r>
              <a:rPr lang="en-US" sz="1600" spc="15"/>
              <a:t> </a:t>
            </a:r>
            <a:r>
              <a:rPr lang="en-US" sz="1600" spc="-15"/>
              <a:t>sağlanmaktadır.</a:t>
            </a:r>
            <a:endParaRPr lang="en-US"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34">
            <a:extLst>
              <a:ext uri="{FF2B5EF4-FFF2-40B4-BE49-F238E27FC236}">
                <a16:creationId xmlns:a16="http://schemas.microsoft.com/office/drawing/2014/main" id="{2A11688B-0A27-4E86-8D55-76F71ADF2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36">
            <a:extLst>
              <a:ext uri="{FF2B5EF4-FFF2-40B4-BE49-F238E27FC236}">
                <a16:creationId xmlns:a16="http://schemas.microsoft.com/office/drawing/2014/main" id="{C84A868B-654E-447C-8D9C-0F9328308C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5715000"/>
            <a:chOff x="0" y="0"/>
            <a:chExt cx="12192000" cy="6858000"/>
          </a:xfrm>
        </p:grpSpPr>
        <p:sp>
          <p:nvSpPr>
            <p:cNvPr id="38" name="Rectangle 37">
              <a:extLst>
                <a:ext uri="{FF2B5EF4-FFF2-40B4-BE49-F238E27FC236}">
                  <a16:creationId xmlns:a16="http://schemas.microsoft.com/office/drawing/2014/main" id="{4E43F5E5-7E34-4029-B18F-CAED02086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38">
              <a:extLst>
                <a:ext uri="{FF2B5EF4-FFF2-40B4-BE49-F238E27FC236}">
                  <a16:creationId xmlns:a16="http://schemas.microsoft.com/office/drawing/2014/main" id="{B59931FA-11DF-4781-8AAD-FEE88674F7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Rectangle 40">
            <a:extLst>
              <a:ext uri="{FF2B5EF4-FFF2-40B4-BE49-F238E27FC236}">
                <a16:creationId xmlns:a16="http://schemas.microsoft.com/office/drawing/2014/main" id="{40F88E6C-5782-452A-8C4F-9D2C2EAC8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7" cy="2618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graphicFrame>
        <p:nvGraphicFramePr>
          <p:cNvPr id="30" name="object 2">
            <a:extLst>
              <a:ext uri="{FF2B5EF4-FFF2-40B4-BE49-F238E27FC236}">
                <a16:creationId xmlns:a16="http://schemas.microsoft.com/office/drawing/2014/main" id="{929ED783-877F-1676-4136-93667D1454FF}"/>
              </a:ext>
            </a:extLst>
          </p:cNvPr>
          <p:cNvGraphicFramePr/>
          <p:nvPr>
            <p:extLst>
              <p:ext uri="{D42A27DB-BD31-4B8C-83A1-F6EECF244321}">
                <p14:modId xmlns:p14="http://schemas.microsoft.com/office/powerpoint/2010/main" val="3418561776"/>
              </p:ext>
            </p:extLst>
          </p:nvPr>
        </p:nvGraphicFramePr>
        <p:xfrm>
          <a:off x="410766" y="1778000"/>
          <a:ext cx="8320087" cy="346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401286"/>
            <a:ext cx="8229600" cy="15240"/>
          </a:xfrm>
          <a:custGeom>
            <a:avLst/>
            <a:gdLst>
              <a:gd name="connsiteX0" fmla="*/ 0 w 8229600"/>
              <a:gd name="connsiteY0" fmla="*/ 0 h 15240"/>
              <a:gd name="connsiteX1" fmla="*/ 521208 w 8229600"/>
              <a:gd name="connsiteY1" fmla="*/ 0 h 15240"/>
              <a:gd name="connsiteX2" fmla="*/ 1371600 w 8229600"/>
              <a:gd name="connsiteY2" fmla="*/ 0 h 15240"/>
              <a:gd name="connsiteX3" fmla="*/ 2221992 w 8229600"/>
              <a:gd name="connsiteY3" fmla="*/ 0 h 15240"/>
              <a:gd name="connsiteX4" fmla="*/ 3072384 w 8229600"/>
              <a:gd name="connsiteY4" fmla="*/ 0 h 15240"/>
              <a:gd name="connsiteX5" fmla="*/ 3511296 w 8229600"/>
              <a:gd name="connsiteY5" fmla="*/ 0 h 15240"/>
              <a:gd name="connsiteX6" fmla="*/ 4114800 w 8229600"/>
              <a:gd name="connsiteY6" fmla="*/ 0 h 15240"/>
              <a:gd name="connsiteX7" fmla="*/ 4553712 w 8229600"/>
              <a:gd name="connsiteY7" fmla="*/ 0 h 15240"/>
              <a:gd name="connsiteX8" fmla="*/ 5239512 w 8229600"/>
              <a:gd name="connsiteY8" fmla="*/ 0 h 15240"/>
              <a:gd name="connsiteX9" fmla="*/ 5843016 w 8229600"/>
              <a:gd name="connsiteY9" fmla="*/ 0 h 15240"/>
              <a:gd name="connsiteX10" fmla="*/ 6611112 w 8229600"/>
              <a:gd name="connsiteY10" fmla="*/ 0 h 15240"/>
              <a:gd name="connsiteX11" fmla="*/ 7461504 w 8229600"/>
              <a:gd name="connsiteY11" fmla="*/ 0 h 15240"/>
              <a:gd name="connsiteX12" fmla="*/ 8229600 w 8229600"/>
              <a:gd name="connsiteY12" fmla="*/ 0 h 15240"/>
              <a:gd name="connsiteX13" fmla="*/ 8229600 w 8229600"/>
              <a:gd name="connsiteY13" fmla="*/ 15240 h 15240"/>
              <a:gd name="connsiteX14" fmla="*/ 7461504 w 8229600"/>
              <a:gd name="connsiteY14" fmla="*/ 15240 h 15240"/>
              <a:gd name="connsiteX15" fmla="*/ 6940296 w 8229600"/>
              <a:gd name="connsiteY15" fmla="*/ 15240 h 15240"/>
              <a:gd name="connsiteX16" fmla="*/ 6419088 w 8229600"/>
              <a:gd name="connsiteY16" fmla="*/ 15240 h 15240"/>
              <a:gd name="connsiteX17" fmla="*/ 5650992 w 8229600"/>
              <a:gd name="connsiteY17" fmla="*/ 15240 h 15240"/>
              <a:gd name="connsiteX18" fmla="*/ 5129784 w 8229600"/>
              <a:gd name="connsiteY18" fmla="*/ 15240 h 15240"/>
              <a:gd name="connsiteX19" fmla="*/ 4690872 w 8229600"/>
              <a:gd name="connsiteY19" fmla="*/ 15240 h 15240"/>
              <a:gd name="connsiteX20" fmla="*/ 4087368 w 8229600"/>
              <a:gd name="connsiteY20" fmla="*/ 15240 h 15240"/>
              <a:gd name="connsiteX21" fmla="*/ 3401568 w 8229600"/>
              <a:gd name="connsiteY21" fmla="*/ 15240 h 15240"/>
              <a:gd name="connsiteX22" fmla="*/ 2798064 w 8229600"/>
              <a:gd name="connsiteY22" fmla="*/ 15240 h 15240"/>
              <a:gd name="connsiteX23" fmla="*/ 2276856 w 8229600"/>
              <a:gd name="connsiteY23" fmla="*/ 15240 h 15240"/>
              <a:gd name="connsiteX24" fmla="*/ 1426464 w 8229600"/>
              <a:gd name="connsiteY24" fmla="*/ 15240 h 15240"/>
              <a:gd name="connsiteX25" fmla="*/ 740664 w 8229600"/>
              <a:gd name="connsiteY25" fmla="*/ 15240 h 15240"/>
              <a:gd name="connsiteX26" fmla="*/ 0 w 8229600"/>
              <a:gd name="connsiteY26" fmla="*/ 15240 h 15240"/>
              <a:gd name="connsiteX27" fmla="*/ 0 w 8229600"/>
              <a:gd name="connsiteY27"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5240"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9702" y="5926"/>
                  <a:pt x="8229599" y="10880"/>
                  <a:pt x="8229600" y="15240"/>
                </a:cubicBezTo>
                <a:cubicBezTo>
                  <a:pt x="7940706" y="-12341"/>
                  <a:pt x="7792584" y="-19057"/>
                  <a:pt x="7461504" y="15240"/>
                </a:cubicBezTo>
                <a:cubicBezTo>
                  <a:pt x="7130424" y="49537"/>
                  <a:pt x="7080072" y="40797"/>
                  <a:pt x="6940296" y="15240"/>
                </a:cubicBezTo>
                <a:cubicBezTo>
                  <a:pt x="6800520" y="-10317"/>
                  <a:pt x="6672872" y="23623"/>
                  <a:pt x="6419088" y="15240"/>
                </a:cubicBezTo>
                <a:cubicBezTo>
                  <a:pt x="6165304" y="6857"/>
                  <a:pt x="5869721" y="1939"/>
                  <a:pt x="5650992" y="15240"/>
                </a:cubicBezTo>
                <a:cubicBezTo>
                  <a:pt x="5432263" y="28541"/>
                  <a:pt x="5308310" y="-25"/>
                  <a:pt x="5129784" y="15240"/>
                </a:cubicBezTo>
                <a:cubicBezTo>
                  <a:pt x="4951258" y="30505"/>
                  <a:pt x="4799696" y="12309"/>
                  <a:pt x="4690872" y="15240"/>
                </a:cubicBezTo>
                <a:cubicBezTo>
                  <a:pt x="4582048" y="18171"/>
                  <a:pt x="4311124" y="-10884"/>
                  <a:pt x="4087368" y="15240"/>
                </a:cubicBezTo>
                <a:cubicBezTo>
                  <a:pt x="3863612" y="41364"/>
                  <a:pt x="3730288" y="10326"/>
                  <a:pt x="3401568" y="15240"/>
                </a:cubicBezTo>
                <a:cubicBezTo>
                  <a:pt x="3072848" y="20154"/>
                  <a:pt x="3020684" y="29377"/>
                  <a:pt x="2798064" y="15240"/>
                </a:cubicBezTo>
                <a:cubicBezTo>
                  <a:pt x="2575444" y="1103"/>
                  <a:pt x="2440915" y="-10400"/>
                  <a:pt x="2276856" y="15240"/>
                </a:cubicBezTo>
                <a:cubicBezTo>
                  <a:pt x="2112797" y="40880"/>
                  <a:pt x="1726502" y="-12608"/>
                  <a:pt x="1426464" y="15240"/>
                </a:cubicBezTo>
                <a:cubicBezTo>
                  <a:pt x="1126426" y="43088"/>
                  <a:pt x="992925" y="17968"/>
                  <a:pt x="740664" y="15240"/>
                </a:cubicBezTo>
                <a:cubicBezTo>
                  <a:pt x="488403" y="12512"/>
                  <a:pt x="195650" y="-19109"/>
                  <a:pt x="0" y="15240"/>
                </a:cubicBezTo>
                <a:cubicBezTo>
                  <a:pt x="196" y="10554"/>
                  <a:pt x="-108" y="6802"/>
                  <a:pt x="0" y="0"/>
                </a:cubicBezTo>
                <a:close/>
              </a:path>
              <a:path w="8229600" h="15240"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29441" y="7255"/>
                  <a:pt x="8230094" y="11744"/>
                  <a:pt x="8229600" y="15240"/>
                </a:cubicBezTo>
                <a:cubicBezTo>
                  <a:pt x="8075287" y="32006"/>
                  <a:pt x="7821366" y="18802"/>
                  <a:pt x="7626096" y="15240"/>
                </a:cubicBezTo>
                <a:cubicBezTo>
                  <a:pt x="7430826" y="11678"/>
                  <a:pt x="7320004" y="-12717"/>
                  <a:pt x="7022592" y="15240"/>
                </a:cubicBezTo>
                <a:cubicBezTo>
                  <a:pt x="6725180" y="43197"/>
                  <a:pt x="6348804" y="-17073"/>
                  <a:pt x="6172200" y="15240"/>
                </a:cubicBezTo>
                <a:cubicBezTo>
                  <a:pt x="5995596" y="47553"/>
                  <a:pt x="5788102" y="19842"/>
                  <a:pt x="5650992" y="15240"/>
                </a:cubicBezTo>
                <a:cubicBezTo>
                  <a:pt x="5513882" y="10638"/>
                  <a:pt x="5198399" y="26073"/>
                  <a:pt x="4882896" y="15240"/>
                </a:cubicBezTo>
                <a:cubicBezTo>
                  <a:pt x="4567393" y="4407"/>
                  <a:pt x="4557008" y="23917"/>
                  <a:pt x="4443984" y="15240"/>
                </a:cubicBezTo>
                <a:cubicBezTo>
                  <a:pt x="4330960" y="6563"/>
                  <a:pt x="4061674" y="25843"/>
                  <a:pt x="3758184" y="15240"/>
                </a:cubicBezTo>
                <a:cubicBezTo>
                  <a:pt x="3454694" y="4637"/>
                  <a:pt x="3380392" y="16071"/>
                  <a:pt x="3236976" y="15240"/>
                </a:cubicBezTo>
                <a:cubicBezTo>
                  <a:pt x="3093560" y="14409"/>
                  <a:pt x="2632116" y="34559"/>
                  <a:pt x="2386584" y="15240"/>
                </a:cubicBezTo>
                <a:cubicBezTo>
                  <a:pt x="2141052" y="-4079"/>
                  <a:pt x="2110884" y="25729"/>
                  <a:pt x="1947672" y="15240"/>
                </a:cubicBezTo>
                <a:cubicBezTo>
                  <a:pt x="1784460" y="4751"/>
                  <a:pt x="1535467" y="-2587"/>
                  <a:pt x="1261872" y="15240"/>
                </a:cubicBezTo>
                <a:cubicBezTo>
                  <a:pt x="988277" y="33067"/>
                  <a:pt x="1021096" y="7327"/>
                  <a:pt x="822960" y="15240"/>
                </a:cubicBezTo>
                <a:cubicBezTo>
                  <a:pt x="624824" y="23153"/>
                  <a:pt x="298309" y="-1765"/>
                  <a:pt x="0" y="15240"/>
                </a:cubicBezTo>
                <a:cubicBezTo>
                  <a:pt x="-481" y="10386"/>
                  <a:pt x="-605" y="4683"/>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429369" y="1726096"/>
            <a:ext cx="5035164" cy="3432644"/>
          </a:xfrm>
          <a:prstGeom prst="rect">
            <a:avLst/>
          </a:prstGeom>
        </p:spPr>
        <p:txBody>
          <a:bodyPr vert="horz" lIns="91440" tIns="45720" rIns="91440" bIns="45720" rtlCol="0" anchor="t">
            <a:normAutofit/>
          </a:bodyPr>
          <a:lstStyle/>
          <a:p>
            <a:pPr marL="12700" marR="5080" indent="-228600">
              <a:lnSpc>
                <a:spcPct val="90000"/>
              </a:lnSpc>
              <a:spcBef>
                <a:spcPts val="100"/>
              </a:spcBef>
              <a:buFont typeface="Arial" panose="020B0604020202020204" pitchFamily="34" charset="0"/>
              <a:buChar char="•"/>
            </a:pPr>
            <a:r>
              <a:rPr lang="en-US" sz="1700" b="1" spc="-5"/>
              <a:t>Doug Engelbart, </a:t>
            </a:r>
            <a:r>
              <a:rPr lang="en-US" sz="1700" b="1" spc="-15"/>
              <a:t>“Augmenting </a:t>
            </a:r>
            <a:r>
              <a:rPr lang="en-US" sz="1700" b="1"/>
              <a:t>Human </a:t>
            </a:r>
            <a:r>
              <a:rPr lang="en-US" sz="1700" b="1" spc="-10"/>
              <a:t>Intellect </a:t>
            </a:r>
            <a:r>
              <a:rPr lang="en-US" sz="1700" b="1"/>
              <a:t>– </a:t>
            </a:r>
            <a:r>
              <a:rPr lang="en-US" sz="1700" b="1" spc="-5"/>
              <a:t>İnsan </a:t>
            </a:r>
            <a:r>
              <a:rPr lang="en-US" sz="1700" b="1" spc="-10"/>
              <a:t>zekasının </a:t>
            </a:r>
            <a:r>
              <a:rPr lang="en-US" sz="1700" b="1" spc="-5"/>
              <a:t> genişletilmesi” </a:t>
            </a:r>
            <a:r>
              <a:rPr lang="en-US" sz="1700"/>
              <a:t>adlı </a:t>
            </a:r>
            <a:r>
              <a:rPr lang="en-US" sz="1700" spc="-5"/>
              <a:t>çalışmasında gelecekteki bilgisayar sistemlerinin, </a:t>
            </a:r>
            <a:r>
              <a:rPr lang="en-US" sz="1700" spc="-325"/>
              <a:t> </a:t>
            </a:r>
            <a:r>
              <a:rPr lang="en-US" sz="1700"/>
              <a:t>insan</a:t>
            </a:r>
            <a:r>
              <a:rPr lang="en-US" sz="1700" spc="-15"/>
              <a:t> </a:t>
            </a:r>
            <a:r>
              <a:rPr lang="en-US" sz="1700" spc="-5"/>
              <a:t>belleğinin</a:t>
            </a:r>
            <a:r>
              <a:rPr lang="en-US" sz="1700" spc="5"/>
              <a:t> </a:t>
            </a:r>
            <a:r>
              <a:rPr lang="en-US" sz="1700" spc="-5"/>
              <a:t>genişletilmesi</a:t>
            </a:r>
            <a:r>
              <a:rPr lang="en-US" sz="1700" spc="15"/>
              <a:t> </a:t>
            </a:r>
            <a:r>
              <a:rPr lang="en-US" sz="1700" spc="-10"/>
              <a:t>görevini</a:t>
            </a:r>
            <a:r>
              <a:rPr lang="en-US" sz="1700" spc="10"/>
              <a:t> </a:t>
            </a:r>
            <a:r>
              <a:rPr lang="en-US" sz="1700" spc="-5"/>
              <a:t>göreceğini</a:t>
            </a:r>
            <a:r>
              <a:rPr lang="en-US" sz="1700" spc="-10"/>
              <a:t> </a:t>
            </a:r>
            <a:r>
              <a:rPr lang="en-US" sz="1700" spc="-5"/>
              <a:t>dile</a:t>
            </a:r>
            <a:r>
              <a:rPr lang="en-US" sz="1700" spc="5"/>
              <a:t> </a:t>
            </a:r>
            <a:r>
              <a:rPr lang="en-US" sz="1700" spc="-15"/>
              <a:t>getirmiştir.</a:t>
            </a:r>
            <a:endParaRPr lang="en-US" sz="1700"/>
          </a:p>
          <a:p>
            <a:pPr indent="-228600">
              <a:lnSpc>
                <a:spcPct val="90000"/>
              </a:lnSpc>
              <a:buFont typeface="Arial" panose="020B0604020202020204" pitchFamily="34" charset="0"/>
              <a:buChar char="•"/>
            </a:pPr>
            <a:endParaRPr lang="en-US" sz="1700"/>
          </a:p>
          <a:p>
            <a:pPr indent="-228600">
              <a:lnSpc>
                <a:spcPct val="90000"/>
              </a:lnSpc>
              <a:spcBef>
                <a:spcPts val="50"/>
              </a:spcBef>
              <a:buFont typeface="Arial" panose="020B0604020202020204" pitchFamily="34" charset="0"/>
              <a:buChar char="•"/>
            </a:pPr>
            <a:endParaRPr lang="en-US" sz="1700"/>
          </a:p>
          <a:p>
            <a:pPr marL="12700" indent="-228600">
              <a:lnSpc>
                <a:spcPct val="90000"/>
              </a:lnSpc>
              <a:buFont typeface="Arial" panose="020B0604020202020204" pitchFamily="34" charset="0"/>
              <a:buChar char="•"/>
            </a:pPr>
            <a:r>
              <a:rPr lang="en-US" sz="1700" spc="-5"/>
              <a:t>Belleğimizde</a:t>
            </a:r>
            <a:r>
              <a:rPr lang="en-US" sz="1700" spc="10"/>
              <a:t> </a:t>
            </a:r>
            <a:r>
              <a:rPr lang="en-US" sz="1700"/>
              <a:t>tutmamız</a:t>
            </a:r>
            <a:r>
              <a:rPr lang="en-US" sz="1700" spc="-15"/>
              <a:t> </a:t>
            </a:r>
            <a:r>
              <a:rPr lang="en-US" sz="1700" spc="-10"/>
              <a:t>gerekmeyen</a:t>
            </a:r>
            <a:r>
              <a:rPr lang="en-US" sz="1700" spc="15"/>
              <a:t> </a:t>
            </a:r>
            <a:r>
              <a:rPr lang="en-US" sz="1700"/>
              <a:t>bilgiler</a:t>
            </a:r>
            <a:r>
              <a:rPr lang="en-US" sz="1700" spc="5"/>
              <a:t> </a:t>
            </a:r>
            <a:r>
              <a:rPr lang="en-US" sz="1700" spc="-10"/>
              <a:t>bilgisayarda</a:t>
            </a:r>
            <a:r>
              <a:rPr lang="en-US" sz="1700" spc="-45"/>
              <a:t> </a:t>
            </a:r>
            <a:r>
              <a:rPr lang="en-US" sz="1700" spc="-5"/>
              <a:t>tutulacak,</a:t>
            </a:r>
            <a:endParaRPr lang="en-US" sz="1700"/>
          </a:p>
          <a:p>
            <a:pPr marL="12700" indent="-228600">
              <a:lnSpc>
                <a:spcPct val="90000"/>
              </a:lnSpc>
              <a:spcBef>
                <a:spcPts val="900"/>
              </a:spcBef>
              <a:buFont typeface="Arial" panose="020B0604020202020204" pitchFamily="34" charset="0"/>
              <a:buChar char="•"/>
            </a:pPr>
            <a:r>
              <a:rPr lang="en-US" sz="1700" spc="-5"/>
              <a:t>insanlar</a:t>
            </a:r>
            <a:r>
              <a:rPr lang="en-US" sz="1700" spc="-25"/>
              <a:t> </a:t>
            </a:r>
            <a:r>
              <a:rPr lang="en-US" sz="1700" spc="-5"/>
              <a:t>bu</a:t>
            </a:r>
            <a:r>
              <a:rPr lang="en-US" sz="1700"/>
              <a:t> </a:t>
            </a:r>
            <a:r>
              <a:rPr lang="en-US" sz="1700" spc="-5"/>
              <a:t>bilgilere</a:t>
            </a:r>
            <a:r>
              <a:rPr lang="en-US" sz="1700" spc="-10"/>
              <a:t> </a:t>
            </a:r>
            <a:r>
              <a:rPr lang="en-US" sz="1700" spc="-20"/>
              <a:t>kolayca</a:t>
            </a:r>
            <a:r>
              <a:rPr lang="en-US" sz="1700" spc="-15"/>
              <a:t> </a:t>
            </a:r>
            <a:r>
              <a:rPr lang="en-US" sz="1700" spc="-10"/>
              <a:t>ulaşabileceklerdir.</a:t>
            </a:r>
            <a:endParaRPr lang="en-US" sz="1700"/>
          </a:p>
        </p:txBody>
      </p:sp>
      <p:pic>
        <p:nvPicPr>
          <p:cNvPr id="3" name="object 3"/>
          <p:cNvPicPr/>
          <p:nvPr/>
        </p:nvPicPr>
        <p:blipFill rotWithShape="1">
          <a:blip r:embed="rId2" cstate="print"/>
          <a:srcRect l="3257" r="-5" b="-5"/>
          <a:stretch/>
        </p:blipFill>
        <p:spPr>
          <a:xfrm>
            <a:off x="5756743" y="1744980"/>
            <a:ext cx="2955798" cy="34137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1977390"/>
            <a:ext cx="2441321" cy="15240"/>
          </a:xfrm>
          <a:custGeom>
            <a:avLst/>
            <a:gdLst>
              <a:gd name="connsiteX0" fmla="*/ 0 w 2441321"/>
              <a:gd name="connsiteY0" fmla="*/ 0 h 15240"/>
              <a:gd name="connsiteX1" fmla="*/ 585917 w 2441321"/>
              <a:gd name="connsiteY1" fmla="*/ 0 h 15240"/>
              <a:gd name="connsiteX2" fmla="*/ 1196247 w 2441321"/>
              <a:gd name="connsiteY2" fmla="*/ 0 h 15240"/>
              <a:gd name="connsiteX3" fmla="*/ 1806578 w 2441321"/>
              <a:gd name="connsiteY3" fmla="*/ 0 h 15240"/>
              <a:gd name="connsiteX4" fmla="*/ 2441321 w 2441321"/>
              <a:gd name="connsiteY4" fmla="*/ 0 h 15240"/>
              <a:gd name="connsiteX5" fmla="*/ 2441321 w 2441321"/>
              <a:gd name="connsiteY5" fmla="*/ 15240 h 15240"/>
              <a:gd name="connsiteX6" fmla="*/ 1830991 w 2441321"/>
              <a:gd name="connsiteY6" fmla="*/ 15240 h 15240"/>
              <a:gd name="connsiteX7" fmla="*/ 1269487 w 2441321"/>
              <a:gd name="connsiteY7" fmla="*/ 15240 h 15240"/>
              <a:gd name="connsiteX8" fmla="*/ 707983 w 2441321"/>
              <a:gd name="connsiteY8" fmla="*/ 15240 h 15240"/>
              <a:gd name="connsiteX9" fmla="*/ 0 w 2441321"/>
              <a:gd name="connsiteY9" fmla="*/ 15240 h 15240"/>
              <a:gd name="connsiteX10" fmla="*/ 0 w 2441321"/>
              <a:gd name="connsiteY10" fmla="*/ 0 h 15240"/>
              <a:gd name="connsiteX0" fmla="*/ 0 w 2441321"/>
              <a:gd name="connsiteY0" fmla="*/ 0 h 15240"/>
              <a:gd name="connsiteX1" fmla="*/ 585917 w 2441321"/>
              <a:gd name="connsiteY1" fmla="*/ 0 h 15240"/>
              <a:gd name="connsiteX2" fmla="*/ 1123008 w 2441321"/>
              <a:gd name="connsiteY2" fmla="*/ 0 h 15240"/>
              <a:gd name="connsiteX3" fmla="*/ 1782164 w 2441321"/>
              <a:gd name="connsiteY3" fmla="*/ 0 h 15240"/>
              <a:gd name="connsiteX4" fmla="*/ 2441321 w 2441321"/>
              <a:gd name="connsiteY4" fmla="*/ 0 h 15240"/>
              <a:gd name="connsiteX5" fmla="*/ 2441321 w 2441321"/>
              <a:gd name="connsiteY5" fmla="*/ 15240 h 15240"/>
              <a:gd name="connsiteX6" fmla="*/ 1879817 w 2441321"/>
              <a:gd name="connsiteY6" fmla="*/ 15240 h 15240"/>
              <a:gd name="connsiteX7" fmla="*/ 1318313 w 2441321"/>
              <a:gd name="connsiteY7" fmla="*/ 15240 h 15240"/>
              <a:gd name="connsiteX8" fmla="*/ 659157 w 2441321"/>
              <a:gd name="connsiteY8" fmla="*/ 15240 h 15240"/>
              <a:gd name="connsiteX9" fmla="*/ 0 w 2441321"/>
              <a:gd name="connsiteY9" fmla="*/ 15240 h 15240"/>
              <a:gd name="connsiteX10" fmla="*/ 0 w 2441321"/>
              <a:gd name="connsiteY10"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5240"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0726" y="4890"/>
                  <a:pt x="2440603" y="12517"/>
                  <a:pt x="2441321" y="15240"/>
                </a:cubicBezTo>
                <a:cubicBezTo>
                  <a:pt x="2159375" y="45961"/>
                  <a:pt x="2054495" y="42618"/>
                  <a:pt x="1830991" y="15240"/>
                </a:cubicBezTo>
                <a:cubicBezTo>
                  <a:pt x="1615846" y="4461"/>
                  <a:pt x="1521674" y="-8470"/>
                  <a:pt x="1269487" y="15240"/>
                </a:cubicBezTo>
                <a:cubicBezTo>
                  <a:pt x="1019660" y="50912"/>
                  <a:pt x="886911" y="39303"/>
                  <a:pt x="707983" y="15240"/>
                </a:cubicBezTo>
                <a:cubicBezTo>
                  <a:pt x="523434" y="24273"/>
                  <a:pt x="307885" y="31268"/>
                  <a:pt x="0" y="15240"/>
                </a:cubicBezTo>
                <a:cubicBezTo>
                  <a:pt x="464" y="9768"/>
                  <a:pt x="206" y="7487"/>
                  <a:pt x="0" y="0"/>
                </a:cubicBezTo>
                <a:close/>
              </a:path>
              <a:path w="2441321" h="15240"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229" y="5744"/>
                  <a:pt x="2441465" y="8218"/>
                  <a:pt x="2441321" y="15240"/>
                </a:cubicBezTo>
                <a:cubicBezTo>
                  <a:pt x="2180658" y="15274"/>
                  <a:pt x="2084222" y="2886"/>
                  <a:pt x="1879817" y="15240"/>
                </a:cubicBezTo>
                <a:cubicBezTo>
                  <a:pt x="1668182" y="13174"/>
                  <a:pt x="1551159" y="-9525"/>
                  <a:pt x="1318313" y="15240"/>
                </a:cubicBezTo>
                <a:cubicBezTo>
                  <a:pt x="1059871" y="53347"/>
                  <a:pt x="901959" y="20783"/>
                  <a:pt x="659157" y="15240"/>
                </a:cubicBezTo>
                <a:cubicBezTo>
                  <a:pt x="444692" y="25435"/>
                  <a:pt x="245032" y="36834"/>
                  <a:pt x="0" y="15240"/>
                </a:cubicBezTo>
                <a:cubicBezTo>
                  <a:pt x="325" y="8964"/>
                  <a:pt x="-230" y="4853"/>
                  <a:pt x="0" y="0"/>
                </a:cubicBezTo>
                <a:close/>
              </a:path>
              <a:path w="2441321" h="15240"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0799" y="5112"/>
                  <a:pt x="2441289" y="11985"/>
                  <a:pt x="2441321" y="15240"/>
                </a:cubicBezTo>
                <a:cubicBezTo>
                  <a:pt x="2149099" y="24300"/>
                  <a:pt x="2027305" y="53422"/>
                  <a:pt x="1830991" y="15240"/>
                </a:cubicBezTo>
                <a:cubicBezTo>
                  <a:pt x="1614571" y="-21812"/>
                  <a:pt x="1500998" y="7679"/>
                  <a:pt x="1269487" y="15240"/>
                </a:cubicBezTo>
                <a:cubicBezTo>
                  <a:pt x="1042399" y="34786"/>
                  <a:pt x="927922" y="42774"/>
                  <a:pt x="707983" y="15240"/>
                </a:cubicBezTo>
                <a:cubicBezTo>
                  <a:pt x="502575" y="-8428"/>
                  <a:pt x="350393" y="31451"/>
                  <a:pt x="0" y="15240"/>
                </a:cubicBezTo>
                <a:cubicBezTo>
                  <a:pt x="571" y="10542"/>
                  <a:pt x="747" y="7762"/>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5240"/>
                      <a:gd name="connsiteX1" fmla="*/ 585917 w 2441321"/>
                      <a:gd name="connsiteY1" fmla="*/ 0 h 15240"/>
                      <a:gd name="connsiteX2" fmla="*/ 1196247 w 2441321"/>
                      <a:gd name="connsiteY2" fmla="*/ 0 h 15240"/>
                      <a:gd name="connsiteX3" fmla="*/ 1806578 w 2441321"/>
                      <a:gd name="connsiteY3" fmla="*/ 0 h 15240"/>
                      <a:gd name="connsiteX4" fmla="*/ 2441321 w 2441321"/>
                      <a:gd name="connsiteY4" fmla="*/ 0 h 15240"/>
                      <a:gd name="connsiteX5" fmla="*/ 2441321 w 2441321"/>
                      <a:gd name="connsiteY5" fmla="*/ 15240 h 15240"/>
                      <a:gd name="connsiteX6" fmla="*/ 1830991 w 2441321"/>
                      <a:gd name="connsiteY6" fmla="*/ 15240 h 15240"/>
                      <a:gd name="connsiteX7" fmla="*/ 1269487 w 2441321"/>
                      <a:gd name="connsiteY7" fmla="*/ 15240 h 15240"/>
                      <a:gd name="connsiteX8" fmla="*/ 707983 w 2441321"/>
                      <a:gd name="connsiteY8" fmla="*/ 15240 h 15240"/>
                      <a:gd name="connsiteX9" fmla="*/ 0 w 2441321"/>
                      <a:gd name="connsiteY9" fmla="*/ 15240 h 15240"/>
                      <a:gd name="connsiteX10" fmla="*/ 0 w 2441321"/>
                      <a:gd name="connsiteY10"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5240"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0710" y="5101"/>
                          <a:pt x="2441199" y="12169"/>
                          <a:pt x="2441321" y="15240"/>
                        </a:cubicBezTo>
                        <a:cubicBezTo>
                          <a:pt x="2169723" y="27458"/>
                          <a:pt x="2045712" y="36092"/>
                          <a:pt x="1830991" y="15240"/>
                        </a:cubicBezTo>
                        <a:cubicBezTo>
                          <a:pt x="1616270" y="-5612"/>
                          <a:pt x="1505876" y="901"/>
                          <a:pt x="1269487" y="15240"/>
                        </a:cubicBezTo>
                        <a:cubicBezTo>
                          <a:pt x="1033098" y="29579"/>
                          <a:pt x="908661" y="38143"/>
                          <a:pt x="707983" y="15240"/>
                        </a:cubicBezTo>
                        <a:cubicBezTo>
                          <a:pt x="507305" y="-7663"/>
                          <a:pt x="333592" y="17711"/>
                          <a:pt x="0" y="15240"/>
                        </a:cubicBezTo>
                        <a:cubicBezTo>
                          <a:pt x="379" y="10256"/>
                          <a:pt x="723" y="7516"/>
                          <a:pt x="0" y="0"/>
                        </a:cubicBezTo>
                        <a:close/>
                      </a:path>
                      <a:path w="2441321" h="15240"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278" y="5591"/>
                          <a:pt x="2441703" y="8968"/>
                          <a:pt x="2441321" y="15240"/>
                        </a:cubicBezTo>
                        <a:cubicBezTo>
                          <a:pt x="2166745" y="25725"/>
                          <a:pt x="2078726" y="12428"/>
                          <a:pt x="1879817" y="15240"/>
                        </a:cubicBezTo>
                        <a:cubicBezTo>
                          <a:pt x="1680908" y="18052"/>
                          <a:pt x="1548770" y="-7175"/>
                          <a:pt x="1318313" y="15240"/>
                        </a:cubicBezTo>
                        <a:cubicBezTo>
                          <a:pt x="1087856" y="37655"/>
                          <a:pt x="894613" y="879"/>
                          <a:pt x="659157" y="15240"/>
                        </a:cubicBezTo>
                        <a:cubicBezTo>
                          <a:pt x="423701" y="29601"/>
                          <a:pt x="246611" y="30927"/>
                          <a:pt x="0" y="15240"/>
                        </a:cubicBezTo>
                        <a:cubicBezTo>
                          <a:pt x="-196" y="8815"/>
                          <a:pt x="-164" y="506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473202" y="2217420"/>
            <a:ext cx="3614166" cy="2956560"/>
          </a:xfrm>
          <a:prstGeom prst="rect">
            <a:avLst/>
          </a:prstGeom>
        </p:spPr>
        <p:txBody>
          <a:bodyPr vert="horz" lIns="91440" tIns="45720" rIns="91440" bIns="45720" rtlCol="0" anchor="t">
            <a:normAutofit/>
          </a:bodyPr>
          <a:lstStyle/>
          <a:p>
            <a:pPr marL="299085" marR="161925" indent="-228600">
              <a:lnSpc>
                <a:spcPct val="90000"/>
              </a:lnSpc>
              <a:spcBef>
                <a:spcPts val="100"/>
              </a:spcBef>
              <a:buFont typeface="Arial" panose="020B0604020202020204" pitchFamily="34" charset="0"/>
              <a:buChar char="•"/>
              <a:tabLst>
                <a:tab pos="299720" algn="l"/>
              </a:tabLst>
            </a:pPr>
            <a:r>
              <a:rPr lang="tr-TR" sz="1700" spc="-5" dirty="0"/>
              <a:t>IBE alanındaki </a:t>
            </a:r>
            <a:r>
              <a:rPr lang="tr-TR" sz="1700" spc="-15" dirty="0"/>
              <a:t>pratik </a:t>
            </a:r>
            <a:r>
              <a:rPr lang="tr-TR" sz="1700" spc="-10" dirty="0"/>
              <a:t>ve </a:t>
            </a:r>
            <a:r>
              <a:rPr lang="tr-TR" sz="1700" spc="-5" dirty="0"/>
              <a:t>teorik </a:t>
            </a:r>
            <a:r>
              <a:rPr lang="tr-TR" sz="1700" spc="-20" dirty="0"/>
              <a:t>çalışmalar, </a:t>
            </a:r>
            <a:r>
              <a:rPr lang="tr-TR" sz="1700" spc="-5" dirty="0"/>
              <a:t>bilgi </a:t>
            </a:r>
            <a:r>
              <a:rPr lang="tr-TR" sz="1700" spc="-10" dirty="0"/>
              <a:t>ve </a:t>
            </a:r>
            <a:r>
              <a:rPr lang="tr-TR" sz="1700" spc="-350" dirty="0"/>
              <a:t> </a:t>
            </a:r>
            <a:r>
              <a:rPr lang="tr-TR" sz="1700" spc="-5" dirty="0"/>
              <a:t>iletişim teknolojilerinin</a:t>
            </a:r>
            <a:r>
              <a:rPr lang="tr-TR" sz="1700" dirty="0"/>
              <a:t> </a:t>
            </a:r>
            <a:r>
              <a:rPr lang="tr-TR" sz="1700" spc="-5" dirty="0"/>
              <a:t>insana </a:t>
            </a:r>
            <a:r>
              <a:rPr lang="tr-TR" sz="1700" spc="-10" dirty="0"/>
              <a:t>ve </a:t>
            </a:r>
            <a:r>
              <a:rPr lang="tr-TR" sz="1700" spc="-5" dirty="0"/>
              <a:t>insanın </a:t>
            </a:r>
            <a:r>
              <a:rPr lang="tr-TR" sz="1700" dirty="0"/>
              <a:t> </a:t>
            </a:r>
            <a:r>
              <a:rPr lang="tr-TR" sz="1700" spc="-5" dirty="0"/>
              <a:t>ihtiyaçlarına</a:t>
            </a:r>
            <a:r>
              <a:rPr lang="tr-TR" sz="1700" spc="-60" dirty="0"/>
              <a:t> </a:t>
            </a:r>
            <a:r>
              <a:rPr lang="tr-TR" sz="1700" spc="-10" dirty="0"/>
              <a:t>yönelik</a:t>
            </a:r>
            <a:r>
              <a:rPr lang="tr-TR" sz="1700" spc="10" dirty="0"/>
              <a:t> </a:t>
            </a:r>
            <a:r>
              <a:rPr lang="tr-TR" sz="1700" spc="-10" dirty="0"/>
              <a:t>olarak üretilmesini</a:t>
            </a:r>
            <a:r>
              <a:rPr lang="tr-TR" sz="1700" dirty="0"/>
              <a:t> </a:t>
            </a:r>
            <a:r>
              <a:rPr lang="tr-TR" sz="1700" spc="-25" dirty="0"/>
              <a:t>hedefler.</a:t>
            </a:r>
            <a:endParaRPr lang="tr-TR" sz="1700" dirty="0"/>
          </a:p>
          <a:p>
            <a:pPr indent="-228600">
              <a:lnSpc>
                <a:spcPct val="90000"/>
              </a:lnSpc>
              <a:buFont typeface="Arial" panose="020B0604020202020204" pitchFamily="34" charset="0"/>
              <a:buChar char="•"/>
            </a:pPr>
            <a:endParaRPr lang="tr-TR" sz="1700" dirty="0"/>
          </a:p>
          <a:p>
            <a:pPr indent="-228600">
              <a:lnSpc>
                <a:spcPct val="90000"/>
              </a:lnSpc>
              <a:spcBef>
                <a:spcPts val="30"/>
              </a:spcBef>
              <a:buFont typeface="Arial" panose="020B0604020202020204" pitchFamily="34" charset="0"/>
              <a:buChar char="•"/>
            </a:pPr>
            <a:endParaRPr lang="tr-TR" sz="1700" dirty="0"/>
          </a:p>
          <a:p>
            <a:pPr marL="299085" indent="-228600">
              <a:lnSpc>
                <a:spcPct val="90000"/>
              </a:lnSpc>
              <a:spcBef>
                <a:spcPts val="5"/>
              </a:spcBef>
              <a:buFont typeface="Arial" panose="020B0604020202020204" pitchFamily="34" charset="0"/>
              <a:buChar char="•"/>
              <a:tabLst>
                <a:tab pos="299720" algn="l"/>
              </a:tabLst>
            </a:pPr>
            <a:r>
              <a:rPr lang="tr-TR" sz="1700" b="1" spc="-5" dirty="0"/>
              <a:t>“Kullanıcıya </a:t>
            </a:r>
            <a:r>
              <a:rPr lang="tr-TR" sz="1700" b="1" spc="-10" dirty="0"/>
              <a:t>Şeffaf</a:t>
            </a:r>
            <a:r>
              <a:rPr lang="tr-TR" sz="1700" spc="-10" dirty="0"/>
              <a:t>”</a:t>
            </a:r>
            <a:r>
              <a:rPr lang="tr-TR" sz="1700" spc="45" dirty="0"/>
              <a:t> </a:t>
            </a:r>
            <a:r>
              <a:rPr lang="tr-TR" sz="1700" spc="-5" dirty="0"/>
              <a:t>bilgi</a:t>
            </a:r>
            <a:r>
              <a:rPr lang="tr-TR" sz="1700" spc="-20" dirty="0"/>
              <a:t> </a:t>
            </a:r>
            <a:r>
              <a:rPr lang="tr-TR" sz="1700" spc="-10" dirty="0"/>
              <a:t>teknolojileri</a:t>
            </a:r>
            <a:r>
              <a:rPr lang="tr-TR" sz="1700" spc="20" dirty="0"/>
              <a:t> </a:t>
            </a:r>
            <a:r>
              <a:rPr lang="tr-TR" sz="1700" spc="-10" dirty="0"/>
              <a:t>sistemlerinin</a:t>
            </a:r>
            <a:r>
              <a:rPr lang="tr-TR" sz="1700" dirty="0"/>
              <a:t> </a:t>
            </a:r>
            <a:r>
              <a:rPr lang="tr-TR" sz="1700" spc="-5" dirty="0"/>
              <a:t>nasıl</a:t>
            </a:r>
            <a:r>
              <a:rPr lang="tr-TR" sz="1700" spc="-40" dirty="0"/>
              <a:t> </a:t>
            </a:r>
            <a:r>
              <a:rPr lang="tr-TR" sz="1700" spc="-5" dirty="0"/>
              <a:t>oluşturulabileceğini</a:t>
            </a:r>
            <a:r>
              <a:rPr lang="tr-TR" sz="1700" spc="-55" dirty="0"/>
              <a:t> </a:t>
            </a:r>
            <a:r>
              <a:rPr lang="tr-TR" sz="1700" spc="-10" dirty="0"/>
              <a:t>araştırmak.</a:t>
            </a:r>
            <a:endParaRPr lang="tr-TR" sz="1700" dirty="0"/>
          </a:p>
        </p:txBody>
      </p:sp>
      <p:pic>
        <p:nvPicPr>
          <p:cNvPr id="3" name="object 3"/>
          <p:cNvPicPr/>
          <p:nvPr/>
        </p:nvPicPr>
        <p:blipFill>
          <a:blip r:embed="rId2" cstate="print"/>
          <a:stretch>
            <a:fillRect/>
          </a:stretch>
        </p:blipFill>
        <p:spPr>
          <a:xfrm>
            <a:off x="4826032" y="533400"/>
            <a:ext cx="3590734" cy="4648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880886B-02ED-4317-9236-CB60C22CF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80060" y="3683000"/>
            <a:ext cx="8181594" cy="1003300"/>
          </a:xfrm>
          <a:prstGeom prst="rect">
            <a:avLst/>
          </a:prstGeom>
        </p:spPr>
        <p:txBody>
          <a:bodyPr vert="horz" lIns="91440" tIns="45720" rIns="91440" bIns="45720" rtlCol="0" anchor="ctr">
            <a:normAutofit/>
          </a:bodyPr>
          <a:lstStyle/>
          <a:p>
            <a:pPr marL="12700" marR="5080" algn="ctr" rtl="0">
              <a:lnSpc>
                <a:spcPct val="90000"/>
              </a:lnSpc>
              <a:spcBef>
                <a:spcPct val="0"/>
              </a:spcBef>
            </a:pPr>
            <a:r>
              <a:rPr lang="en-US" sz="3300" i="1" kern="1200" spc="-5">
                <a:solidFill>
                  <a:schemeClr val="tx1"/>
                </a:solidFill>
                <a:latin typeface="+mj-lt"/>
                <a:ea typeface="+mj-ea"/>
                <a:cs typeface="+mj-cs"/>
              </a:rPr>
              <a:t>“İnsanın teknolojiye </a:t>
            </a:r>
            <a:r>
              <a:rPr lang="en-US" sz="3300" i="1" kern="1200" spc="-10">
                <a:solidFill>
                  <a:schemeClr val="tx1"/>
                </a:solidFill>
                <a:latin typeface="+mj-lt"/>
                <a:ea typeface="+mj-ea"/>
                <a:cs typeface="+mj-cs"/>
              </a:rPr>
              <a:t>değil, </a:t>
            </a:r>
            <a:r>
              <a:rPr lang="en-US" sz="3300" i="1" kern="1200" spc="-5">
                <a:solidFill>
                  <a:schemeClr val="tx1"/>
                </a:solidFill>
                <a:latin typeface="+mj-lt"/>
                <a:ea typeface="+mj-ea"/>
                <a:cs typeface="+mj-cs"/>
              </a:rPr>
              <a:t> </a:t>
            </a:r>
            <a:r>
              <a:rPr lang="en-US" sz="3300" i="1" kern="1200" spc="-10">
                <a:solidFill>
                  <a:schemeClr val="tx1"/>
                </a:solidFill>
                <a:latin typeface="+mj-lt"/>
                <a:ea typeface="+mj-ea"/>
                <a:cs typeface="+mj-cs"/>
              </a:rPr>
              <a:t>teknolojinin </a:t>
            </a:r>
            <a:r>
              <a:rPr lang="en-US" sz="3300" i="1" kern="1200" spc="-5">
                <a:solidFill>
                  <a:schemeClr val="tx1"/>
                </a:solidFill>
                <a:latin typeface="+mj-lt"/>
                <a:ea typeface="+mj-ea"/>
                <a:cs typeface="+mj-cs"/>
              </a:rPr>
              <a:t>insana uymasını </a:t>
            </a:r>
            <a:r>
              <a:rPr lang="en-US" sz="3300" i="1" kern="1200" spc="-620">
                <a:solidFill>
                  <a:schemeClr val="tx1"/>
                </a:solidFill>
                <a:latin typeface="+mj-lt"/>
                <a:ea typeface="+mj-ea"/>
                <a:cs typeface="+mj-cs"/>
              </a:rPr>
              <a:t> </a:t>
            </a:r>
            <a:r>
              <a:rPr lang="en-US" sz="3300" i="1" kern="1200" spc="-50">
                <a:solidFill>
                  <a:schemeClr val="tx1"/>
                </a:solidFill>
                <a:latin typeface="+mj-lt"/>
                <a:ea typeface="+mj-ea"/>
                <a:cs typeface="+mj-cs"/>
              </a:rPr>
              <a:t>hedeflemektedir.”</a:t>
            </a:r>
            <a:endParaRPr lang="en-US" sz="3300" kern="1200">
              <a:solidFill>
                <a:schemeClr val="tx1"/>
              </a:solidFill>
              <a:latin typeface="+mj-lt"/>
              <a:ea typeface="+mj-ea"/>
              <a:cs typeface="+mj-cs"/>
            </a:endParaRPr>
          </a:p>
        </p:txBody>
      </p:sp>
      <p:pic>
        <p:nvPicPr>
          <p:cNvPr id="4" name="Resim 3" descr="giyim, kişi, şahıs, çizgi film, ekran görüntüsü içeren bir resim&#10;&#10;Açıklama otomatik olarak oluşturuldu">
            <a:extLst>
              <a:ext uri="{FF2B5EF4-FFF2-40B4-BE49-F238E27FC236}">
                <a16:creationId xmlns:a16="http://schemas.microsoft.com/office/drawing/2014/main" id="{8FD850D2-2A68-16FD-17AA-EB89D5E3FE8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189" r="6741"/>
          <a:stretch/>
        </p:blipFill>
        <p:spPr>
          <a:xfrm>
            <a:off x="4" y="-9"/>
            <a:ext cx="4571996" cy="3495663"/>
          </a:xfrm>
          <a:custGeom>
            <a:avLst/>
            <a:gdLst/>
            <a:ahLst/>
            <a:cxnLst/>
            <a:rect l="l" t="t" r="r" b="b"/>
            <a:pathLst>
              <a:path w="6002835" h="4194796">
                <a:moveTo>
                  <a:pt x="0" y="0"/>
                </a:moveTo>
                <a:lnTo>
                  <a:pt x="5999418" y="0"/>
                </a:lnTo>
                <a:lnTo>
                  <a:pt x="5996190" y="32760"/>
                </a:lnTo>
                <a:cubicBezTo>
                  <a:pt x="5998706" y="293110"/>
                  <a:pt x="5983874" y="553460"/>
                  <a:pt x="5997116" y="813682"/>
                </a:cubicBezTo>
                <a:cubicBezTo>
                  <a:pt x="6007314" y="1015047"/>
                  <a:pt x="6000824" y="1216284"/>
                  <a:pt x="5997116" y="1417522"/>
                </a:cubicBezTo>
                <a:cubicBezTo>
                  <a:pt x="5989967" y="1803471"/>
                  <a:pt x="6000824" y="2188911"/>
                  <a:pt x="5996190" y="2574351"/>
                </a:cubicBezTo>
                <a:cubicBezTo>
                  <a:pt x="5994204" y="2745205"/>
                  <a:pt x="5996454" y="2915805"/>
                  <a:pt x="6000824" y="3086660"/>
                </a:cubicBezTo>
                <a:cubicBezTo>
                  <a:pt x="6007180" y="3330611"/>
                  <a:pt x="5997382" y="3574689"/>
                  <a:pt x="5986656" y="3818514"/>
                </a:cubicBezTo>
                <a:cubicBezTo>
                  <a:pt x="5983054" y="3885559"/>
                  <a:pt x="5982107" y="3952684"/>
                  <a:pt x="5983808" y="4019746"/>
                </a:cubicBezTo>
                <a:lnTo>
                  <a:pt x="5993788" y="4173418"/>
                </a:lnTo>
                <a:lnTo>
                  <a:pt x="5955106" y="4175101"/>
                </a:lnTo>
                <a:cubicBezTo>
                  <a:pt x="5890100" y="4175133"/>
                  <a:pt x="5825078" y="4173227"/>
                  <a:pt x="5760087" y="4171956"/>
                </a:cubicBezTo>
                <a:cubicBezTo>
                  <a:pt x="5521345" y="4167509"/>
                  <a:pt x="5282477" y="4171956"/>
                  <a:pt x="5044242" y="4149213"/>
                </a:cubicBezTo>
                <a:cubicBezTo>
                  <a:pt x="4979506" y="4143051"/>
                  <a:pt x="4914326" y="4139111"/>
                  <a:pt x="4849272" y="4139890"/>
                </a:cubicBezTo>
                <a:cubicBezTo>
                  <a:pt x="4784218" y="4140668"/>
                  <a:pt x="4719291" y="4146163"/>
                  <a:pt x="4655063" y="4158869"/>
                </a:cubicBezTo>
                <a:cubicBezTo>
                  <a:pt x="4447578" y="4199146"/>
                  <a:pt x="4239457" y="4201688"/>
                  <a:pt x="4029811" y="4185424"/>
                </a:cubicBezTo>
                <a:cubicBezTo>
                  <a:pt x="3943792" y="4178690"/>
                  <a:pt x="3857774" y="4167509"/>
                  <a:pt x="3771375" y="4169669"/>
                </a:cubicBezTo>
                <a:cubicBezTo>
                  <a:pt x="3623225" y="4173608"/>
                  <a:pt x="3474948" y="4165603"/>
                  <a:pt x="3326672" y="4167636"/>
                </a:cubicBezTo>
                <a:cubicBezTo>
                  <a:pt x="3322669" y="4168208"/>
                  <a:pt x="3318578" y="4167674"/>
                  <a:pt x="3314855" y="4166111"/>
                </a:cubicBezTo>
                <a:cubicBezTo>
                  <a:pt x="3278008" y="4140827"/>
                  <a:pt x="3237604" y="4150610"/>
                  <a:pt x="3199487" y="4157217"/>
                </a:cubicBezTo>
                <a:cubicBezTo>
                  <a:pt x="3072810" y="4179198"/>
                  <a:pt x="2946260" y="4189998"/>
                  <a:pt x="2817550" y="4172972"/>
                </a:cubicBezTo>
                <a:cubicBezTo>
                  <a:pt x="2694647" y="4155146"/>
                  <a:pt x="2569990" y="4152923"/>
                  <a:pt x="2446541" y="4166365"/>
                </a:cubicBezTo>
                <a:cubicBezTo>
                  <a:pt x="2276791" y="4186186"/>
                  <a:pt x="2107677" y="4181993"/>
                  <a:pt x="1938308" y="4166365"/>
                </a:cubicBezTo>
                <a:cubicBezTo>
                  <a:pt x="1869570" y="4160013"/>
                  <a:pt x="1799815" y="4149213"/>
                  <a:pt x="1731712" y="4165095"/>
                </a:cubicBezTo>
                <a:cubicBezTo>
                  <a:pt x="1647854" y="4184535"/>
                  <a:pt x="1564250" y="4178182"/>
                  <a:pt x="1480137" y="4173862"/>
                </a:cubicBezTo>
                <a:cubicBezTo>
                  <a:pt x="1373663" y="4168271"/>
                  <a:pt x="1267442" y="4152135"/>
                  <a:pt x="1160586" y="4164841"/>
                </a:cubicBezTo>
                <a:cubicBezTo>
                  <a:pt x="1111161" y="4170685"/>
                  <a:pt x="1062116" y="4179961"/>
                  <a:pt x="1012055" y="4177547"/>
                </a:cubicBezTo>
                <a:cubicBezTo>
                  <a:pt x="873562" y="4171194"/>
                  <a:pt x="735196" y="4163697"/>
                  <a:pt x="596449" y="4164841"/>
                </a:cubicBezTo>
                <a:cubicBezTo>
                  <a:pt x="538383" y="4165222"/>
                  <a:pt x="480699" y="4167128"/>
                  <a:pt x="422887" y="4171321"/>
                </a:cubicBezTo>
                <a:cubicBezTo>
                  <a:pt x="315015" y="4179198"/>
                  <a:pt x="207524" y="4168525"/>
                  <a:pt x="100033" y="4164714"/>
                </a:cubicBezTo>
                <a:lnTo>
                  <a:pt x="0" y="4169195"/>
                </a:lnTo>
                <a:close/>
              </a:path>
            </a:pathLst>
          </a:custGeom>
        </p:spPr>
      </p:pic>
      <p:pic>
        <p:nvPicPr>
          <p:cNvPr id="8" name="Resim 7" descr="kişi, şahıs, kol saati, el içeren bir resim&#10;&#10;Açıklama otomatik olarak oluşturuldu">
            <a:extLst>
              <a:ext uri="{FF2B5EF4-FFF2-40B4-BE49-F238E27FC236}">
                <a16:creationId xmlns:a16="http://schemas.microsoft.com/office/drawing/2014/main" id="{49285EEF-217F-6431-829C-9AE1CA974AE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5265" r="12413" b="-1"/>
          <a:stretch/>
        </p:blipFill>
        <p:spPr>
          <a:xfrm>
            <a:off x="4514850" y="10"/>
            <a:ext cx="4629146" cy="3488475"/>
          </a:xfrm>
          <a:custGeom>
            <a:avLst/>
            <a:gdLst/>
            <a:ahLst/>
            <a:cxnLst/>
            <a:rect l="l" t="t" r="r" b="b"/>
            <a:pathLst>
              <a:path w="6009490" h="4186171">
                <a:moveTo>
                  <a:pt x="9049" y="0"/>
                </a:moveTo>
                <a:lnTo>
                  <a:pt x="6009490" y="0"/>
                </a:lnTo>
                <a:lnTo>
                  <a:pt x="6009490" y="4168273"/>
                </a:lnTo>
                <a:lnTo>
                  <a:pt x="5803951" y="4172925"/>
                </a:lnTo>
                <a:cubicBezTo>
                  <a:pt x="5729787" y="4171950"/>
                  <a:pt x="5655658" y="4168322"/>
                  <a:pt x="5581704" y="4162045"/>
                </a:cubicBezTo>
                <a:cubicBezTo>
                  <a:pt x="5474340" y="4154041"/>
                  <a:pt x="5366086" y="4142987"/>
                  <a:pt x="5259485" y="4163316"/>
                </a:cubicBezTo>
                <a:cubicBezTo>
                  <a:pt x="5142465" y="4185805"/>
                  <a:pt x="5025571" y="4185932"/>
                  <a:pt x="4907534" y="4180215"/>
                </a:cubicBezTo>
                <a:cubicBezTo>
                  <a:pt x="4806650" y="4175387"/>
                  <a:pt x="4706147" y="4149975"/>
                  <a:pt x="4604501" y="4176784"/>
                </a:cubicBezTo>
                <a:cubicBezTo>
                  <a:pt x="4594387" y="4178258"/>
                  <a:pt x="4584082" y="4177826"/>
                  <a:pt x="4574133" y="4175514"/>
                </a:cubicBezTo>
                <a:cubicBezTo>
                  <a:pt x="4462958" y="4160140"/>
                  <a:pt x="4351020" y="4172718"/>
                  <a:pt x="4239463" y="4168398"/>
                </a:cubicBezTo>
                <a:cubicBezTo>
                  <a:pt x="4188005" y="4166365"/>
                  <a:pt x="4135530" y="4167509"/>
                  <a:pt x="4084706" y="4162045"/>
                </a:cubicBezTo>
                <a:cubicBezTo>
                  <a:pt x="3968067" y="4149594"/>
                  <a:pt x="3851682" y="4142987"/>
                  <a:pt x="3736314" y="4172337"/>
                </a:cubicBezTo>
                <a:cubicBezTo>
                  <a:pt x="3702643" y="4180253"/>
                  <a:pt x="3668235" y="4184509"/>
                  <a:pt x="3633650" y="4185043"/>
                </a:cubicBezTo>
                <a:cubicBezTo>
                  <a:pt x="3520696" y="4189109"/>
                  <a:pt x="3408122" y="4181358"/>
                  <a:pt x="3295549" y="4175005"/>
                </a:cubicBezTo>
                <a:cubicBezTo>
                  <a:pt x="3217408" y="4170558"/>
                  <a:pt x="3139394" y="4160902"/>
                  <a:pt x="3061127" y="4169034"/>
                </a:cubicBezTo>
                <a:cubicBezTo>
                  <a:pt x="3015640" y="4173735"/>
                  <a:pt x="2969772" y="4173735"/>
                  <a:pt x="2924285" y="4169034"/>
                </a:cubicBezTo>
                <a:cubicBezTo>
                  <a:pt x="2840452" y="4159212"/>
                  <a:pt x="2755870" y="4157382"/>
                  <a:pt x="2671694" y="4163570"/>
                </a:cubicBezTo>
                <a:cubicBezTo>
                  <a:pt x="2546033" y="4174370"/>
                  <a:pt x="2420500" y="4183391"/>
                  <a:pt x="2294459" y="4166238"/>
                </a:cubicBezTo>
                <a:cubicBezTo>
                  <a:pt x="2222976" y="4155006"/>
                  <a:pt x="2150298" y="4153685"/>
                  <a:pt x="2078460" y="4162300"/>
                </a:cubicBezTo>
                <a:cubicBezTo>
                  <a:pt x="1907313" y="4186314"/>
                  <a:pt x="1735785" y="4178563"/>
                  <a:pt x="1564257" y="4168653"/>
                </a:cubicBezTo>
                <a:cubicBezTo>
                  <a:pt x="1449650" y="4161918"/>
                  <a:pt x="1334536" y="4149594"/>
                  <a:pt x="1220183" y="4165857"/>
                </a:cubicBezTo>
                <a:cubicBezTo>
                  <a:pt x="1074321" y="4186186"/>
                  <a:pt x="928331" y="4179452"/>
                  <a:pt x="782087" y="4173481"/>
                </a:cubicBezTo>
                <a:cubicBezTo>
                  <a:pt x="674723" y="4169034"/>
                  <a:pt x="567232" y="4155565"/>
                  <a:pt x="459614" y="4172210"/>
                </a:cubicBezTo>
                <a:cubicBezTo>
                  <a:pt x="448535" y="4173722"/>
                  <a:pt x="437265" y="4172591"/>
                  <a:pt x="426706" y="4168907"/>
                </a:cubicBezTo>
                <a:cubicBezTo>
                  <a:pt x="385869" y="4155464"/>
                  <a:pt x="342085" y="4153660"/>
                  <a:pt x="300283" y="4163697"/>
                </a:cubicBezTo>
                <a:cubicBezTo>
                  <a:pt x="223159" y="4180596"/>
                  <a:pt x="146162" y="4187965"/>
                  <a:pt x="67640" y="4172591"/>
                </a:cubicBezTo>
                <a:lnTo>
                  <a:pt x="14015" y="4169393"/>
                </a:lnTo>
                <a:lnTo>
                  <a:pt x="28554" y="3856095"/>
                </a:lnTo>
                <a:cubicBezTo>
                  <a:pt x="30458" y="3735660"/>
                  <a:pt x="27412" y="3615306"/>
                  <a:pt x="15626" y="3495237"/>
                </a:cubicBezTo>
                <a:cubicBezTo>
                  <a:pt x="-847" y="3348740"/>
                  <a:pt x="-4304" y="3201174"/>
                  <a:pt x="5296" y="3054118"/>
                </a:cubicBezTo>
                <a:cubicBezTo>
                  <a:pt x="11786" y="2969961"/>
                  <a:pt x="18539" y="2885804"/>
                  <a:pt x="22776" y="2801522"/>
                </a:cubicBezTo>
                <a:cubicBezTo>
                  <a:pt x="28180" y="2681630"/>
                  <a:pt x="25173" y="2561524"/>
                  <a:pt x="13771" y="2442014"/>
                </a:cubicBezTo>
                <a:cubicBezTo>
                  <a:pt x="4237" y="2350879"/>
                  <a:pt x="3177" y="2259120"/>
                  <a:pt x="10593" y="2167807"/>
                </a:cubicBezTo>
                <a:cubicBezTo>
                  <a:pt x="25690" y="2012336"/>
                  <a:pt x="9931" y="1856863"/>
                  <a:pt x="5032" y="1701516"/>
                </a:cubicBezTo>
                <a:cubicBezTo>
                  <a:pt x="-3577" y="1415742"/>
                  <a:pt x="20393" y="1130095"/>
                  <a:pt x="9666" y="844320"/>
                </a:cubicBezTo>
                <a:cubicBezTo>
                  <a:pt x="3841" y="702958"/>
                  <a:pt x="16420" y="561723"/>
                  <a:pt x="9666" y="420361"/>
                </a:cubicBezTo>
                <a:cubicBezTo>
                  <a:pt x="4105" y="319805"/>
                  <a:pt x="397" y="219250"/>
                  <a:pt x="4105" y="118568"/>
                </a:cubicBezTo>
                <a:cubicBezTo>
                  <a:pt x="5164" y="91109"/>
                  <a:pt x="5826" y="63523"/>
                  <a:pt x="9534" y="36446"/>
                </a:cubicBezTo>
                <a:close/>
              </a:path>
            </a:pathLst>
          </a:custGeom>
        </p:spPr>
      </p:pic>
      <p:sp>
        <p:nvSpPr>
          <p:cNvPr id="49" name="sketch line">
            <a:extLst>
              <a:ext uri="{FF2B5EF4-FFF2-40B4-BE49-F238E27FC236}">
                <a16:creationId xmlns:a16="http://schemas.microsoft.com/office/drawing/2014/main" id="{28C31856-6ABF-41FD-B683-B06E5FFF9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4665365"/>
            <a:ext cx="2468880" cy="15240"/>
          </a:xfrm>
          <a:custGeom>
            <a:avLst/>
            <a:gdLst>
              <a:gd name="connsiteX0" fmla="*/ 0 w 2468880"/>
              <a:gd name="connsiteY0" fmla="*/ 0 h 15240"/>
              <a:gd name="connsiteX1" fmla="*/ 592531 w 2468880"/>
              <a:gd name="connsiteY1" fmla="*/ 0 h 15240"/>
              <a:gd name="connsiteX2" fmla="*/ 1160374 w 2468880"/>
              <a:gd name="connsiteY2" fmla="*/ 0 h 15240"/>
              <a:gd name="connsiteX3" fmla="*/ 1728216 w 2468880"/>
              <a:gd name="connsiteY3" fmla="*/ 0 h 15240"/>
              <a:gd name="connsiteX4" fmla="*/ 2468880 w 2468880"/>
              <a:gd name="connsiteY4" fmla="*/ 0 h 15240"/>
              <a:gd name="connsiteX5" fmla="*/ 2468880 w 2468880"/>
              <a:gd name="connsiteY5" fmla="*/ 15240 h 15240"/>
              <a:gd name="connsiteX6" fmla="*/ 1802282 w 2468880"/>
              <a:gd name="connsiteY6" fmla="*/ 15240 h 15240"/>
              <a:gd name="connsiteX7" fmla="*/ 1209751 w 2468880"/>
              <a:gd name="connsiteY7" fmla="*/ 15240 h 15240"/>
              <a:gd name="connsiteX8" fmla="*/ 641909 w 2468880"/>
              <a:gd name="connsiteY8" fmla="*/ 15240 h 15240"/>
              <a:gd name="connsiteX9" fmla="*/ 0 w 2468880"/>
              <a:gd name="connsiteY9" fmla="*/ 15240 h 15240"/>
              <a:gd name="connsiteX10" fmla="*/ 0 w 2468880"/>
              <a:gd name="connsiteY10"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68880" h="15240"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759" y="5283"/>
                  <a:pt x="2469481" y="11451"/>
                  <a:pt x="2468880" y="15240"/>
                </a:cubicBezTo>
                <a:cubicBezTo>
                  <a:pt x="2229297" y="-17707"/>
                  <a:pt x="2066775" y="27205"/>
                  <a:pt x="1802282" y="15240"/>
                </a:cubicBezTo>
                <a:cubicBezTo>
                  <a:pt x="1537789" y="3275"/>
                  <a:pt x="1379930" y="19218"/>
                  <a:pt x="1209751" y="15240"/>
                </a:cubicBezTo>
                <a:cubicBezTo>
                  <a:pt x="1039572" y="11262"/>
                  <a:pt x="837025" y="9802"/>
                  <a:pt x="641909" y="15240"/>
                </a:cubicBezTo>
                <a:cubicBezTo>
                  <a:pt x="446793" y="20678"/>
                  <a:pt x="170561" y="15424"/>
                  <a:pt x="0" y="15240"/>
                </a:cubicBezTo>
                <a:cubicBezTo>
                  <a:pt x="79" y="11201"/>
                  <a:pt x="341" y="4822"/>
                  <a:pt x="0" y="0"/>
                </a:cubicBezTo>
                <a:close/>
              </a:path>
              <a:path w="2468880" h="15240"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9638" y="5061"/>
                  <a:pt x="2468317" y="8568"/>
                  <a:pt x="2468880" y="15240"/>
                </a:cubicBezTo>
                <a:cubicBezTo>
                  <a:pt x="2271330" y="33551"/>
                  <a:pt x="2001027" y="28506"/>
                  <a:pt x="1876349" y="15240"/>
                </a:cubicBezTo>
                <a:cubicBezTo>
                  <a:pt x="1751671" y="1974"/>
                  <a:pt x="1364652" y="12015"/>
                  <a:pt x="1209751" y="15240"/>
                </a:cubicBezTo>
                <a:cubicBezTo>
                  <a:pt x="1054850" y="18465"/>
                  <a:pt x="748438" y="17026"/>
                  <a:pt x="617220" y="15240"/>
                </a:cubicBezTo>
                <a:cubicBezTo>
                  <a:pt x="486002" y="13454"/>
                  <a:pt x="237432" y="24152"/>
                  <a:pt x="0" y="15240"/>
                </a:cubicBezTo>
                <a:cubicBezTo>
                  <a:pt x="-335" y="10459"/>
                  <a:pt x="-77" y="438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etin kutusu 4">
            <a:extLst>
              <a:ext uri="{FF2B5EF4-FFF2-40B4-BE49-F238E27FC236}">
                <a16:creationId xmlns:a16="http://schemas.microsoft.com/office/drawing/2014/main" id="{47CA1E2E-7A94-B77C-EC5C-F725D6D473EA}"/>
              </a:ext>
            </a:extLst>
          </p:cNvPr>
          <p:cNvSpPr txBox="1"/>
          <p:nvPr/>
        </p:nvSpPr>
        <p:spPr>
          <a:xfrm>
            <a:off x="6675055" y="5727700"/>
            <a:ext cx="2468945" cy="200055"/>
          </a:xfrm>
          <a:prstGeom prst="rect">
            <a:avLst/>
          </a:prstGeom>
          <a:solidFill>
            <a:srgbClr val="000000"/>
          </a:solidFill>
        </p:spPr>
        <p:txBody>
          <a:bodyPr wrap="none" rtlCol="0">
            <a:spAutoFit/>
          </a:bodyPr>
          <a:lstStyle/>
          <a:p>
            <a:pPr algn="r">
              <a:spcAft>
                <a:spcPts val="600"/>
              </a:spcAft>
            </a:pPr>
            <a:r>
              <a:rPr lang="tr-TR" sz="700">
                <a:solidFill>
                  <a:srgbClr val="FFFFFF"/>
                </a:solidFill>
                <a:hlinkClick r:id="rId3" tooltip="https://www.flickr.com/photos/gleonhard/28777163450">
                  <a:extLst>
                    <a:ext uri="{A12FA001-AC4F-418D-AE19-62706E023703}">
                      <ahyp:hlinkClr xmlns:ahyp="http://schemas.microsoft.com/office/drawing/2018/hyperlinkcolor" val="tx"/>
                    </a:ext>
                  </a:extLst>
                </a:hlinkClick>
              </a:rPr>
              <a:t>Bu Fotoğraf</a:t>
            </a:r>
            <a:r>
              <a:rPr lang="tr-TR" sz="700">
                <a:solidFill>
                  <a:srgbClr val="FFFFFF"/>
                </a:solidFill>
              </a:rPr>
              <a:t>, Bilinmeyen Yazar, </a:t>
            </a:r>
            <a:r>
              <a:rPr lang="tr-TR"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r>
              <a:rPr lang="tr-TR" sz="700">
                <a:solidFill>
                  <a:srgbClr val="FFFFFF"/>
                </a:solidFill>
              </a:rPr>
              <a:t> altında lisanslanmıştır</a:t>
            </a:r>
          </a:p>
        </p:txBody>
      </p:sp>
      <p:sp>
        <p:nvSpPr>
          <p:cNvPr id="10" name="Metin kutusu 9">
            <a:extLst>
              <a:ext uri="{FF2B5EF4-FFF2-40B4-BE49-F238E27FC236}">
                <a16:creationId xmlns:a16="http://schemas.microsoft.com/office/drawing/2014/main" id="{58A98FAE-E811-474A-60D2-A9D64A8BA659}"/>
              </a:ext>
            </a:extLst>
          </p:cNvPr>
          <p:cNvSpPr txBox="1"/>
          <p:nvPr/>
        </p:nvSpPr>
        <p:spPr>
          <a:xfrm>
            <a:off x="4193410" y="5727700"/>
            <a:ext cx="2468945" cy="200055"/>
          </a:xfrm>
          <a:prstGeom prst="rect">
            <a:avLst/>
          </a:prstGeom>
          <a:solidFill>
            <a:srgbClr val="000000"/>
          </a:solidFill>
        </p:spPr>
        <p:txBody>
          <a:bodyPr wrap="none" rtlCol="0">
            <a:spAutoFit/>
          </a:bodyPr>
          <a:lstStyle/>
          <a:p>
            <a:pPr algn="r">
              <a:spcAft>
                <a:spcPts val="600"/>
              </a:spcAft>
            </a:pPr>
            <a:r>
              <a:rPr lang="tr-TR" sz="700">
                <a:solidFill>
                  <a:srgbClr val="FFFFFF"/>
                </a:solidFill>
                <a:hlinkClick r:id="rId5" tooltip="https://www.qxcoding.com/2019/07/what-is-ai-artificial-intelligence-and.html">
                  <a:extLst>
                    <a:ext uri="{A12FA001-AC4F-418D-AE19-62706E023703}">
                      <ahyp:hlinkClr xmlns:ahyp="http://schemas.microsoft.com/office/drawing/2018/hyperlinkcolor" val="tx"/>
                    </a:ext>
                  </a:extLst>
                </a:hlinkClick>
              </a:rPr>
              <a:t>Bu Fotoğraf</a:t>
            </a:r>
            <a:r>
              <a:rPr lang="tr-TR" sz="700">
                <a:solidFill>
                  <a:srgbClr val="FFFFFF"/>
                </a:solidFill>
              </a:rPr>
              <a:t>, Bilinmeyen Yazar, </a:t>
            </a:r>
            <a:r>
              <a:rPr lang="tr-TR" sz="70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r>
              <a:rPr lang="tr-TR" sz="700">
                <a:solidFill>
                  <a:srgbClr val="FFFFFF"/>
                </a:solidFill>
              </a:rPr>
              <a:t> altında lisanslanmıştır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314149" y="533400"/>
            <a:ext cx="3147699" cy="2971800"/>
          </a:xfrm>
          <a:prstGeom prst="rect">
            <a:avLst/>
          </a:prstGeom>
        </p:spPr>
        <p:txBody>
          <a:bodyPr vert="horz" lIns="91440" tIns="45720" rIns="91440" bIns="45720" rtlCol="0" anchor="b">
            <a:normAutofit/>
          </a:bodyPr>
          <a:lstStyle/>
          <a:p>
            <a:pPr marL="12700" algn="l" rtl="0">
              <a:lnSpc>
                <a:spcPct val="90000"/>
              </a:lnSpc>
              <a:spcBef>
                <a:spcPct val="0"/>
              </a:spcBef>
            </a:pPr>
            <a:r>
              <a:rPr lang="en-US" sz="4300" kern="1200" spc="-10">
                <a:solidFill>
                  <a:schemeClr val="tx1"/>
                </a:solidFill>
                <a:latin typeface="+mj-lt"/>
                <a:cs typeface="+mj-cs"/>
              </a:rPr>
              <a:t>Cep</a:t>
            </a:r>
            <a:r>
              <a:rPr lang="en-US" sz="4300" kern="1200" spc="-25">
                <a:solidFill>
                  <a:schemeClr val="tx1"/>
                </a:solidFill>
                <a:latin typeface="+mj-lt"/>
                <a:cs typeface="+mj-cs"/>
              </a:rPr>
              <a:t> </a:t>
            </a:r>
            <a:r>
              <a:rPr lang="en-US" sz="4300" kern="1200" spc="-20">
                <a:solidFill>
                  <a:schemeClr val="tx1"/>
                </a:solidFill>
                <a:latin typeface="+mj-lt"/>
                <a:cs typeface="+mj-cs"/>
              </a:rPr>
              <a:t>telefonu</a:t>
            </a:r>
            <a:r>
              <a:rPr lang="en-US" sz="4300" kern="1200" spc="-30">
                <a:solidFill>
                  <a:schemeClr val="tx1"/>
                </a:solidFill>
                <a:latin typeface="+mj-lt"/>
                <a:cs typeface="+mj-cs"/>
              </a:rPr>
              <a:t> </a:t>
            </a:r>
            <a:r>
              <a:rPr lang="en-US" sz="4300" kern="1200" spc="-10">
                <a:solidFill>
                  <a:schemeClr val="tx1"/>
                </a:solidFill>
                <a:latin typeface="+mj-lt"/>
                <a:cs typeface="+mj-cs"/>
              </a:rPr>
              <a:t>örneği</a:t>
            </a:r>
            <a:endParaRPr lang="en-US" sz="4300" kern="1200">
              <a:solidFill>
                <a:schemeClr val="tx1"/>
              </a:solidFill>
              <a:latin typeface="+mj-lt"/>
              <a:cs typeface="+mj-cs"/>
            </a:endParaRPr>
          </a:p>
        </p:txBody>
      </p:sp>
      <p:pic>
        <p:nvPicPr>
          <p:cNvPr id="3" name="object 3"/>
          <p:cNvPicPr/>
          <p:nvPr/>
        </p:nvPicPr>
        <p:blipFill>
          <a:blip r:embed="rId2" cstate="print"/>
          <a:srcRect l="2499" r="4146" b="1"/>
          <a:stretch/>
        </p:blipFill>
        <p:spPr>
          <a:xfrm>
            <a:off x="650018" y="1014140"/>
            <a:ext cx="4062196" cy="3686720"/>
          </a:xfrm>
          <a:custGeom>
            <a:avLst/>
            <a:gdLst/>
            <a:ahLst/>
            <a:cxnLst/>
            <a:rect l="l" t="t" r="r" b="b"/>
            <a:pathLst>
              <a:path w="5531320" h="4424065">
                <a:moveTo>
                  <a:pt x="4292328" y="3931444"/>
                </a:moveTo>
                <a:cubicBezTo>
                  <a:pt x="3830135" y="4131325"/>
                  <a:pt x="3346708" y="4259111"/>
                  <a:pt x="2855653" y="4364392"/>
                </a:cubicBezTo>
                <a:lnTo>
                  <a:pt x="2855525" y="4364392"/>
                </a:lnTo>
                <a:cubicBezTo>
                  <a:pt x="3386634" y="4394018"/>
                  <a:pt x="3853531" y="4210158"/>
                  <a:pt x="4292328" y="3931444"/>
                </a:cubicBezTo>
                <a:close/>
                <a:moveTo>
                  <a:pt x="4302118" y="3923561"/>
                </a:moveTo>
                <a:lnTo>
                  <a:pt x="4301102" y="3924959"/>
                </a:lnTo>
                <a:lnTo>
                  <a:pt x="4302881" y="3924959"/>
                </a:lnTo>
                <a:close/>
                <a:moveTo>
                  <a:pt x="3885572" y="334733"/>
                </a:moveTo>
                <a:cubicBezTo>
                  <a:pt x="4046889" y="406840"/>
                  <a:pt x="4203653" y="488713"/>
                  <a:pt x="4355013" y="579880"/>
                </a:cubicBezTo>
                <a:cubicBezTo>
                  <a:pt x="4662082" y="768063"/>
                  <a:pt x="4933803" y="995790"/>
                  <a:pt x="5144619" y="1290779"/>
                </a:cubicBezTo>
                <a:cubicBezTo>
                  <a:pt x="5314365" y="1528042"/>
                  <a:pt x="5426258" y="1789591"/>
                  <a:pt x="5468598" y="2088522"/>
                </a:cubicBezTo>
                <a:cubicBezTo>
                  <a:pt x="5479330" y="2001424"/>
                  <a:pt x="5480182" y="1913385"/>
                  <a:pt x="5471141" y="1826083"/>
                </a:cubicBezTo>
                <a:cubicBezTo>
                  <a:pt x="5455337" y="1662962"/>
                  <a:pt x="5406307" y="1504799"/>
                  <a:pt x="5327080" y="1361348"/>
                </a:cubicBezTo>
                <a:cubicBezTo>
                  <a:pt x="5206160" y="1140233"/>
                  <a:pt x="5033362" y="965782"/>
                  <a:pt x="4833354" y="816507"/>
                </a:cubicBezTo>
                <a:cubicBezTo>
                  <a:pt x="4597235" y="640276"/>
                  <a:pt x="4336322" y="509438"/>
                  <a:pt x="4063457" y="400724"/>
                </a:cubicBezTo>
                <a:cubicBezTo>
                  <a:pt x="4033360" y="388607"/>
                  <a:pt x="4003060" y="376909"/>
                  <a:pt x="3972544" y="365631"/>
                </a:cubicBezTo>
                <a:cubicBezTo>
                  <a:pt x="3943680" y="354950"/>
                  <a:pt x="3914563" y="345033"/>
                  <a:pt x="3885572" y="334733"/>
                </a:cubicBezTo>
                <a:close/>
                <a:moveTo>
                  <a:pt x="3865737" y="329520"/>
                </a:moveTo>
                <a:cubicBezTo>
                  <a:pt x="3865737" y="329520"/>
                  <a:pt x="3865737" y="330410"/>
                  <a:pt x="3866500" y="330537"/>
                </a:cubicBezTo>
                <a:lnTo>
                  <a:pt x="3869806" y="330156"/>
                </a:lnTo>
                <a:close/>
                <a:moveTo>
                  <a:pt x="2219772" y="85645"/>
                </a:moveTo>
                <a:cubicBezTo>
                  <a:pt x="2206943" y="84005"/>
                  <a:pt x="2193910" y="85264"/>
                  <a:pt x="2181627" y="89333"/>
                </a:cubicBezTo>
                <a:cubicBezTo>
                  <a:pt x="1932920" y="125113"/>
                  <a:pt x="1690800" y="197118"/>
                  <a:pt x="1462972" y="303073"/>
                </a:cubicBezTo>
                <a:cubicBezTo>
                  <a:pt x="971789" y="529528"/>
                  <a:pt x="578130" y="865460"/>
                  <a:pt x="308698" y="1338461"/>
                </a:cubicBezTo>
                <a:cubicBezTo>
                  <a:pt x="180225" y="1561852"/>
                  <a:pt x="97653" y="1808638"/>
                  <a:pt x="65840" y="2064364"/>
                </a:cubicBezTo>
                <a:cubicBezTo>
                  <a:pt x="71943" y="2050505"/>
                  <a:pt x="77284" y="2036391"/>
                  <a:pt x="82115" y="2022150"/>
                </a:cubicBezTo>
                <a:cubicBezTo>
                  <a:pt x="170104" y="1763653"/>
                  <a:pt x="279580" y="1515073"/>
                  <a:pt x="423261" y="1282260"/>
                </a:cubicBezTo>
                <a:cubicBezTo>
                  <a:pt x="630770" y="945565"/>
                  <a:pt x="895371" y="664944"/>
                  <a:pt x="1231812" y="454001"/>
                </a:cubicBezTo>
                <a:cubicBezTo>
                  <a:pt x="1535193" y="263783"/>
                  <a:pt x="1866802" y="149729"/>
                  <a:pt x="2219772" y="85645"/>
                </a:cubicBezTo>
                <a:close/>
                <a:moveTo>
                  <a:pt x="2612541" y="836"/>
                </a:moveTo>
                <a:cubicBezTo>
                  <a:pt x="2715914" y="-4250"/>
                  <a:pt x="2831240" y="14695"/>
                  <a:pt x="2946311" y="35548"/>
                </a:cubicBezTo>
                <a:cubicBezTo>
                  <a:pt x="3291652" y="98106"/>
                  <a:pt x="3631144" y="182915"/>
                  <a:pt x="3961100" y="303581"/>
                </a:cubicBezTo>
                <a:cubicBezTo>
                  <a:pt x="4278341" y="419543"/>
                  <a:pt x="4581341" y="563350"/>
                  <a:pt x="4854588" y="764502"/>
                </a:cubicBezTo>
                <a:cubicBezTo>
                  <a:pt x="5067438" y="921152"/>
                  <a:pt x="5250408" y="1105521"/>
                  <a:pt x="5377813" y="1339732"/>
                </a:cubicBezTo>
                <a:cubicBezTo>
                  <a:pt x="5459812" y="1489986"/>
                  <a:pt x="5510304" y="1655396"/>
                  <a:pt x="5526198" y="1825829"/>
                </a:cubicBezTo>
                <a:cubicBezTo>
                  <a:pt x="5538277" y="1951327"/>
                  <a:pt x="5527342" y="2074917"/>
                  <a:pt x="5510558" y="2199398"/>
                </a:cubicBezTo>
                <a:cubicBezTo>
                  <a:pt x="5502967" y="2266991"/>
                  <a:pt x="5502713" y="2335195"/>
                  <a:pt x="5509796" y="2402839"/>
                </a:cubicBezTo>
                <a:cubicBezTo>
                  <a:pt x="5534208" y="2664197"/>
                  <a:pt x="5468472" y="2926051"/>
                  <a:pt x="5323520" y="3144890"/>
                </a:cubicBezTo>
                <a:cubicBezTo>
                  <a:pt x="5201340" y="3332234"/>
                  <a:pt x="5041042" y="3491719"/>
                  <a:pt x="4853062" y="3612932"/>
                </a:cubicBezTo>
                <a:cubicBezTo>
                  <a:pt x="4671110" y="3732072"/>
                  <a:pt x="4498566" y="3864563"/>
                  <a:pt x="4316359" y="3982940"/>
                </a:cubicBezTo>
                <a:cubicBezTo>
                  <a:pt x="4019717" y="4175573"/>
                  <a:pt x="3701077" y="4317347"/>
                  <a:pt x="3352557" y="4386771"/>
                </a:cubicBezTo>
                <a:cubicBezTo>
                  <a:pt x="3160954" y="4425590"/>
                  <a:pt x="2964456" y="4434173"/>
                  <a:pt x="2770207" y="4412201"/>
                </a:cubicBezTo>
                <a:cubicBezTo>
                  <a:pt x="2685525" y="4402537"/>
                  <a:pt x="2599953" y="4402410"/>
                  <a:pt x="2514889" y="4393637"/>
                </a:cubicBezTo>
                <a:cubicBezTo>
                  <a:pt x="2307137" y="4370851"/>
                  <a:pt x="2102209" y="4327277"/>
                  <a:pt x="1903167" y="4263562"/>
                </a:cubicBezTo>
                <a:cubicBezTo>
                  <a:pt x="1560623" y="4156119"/>
                  <a:pt x="1238932" y="4006972"/>
                  <a:pt x="948393" y="3794249"/>
                </a:cubicBezTo>
                <a:cubicBezTo>
                  <a:pt x="647554" y="3573897"/>
                  <a:pt x="396813" y="3308660"/>
                  <a:pt x="223634" y="2975526"/>
                </a:cubicBezTo>
                <a:cubicBezTo>
                  <a:pt x="129454" y="2796370"/>
                  <a:pt x="67150" y="2602198"/>
                  <a:pt x="39520" y="2401695"/>
                </a:cubicBezTo>
                <a:cubicBezTo>
                  <a:pt x="34510" y="2367555"/>
                  <a:pt x="26729" y="2333872"/>
                  <a:pt x="16252" y="2300991"/>
                </a:cubicBezTo>
                <a:cubicBezTo>
                  <a:pt x="-9179" y="2218598"/>
                  <a:pt x="-24" y="2135695"/>
                  <a:pt x="11801" y="2053556"/>
                </a:cubicBezTo>
                <a:cubicBezTo>
                  <a:pt x="93686" y="1480615"/>
                  <a:pt x="377868" y="1021983"/>
                  <a:pt x="812850" y="651084"/>
                </a:cubicBezTo>
                <a:cubicBezTo>
                  <a:pt x="1176755" y="340201"/>
                  <a:pt x="1598260" y="146042"/>
                  <a:pt x="2066810" y="52586"/>
                </a:cubicBezTo>
                <a:cubicBezTo>
                  <a:pt x="2154544" y="35039"/>
                  <a:pt x="2243041" y="23087"/>
                  <a:pt x="2332046" y="14441"/>
                </a:cubicBezTo>
                <a:cubicBezTo>
                  <a:pt x="2421052" y="5794"/>
                  <a:pt x="2508913" y="2107"/>
                  <a:pt x="2612541" y="836"/>
                </a:cubicBezTo>
                <a:close/>
              </a:path>
            </a:pathLst>
          </a:custGeom>
        </p:spPr>
      </p:pic>
      <p:sp>
        <p:nvSpPr>
          <p:cNvPr id="15" name="sketchy line">
            <a:extLst>
              <a:ext uri="{FF2B5EF4-FFF2-40B4-BE49-F238E27FC236}">
                <a16:creationId xmlns:a16="http://schemas.microsoft.com/office/drawing/2014/main" id="{3F9B0603-37C5-4312-AE4D-A3D015475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4149" y="3674389"/>
            <a:ext cx="2606040" cy="15240"/>
          </a:xfrm>
          <a:custGeom>
            <a:avLst/>
            <a:gdLst>
              <a:gd name="connsiteX0" fmla="*/ 0 w 2606040"/>
              <a:gd name="connsiteY0" fmla="*/ 0 h 15240"/>
              <a:gd name="connsiteX1" fmla="*/ 625450 w 2606040"/>
              <a:gd name="connsiteY1" fmla="*/ 0 h 15240"/>
              <a:gd name="connsiteX2" fmla="*/ 1224839 w 2606040"/>
              <a:gd name="connsiteY2" fmla="*/ 0 h 15240"/>
              <a:gd name="connsiteX3" fmla="*/ 1824228 w 2606040"/>
              <a:gd name="connsiteY3" fmla="*/ 0 h 15240"/>
              <a:gd name="connsiteX4" fmla="*/ 2606040 w 2606040"/>
              <a:gd name="connsiteY4" fmla="*/ 0 h 15240"/>
              <a:gd name="connsiteX5" fmla="*/ 2606040 w 2606040"/>
              <a:gd name="connsiteY5" fmla="*/ 15240 h 15240"/>
              <a:gd name="connsiteX6" fmla="*/ 1902409 w 2606040"/>
              <a:gd name="connsiteY6" fmla="*/ 15240 h 15240"/>
              <a:gd name="connsiteX7" fmla="*/ 1276960 w 2606040"/>
              <a:gd name="connsiteY7" fmla="*/ 15240 h 15240"/>
              <a:gd name="connsiteX8" fmla="*/ 677570 w 2606040"/>
              <a:gd name="connsiteY8" fmla="*/ 15240 h 15240"/>
              <a:gd name="connsiteX9" fmla="*/ 0 w 2606040"/>
              <a:gd name="connsiteY9" fmla="*/ 15240 h 15240"/>
              <a:gd name="connsiteX10" fmla="*/ 0 w 2606040"/>
              <a:gd name="connsiteY10"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5240"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919" y="5283"/>
                  <a:pt x="2606641" y="11451"/>
                  <a:pt x="2606040" y="15240"/>
                </a:cubicBezTo>
                <a:cubicBezTo>
                  <a:pt x="2256758" y="28362"/>
                  <a:pt x="2173673" y="-15926"/>
                  <a:pt x="1902409" y="15240"/>
                </a:cubicBezTo>
                <a:cubicBezTo>
                  <a:pt x="1631145" y="46406"/>
                  <a:pt x="1461378" y="2418"/>
                  <a:pt x="1276960" y="15240"/>
                </a:cubicBezTo>
                <a:cubicBezTo>
                  <a:pt x="1092542" y="28062"/>
                  <a:pt x="890442" y="10165"/>
                  <a:pt x="677570" y="15240"/>
                </a:cubicBezTo>
                <a:cubicBezTo>
                  <a:pt x="464698" y="20316"/>
                  <a:pt x="187648" y="32789"/>
                  <a:pt x="0" y="15240"/>
                </a:cubicBezTo>
                <a:cubicBezTo>
                  <a:pt x="79" y="11201"/>
                  <a:pt x="341" y="4822"/>
                  <a:pt x="0" y="0"/>
                </a:cubicBezTo>
                <a:close/>
              </a:path>
              <a:path w="2606040" h="15240"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6798" y="5061"/>
                  <a:pt x="2605477" y="8568"/>
                  <a:pt x="2606040" y="15240"/>
                </a:cubicBezTo>
                <a:cubicBezTo>
                  <a:pt x="2393024" y="-808"/>
                  <a:pt x="2191161" y="36211"/>
                  <a:pt x="1980590" y="15240"/>
                </a:cubicBezTo>
                <a:cubicBezTo>
                  <a:pt x="1770019" y="-5731"/>
                  <a:pt x="1476440" y="33066"/>
                  <a:pt x="1276960" y="15240"/>
                </a:cubicBezTo>
                <a:cubicBezTo>
                  <a:pt x="1077480" y="-2586"/>
                  <a:pt x="880988" y="39077"/>
                  <a:pt x="651510" y="15240"/>
                </a:cubicBezTo>
                <a:cubicBezTo>
                  <a:pt x="422032" y="-8597"/>
                  <a:pt x="130744" y="-4995"/>
                  <a:pt x="0" y="15240"/>
                </a:cubicBezTo>
                <a:cubicBezTo>
                  <a:pt x="-335" y="10459"/>
                  <a:pt x="-77" y="4386"/>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794437" y="418042"/>
            <a:ext cx="3311136" cy="1430213"/>
          </a:xfrm>
          <a:prstGeom prst="rect">
            <a:avLst/>
          </a:prstGeom>
        </p:spPr>
        <p:txBody>
          <a:bodyPr vert="horz" lIns="91440" tIns="45720" rIns="91440" bIns="45720" rtlCol="0" anchor="b">
            <a:normAutofit/>
          </a:bodyPr>
          <a:lstStyle/>
          <a:p>
            <a:pPr marL="12700" algn="l" rtl="0">
              <a:lnSpc>
                <a:spcPct val="90000"/>
              </a:lnSpc>
              <a:spcBef>
                <a:spcPct val="0"/>
              </a:spcBef>
            </a:pPr>
            <a:r>
              <a:rPr lang="en-US" sz="4400" kern="1200" spc="-5">
                <a:solidFill>
                  <a:schemeClr val="tx1"/>
                </a:solidFill>
                <a:latin typeface="+mj-lt"/>
                <a:cs typeface="+mj-cs"/>
              </a:rPr>
              <a:t>Ban</a:t>
            </a:r>
            <a:r>
              <a:rPr lang="en-US" sz="4400" kern="1200" spc="-50">
                <a:solidFill>
                  <a:schemeClr val="tx1"/>
                </a:solidFill>
                <a:latin typeface="+mj-lt"/>
                <a:cs typeface="+mj-cs"/>
              </a:rPr>
              <a:t>k</a:t>
            </a:r>
            <a:r>
              <a:rPr lang="en-US" sz="4400" kern="1200" spc="-5">
                <a:solidFill>
                  <a:schemeClr val="tx1"/>
                </a:solidFill>
                <a:latin typeface="+mj-lt"/>
                <a:cs typeface="+mj-cs"/>
              </a:rPr>
              <a:t>a</a:t>
            </a:r>
            <a:endParaRPr lang="en-US" sz="4400" kern="1200">
              <a:solidFill>
                <a:schemeClr val="tx1"/>
              </a:solidFill>
              <a:latin typeface="+mj-lt"/>
              <a:cs typeface="+mj-cs"/>
            </a:endParaRPr>
          </a:p>
        </p:txBody>
      </p:sp>
      <p:sp>
        <p:nvSpPr>
          <p:cNvPr id="51" name="Rectangle 5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34933" cy="5715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ject 4" descr="para makinesi, ATM, iç mekan içeren bir resim&#10;&#10;Açıklama otomatik olarak oluşturuldu"/>
          <p:cNvPicPr/>
          <p:nvPr/>
        </p:nvPicPr>
        <p:blipFill>
          <a:blip r:embed="rId2" cstate="print"/>
          <a:srcRect l="3135" r="5840" b="-1"/>
          <a:stretch/>
        </p:blipFill>
        <p:spPr>
          <a:xfrm>
            <a:off x="209357" y="249590"/>
            <a:ext cx="3916219" cy="5215820"/>
          </a:xfrm>
          <a:prstGeom prst="rect">
            <a:avLst/>
          </a:prstGeom>
        </p:spPr>
      </p:pic>
      <p:sp>
        <p:nvSpPr>
          <p:cNvPr id="3" name="object 3"/>
          <p:cNvSpPr txBox="1"/>
          <p:nvPr/>
        </p:nvSpPr>
        <p:spPr>
          <a:xfrm>
            <a:off x="4794437" y="2204935"/>
            <a:ext cx="3326041" cy="3092022"/>
          </a:xfrm>
          <a:prstGeom prst="rect">
            <a:avLst/>
          </a:prstGeom>
        </p:spPr>
        <p:txBody>
          <a:bodyPr vert="horz" lIns="91440" tIns="45720" rIns="91440" bIns="45720" rtlCol="0" anchor="t">
            <a:normAutofit/>
          </a:bodyPr>
          <a:lstStyle/>
          <a:p>
            <a:pPr marL="332740" indent="-228600">
              <a:lnSpc>
                <a:spcPct val="90000"/>
              </a:lnSpc>
              <a:spcBef>
                <a:spcPts val="790"/>
              </a:spcBef>
              <a:buClr>
                <a:srgbClr val="C0504D"/>
              </a:buClr>
              <a:buSzPct val="60344"/>
              <a:buFont typeface="Arial" panose="020B0604020202020204" pitchFamily="34" charset="0"/>
              <a:buChar char="•"/>
              <a:tabLst>
                <a:tab pos="332105" algn="l"/>
                <a:tab pos="332740" algn="l"/>
              </a:tabLst>
            </a:pPr>
            <a:r>
              <a:rPr lang="en-US" sz="1600" dirty="0" err="1">
                <a:solidFill>
                  <a:schemeClr val="tx1">
                    <a:alpha val="80000"/>
                  </a:schemeClr>
                </a:solidFill>
              </a:rPr>
              <a:t>Önce</a:t>
            </a:r>
            <a:r>
              <a:rPr lang="en-US" sz="1600" spc="-35" dirty="0">
                <a:solidFill>
                  <a:schemeClr val="tx1">
                    <a:alpha val="80000"/>
                  </a:schemeClr>
                </a:solidFill>
              </a:rPr>
              <a:t> </a:t>
            </a:r>
            <a:r>
              <a:rPr lang="en-US" sz="1600" dirty="0">
                <a:solidFill>
                  <a:schemeClr val="tx1">
                    <a:alpha val="80000"/>
                  </a:schemeClr>
                </a:solidFill>
              </a:rPr>
              <a:t>para</a:t>
            </a:r>
            <a:r>
              <a:rPr lang="en-US" sz="1600" spc="-50" dirty="0">
                <a:solidFill>
                  <a:schemeClr val="tx1">
                    <a:alpha val="80000"/>
                  </a:schemeClr>
                </a:solidFill>
              </a:rPr>
              <a:t> </a:t>
            </a:r>
            <a:r>
              <a:rPr lang="en-US" sz="1600" dirty="0" err="1">
                <a:solidFill>
                  <a:schemeClr val="tx1">
                    <a:alpha val="80000"/>
                  </a:schemeClr>
                </a:solidFill>
              </a:rPr>
              <a:t>sonra</a:t>
            </a:r>
            <a:r>
              <a:rPr lang="en-US" sz="1600" spc="-45" dirty="0">
                <a:solidFill>
                  <a:schemeClr val="tx1">
                    <a:alpha val="80000"/>
                  </a:schemeClr>
                </a:solidFill>
              </a:rPr>
              <a:t> </a:t>
            </a:r>
            <a:r>
              <a:rPr lang="en-US" sz="1600" dirty="0">
                <a:solidFill>
                  <a:schemeClr val="tx1">
                    <a:alpha val="80000"/>
                  </a:schemeClr>
                </a:solidFill>
              </a:rPr>
              <a:t>kart?</a:t>
            </a:r>
          </a:p>
          <a:p>
            <a:pPr marL="332740" indent="-228600">
              <a:lnSpc>
                <a:spcPct val="90000"/>
              </a:lnSpc>
              <a:spcBef>
                <a:spcPts val="695"/>
              </a:spcBef>
              <a:buClr>
                <a:srgbClr val="C0504D"/>
              </a:buClr>
              <a:buSzPct val="60344"/>
              <a:buFont typeface="Arial" panose="020B0604020202020204" pitchFamily="34" charset="0"/>
              <a:buChar char="•"/>
              <a:tabLst>
                <a:tab pos="332105" algn="l"/>
                <a:tab pos="332740" algn="l"/>
              </a:tabLst>
            </a:pPr>
            <a:r>
              <a:rPr lang="en-US" sz="1600" dirty="0" err="1">
                <a:solidFill>
                  <a:schemeClr val="tx1">
                    <a:alpha val="80000"/>
                  </a:schemeClr>
                </a:solidFill>
              </a:rPr>
              <a:t>Önce</a:t>
            </a:r>
            <a:r>
              <a:rPr lang="en-US" sz="1600" spc="-40" dirty="0">
                <a:solidFill>
                  <a:schemeClr val="tx1">
                    <a:alpha val="80000"/>
                  </a:schemeClr>
                </a:solidFill>
              </a:rPr>
              <a:t> </a:t>
            </a:r>
            <a:r>
              <a:rPr lang="en-US" sz="1600" dirty="0">
                <a:solidFill>
                  <a:schemeClr val="tx1">
                    <a:alpha val="80000"/>
                  </a:schemeClr>
                </a:solidFill>
              </a:rPr>
              <a:t>kart</a:t>
            </a:r>
            <a:r>
              <a:rPr lang="en-US" sz="1600" spc="-35" dirty="0">
                <a:solidFill>
                  <a:schemeClr val="tx1">
                    <a:alpha val="80000"/>
                  </a:schemeClr>
                </a:solidFill>
              </a:rPr>
              <a:t> </a:t>
            </a:r>
            <a:r>
              <a:rPr lang="en-US" sz="1600" dirty="0" err="1">
                <a:solidFill>
                  <a:schemeClr val="tx1">
                    <a:alpha val="80000"/>
                  </a:schemeClr>
                </a:solidFill>
              </a:rPr>
              <a:t>sonra</a:t>
            </a:r>
            <a:r>
              <a:rPr lang="en-US" sz="1600" spc="-65" dirty="0">
                <a:solidFill>
                  <a:schemeClr val="tx1">
                    <a:alpha val="80000"/>
                  </a:schemeClr>
                </a:solidFill>
              </a:rPr>
              <a:t> </a:t>
            </a:r>
            <a:r>
              <a:rPr lang="en-US" sz="1600" dirty="0">
                <a:solidFill>
                  <a:schemeClr val="tx1">
                    <a:alpha val="80000"/>
                  </a:schemeClr>
                </a:solidFill>
              </a:rPr>
              <a:t>para?</a:t>
            </a:r>
          </a:p>
          <a:p>
            <a:pPr marL="332105" marR="5080" indent="-228600">
              <a:lnSpc>
                <a:spcPct val="90000"/>
              </a:lnSpc>
              <a:spcBef>
                <a:spcPts val="710"/>
              </a:spcBef>
              <a:buClr>
                <a:srgbClr val="C0504D"/>
              </a:buClr>
              <a:buSzPct val="60344"/>
              <a:buFont typeface="Arial" panose="020B0604020202020204" pitchFamily="34" charset="0"/>
              <a:buChar char="•"/>
              <a:tabLst>
                <a:tab pos="332105" algn="l"/>
                <a:tab pos="332740" algn="l"/>
              </a:tabLst>
            </a:pPr>
            <a:r>
              <a:rPr lang="en-US" sz="1600" dirty="0">
                <a:solidFill>
                  <a:schemeClr val="tx1">
                    <a:alpha val="80000"/>
                  </a:schemeClr>
                </a:solidFill>
              </a:rPr>
              <a:t>Kart</a:t>
            </a:r>
            <a:r>
              <a:rPr lang="en-US" sz="1600" spc="-65" dirty="0">
                <a:solidFill>
                  <a:schemeClr val="tx1">
                    <a:alpha val="80000"/>
                  </a:schemeClr>
                </a:solidFill>
              </a:rPr>
              <a:t> </a:t>
            </a:r>
            <a:r>
              <a:rPr lang="en-US" sz="1600" spc="-5" dirty="0" err="1">
                <a:solidFill>
                  <a:schemeClr val="tx1">
                    <a:alpha val="80000"/>
                  </a:schemeClr>
                </a:solidFill>
              </a:rPr>
              <a:t>unutmanın</a:t>
            </a:r>
            <a:r>
              <a:rPr lang="en-US" sz="1600" spc="-60" dirty="0">
                <a:solidFill>
                  <a:schemeClr val="tx1">
                    <a:alpha val="80000"/>
                  </a:schemeClr>
                </a:solidFill>
              </a:rPr>
              <a:t> </a:t>
            </a:r>
            <a:r>
              <a:rPr lang="en-US" sz="1600" dirty="0" err="1">
                <a:solidFill>
                  <a:schemeClr val="tx1">
                    <a:alpha val="80000"/>
                  </a:schemeClr>
                </a:solidFill>
              </a:rPr>
              <a:t>maliyeti</a:t>
            </a:r>
            <a:r>
              <a:rPr lang="en-US" sz="1600" dirty="0">
                <a:solidFill>
                  <a:schemeClr val="tx1">
                    <a:alpha val="80000"/>
                  </a:schemeClr>
                </a:solidFill>
              </a:rPr>
              <a:t> </a:t>
            </a:r>
          </a:p>
          <a:p>
            <a:pPr marL="332105" marR="5080" indent="-228600">
              <a:lnSpc>
                <a:spcPct val="90000"/>
              </a:lnSpc>
              <a:spcBef>
                <a:spcPts val="710"/>
              </a:spcBef>
              <a:buClr>
                <a:srgbClr val="C0504D"/>
              </a:buClr>
              <a:buSzPct val="60344"/>
              <a:buFont typeface="Arial" panose="020B0604020202020204" pitchFamily="34" charset="0"/>
              <a:buChar char="•"/>
              <a:tabLst>
                <a:tab pos="332105" algn="l"/>
                <a:tab pos="332740" algn="l"/>
              </a:tabLst>
            </a:pPr>
            <a:r>
              <a:rPr lang="en-US" sz="1600" spc="-790" dirty="0">
                <a:solidFill>
                  <a:schemeClr val="tx1">
                    <a:alpha val="80000"/>
                  </a:schemeClr>
                </a:solidFill>
              </a:rPr>
              <a:t> </a:t>
            </a:r>
            <a:r>
              <a:rPr lang="en-US" sz="1600" dirty="0">
                <a:solidFill>
                  <a:schemeClr val="tx1">
                    <a:alpha val="80000"/>
                  </a:schemeClr>
                </a:solidFill>
              </a:rPr>
              <a:t>US$2-4.5</a:t>
            </a:r>
            <a:r>
              <a:rPr lang="en-US" sz="1600" spc="-40" dirty="0">
                <a:solidFill>
                  <a:schemeClr val="tx1">
                    <a:alpha val="80000"/>
                  </a:schemeClr>
                </a:solidFill>
              </a:rPr>
              <a:t> </a:t>
            </a:r>
            <a:r>
              <a:rPr lang="en-US" sz="1600" dirty="0" err="1">
                <a:solidFill>
                  <a:schemeClr val="tx1">
                    <a:alpha val="80000"/>
                  </a:schemeClr>
                </a:solidFill>
              </a:rPr>
              <a:t>milyon</a:t>
            </a:r>
            <a:endParaRPr lang="en-US" sz="1600" dirty="0">
              <a:solidFill>
                <a:schemeClr val="tx1">
                  <a:alpha val="80000"/>
                </a:schemeClr>
              </a:solidFill>
            </a:endParaRPr>
          </a:p>
          <a:p>
            <a:pPr marL="332105" marR="339090" indent="-228600">
              <a:lnSpc>
                <a:spcPct val="90000"/>
              </a:lnSpc>
              <a:spcBef>
                <a:spcPts val="700"/>
              </a:spcBef>
              <a:buClr>
                <a:srgbClr val="C0504D"/>
              </a:buClr>
              <a:buSzPct val="60344"/>
              <a:buFont typeface="Arial" panose="020B0604020202020204" pitchFamily="34" charset="0"/>
              <a:buChar char="•"/>
              <a:tabLst>
                <a:tab pos="332105" algn="l"/>
                <a:tab pos="332740" algn="l"/>
              </a:tabLst>
            </a:pPr>
            <a:r>
              <a:rPr lang="en-US" sz="1600" dirty="0" err="1">
                <a:solidFill>
                  <a:schemeClr val="tx1">
                    <a:alpha val="80000"/>
                  </a:schemeClr>
                </a:solidFill>
              </a:rPr>
              <a:t>Sizin</a:t>
            </a:r>
            <a:r>
              <a:rPr lang="en-US" sz="1600" spc="-40" dirty="0">
                <a:solidFill>
                  <a:schemeClr val="tx1">
                    <a:alpha val="80000"/>
                  </a:schemeClr>
                </a:solidFill>
              </a:rPr>
              <a:t> </a:t>
            </a:r>
            <a:r>
              <a:rPr lang="en-US" sz="1600" spc="-5" dirty="0" err="1">
                <a:solidFill>
                  <a:schemeClr val="tx1">
                    <a:alpha val="80000"/>
                  </a:schemeClr>
                </a:solidFill>
              </a:rPr>
              <a:t>bankanızın</a:t>
            </a:r>
            <a:r>
              <a:rPr lang="en-US" sz="1600" spc="-195" dirty="0">
                <a:solidFill>
                  <a:schemeClr val="tx1">
                    <a:alpha val="80000"/>
                  </a:schemeClr>
                </a:solidFill>
              </a:rPr>
              <a:t> </a:t>
            </a:r>
            <a:r>
              <a:rPr lang="en-US" sz="1600" spc="-75" dirty="0">
                <a:solidFill>
                  <a:schemeClr val="tx1">
                    <a:alpha val="80000"/>
                  </a:schemeClr>
                </a:solidFill>
              </a:rPr>
              <a:t>ATM </a:t>
            </a:r>
            <a:r>
              <a:rPr lang="en-US" sz="1600" spc="-790" dirty="0">
                <a:solidFill>
                  <a:schemeClr val="tx1">
                    <a:alpha val="80000"/>
                  </a:schemeClr>
                </a:solidFill>
              </a:rPr>
              <a:t> </a:t>
            </a:r>
            <a:r>
              <a:rPr lang="en-US" sz="1600" dirty="0" err="1">
                <a:solidFill>
                  <a:schemeClr val="tx1">
                    <a:alpha val="80000"/>
                  </a:schemeClr>
                </a:solidFill>
              </a:rPr>
              <a:t>sistemi</a:t>
            </a:r>
            <a:r>
              <a:rPr lang="en-US" sz="1600" spc="-25" dirty="0">
                <a:solidFill>
                  <a:schemeClr val="tx1">
                    <a:alpha val="80000"/>
                  </a:schemeClr>
                </a:solidFill>
              </a:rPr>
              <a:t> </a:t>
            </a:r>
            <a:r>
              <a:rPr lang="en-US" sz="1600" spc="-10" dirty="0" err="1">
                <a:solidFill>
                  <a:schemeClr val="tx1">
                    <a:alpha val="80000"/>
                  </a:schemeClr>
                </a:solidFill>
              </a:rPr>
              <a:t>nasıl</a:t>
            </a:r>
            <a:r>
              <a:rPr lang="en-US" sz="1600" spc="-10" dirty="0">
                <a:solidFill>
                  <a:schemeClr val="tx1">
                    <a:alpha val="80000"/>
                  </a:schemeClr>
                </a:solidFill>
              </a:rPr>
              <a:t>?</a:t>
            </a:r>
            <a:endParaRPr lang="en-US" sz="1600" dirty="0">
              <a:solidFill>
                <a:schemeClr val="tx1">
                  <a:alpha val="80000"/>
                </a:schemeClr>
              </a:solidFill>
            </a:endParaRPr>
          </a:p>
        </p:txBody>
      </p:sp>
      <p:cxnSp>
        <p:nvCxnSpPr>
          <p:cNvPr id="53" name="Straight Connector 52">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016060"/>
            <a:ext cx="0" cy="2698940"/>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401953"/>
            <a:ext cx="9143997" cy="1325618"/>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01953"/>
            <a:ext cx="6086475" cy="132561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01953"/>
            <a:ext cx="9143998" cy="1325618"/>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24785" y="4575809"/>
            <a:ext cx="5221554" cy="966000"/>
          </a:xfrm>
          <a:prstGeom prst="rect">
            <a:avLst/>
          </a:prstGeom>
        </p:spPr>
        <p:txBody>
          <a:bodyPr vert="horz" lIns="91440" tIns="45720" rIns="91440" bIns="45720" rtlCol="0" anchor="ctr">
            <a:normAutofit/>
          </a:bodyPr>
          <a:lstStyle/>
          <a:p>
            <a:pPr marL="12700" algn="l" rtl="0">
              <a:lnSpc>
                <a:spcPct val="90000"/>
              </a:lnSpc>
              <a:spcBef>
                <a:spcPct val="0"/>
              </a:spcBef>
            </a:pPr>
            <a:r>
              <a:rPr lang="en-US" sz="3200" kern="1200" spc="-15">
                <a:solidFill>
                  <a:srgbClr val="FFFFFF"/>
                </a:solidFill>
                <a:latin typeface="+mj-lt"/>
                <a:ea typeface="+mj-ea"/>
                <a:cs typeface="+mj-cs"/>
              </a:rPr>
              <a:t>Alışveriş</a:t>
            </a:r>
            <a:r>
              <a:rPr lang="en-US" sz="3200" kern="1200" spc="-50">
                <a:solidFill>
                  <a:srgbClr val="FFFFFF"/>
                </a:solidFill>
                <a:latin typeface="+mj-lt"/>
                <a:ea typeface="+mj-ea"/>
                <a:cs typeface="+mj-cs"/>
              </a:rPr>
              <a:t> </a:t>
            </a:r>
            <a:r>
              <a:rPr lang="en-US" sz="3200" kern="1200" spc="-10">
                <a:solidFill>
                  <a:srgbClr val="FFFFFF"/>
                </a:solidFill>
                <a:latin typeface="+mj-lt"/>
                <a:ea typeface="+mj-ea"/>
                <a:cs typeface="+mj-cs"/>
              </a:rPr>
              <a:t>Sitesi</a:t>
            </a:r>
            <a:endParaRPr lang="en-US" sz="3200" kern="1200">
              <a:solidFill>
                <a:srgbClr val="FFFFFF"/>
              </a:solidFill>
              <a:latin typeface="+mj-lt"/>
              <a:ea typeface="+mj-ea"/>
              <a:cs typeface="+mj-cs"/>
            </a:endParaRPr>
          </a:p>
        </p:txBody>
      </p:sp>
      <p:pic>
        <p:nvPicPr>
          <p:cNvPr id="3" name="object 3"/>
          <p:cNvPicPr/>
          <p:nvPr/>
        </p:nvPicPr>
        <p:blipFill>
          <a:blip r:embed="rId2" cstate="print"/>
          <a:stretch>
            <a:fillRect/>
          </a:stretch>
        </p:blipFill>
        <p:spPr>
          <a:xfrm>
            <a:off x="1073588" y="325693"/>
            <a:ext cx="7066287" cy="376592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8086" y="0"/>
            <a:ext cx="5565913" cy="5714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490349" y="508000"/>
            <a:ext cx="3105011" cy="1109032"/>
          </a:xfrm>
          <a:prstGeom prst="rect">
            <a:avLst/>
          </a:prstGeom>
        </p:spPr>
        <p:txBody>
          <a:bodyPr vert="horz" lIns="91440" tIns="45720" rIns="91440" bIns="45720" rtlCol="0" anchor="ctr">
            <a:normAutofit/>
          </a:bodyPr>
          <a:lstStyle/>
          <a:p>
            <a:pPr marL="12700" algn="l" rtl="0">
              <a:lnSpc>
                <a:spcPct val="90000"/>
              </a:lnSpc>
              <a:spcBef>
                <a:spcPct val="0"/>
              </a:spcBef>
            </a:pPr>
            <a:r>
              <a:rPr lang="en-US" sz="3400" kern="1200" spc="-10">
                <a:solidFill>
                  <a:schemeClr val="tx1"/>
                </a:solidFill>
                <a:latin typeface="+mj-lt"/>
                <a:cs typeface="+mj-cs"/>
              </a:rPr>
              <a:t>Ölümcül</a:t>
            </a:r>
            <a:r>
              <a:rPr lang="en-US" sz="3400" kern="1200" spc="-20">
                <a:solidFill>
                  <a:schemeClr val="tx1"/>
                </a:solidFill>
                <a:latin typeface="+mj-lt"/>
                <a:cs typeface="+mj-cs"/>
              </a:rPr>
              <a:t> </a:t>
            </a:r>
            <a:r>
              <a:rPr lang="en-US" sz="3400" kern="1200" spc="-50">
                <a:solidFill>
                  <a:schemeClr val="tx1"/>
                </a:solidFill>
                <a:latin typeface="+mj-lt"/>
                <a:cs typeface="+mj-cs"/>
              </a:rPr>
              <a:t>Tasarım</a:t>
            </a:r>
            <a:r>
              <a:rPr lang="en-US" sz="3400" kern="1200" spc="15">
                <a:solidFill>
                  <a:schemeClr val="tx1"/>
                </a:solidFill>
                <a:latin typeface="+mj-lt"/>
                <a:cs typeface="+mj-cs"/>
              </a:rPr>
              <a:t> </a:t>
            </a:r>
            <a:r>
              <a:rPr lang="en-US" sz="3400" kern="1200" spc="-15">
                <a:solidFill>
                  <a:schemeClr val="tx1"/>
                </a:solidFill>
                <a:latin typeface="+mj-lt"/>
                <a:cs typeface="+mj-cs"/>
              </a:rPr>
              <a:t>problemi:</a:t>
            </a:r>
            <a:endParaRPr lang="en-US" sz="3400" kern="1200">
              <a:solidFill>
                <a:schemeClr val="tx1"/>
              </a:solidFill>
              <a:latin typeface="+mj-lt"/>
              <a:cs typeface="+mj-cs"/>
            </a:endParaRPr>
          </a:p>
        </p:txBody>
      </p:sp>
      <p:pic>
        <p:nvPicPr>
          <p:cNvPr id="4" name="object 4"/>
          <p:cNvPicPr/>
          <p:nvPr/>
        </p:nvPicPr>
        <p:blipFill>
          <a:blip r:embed="rId2" cstate="print"/>
          <a:srcRect l="19121" r="16225" b="-4"/>
          <a:stretch/>
        </p:blipFill>
        <p:spPr>
          <a:xfrm>
            <a:off x="20" y="10"/>
            <a:ext cx="5176278" cy="5714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object 3"/>
          <p:cNvSpPr txBox="1"/>
          <p:nvPr/>
        </p:nvSpPr>
        <p:spPr>
          <a:xfrm>
            <a:off x="4800600" y="1828418"/>
            <a:ext cx="3794758" cy="3257155"/>
          </a:xfrm>
          <a:prstGeom prst="rect">
            <a:avLst/>
          </a:prstGeom>
        </p:spPr>
        <p:txBody>
          <a:bodyPr vert="horz" lIns="91440" tIns="45720" rIns="91440" bIns="45720" rtlCol="0">
            <a:normAutofit/>
          </a:bodyPr>
          <a:lstStyle/>
          <a:p>
            <a:pPr marL="12700" indent="-228600">
              <a:lnSpc>
                <a:spcPct val="90000"/>
              </a:lnSpc>
              <a:spcBef>
                <a:spcPts val="695"/>
              </a:spcBef>
              <a:buFont typeface="Arial" panose="020B0604020202020204" pitchFamily="34" charset="0"/>
              <a:buChar char="•"/>
            </a:pPr>
            <a:r>
              <a:rPr lang="en-US" sz="1600" spc="-5" dirty="0"/>
              <a:t>USS</a:t>
            </a:r>
            <a:r>
              <a:rPr lang="en-US" sz="1600" spc="-15" dirty="0"/>
              <a:t> </a:t>
            </a:r>
            <a:r>
              <a:rPr lang="en-US" sz="1600" spc="-10" dirty="0"/>
              <a:t>Vincennes</a:t>
            </a:r>
            <a:r>
              <a:rPr lang="en-US" sz="1600" spc="15" dirty="0"/>
              <a:t> </a:t>
            </a:r>
            <a:r>
              <a:rPr lang="en-US" sz="1600" spc="-5" dirty="0"/>
              <a:t>(1988)</a:t>
            </a:r>
            <a:endParaRPr lang="en-US" sz="1600" dirty="0"/>
          </a:p>
          <a:p>
            <a:pPr marL="756285" indent="-228600">
              <a:lnSpc>
                <a:spcPct val="90000"/>
              </a:lnSpc>
              <a:spcBef>
                <a:spcPts val="445"/>
              </a:spcBef>
              <a:buFont typeface="Arial" panose="020B0604020202020204" pitchFamily="34" charset="0"/>
              <a:buChar char="•"/>
              <a:tabLst>
                <a:tab pos="756285" algn="l"/>
                <a:tab pos="756920" algn="l"/>
              </a:tabLst>
            </a:pPr>
            <a:r>
              <a:rPr lang="tr-TR" sz="1600" dirty="0"/>
              <a:t>3</a:t>
            </a:r>
            <a:r>
              <a:rPr lang="tr-TR" sz="1600" spc="-40" dirty="0"/>
              <a:t> </a:t>
            </a:r>
            <a:r>
              <a:rPr lang="tr-TR" sz="1600" spc="-190" dirty="0"/>
              <a:t>T</a:t>
            </a:r>
            <a:r>
              <a:rPr lang="tr-TR" sz="1600" spc="-5" dirty="0"/>
              <a:t>emm</a:t>
            </a:r>
            <a:r>
              <a:rPr lang="tr-TR" sz="1600" spc="-10" dirty="0"/>
              <a:t>u</a:t>
            </a:r>
            <a:r>
              <a:rPr lang="tr-TR" sz="1600" dirty="0"/>
              <a:t>z </a:t>
            </a:r>
            <a:r>
              <a:rPr lang="tr-TR" sz="1600" spc="-5" dirty="0"/>
              <a:t>1</a:t>
            </a:r>
            <a:r>
              <a:rPr lang="tr-TR" sz="1600" spc="-10" dirty="0"/>
              <a:t>9</a:t>
            </a:r>
            <a:r>
              <a:rPr lang="tr-TR" sz="1600" spc="-5" dirty="0"/>
              <a:t>8</a:t>
            </a:r>
            <a:r>
              <a:rPr lang="tr-TR" sz="1600" spc="-10" dirty="0"/>
              <a:t>8, İran </a:t>
            </a:r>
            <a:r>
              <a:rPr lang="tr-TR" sz="1600" dirty="0"/>
              <a:t>körf</a:t>
            </a:r>
            <a:r>
              <a:rPr lang="tr-TR" sz="1600" spc="-10" dirty="0"/>
              <a:t>e</a:t>
            </a:r>
            <a:r>
              <a:rPr lang="tr-TR" sz="1600" dirty="0"/>
              <a:t>zi</a:t>
            </a:r>
          </a:p>
          <a:p>
            <a:pPr marL="756285" marR="323850" indent="-228600">
              <a:lnSpc>
                <a:spcPct val="90000"/>
              </a:lnSpc>
              <a:spcBef>
                <a:spcPts val="430"/>
              </a:spcBef>
              <a:buFont typeface="Arial" panose="020B0604020202020204" pitchFamily="34" charset="0"/>
              <a:buChar char="•"/>
              <a:tabLst>
                <a:tab pos="756285" algn="l"/>
                <a:tab pos="756920" algn="l"/>
              </a:tabLst>
            </a:pPr>
            <a:r>
              <a:rPr lang="tr-TR" sz="1600" spc="-5" dirty="0"/>
              <a:t>Bir</a:t>
            </a:r>
            <a:r>
              <a:rPr lang="tr-TR" sz="1600" spc="-15" dirty="0"/>
              <a:t> </a:t>
            </a:r>
            <a:r>
              <a:rPr lang="tr-TR" sz="1600" spc="-10" dirty="0"/>
              <a:t>uçağın</a:t>
            </a:r>
            <a:r>
              <a:rPr lang="tr-TR" sz="1600" spc="10" dirty="0"/>
              <a:t> </a:t>
            </a:r>
            <a:r>
              <a:rPr lang="tr-TR" sz="1600" spc="-150" dirty="0"/>
              <a:t>yaklaştığına</a:t>
            </a:r>
            <a:r>
              <a:rPr lang="tr-TR" sz="1600" spc="35" dirty="0"/>
              <a:t> </a:t>
            </a:r>
            <a:r>
              <a:rPr lang="tr-TR" sz="1600" spc="-5" dirty="0"/>
              <a:t>dair</a:t>
            </a:r>
            <a:r>
              <a:rPr lang="tr-TR" sz="1600" dirty="0"/>
              <a:t> </a:t>
            </a:r>
            <a:r>
              <a:rPr lang="tr-TR" sz="1600" spc="-5" dirty="0"/>
              <a:t>bilgi </a:t>
            </a:r>
            <a:r>
              <a:rPr lang="tr-TR" sz="1600" spc="-484" dirty="0"/>
              <a:t> </a:t>
            </a:r>
            <a:r>
              <a:rPr lang="tr-TR" sz="1600" spc="-10" dirty="0"/>
              <a:t>geliyor</a:t>
            </a:r>
            <a:endParaRPr lang="tr-TR" sz="1600" dirty="0"/>
          </a:p>
          <a:p>
            <a:pPr marL="756285" indent="-228600">
              <a:lnSpc>
                <a:spcPct val="90000"/>
              </a:lnSpc>
              <a:spcBef>
                <a:spcPts val="434"/>
              </a:spcBef>
              <a:buFont typeface="Arial" panose="020B0604020202020204" pitchFamily="34" charset="0"/>
              <a:buChar char="•"/>
              <a:tabLst>
                <a:tab pos="756285" algn="l"/>
                <a:tab pos="756920" algn="l"/>
              </a:tabLst>
            </a:pPr>
            <a:r>
              <a:rPr lang="tr-TR" sz="1600" spc="-5" dirty="0"/>
              <a:t>Mürettebat</a:t>
            </a:r>
            <a:r>
              <a:rPr lang="tr-TR" sz="1600" spc="-15" dirty="0"/>
              <a:t> </a:t>
            </a:r>
            <a:r>
              <a:rPr lang="tr-TR" sz="1600" spc="-5" dirty="0"/>
              <a:t>karasız </a:t>
            </a:r>
            <a:r>
              <a:rPr lang="tr-TR" sz="1600" spc="-10" dirty="0"/>
              <a:t>kalıyor</a:t>
            </a:r>
            <a:r>
              <a:rPr lang="tr-TR" sz="1600" spc="30" dirty="0"/>
              <a:t> </a:t>
            </a:r>
            <a:r>
              <a:rPr lang="tr-TR" sz="1600" spc="-5" dirty="0"/>
              <a:t>uçak</a:t>
            </a:r>
            <a:r>
              <a:rPr lang="tr-TR" sz="1600" dirty="0"/>
              <a:t> </a:t>
            </a:r>
            <a:r>
              <a:rPr lang="tr-TR" sz="1600" spc="-10" dirty="0"/>
              <a:t>alçalıyor</a:t>
            </a:r>
            <a:r>
              <a:rPr lang="tr-TR" sz="1600" spc="40" dirty="0"/>
              <a:t> </a:t>
            </a:r>
            <a:r>
              <a:rPr lang="tr-TR" sz="1600" spc="-5" dirty="0"/>
              <a:t>mu </a:t>
            </a:r>
            <a:r>
              <a:rPr lang="tr-TR" sz="1600" spc="-10" dirty="0"/>
              <a:t>yükseliyor</a:t>
            </a:r>
            <a:r>
              <a:rPr lang="tr-TR" sz="1600" spc="60" dirty="0"/>
              <a:t> </a:t>
            </a:r>
            <a:r>
              <a:rPr lang="tr-TR" sz="1600" spc="-5" dirty="0"/>
              <a:t>mu?</a:t>
            </a:r>
            <a:endParaRPr lang="tr-TR" sz="1600" dirty="0"/>
          </a:p>
          <a:p>
            <a:pPr marL="756285" indent="-228600">
              <a:lnSpc>
                <a:spcPct val="90000"/>
              </a:lnSpc>
              <a:spcBef>
                <a:spcPts val="430"/>
              </a:spcBef>
              <a:buFont typeface="Arial" panose="020B0604020202020204" pitchFamily="34" charset="0"/>
              <a:buChar char="•"/>
              <a:tabLst>
                <a:tab pos="756920" algn="l"/>
              </a:tabLst>
            </a:pPr>
            <a:r>
              <a:rPr lang="tr-TR" sz="1600" spc="-5" dirty="0"/>
              <a:t>Hızlı</a:t>
            </a:r>
            <a:r>
              <a:rPr lang="tr-TR" sz="1600" spc="-10" dirty="0"/>
              <a:t> </a:t>
            </a:r>
            <a:r>
              <a:rPr lang="tr-TR" sz="1600" spc="-5" dirty="0"/>
              <a:t>karar</a:t>
            </a:r>
            <a:r>
              <a:rPr lang="tr-TR" sz="1600" spc="-10" dirty="0"/>
              <a:t> </a:t>
            </a:r>
            <a:r>
              <a:rPr lang="tr-TR" sz="1600" spc="-5" dirty="0"/>
              <a:t>verilmeli</a:t>
            </a:r>
            <a:endParaRPr lang="tr-TR" sz="1600" dirty="0"/>
          </a:p>
          <a:p>
            <a:pPr marL="756285" marR="5080" indent="-228600">
              <a:lnSpc>
                <a:spcPct val="90000"/>
              </a:lnSpc>
              <a:spcBef>
                <a:spcPts val="434"/>
              </a:spcBef>
              <a:buFont typeface="Arial" panose="020B0604020202020204" pitchFamily="34" charset="0"/>
              <a:buChar char="•"/>
              <a:tabLst>
                <a:tab pos="756920" algn="l"/>
              </a:tabLst>
            </a:pPr>
            <a:r>
              <a:rPr lang="tr-TR" sz="1600" spc="-5" dirty="0"/>
              <a:t>N</a:t>
            </a:r>
            <a:r>
              <a:rPr lang="tr-TR" sz="1600" spc="-10" dirty="0"/>
              <a:t>o</a:t>
            </a:r>
            <a:r>
              <a:rPr lang="tr-TR" sz="1600" dirty="0"/>
              <a:t>rmal</a:t>
            </a:r>
            <a:r>
              <a:rPr lang="tr-TR" sz="1600" spc="5" dirty="0"/>
              <a:t> </a:t>
            </a:r>
            <a:r>
              <a:rPr lang="tr-TR" sz="1600" spc="-5" dirty="0"/>
              <a:t>uç</a:t>
            </a:r>
            <a:r>
              <a:rPr lang="tr-TR" sz="1600" spc="-10" dirty="0"/>
              <a:t>u</a:t>
            </a:r>
            <a:r>
              <a:rPr lang="tr-TR" sz="1600" spc="-900" dirty="0"/>
              <a:t>ş</a:t>
            </a:r>
            <a:r>
              <a:rPr lang="tr-TR" sz="1600" dirty="0"/>
              <a:t>  kori</a:t>
            </a:r>
            <a:r>
              <a:rPr lang="tr-TR" sz="1600" spc="-10" dirty="0"/>
              <a:t>d</a:t>
            </a:r>
            <a:r>
              <a:rPr lang="tr-TR" sz="1600" spc="-5" dirty="0"/>
              <a:t>or</a:t>
            </a:r>
            <a:r>
              <a:rPr lang="tr-TR" sz="1600" spc="-10" dirty="0"/>
              <a:t>u</a:t>
            </a:r>
            <a:r>
              <a:rPr lang="tr-TR" sz="1600" spc="-5" dirty="0"/>
              <a:t>n</a:t>
            </a:r>
            <a:r>
              <a:rPr lang="tr-TR" sz="1600" dirty="0"/>
              <a:t>u</a:t>
            </a:r>
            <a:r>
              <a:rPr lang="tr-TR" sz="1600" spc="15" dirty="0"/>
              <a:t> </a:t>
            </a:r>
            <a:r>
              <a:rPr lang="tr-TR" sz="1600" dirty="0"/>
              <a:t>takip</a:t>
            </a:r>
            <a:r>
              <a:rPr lang="tr-TR" sz="1600" spc="5" dirty="0"/>
              <a:t> </a:t>
            </a:r>
            <a:r>
              <a:rPr lang="tr-TR" sz="1600" spc="-5" dirty="0"/>
              <a:t>e</a:t>
            </a:r>
            <a:r>
              <a:rPr lang="tr-TR" sz="1600" spc="-10" dirty="0"/>
              <a:t>d</a:t>
            </a:r>
            <a:r>
              <a:rPr lang="tr-TR" sz="1600" spc="-5" dirty="0"/>
              <a:t>en  </a:t>
            </a:r>
            <a:r>
              <a:rPr lang="tr-TR" sz="1600" spc="-10" dirty="0"/>
              <a:t>b</a:t>
            </a:r>
            <a:r>
              <a:rPr lang="tr-TR" sz="1600" spc="-5" dirty="0"/>
              <a:t>i</a:t>
            </a:r>
            <a:r>
              <a:rPr lang="tr-TR" sz="1600" dirty="0"/>
              <a:t>r İran</a:t>
            </a:r>
            <a:r>
              <a:rPr lang="tr-TR" sz="1600" spc="-10" dirty="0"/>
              <a:t> </a:t>
            </a:r>
            <a:r>
              <a:rPr lang="tr-TR" sz="1600" spc="-25" dirty="0"/>
              <a:t>y</a:t>
            </a:r>
            <a:r>
              <a:rPr lang="tr-TR" sz="1600" spc="-10" dirty="0"/>
              <a:t>o</a:t>
            </a:r>
            <a:r>
              <a:rPr lang="tr-TR" sz="1600" spc="-5" dirty="0"/>
              <a:t>lc</a:t>
            </a:r>
            <a:r>
              <a:rPr lang="tr-TR" sz="1600" dirty="0"/>
              <a:t>u</a:t>
            </a:r>
            <a:r>
              <a:rPr lang="tr-TR" sz="1600" spc="25" dirty="0"/>
              <a:t> uçağı</a:t>
            </a:r>
            <a:r>
              <a:rPr lang="tr-TR" sz="1600" dirty="0"/>
              <a:t> düşürüldü:</a:t>
            </a:r>
            <a:r>
              <a:rPr lang="tr-TR" sz="1600" spc="30" dirty="0"/>
              <a:t> </a:t>
            </a:r>
          </a:p>
          <a:p>
            <a:pPr marL="756285" marR="5080" indent="-228600">
              <a:lnSpc>
                <a:spcPct val="90000"/>
              </a:lnSpc>
              <a:spcBef>
                <a:spcPts val="434"/>
              </a:spcBef>
              <a:buFont typeface="Arial" panose="020B0604020202020204" pitchFamily="34" charset="0"/>
              <a:buChar char="•"/>
              <a:tabLst>
                <a:tab pos="756920" algn="l"/>
              </a:tabLst>
            </a:pPr>
            <a:r>
              <a:rPr lang="tr-TR" sz="1600" spc="-10" dirty="0"/>
              <a:t>29</a:t>
            </a:r>
            <a:r>
              <a:rPr lang="tr-TR" sz="1600" dirty="0"/>
              <a:t>0  can</a:t>
            </a:r>
            <a:r>
              <a:rPr lang="tr-TR" sz="1600" spc="-15" dirty="0"/>
              <a:t> </a:t>
            </a:r>
            <a:r>
              <a:rPr lang="tr-TR" sz="1600" spc="-10" dirty="0"/>
              <a:t>kaybı</a:t>
            </a:r>
            <a:endParaRPr lang="tr-TR"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80060" y="271140"/>
            <a:ext cx="3276451" cy="1630701"/>
          </a:xfrm>
          <a:prstGeom prst="rect">
            <a:avLst/>
          </a:prstGeom>
        </p:spPr>
        <p:txBody>
          <a:bodyPr vert="horz" lIns="91440" tIns="45720" rIns="91440" bIns="45720" rtlCol="0" anchor="b">
            <a:normAutofit/>
          </a:bodyPr>
          <a:lstStyle/>
          <a:p>
            <a:pPr marL="12700" algn="l" rtl="0">
              <a:lnSpc>
                <a:spcPct val="90000"/>
              </a:lnSpc>
              <a:spcBef>
                <a:spcPct val="0"/>
              </a:spcBef>
            </a:pPr>
            <a:r>
              <a:rPr lang="en-US" sz="3700" kern="1200" spc="-10">
                <a:solidFill>
                  <a:schemeClr val="tx1"/>
                </a:solidFill>
                <a:latin typeface="+mj-lt"/>
                <a:cs typeface="+mj-cs"/>
              </a:rPr>
              <a:t>Ölümcül</a:t>
            </a:r>
            <a:r>
              <a:rPr lang="en-US" sz="3700" kern="1200" spc="-20">
                <a:solidFill>
                  <a:schemeClr val="tx1"/>
                </a:solidFill>
                <a:latin typeface="+mj-lt"/>
                <a:cs typeface="+mj-cs"/>
              </a:rPr>
              <a:t> </a:t>
            </a:r>
            <a:r>
              <a:rPr lang="en-US" sz="3700" kern="1200" spc="-50">
                <a:solidFill>
                  <a:schemeClr val="tx1"/>
                </a:solidFill>
                <a:latin typeface="+mj-lt"/>
                <a:cs typeface="+mj-cs"/>
              </a:rPr>
              <a:t>Tasarım</a:t>
            </a:r>
            <a:r>
              <a:rPr lang="en-US" sz="3700" kern="1200" spc="15">
                <a:solidFill>
                  <a:schemeClr val="tx1"/>
                </a:solidFill>
                <a:latin typeface="+mj-lt"/>
                <a:cs typeface="+mj-cs"/>
              </a:rPr>
              <a:t> </a:t>
            </a:r>
            <a:r>
              <a:rPr lang="en-US" sz="3700" kern="1200" spc="-15">
                <a:solidFill>
                  <a:schemeClr val="tx1"/>
                </a:solidFill>
                <a:latin typeface="+mj-lt"/>
                <a:cs typeface="+mj-cs"/>
              </a:rPr>
              <a:t>problemi:</a:t>
            </a:r>
            <a:endParaRPr lang="en-US" sz="3700" kern="1200">
              <a:solidFill>
                <a:schemeClr val="tx1"/>
              </a:solidFill>
              <a:latin typeface="+mj-lt"/>
              <a:cs typeface="+mj-cs"/>
            </a:endParaRP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155828"/>
            <a:ext cx="2606040" cy="15240"/>
          </a:xfrm>
          <a:custGeom>
            <a:avLst/>
            <a:gdLst>
              <a:gd name="connsiteX0" fmla="*/ 0 w 2606040"/>
              <a:gd name="connsiteY0" fmla="*/ 0 h 15240"/>
              <a:gd name="connsiteX1" fmla="*/ 625450 w 2606040"/>
              <a:gd name="connsiteY1" fmla="*/ 0 h 15240"/>
              <a:gd name="connsiteX2" fmla="*/ 1224839 w 2606040"/>
              <a:gd name="connsiteY2" fmla="*/ 0 h 15240"/>
              <a:gd name="connsiteX3" fmla="*/ 1824228 w 2606040"/>
              <a:gd name="connsiteY3" fmla="*/ 0 h 15240"/>
              <a:gd name="connsiteX4" fmla="*/ 2606040 w 2606040"/>
              <a:gd name="connsiteY4" fmla="*/ 0 h 15240"/>
              <a:gd name="connsiteX5" fmla="*/ 2606040 w 2606040"/>
              <a:gd name="connsiteY5" fmla="*/ 15240 h 15240"/>
              <a:gd name="connsiteX6" fmla="*/ 1902409 w 2606040"/>
              <a:gd name="connsiteY6" fmla="*/ 15240 h 15240"/>
              <a:gd name="connsiteX7" fmla="*/ 1276960 w 2606040"/>
              <a:gd name="connsiteY7" fmla="*/ 15240 h 15240"/>
              <a:gd name="connsiteX8" fmla="*/ 677570 w 2606040"/>
              <a:gd name="connsiteY8" fmla="*/ 15240 h 15240"/>
              <a:gd name="connsiteX9" fmla="*/ 0 w 2606040"/>
              <a:gd name="connsiteY9" fmla="*/ 15240 h 15240"/>
              <a:gd name="connsiteX10" fmla="*/ 0 w 2606040"/>
              <a:gd name="connsiteY10" fmla="*/ 0 h 15240"/>
              <a:gd name="connsiteX0" fmla="*/ 0 w 2606040"/>
              <a:gd name="connsiteY0" fmla="*/ 0 h 15240"/>
              <a:gd name="connsiteX1" fmla="*/ 599389 w 2606040"/>
              <a:gd name="connsiteY1" fmla="*/ 0 h 15240"/>
              <a:gd name="connsiteX2" fmla="*/ 1303020 w 2606040"/>
              <a:gd name="connsiteY2" fmla="*/ 0 h 15240"/>
              <a:gd name="connsiteX3" fmla="*/ 1876349 w 2606040"/>
              <a:gd name="connsiteY3" fmla="*/ 0 h 15240"/>
              <a:gd name="connsiteX4" fmla="*/ 2606040 w 2606040"/>
              <a:gd name="connsiteY4" fmla="*/ 0 h 15240"/>
              <a:gd name="connsiteX5" fmla="*/ 2606040 w 2606040"/>
              <a:gd name="connsiteY5" fmla="*/ 15240 h 15240"/>
              <a:gd name="connsiteX6" fmla="*/ 1980590 w 2606040"/>
              <a:gd name="connsiteY6" fmla="*/ 15240 h 15240"/>
              <a:gd name="connsiteX7" fmla="*/ 1276960 w 2606040"/>
              <a:gd name="connsiteY7" fmla="*/ 15240 h 15240"/>
              <a:gd name="connsiteX8" fmla="*/ 651510 w 2606040"/>
              <a:gd name="connsiteY8" fmla="*/ 15240 h 15240"/>
              <a:gd name="connsiteX9" fmla="*/ 0 w 2606040"/>
              <a:gd name="connsiteY9" fmla="*/ 15240 h 15240"/>
              <a:gd name="connsiteX10" fmla="*/ 0 w 2606040"/>
              <a:gd name="connsiteY10"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5240" fill="none" extrusionOk="0">
                <a:moveTo>
                  <a:pt x="0" y="0"/>
                </a:moveTo>
                <a:cubicBezTo>
                  <a:pt x="211079" y="-22080"/>
                  <a:pt x="479378" y="-26537"/>
                  <a:pt x="625450" y="0"/>
                </a:cubicBezTo>
                <a:cubicBezTo>
                  <a:pt x="925937" y="-4758"/>
                  <a:pt x="973176" y="15739"/>
                  <a:pt x="1224839" y="0"/>
                </a:cubicBezTo>
                <a:cubicBezTo>
                  <a:pt x="1479663" y="-11328"/>
                  <a:pt x="1566636" y="18697"/>
                  <a:pt x="1824228" y="0"/>
                </a:cubicBezTo>
                <a:cubicBezTo>
                  <a:pt x="2086799" y="-72665"/>
                  <a:pt x="2306223" y="-891"/>
                  <a:pt x="2606040" y="0"/>
                </a:cubicBezTo>
                <a:cubicBezTo>
                  <a:pt x="2606636" y="5095"/>
                  <a:pt x="2606705" y="11683"/>
                  <a:pt x="2606040" y="15240"/>
                </a:cubicBezTo>
                <a:cubicBezTo>
                  <a:pt x="2260204" y="26294"/>
                  <a:pt x="2175708" y="2566"/>
                  <a:pt x="1902409" y="15240"/>
                </a:cubicBezTo>
                <a:cubicBezTo>
                  <a:pt x="1638502" y="38016"/>
                  <a:pt x="1460923" y="-19317"/>
                  <a:pt x="1276960" y="15240"/>
                </a:cubicBezTo>
                <a:cubicBezTo>
                  <a:pt x="1057717" y="11313"/>
                  <a:pt x="867956" y="-728"/>
                  <a:pt x="677570" y="15240"/>
                </a:cubicBezTo>
                <a:cubicBezTo>
                  <a:pt x="457951" y="30325"/>
                  <a:pt x="189752" y="52340"/>
                  <a:pt x="0" y="15240"/>
                </a:cubicBezTo>
                <a:cubicBezTo>
                  <a:pt x="1119" y="11401"/>
                  <a:pt x="815" y="5267"/>
                  <a:pt x="0" y="0"/>
                </a:cubicBezTo>
                <a:close/>
              </a:path>
              <a:path w="2606040" h="15240" stroke="0" extrusionOk="0">
                <a:moveTo>
                  <a:pt x="0" y="0"/>
                </a:moveTo>
                <a:cubicBezTo>
                  <a:pt x="172759" y="3236"/>
                  <a:pt x="361166" y="-13413"/>
                  <a:pt x="599389" y="0"/>
                </a:cubicBezTo>
                <a:cubicBezTo>
                  <a:pt x="841226" y="37042"/>
                  <a:pt x="968991" y="14587"/>
                  <a:pt x="1303020" y="0"/>
                </a:cubicBezTo>
                <a:cubicBezTo>
                  <a:pt x="1643101" y="-7120"/>
                  <a:pt x="1717813" y="7213"/>
                  <a:pt x="1876349" y="0"/>
                </a:cubicBezTo>
                <a:cubicBezTo>
                  <a:pt x="2036762" y="-14138"/>
                  <a:pt x="2426397" y="-4451"/>
                  <a:pt x="2606040" y="0"/>
                </a:cubicBezTo>
                <a:cubicBezTo>
                  <a:pt x="2606888" y="5020"/>
                  <a:pt x="2605482" y="9296"/>
                  <a:pt x="2606040" y="15240"/>
                </a:cubicBezTo>
                <a:cubicBezTo>
                  <a:pt x="2347059" y="-424"/>
                  <a:pt x="2192004" y="5758"/>
                  <a:pt x="1980590" y="15240"/>
                </a:cubicBezTo>
                <a:cubicBezTo>
                  <a:pt x="1783984" y="-12793"/>
                  <a:pt x="1487673" y="42860"/>
                  <a:pt x="1276960" y="15240"/>
                </a:cubicBezTo>
                <a:cubicBezTo>
                  <a:pt x="1087111" y="-40299"/>
                  <a:pt x="879204" y="43719"/>
                  <a:pt x="651510" y="15240"/>
                </a:cubicBezTo>
                <a:cubicBezTo>
                  <a:pt x="430798" y="-30812"/>
                  <a:pt x="132889" y="-36515"/>
                  <a:pt x="0" y="15240"/>
                </a:cubicBezTo>
                <a:cubicBezTo>
                  <a:pt x="-104" y="10468"/>
                  <a:pt x="-32" y="5329"/>
                  <a:pt x="0" y="0"/>
                </a:cubicBezTo>
                <a:close/>
              </a:path>
              <a:path w="2606040" h="15240" fill="none" stroke="0" extrusionOk="0">
                <a:moveTo>
                  <a:pt x="0" y="0"/>
                </a:moveTo>
                <a:cubicBezTo>
                  <a:pt x="202328" y="-14716"/>
                  <a:pt x="332722" y="-11499"/>
                  <a:pt x="625450" y="0"/>
                </a:cubicBezTo>
                <a:cubicBezTo>
                  <a:pt x="927712" y="6878"/>
                  <a:pt x="971143" y="7084"/>
                  <a:pt x="1224839" y="0"/>
                </a:cubicBezTo>
                <a:cubicBezTo>
                  <a:pt x="1477775" y="-16815"/>
                  <a:pt x="1569904" y="19146"/>
                  <a:pt x="1824228" y="0"/>
                </a:cubicBezTo>
                <a:cubicBezTo>
                  <a:pt x="2055206" y="24867"/>
                  <a:pt x="2317192" y="-62872"/>
                  <a:pt x="2606040" y="0"/>
                </a:cubicBezTo>
                <a:cubicBezTo>
                  <a:pt x="2606377" y="4573"/>
                  <a:pt x="2606701" y="10987"/>
                  <a:pt x="2606040" y="15240"/>
                </a:cubicBezTo>
                <a:cubicBezTo>
                  <a:pt x="2234648" y="23928"/>
                  <a:pt x="2180202" y="-13409"/>
                  <a:pt x="1902409" y="15240"/>
                </a:cubicBezTo>
                <a:cubicBezTo>
                  <a:pt x="1635562" y="44146"/>
                  <a:pt x="1477339" y="1746"/>
                  <a:pt x="1276960" y="15240"/>
                </a:cubicBezTo>
                <a:cubicBezTo>
                  <a:pt x="1058094" y="63874"/>
                  <a:pt x="904206" y="-23684"/>
                  <a:pt x="677570" y="15240"/>
                </a:cubicBezTo>
                <a:cubicBezTo>
                  <a:pt x="485746" y="11665"/>
                  <a:pt x="195925" y="29957"/>
                  <a:pt x="0" y="15240"/>
                </a:cubicBezTo>
                <a:cubicBezTo>
                  <a:pt x="267" y="11140"/>
                  <a:pt x="1338" y="435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2606040"/>
                      <a:gd name="connsiteY0" fmla="*/ 0 h 15240"/>
                      <a:gd name="connsiteX1" fmla="*/ 625450 w 2606040"/>
                      <a:gd name="connsiteY1" fmla="*/ 0 h 15240"/>
                      <a:gd name="connsiteX2" fmla="*/ 1224839 w 2606040"/>
                      <a:gd name="connsiteY2" fmla="*/ 0 h 15240"/>
                      <a:gd name="connsiteX3" fmla="*/ 1824228 w 2606040"/>
                      <a:gd name="connsiteY3" fmla="*/ 0 h 15240"/>
                      <a:gd name="connsiteX4" fmla="*/ 2606040 w 2606040"/>
                      <a:gd name="connsiteY4" fmla="*/ 0 h 15240"/>
                      <a:gd name="connsiteX5" fmla="*/ 2606040 w 2606040"/>
                      <a:gd name="connsiteY5" fmla="*/ 15240 h 15240"/>
                      <a:gd name="connsiteX6" fmla="*/ 1902409 w 2606040"/>
                      <a:gd name="connsiteY6" fmla="*/ 15240 h 15240"/>
                      <a:gd name="connsiteX7" fmla="*/ 1276960 w 2606040"/>
                      <a:gd name="connsiteY7" fmla="*/ 15240 h 15240"/>
                      <a:gd name="connsiteX8" fmla="*/ 677570 w 2606040"/>
                      <a:gd name="connsiteY8" fmla="*/ 15240 h 15240"/>
                      <a:gd name="connsiteX9" fmla="*/ 0 w 2606040"/>
                      <a:gd name="connsiteY9" fmla="*/ 15240 h 15240"/>
                      <a:gd name="connsiteX10" fmla="*/ 0 w 2606040"/>
                      <a:gd name="connsiteY10"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5240"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919" y="5283"/>
                          <a:pt x="2606641" y="11451"/>
                          <a:pt x="2606040" y="15240"/>
                        </a:cubicBezTo>
                        <a:cubicBezTo>
                          <a:pt x="2256758" y="28362"/>
                          <a:pt x="2173673" y="-15926"/>
                          <a:pt x="1902409" y="15240"/>
                        </a:cubicBezTo>
                        <a:cubicBezTo>
                          <a:pt x="1631145" y="46406"/>
                          <a:pt x="1461378" y="2418"/>
                          <a:pt x="1276960" y="15240"/>
                        </a:cubicBezTo>
                        <a:cubicBezTo>
                          <a:pt x="1092542" y="28062"/>
                          <a:pt x="890442" y="10165"/>
                          <a:pt x="677570" y="15240"/>
                        </a:cubicBezTo>
                        <a:cubicBezTo>
                          <a:pt x="464698" y="20316"/>
                          <a:pt x="187648" y="32789"/>
                          <a:pt x="0" y="15240"/>
                        </a:cubicBezTo>
                        <a:cubicBezTo>
                          <a:pt x="79" y="11201"/>
                          <a:pt x="341" y="4822"/>
                          <a:pt x="0" y="0"/>
                        </a:cubicBezTo>
                        <a:close/>
                      </a:path>
                      <a:path w="2606040" h="15240"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6798" y="5061"/>
                          <a:pt x="2605477" y="8568"/>
                          <a:pt x="2606040" y="15240"/>
                        </a:cubicBezTo>
                        <a:cubicBezTo>
                          <a:pt x="2393024" y="-808"/>
                          <a:pt x="2191161" y="36211"/>
                          <a:pt x="1980590" y="15240"/>
                        </a:cubicBezTo>
                        <a:cubicBezTo>
                          <a:pt x="1770019" y="-5731"/>
                          <a:pt x="1476440" y="33066"/>
                          <a:pt x="1276960" y="15240"/>
                        </a:cubicBezTo>
                        <a:cubicBezTo>
                          <a:pt x="1077480" y="-2586"/>
                          <a:pt x="880988" y="39077"/>
                          <a:pt x="651510" y="15240"/>
                        </a:cubicBezTo>
                        <a:cubicBezTo>
                          <a:pt x="422032" y="-8597"/>
                          <a:pt x="130744" y="-4995"/>
                          <a:pt x="0" y="15240"/>
                        </a:cubicBezTo>
                        <a:cubicBezTo>
                          <a:pt x="-335" y="10459"/>
                          <a:pt x="-77" y="4386"/>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p:nvPr/>
        </p:nvSpPr>
        <p:spPr>
          <a:xfrm>
            <a:off x="480060" y="2394082"/>
            <a:ext cx="3182691" cy="2767223"/>
          </a:xfrm>
          <a:prstGeom prst="rect">
            <a:avLst/>
          </a:prstGeom>
        </p:spPr>
        <p:txBody>
          <a:bodyPr vert="horz" lIns="91440" tIns="45720" rIns="91440" bIns="45720" rtlCol="0">
            <a:normAutofit/>
          </a:bodyPr>
          <a:lstStyle/>
          <a:p>
            <a:pPr marL="12700" marR="5080" indent="-228600">
              <a:lnSpc>
                <a:spcPct val="90000"/>
              </a:lnSpc>
              <a:spcBef>
                <a:spcPts val="330"/>
              </a:spcBef>
              <a:buFont typeface="Arial" panose="020B0604020202020204" pitchFamily="34" charset="0"/>
              <a:buChar char="•"/>
            </a:pPr>
            <a:r>
              <a:rPr lang="en-US" sz="1700"/>
              <a:t>Ekranın birisi </a:t>
            </a:r>
            <a:r>
              <a:rPr lang="en-US" sz="1700" spc="-5"/>
              <a:t>yükseklik bilgisini </a:t>
            </a:r>
            <a:r>
              <a:rPr lang="en-US" sz="1700"/>
              <a:t>verirken </a:t>
            </a:r>
            <a:r>
              <a:rPr lang="en-US" sz="1700" spc="-155"/>
              <a:t>diğer </a:t>
            </a:r>
            <a:r>
              <a:rPr lang="en-US" sz="1700" spc="-459"/>
              <a:t> </a:t>
            </a:r>
            <a:r>
              <a:rPr lang="en-US" sz="1700" spc="-5"/>
              <a:t>ekra</a:t>
            </a:r>
            <a:r>
              <a:rPr lang="en-US" sz="1700"/>
              <a:t>n u</a:t>
            </a:r>
            <a:r>
              <a:rPr lang="en-US" sz="1700" spc="-150"/>
              <a:t>çağın</a:t>
            </a:r>
            <a:r>
              <a:rPr lang="en-US" sz="1700"/>
              <a:t> </a:t>
            </a:r>
            <a:r>
              <a:rPr lang="en-US" sz="1700" spc="-5"/>
              <a:t>poz</a:t>
            </a:r>
            <a:r>
              <a:rPr lang="en-US" sz="1700" spc="5"/>
              <a:t>i</a:t>
            </a:r>
            <a:r>
              <a:rPr lang="en-US" sz="1700"/>
              <a:t>s</a:t>
            </a:r>
            <a:r>
              <a:rPr lang="en-US" sz="1700" spc="-25"/>
              <a:t>y</a:t>
            </a:r>
            <a:r>
              <a:rPr lang="en-US" sz="1700" spc="-5"/>
              <a:t>onun</a:t>
            </a:r>
            <a:r>
              <a:rPr lang="en-US" sz="1700"/>
              <a:t>u</a:t>
            </a:r>
            <a:r>
              <a:rPr lang="en-US" sz="1700" spc="30"/>
              <a:t> </a:t>
            </a:r>
            <a:r>
              <a:rPr lang="en-US" sz="1700"/>
              <a:t>ve</a:t>
            </a:r>
            <a:r>
              <a:rPr lang="en-US" sz="1700" spc="5"/>
              <a:t> </a:t>
            </a:r>
            <a:r>
              <a:rPr lang="en-US" sz="1700" spc="-5"/>
              <a:t>n</a:t>
            </a:r>
            <a:r>
              <a:rPr lang="en-US" sz="1700"/>
              <a:t>e </a:t>
            </a:r>
            <a:r>
              <a:rPr lang="en-US" sz="1700" spc="-30"/>
              <a:t>y</a:t>
            </a:r>
            <a:r>
              <a:rPr lang="en-US" sz="1700" spc="-5"/>
              <a:t>ön</a:t>
            </a:r>
            <a:r>
              <a:rPr lang="en-US" sz="1700"/>
              <a:t>e</a:t>
            </a:r>
            <a:r>
              <a:rPr lang="en-US" sz="1700" spc="30"/>
              <a:t> </a:t>
            </a:r>
            <a:r>
              <a:rPr lang="en-US" sz="1700" spc="-5"/>
              <a:t>gittiği </a:t>
            </a:r>
            <a:r>
              <a:rPr lang="en-US" sz="1700"/>
              <a:t>bilgisini</a:t>
            </a:r>
            <a:r>
              <a:rPr lang="en-US" sz="1700" spc="-40"/>
              <a:t> </a:t>
            </a:r>
            <a:r>
              <a:rPr lang="en-US" sz="1700" spc="-5"/>
              <a:t>vermekteydi.</a:t>
            </a:r>
            <a:endParaRPr lang="en-US" sz="1700"/>
          </a:p>
          <a:p>
            <a:pPr marL="12700" marR="151765" indent="-228600">
              <a:lnSpc>
                <a:spcPct val="90000"/>
              </a:lnSpc>
              <a:spcBef>
                <a:spcPts val="370"/>
              </a:spcBef>
              <a:buFont typeface="Arial" panose="020B0604020202020204" pitchFamily="34" charset="0"/>
              <a:buChar char="•"/>
            </a:pPr>
            <a:r>
              <a:rPr lang="en-US" sz="1700"/>
              <a:t>Bu iki </a:t>
            </a:r>
            <a:r>
              <a:rPr lang="en-US" sz="1700" spc="-5"/>
              <a:t>bilgi, bu </a:t>
            </a:r>
            <a:r>
              <a:rPr lang="en-US" sz="1700"/>
              <a:t>kadar </a:t>
            </a:r>
            <a:r>
              <a:rPr lang="en-US" sz="1700" spc="-5"/>
              <a:t>kısa </a:t>
            </a:r>
            <a:r>
              <a:rPr lang="en-US" sz="1700"/>
              <a:t>sürede ve </a:t>
            </a:r>
            <a:r>
              <a:rPr lang="en-US" sz="1700" spc="-10"/>
              <a:t>yüksek </a:t>
            </a:r>
            <a:r>
              <a:rPr lang="en-US" sz="1700" spc="-459"/>
              <a:t> </a:t>
            </a:r>
            <a:r>
              <a:rPr lang="en-US" sz="1700"/>
              <a:t>stres </a:t>
            </a:r>
            <a:r>
              <a:rPr lang="en-US" sz="1700" spc="-5"/>
              <a:t>altında hatalı </a:t>
            </a:r>
            <a:r>
              <a:rPr lang="en-US" sz="1700" spc="-85"/>
              <a:t>yorumlanmış </a:t>
            </a:r>
            <a:r>
              <a:rPr lang="en-US" sz="1700"/>
              <a:t>ve sonuçta </a:t>
            </a:r>
            <a:r>
              <a:rPr lang="en-US" sz="1700" spc="-459"/>
              <a:t> </a:t>
            </a:r>
            <a:r>
              <a:rPr lang="en-US" sz="1700" spc="-25"/>
              <a:t>y</a:t>
            </a:r>
            <a:r>
              <a:rPr lang="en-US" sz="1700" spc="-5"/>
              <a:t>an</a:t>
            </a:r>
            <a:r>
              <a:rPr lang="en-US" sz="1700"/>
              <a:t>l</a:t>
            </a:r>
            <a:r>
              <a:rPr lang="en-US" sz="1700" spc="-5"/>
              <a:t>ış bir karar verilmişti</a:t>
            </a:r>
            <a:r>
              <a:rPr lang="en-US" sz="1700" spc="-850"/>
              <a:t> </a:t>
            </a:r>
            <a:endParaRPr lang="en-US" sz="1700"/>
          </a:p>
        </p:txBody>
      </p:sp>
      <p:pic>
        <p:nvPicPr>
          <p:cNvPr id="4" name="object 4"/>
          <p:cNvPicPr/>
          <p:nvPr/>
        </p:nvPicPr>
        <p:blipFill rotWithShape="1">
          <a:blip r:embed="rId2" cstate="print"/>
          <a:srcRect l="7185" r="19692" b="-2"/>
          <a:stretch/>
        </p:blipFill>
        <p:spPr>
          <a:xfrm>
            <a:off x="3983776" y="10"/>
            <a:ext cx="5159081" cy="5714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14213" y="-1713855"/>
            <a:ext cx="57150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714643"/>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533178" y="-896802"/>
            <a:ext cx="407880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2" cstate="print"/>
          <a:stretch>
            <a:fillRect/>
          </a:stretch>
        </p:blipFill>
        <p:spPr>
          <a:xfrm>
            <a:off x="465890" y="381000"/>
            <a:ext cx="5476325" cy="4522177"/>
          </a:xfrm>
          <a:prstGeom prst="rect">
            <a:avLst/>
          </a:prstGeom>
        </p:spPr>
      </p:pic>
      <p:pic>
        <p:nvPicPr>
          <p:cNvPr id="3" name="object 3"/>
          <p:cNvPicPr/>
          <p:nvPr/>
        </p:nvPicPr>
        <p:blipFill>
          <a:blip r:embed="rId3" cstate="print"/>
          <a:stretch>
            <a:fillRect/>
          </a:stretch>
        </p:blipFill>
        <p:spPr>
          <a:xfrm>
            <a:off x="6072107" y="4347297"/>
            <a:ext cx="1129041" cy="376275"/>
          </a:xfrm>
          <a:prstGeom prst="rect">
            <a:avLst/>
          </a:prstGeom>
        </p:spPr>
      </p:pic>
      <p:pic>
        <p:nvPicPr>
          <p:cNvPr id="4" name="object 4"/>
          <p:cNvPicPr/>
          <p:nvPr/>
        </p:nvPicPr>
        <p:blipFill>
          <a:blip r:embed="rId4" cstate="print"/>
          <a:stretch>
            <a:fillRect/>
          </a:stretch>
        </p:blipFill>
        <p:spPr>
          <a:xfrm>
            <a:off x="5025155" y="5118412"/>
            <a:ext cx="3652954" cy="21558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8086" y="0"/>
            <a:ext cx="5565913" cy="5714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490349" y="508000"/>
            <a:ext cx="3105011" cy="1109032"/>
          </a:xfrm>
          <a:prstGeom prst="rect">
            <a:avLst/>
          </a:prstGeom>
        </p:spPr>
        <p:txBody>
          <a:bodyPr vert="horz" lIns="91440" tIns="45720" rIns="91440" bIns="45720" rtlCol="0" anchor="ctr">
            <a:normAutofit/>
          </a:bodyPr>
          <a:lstStyle/>
          <a:p>
            <a:pPr marL="12700" algn="l" rtl="0">
              <a:lnSpc>
                <a:spcPct val="90000"/>
              </a:lnSpc>
              <a:spcBef>
                <a:spcPct val="0"/>
              </a:spcBef>
            </a:pPr>
            <a:r>
              <a:rPr lang="en-US" sz="3100" kern="1200" spc="-15">
                <a:solidFill>
                  <a:schemeClr val="tx1"/>
                </a:solidFill>
                <a:latin typeface="+mj-lt"/>
                <a:cs typeface="+mj-cs"/>
              </a:rPr>
              <a:t>Singapur</a:t>
            </a:r>
            <a:r>
              <a:rPr lang="en-US" sz="3100" kern="1200" spc="10">
                <a:solidFill>
                  <a:schemeClr val="tx1"/>
                </a:solidFill>
                <a:latin typeface="+mj-lt"/>
                <a:cs typeface="+mj-cs"/>
              </a:rPr>
              <a:t> </a:t>
            </a:r>
            <a:r>
              <a:rPr lang="en-US" sz="3100" kern="1200" spc="-25">
                <a:solidFill>
                  <a:schemeClr val="tx1"/>
                </a:solidFill>
                <a:latin typeface="+mj-lt"/>
                <a:cs typeface="+mj-cs"/>
              </a:rPr>
              <a:t>Havayolları</a:t>
            </a:r>
            <a:r>
              <a:rPr lang="en-US" sz="3100" kern="1200" spc="-5">
                <a:solidFill>
                  <a:schemeClr val="tx1"/>
                </a:solidFill>
                <a:latin typeface="+mj-lt"/>
                <a:cs typeface="+mj-cs"/>
              </a:rPr>
              <a:t> </a:t>
            </a:r>
            <a:r>
              <a:rPr lang="en-US" sz="3100" kern="1200" spc="-20">
                <a:solidFill>
                  <a:schemeClr val="tx1"/>
                </a:solidFill>
                <a:latin typeface="+mj-lt"/>
                <a:cs typeface="+mj-cs"/>
              </a:rPr>
              <a:t>Kazası</a:t>
            </a:r>
            <a:endParaRPr lang="en-US" sz="3100" kern="1200">
              <a:solidFill>
                <a:schemeClr val="tx1"/>
              </a:solidFill>
              <a:latin typeface="+mj-lt"/>
              <a:cs typeface="+mj-cs"/>
            </a:endParaRPr>
          </a:p>
        </p:txBody>
      </p:sp>
      <p:pic>
        <p:nvPicPr>
          <p:cNvPr id="4" name="object 4"/>
          <p:cNvPicPr/>
          <p:nvPr/>
        </p:nvPicPr>
        <p:blipFill>
          <a:blip r:embed="rId2" cstate="print"/>
          <a:srcRect l="28527" r="12107" b="-1"/>
          <a:stretch/>
        </p:blipFill>
        <p:spPr>
          <a:xfrm>
            <a:off x="20" y="10"/>
            <a:ext cx="5176278" cy="5714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object 3"/>
          <p:cNvSpPr txBox="1"/>
          <p:nvPr/>
        </p:nvSpPr>
        <p:spPr>
          <a:xfrm>
            <a:off x="5490348" y="1828418"/>
            <a:ext cx="3105010" cy="3257155"/>
          </a:xfrm>
          <a:prstGeom prst="rect">
            <a:avLst/>
          </a:prstGeom>
        </p:spPr>
        <p:txBody>
          <a:bodyPr vert="horz" lIns="91440" tIns="45720" rIns="91440" bIns="45720" rtlCol="0">
            <a:normAutofit/>
          </a:bodyPr>
          <a:lstStyle/>
          <a:p>
            <a:pPr indent="-228600">
              <a:lnSpc>
                <a:spcPct val="90000"/>
              </a:lnSpc>
              <a:spcBef>
                <a:spcPts val="1000"/>
              </a:spcBef>
              <a:buFont typeface="Arial" panose="020B0604020202020204" pitchFamily="34" charset="0"/>
              <a:buChar char="•"/>
            </a:pPr>
            <a:r>
              <a:rPr lang="en-US" sz="1600" spc="-20"/>
              <a:t>Tasarım</a:t>
            </a:r>
            <a:r>
              <a:rPr lang="en-US" sz="1600" spc="-35"/>
              <a:t> </a:t>
            </a:r>
            <a:r>
              <a:rPr lang="en-US" sz="1600" spc="-10"/>
              <a:t>problemi</a:t>
            </a:r>
            <a:r>
              <a:rPr lang="en-US" sz="1600"/>
              <a:t> </a:t>
            </a:r>
            <a:r>
              <a:rPr lang="en-US" sz="1600" spc="-5"/>
              <a:t>–</a:t>
            </a:r>
            <a:r>
              <a:rPr lang="en-US" sz="1600" spc="-20"/>
              <a:t> </a:t>
            </a:r>
            <a:r>
              <a:rPr lang="en-US" sz="1600" spc="-15"/>
              <a:t>Felaket:</a:t>
            </a:r>
            <a:endParaRPr lang="en-US" sz="1600"/>
          </a:p>
          <a:p>
            <a:pPr indent="-228600">
              <a:lnSpc>
                <a:spcPct val="90000"/>
              </a:lnSpc>
              <a:spcBef>
                <a:spcPts val="1000"/>
              </a:spcBef>
              <a:buFont typeface="Arial" panose="020B0604020202020204" pitchFamily="34" charset="0"/>
              <a:buChar char="•"/>
            </a:pPr>
            <a:r>
              <a:rPr lang="en-US" sz="1600" spc="-5"/>
              <a:t>Ölen:79 </a:t>
            </a:r>
            <a:r>
              <a:rPr lang="en-US" sz="1600" spc="-10"/>
              <a:t>yolcu,</a:t>
            </a:r>
            <a:r>
              <a:rPr lang="en-US" sz="1600" spc="15"/>
              <a:t> </a:t>
            </a:r>
            <a:r>
              <a:rPr lang="en-US" sz="1600" spc="-5"/>
              <a:t>4 </a:t>
            </a:r>
            <a:r>
              <a:rPr lang="en-US" sz="1600" spc="-10"/>
              <a:t>Kabin</a:t>
            </a:r>
            <a:r>
              <a:rPr lang="en-US" sz="1600" spc="-15"/>
              <a:t> </a:t>
            </a:r>
            <a:r>
              <a:rPr lang="en-US" sz="1600" spc="-5"/>
              <a:t>ekibi, </a:t>
            </a:r>
            <a:r>
              <a:rPr lang="en-US" sz="1600" spc="-25"/>
              <a:t>Yaralı: </a:t>
            </a:r>
            <a:r>
              <a:rPr lang="en-US" sz="1600" spc="-5"/>
              <a:t>57</a:t>
            </a:r>
            <a:r>
              <a:rPr lang="en-US" sz="1600"/>
              <a:t> </a:t>
            </a:r>
            <a:r>
              <a:rPr lang="en-US" sz="1600" spc="-10"/>
              <a:t>yolcu,</a:t>
            </a:r>
            <a:r>
              <a:rPr lang="en-US" sz="1600" spc="10"/>
              <a:t> </a:t>
            </a:r>
            <a:r>
              <a:rPr lang="en-US" sz="1600" spc="-5"/>
              <a:t>13</a:t>
            </a:r>
            <a:r>
              <a:rPr lang="en-US" sz="1600"/>
              <a:t> </a:t>
            </a:r>
            <a:r>
              <a:rPr lang="en-US" sz="1600" spc="-10"/>
              <a:t>kabin</a:t>
            </a:r>
            <a:r>
              <a:rPr lang="en-US" sz="1600" spc="-20"/>
              <a:t> </a:t>
            </a:r>
            <a:r>
              <a:rPr lang="en-US" sz="1600" spc="-5"/>
              <a:t>,</a:t>
            </a:r>
            <a:r>
              <a:rPr lang="en-US" sz="1600" spc="5"/>
              <a:t> </a:t>
            </a:r>
            <a:r>
              <a:rPr lang="en-US" sz="1600" spc="-5"/>
              <a:t>1 </a:t>
            </a:r>
            <a:r>
              <a:rPr lang="en-US" sz="1600" spc="-15"/>
              <a:t>kokpit</a:t>
            </a:r>
            <a:endParaRPr lang="en-US" sz="1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98478"/>
            <a:ext cx="9144000" cy="4116522"/>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888558" y="4331806"/>
            <a:ext cx="7394713" cy="535664"/>
          </a:xfrm>
          <a:prstGeom prst="rect">
            <a:avLst/>
          </a:prstGeom>
        </p:spPr>
        <p:txBody>
          <a:bodyPr vert="horz" lIns="91440" tIns="45720" rIns="91440" bIns="45720" rtlCol="0" anchor="b">
            <a:normAutofit/>
          </a:bodyPr>
          <a:lstStyle/>
          <a:p>
            <a:pPr marL="12700" algn="ctr" rtl="0">
              <a:lnSpc>
                <a:spcPct val="90000"/>
              </a:lnSpc>
              <a:spcBef>
                <a:spcPct val="0"/>
              </a:spcBef>
            </a:pPr>
            <a:r>
              <a:rPr lang="en-US" sz="2800" kern="1200" spc="-15">
                <a:solidFill>
                  <a:schemeClr val="tx1"/>
                </a:solidFill>
                <a:latin typeface="+mj-lt"/>
                <a:cs typeface="+mj-cs"/>
              </a:rPr>
              <a:t>Singapur</a:t>
            </a:r>
            <a:r>
              <a:rPr lang="en-US" sz="2800" kern="1200" spc="10">
                <a:solidFill>
                  <a:schemeClr val="tx1"/>
                </a:solidFill>
                <a:latin typeface="+mj-lt"/>
                <a:cs typeface="+mj-cs"/>
              </a:rPr>
              <a:t> </a:t>
            </a:r>
            <a:r>
              <a:rPr lang="en-US" sz="2800" kern="1200" spc="-25">
                <a:solidFill>
                  <a:schemeClr val="tx1"/>
                </a:solidFill>
                <a:latin typeface="+mj-lt"/>
                <a:cs typeface="+mj-cs"/>
              </a:rPr>
              <a:t>Havayolları</a:t>
            </a:r>
            <a:r>
              <a:rPr lang="en-US" sz="2800" kern="1200" spc="-5">
                <a:solidFill>
                  <a:schemeClr val="tx1"/>
                </a:solidFill>
                <a:latin typeface="+mj-lt"/>
                <a:cs typeface="+mj-cs"/>
              </a:rPr>
              <a:t> </a:t>
            </a:r>
            <a:r>
              <a:rPr lang="en-US" sz="2800" kern="1200" spc="-20">
                <a:solidFill>
                  <a:schemeClr val="tx1"/>
                </a:solidFill>
                <a:latin typeface="+mj-lt"/>
                <a:cs typeface="+mj-cs"/>
              </a:rPr>
              <a:t>Kazası</a:t>
            </a:r>
            <a:endParaRPr lang="en-US" sz="2800" kern="1200">
              <a:solidFill>
                <a:schemeClr val="tx1"/>
              </a:solidFill>
              <a:latin typeface="+mj-lt"/>
              <a:cs typeface="+mj-cs"/>
            </a:endParaRPr>
          </a:p>
        </p:txBody>
      </p:sp>
      <p:sp>
        <p:nvSpPr>
          <p:cNvPr id="16" name="Freeform: Shape 11">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462" y="539798"/>
            <a:ext cx="6266329" cy="366054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object 3"/>
          <p:cNvPicPr/>
          <p:nvPr/>
        </p:nvPicPr>
        <p:blipFill rotWithShape="1">
          <a:blip r:embed="rId2" cstate="print"/>
          <a:srcRect l="2816" r="9949" b="-1"/>
          <a:stretch/>
        </p:blipFill>
        <p:spPr>
          <a:xfrm>
            <a:off x="1559859" y="671263"/>
            <a:ext cx="6024282" cy="33950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628650" y="1113658"/>
            <a:ext cx="4616991" cy="985772"/>
          </a:xfrm>
          <a:prstGeom prst="rect">
            <a:avLst/>
          </a:prstGeom>
        </p:spPr>
        <p:txBody>
          <a:bodyPr vert="horz" lIns="0" tIns="12065" rIns="0" bIns="0" rtlCol="0" anchor="b">
            <a:normAutofit/>
          </a:bodyPr>
          <a:lstStyle/>
          <a:p>
            <a:pPr marL="12700">
              <a:spcBef>
                <a:spcPts val="95"/>
              </a:spcBef>
            </a:pPr>
            <a:r>
              <a:rPr lang="tr-TR" sz="4400" spc="-10"/>
              <a:t>Alınan</a:t>
            </a:r>
            <a:r>
              <a:rPr lang="tr-TR" sz="4400" spc="-45"/>
              <a:t> </a:t>
            </a:r>
            <a:r>
              <a:rPr lang="tr-TR" sz="4400" spc="-15"/>
              <a:t>Dersler</a:t>
            </a:r>
            <a:endParaRPr lang="tr-TR" sz="4400"/>
          </a:p>
        </p:txBody>
      </p:sp>
      <p:cxnSp>
        <p:nvCxnSpPr>
          <p:cNvPr id="12" name="Straight Connector 1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72058"/>
            <a:ext cx="5927792"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24" name="object 3"/>
          <p:cNvSpPr txBox="1">
            <a:spLocks noGrp="1"/>
          </p:cNvSpPr>
          <p:nvPr>
            <p:ph type="body" idx="1"/>
          </p:nvPr>
        </p:nvSpPr>
        <p:spPr>
          <a:xfrm>
            <a:off x="602832" y="2357775"/>
            <a:ext cx="4642809" cy="2787049"/>
          </a:xfrm>
          <a:prstGeom prst="rect">
            <a:avLst/>
          </a:prstGeom>
        </p:spPr>
        <p:txBody>
          <a:bodyPr vert="horz" lIns="0" tIns="12065" rIns="0" bIns="0" rtlCol="0" anchor="t">
            <a:normAutofit/>
          </a:bodyPr>
          <a:lstStyle/>
          <a:p>
            <a:pPr marL="419100">
              <a:spcBef>
                <a:spcPts val="95"/>
              </a:spcBef>
            </a:pPr>
            <a:r>
              <a:rPr lang="tr-TR" sz="1600" spc="-60" dirty="0">
                <a:solidFill>
                  <a:schemeClr val="tx1">
                    <a:alpha val="80000"/>
                  </a:schemeClr>
                </a:solidFill>
              </a:rPr>
              <a:t>NATO</a:t>
            </a:r>
            <a:r>
              <a:rPr lang="tr-TR" sz="1600" spc="-30" dirty="0">
                <a:solidFill>
                  <a:schemeClr val="tx1">
                    <a:alpha val="80000"/>
                  </a:schemeClr>
                </a:solidFill>
              </a:rPr>
              <a:t> </a:t>
            </a:r>
            <a:r>
              <a:rPr lang="tr-TR" sz="1600" spc="-5" dirty="0">
                <a:solidFill>
                  <a:schemeClr val="tx1">
                    <a:alpha val="80000"/>
                  </a:schemeClr>
                </a:solidFill>
              </a:rPr>
              <a:t>standartları</a:t>
            </a:r>
          </a:p>
          <a:p>
            <a:pPr marL="419100">
              <a:spcBef>
                <a:spcPts val="1585"/>
              </a:spcBef>
            </a:pPr>
            <a:r>
              <a:rPr lang="tr-TR" sz="1600" spc="-45" dirty="0">
                <a:solidFill>
                  <a:schemeClr val="tx1">
                    <a:alpha val="80000"/>
                  </a:schemeClr>
                </a:solidFill>
              </a:rPr>
              <a:t>“NATO</a:t>
            </a:r>
            <a:r>
              <a:rPr lang="tr-TR" sz="1600" spc="15" dirty="0">
                <a:solidFill>
                  <a:schemeClr val="tx1">
                    <a:alpha val="80000"/>
                  </a:schemeClr>
                </a:solidFill>
              </a:rPr>
              <a:t> </a:t>
            </a:r>
            <a:r>
              <a:rPr lang="tr-TR" sz="1600" spc="-5" dirty="0" err="1">
                <a:solidFill>
                  <a:schemeClr val="tx1">
                    <a:alpha val="80000"/>
                  </a:schemeClr>
                </a:solidFill>
              </a:rPr>
              <a:t>Guidelines</a:t>
            </a:r>
            <a:r>
              <a:rPr lang="tr-TR" sz="1600" spc="10" dirty="0">
                <a:solidFill>
                  <a:schemeClr val="tx1">
                    <a:alpha val="80000"/>
                  </a:schemeClr>
                </a:solidFill>
              </a:rPr>
              <a:t> </a:t>
            </a:r>
            <a:r>
              <a:rPr lang="tr-TR" sz="1600" spc="-5" dirty="0">
                <a:solidFill>
                  <a:schemeClr val="tx1">
                    <a:alpha val="80000"/>
                  </a:schemeClr>
                </a:solidFill>
              </a:rPr>
              <a:t>on</a:t>
            </a:r>
            <a:r>
              <a:rPr lang="tr-TR" sz="1600" spc="5" dirty="0">
                <a:solidFill>
                  <a:schemeClr val="tx1">
                    <a:alpha val="80000"/>
                  </a:schemeClr>
                </a:solidFill>
              </a:rPr>
              <a:t> </a:t>
            </a:r>
            <a:r>
              <a:rPr lang="tr-TR" sz="1600" spc="-10" dirty="0">
                <a:solidFill>
                  <a:schemeClr val="tx1">
                    <a:alpha val="80000"/>
                  </a:schemeClr>
                </a:solidFill>
              </a:rPr>
              <a:t>Human</a:t>
            </a:r>
            <a:r>
              <a:rPr lang="tr-TR" sz="1600" spc="25" dirty="0">
                <a:solidFill>
                  <a:schemeClr val="tx1">
                    <a:alpha val="80000"/>
                  </a:schemeClr>
                </a:solidFill>
              </a:rPr>
              <a:t> </a:t>
            </a:r>
            <a:r>
              <a:rPr lang="tr-TR" sz="1600" spc="-5" dirty="0" err="1">
                <a:solidFill>
                  <a:schemeClr val="tx1">
                    <a:alpha val="80000"/>
                  </a:schemeClr>
                </a:solidFill>
              </a:rPr>
              <a:t>Engineering</a:t>
            </a:r>
            <a:r>
              <a:rPr lang="tr-TR" sz="1600" spc="-30" dirty="0">
                <a:solidFill>
                  <a:schemeClr val="tx1">
                    <a:alpha val="80000"/>
                  </a:schemeClr>
                </a:solidFill>
              </a:rPr>
              <a:t> </a:t>
            </a:r>
            <a:r>
              <a:rPr lang="tr-TR" sz="1600" spc="-40" dirty="0" err="1">
                <a:solidFill>
                  <a:schemeClr val="tx1">
                    <a:alpha val="80000"/>
                  </a:schemeClr>
                </a:solidFill>
              </a:rPr>
              <a:t>Testing</a:t>
            </a:r>
            <a:r>
              <a:rPr lang="tr-TR" sz="1600" spc="-5" dirty="0">
                <a:solidFill>
                  <a:schemeClr val="tx1">
                    <a:alpha val="80000"/>
                  </a:schemeClr>
                </a:solidFill>
              </a:rPr>
              <a:t> </a:t>
            </a:r>
            <a:r>
              <a:rPr lang="tr-TR" sz="1600" spc="-10" dirty="0" err="1">
                <a:solidFill>
                  <a:schemeClr val="tx1">
                    <a:alpha val="80000"/>
                  </a:schemeClr>
                </a:solidFill>
              </a:rPr>
              <a:t>and</a:t>
            </a:r>
            <a:r>
              <a:rPr lang="tr-TR" sz="1600" spc="-10" dirty="0">
                <a:solidFill>
                  <a:schemeClr val="tx1">
                    <a:alpha val="80000"/>
                  </a:schemeClr>
                </a:solidFill>
              </a:rPr>
              <a:t> </a:t>
            </a:r>
            <a:r>
              <a:rPr lang="tr-TR" sz="1600" spc="-5" dirty="0">
                <a:solidFill>
                  <a:schemeClr val="tx1">
                    <a:alpha val="80000"/>
                  </a:schemeClr>
                </a:solidFill>
              </a:rPr>
              <a:t>E</a:t>
            </a:r>
            <a:r>
              <a:rPr lang="tr-TR" sz="1600" spc="-15" dirty="0">
                <a:solidFill>
                  <a:schemeClr val="tx1">
                    <a:alpha val="80000"/>
                  </a:schemeClr>
                </a:solidFill>
              </a:rPr>
              <a:t>v</a:t>
            </a:r>
            <a:r>
              <a:rPr lang="tr-TR" sz="1600" spc="-10" dirty="0">
                <a:solidFill>
                  <a:schemeClr val="tx1">
                    <a:alpha val="80000"/>
                  </a:schemeClr>
                </a:solidFill>
              </a:rPr>
              <a:t>a</a:t>
            </a:r>
            <a:r>
              <a:rPr lang="tr-TR" sz="1600" spc="-5" dirty="0">
                <a:solidFill>
                  <a:schemeClr val="tx1">
                    <a:alpha val="80000"/>
                  </a:schemeClr>
                </a:solidFill>
              </a:rPr>
              <a:t>l</a:t>
            </a:r>
            <a:r>
              <a:rPr lang="tr-TR" sz="1600" spc="-10" dirty="0">
                <a:solidFill>
                  <a:schemeClr val="tx1">
                    <a:alpha val="80000"/>
                  </a:schemeClr>
                </a:solidFill>
              </a:rPr>
              <a:t>ua</a:t>
            </a:r>
            <a:r>
              <a:rPr lang="tr-TR" sz="1600" spc="-5" dirty="0">
                <a:solidFill>
                  <a:schemeClr val="tx1">
                    <a:alpha val="80000"/>
                  </a:schemeClr>
                </a:solidFill>
              </a:rPr>
              <a:t>t</a:t>
            </a:r>
            <a:r>
              <a:rPr lang="tr-TR" sz="1600" spc="-10" dirty="0">
                <a:solidFill>
                  <a:schemeClr val="tx1">
                    <a:alpha val="80000"/>
                  </a:schemeClr>
                </a:solidFill>
              </a:rPr>
              <a:t>i</a:t>
            </a:r>
            <a:r>
              <a:rPr lang="tr-TR" sz="1600" spc="-5" dirty="0">
                <a:solidFill>
                  <a:schemeClr val="tx1">
                    <a:alpha val="80000"/>
                  </a:schemeClr>
                </a:solidFill>
              </a:rPr>
              <a:t>o</a:t>
            </a:r>
            <a:r>
              <a:rPr lang="tr-TR" sz="1600" spc="-10" dirty="0">
                <a:solidFill>
                  <a:schemeClr val="tx1">
                    <a:alpha val="80000"/>
                  </a:schemeClr>
                </a:solidFill>
              </a:rPr>
              <a:t>n</a:t>
            </a:r>
            <a:r>
              <a:rPr lang="tr-TR" sz="1600" spc="-5" dirty="0">
                <a:solidFill>
                  <a:schemeClr val="tx1">
                    <a:alpha val="80000"/>
                  </a:schemeClr>
                </a:solidFill>
              </a:rPr>
              <a:t>”</a:t>
            </a:r>
            <a:r>
              <a:rPr lang="tr-TR" sz="1600" spc="10" dirty="0">
                <a:solidFill>
                  <a:schemeClr val="tx1">
                    <a:alpha val="80000"/>
                  </a:schemeClr>
                </a:solidFill>
              </a:rPr>
              <a:t> </a:t>
            </a:r>
            <a:r>
              <a:rPr lang="tr-TR" sz="1600" spc="-5" dirty="0">
                <a:solidFill>
                  <a:schemeClr val="tx1">
                    <a:alpha val="80000"/>
                  </a:schemeClr>
                </a:solidFill>
              </a:rPr>
              <a:t>rap</a:t>
            </a:r>
            <a:r>
              <a:rPr lang="tr-TR" sz="1600" spc="-10" dirty="0">
                <a:solidFill>
                  <a:schemeClr val="tx1">
                    <a:alpha val="80000"/>
                  </a:schemeClr>
                </a:solidFill>
              </a:rPr>
              <a:t>or</a:t>
            </a:r>
            <a:r>
              <a:rPr lang="tr-TR" sz="1600" spc="-5" dirty="0">
                <a:solidFill>
                  <a:schemeClr val="tx1">
                    <a:alpha val="80000"/>
                  </a:schemeClr>
                </a:solidFill>
              </a:rPr>
              <a:t>u</a:t>
            </a:r>
            <a:r>
              <a:rPr lang="tr-TR" sz="1600" spc="-10" dirty="0">
                <a:solidFill>
                  <a:schemeClr val="tx1">
                    <a:alpha val="80000"/>
                  </a:schemeClr>
                </a:solidFill>
              </a:rPr>
              <a:t>nd</a:t>
            </a:r>
            <a:r>
              <a:rPr lang="tr-TR" sz="1600" spc="-5" dirty="0">
                <a:solidFill>
                  <a:schemeClr val="tx1">
                    <a:alpha val="80000"/>
                  </a:schemeClr>
                </a:solidFill>
              </a:rPr>
              <a:t>a</a:t>
            </a:r>
            <a:r>
              <a:rPr lang="tr-TR" sz="1600" spc="15" dirty="0">
                <a:solidFill>
                  <a:schemeClr val="tx1">
                    <a:alpha val="80000"/>
                  </a:schemeClr>
                </a:solidFill>
              </a:rPr>
              <a:t> </a:t>
            </a:r>
            <a:r>
              <a:rPr lang="tr-TR" sz="1600" spc="-10" dirty="0">
                <a:solidFill>
                  <a:schemeClr val="tx1">
                    <a:alpha val="80000"/>
                  </a:schemeClr>
                </a:solidFill>
              </a:rPr>
              <a:t>b</a:t>
            </a:r>
            <a:r>
              <a:rPr lang="tr-TR" sz="1600" spc="-5" dirty="0">
                <a:solidFill>
                  <a:schemeClr val="tx1">
                    <a:alpha val="80000"/>
                  </a:schemeClr>
                </a:solidFill>
              </a:rPr>
              <a:t>i</a:t>
            </a:r>
            <a:r>
              <a:rPr lang="tr-TR" sz="1600" spc="-10" dirty="0">
                <a:solidFill>
                  <a:schemeClr val="tx1">
                    <a:alpha val="80000"/>
                  </a:schemeClr>
                </a:solidFill>
              </a:rPr>
              <a:t>l</a:t>
            </a:r>
            <a:r>
              <a:rPr lang="tr-TR" sz="1600" dirty="0">
                <a:solidFill>
                  <a:schemeClr val="tx1">
                    <a:alpha val="80000"/>
                  </a:schemeClr>
                </a:solidFill>
              </a:rPr>
              <a:t>i</a:t>
            </a:r>
            <a:r>
              <a:rPr lang="tr-TR" sz="1600" spc="-905" dirty="0">
                <a:solidFill>
                  <a:schemeClr val="tx1">
                    <a:alpha val="80000"/>
                  </a:schemeClr>
                </a:solidFill>
              </a:rPr>
              <a:t>ş</a:t>
            </a:r>
            <a:r>
              <a:rPr lang="tr-TR" sz="1600" spc="-5" dirty="0">
                <a:solidFill>
                  <a:schemeClr val="tx1">
                    <a:alpha val="80000"/>
                  </a:schemeClr>
                </a:solidFill>
              </a:rPr>
              <a:t> im sist</a:t>
            </a:r>
            <a:r>
              <a:rPr lang="tr-TR" sz="1600" spc="-10" dirty="0">
                <a:solidFill>
                  <a:schemeClr val="tx1">
                    <a:alpha val="80000"/>
                  </a:schemeClr>
                </a:solidFill>
              </a:rPr>
              <a:t>emler</a:t>
            </a:r>
            <a:r>
              <a:rPr lang="tr-TR" sz="1600" dirty="0">
                <a:solidFill>
                  <a:schemeClr val="tx1">
                    <a:alpha val="80000"/>
                  </a:schemeClr>
                </a:solidFill>
              </a:rPr>
              <a:t>i</a:t>
            </a:r>
            <a:r>
              <a:rPr lang="tr-TR" sz="1600" spc="-10" dirty="0">
                <a:solidFill>
                  <a:schemeClr val="tx1">
                    <a:alpha val="80000"/>
                  </a:schemeClr>
                </a:solidFill>
              </a:rPr>
              <a:t>n</a:t>
            </a:r>
            <a:r>
              <a:rPr lang="tr-TR" sz="1600" spc="-5" dirty="0">
                <a:solidFill>
                  <a:schemeClr val="tx1">
                    <a:alpha val="80000"/>
                  </a:schemeClr>
                </a:solidFill>
              </a:rPr>
              <a:t>in d</a:t>
            </a:r>
            <a:r>
              <a:rPr lang="tr-TR" sz="1600" spc="-10" dirty="0">
                <a:solidFill>
                  <a:schemeClr val="tx1">
                    <a:alpha val="80000"/>
                  </a:schemeClr>
                </a:solidFill>
              </a:rPr>
              <a:t>ah</a:t>
            </a:r>
            <a:r>
              <a:rPr lang="tr-TR" sz="1600" spc="-5" dirty="0">
                <a:solidFill>
                  <a:schemeClr val="tx1">
                    <a:alpha val="80000"/>
                  </a:schemeClr>
                </a:solidFill>
              </a:rPr>
              <a:t>a</a:t>
            </a:r>
            <a:r>
              <a:rPr lang="tr-TR" sz="1600" spc="5" dirty="0">
                <a:solidFill>
                  <a:schemeClr val="tx1">
                    <a:alpha val="80000"/>
                  </a:schemeClr>
                </a:solidFill>
              </a:rPr>
              <a:t> </a:t>
            </a:r>
            <a:r>
              <a:rPr lang="tr-TR" sz="1600" spc="-5" dirty="0">
                <a:solidFill>
                  <a:schemeClr val="tx1">
                    <a:alpha val="80000"/>
                  </a:schemeClr>
                </a:solidFill>
              </a:rPr>
              <a:t>k</a:t>
            </a:r>
            <a:r>
              <a:rPr lang="tr-TR" sz="1600" spc="-10" dirty="0">
                <a:solidFill>
                  <a:schemeClr val="tx1">
                    <a:alpha val="80000"/>
                  </a:schemeClr>
                </a:solidFill>
              </a:rPr>
              <a:t>u</a:t>
            </a:r>
            <a:r>
              <a:rPr lang="tr-TR" sz="1600" spc="-5" dirty="0">
                <a:solidFill>
                  <a:schemeClr val="tx1">
                    <a:alpha val="80000"/>
                  </a:schemeClr>
                </a:solidFill>
              </a:rPr>
              <a:t>l</a:t>
            </a:r>
            <a:r>
              <a:rPr lang="tr-TR" sz="1600" spc="-10" dirty="0">
                <a:solidFill>
                  <a:schemeClr val="tx1">
                    <a:alpha val="80000"/>
                  </a:schemeClr>
                </a:solidFill>
              </a:rPr>
              <a:t>l</a:t>
            </a:r>
            <a:r>
              <a:rPr lang="tr-TR" sz="1600" spc="-5" dirty="0">
                <a:solidFill>
                  <a:schemeClr val="tx1">
                    <a:alpha val="80000"/>
                  </a:schemeClr>
                </a:solidFill>
              </a:rPr>
              <a:t>a</a:t>
            </a:r>
            <a:r>
              <a:rPr lang="tr-TR" sz="1600" spc="-10" dirty="0">
                <a:solidFill>
                  <a:schemeClr val="tx1">
                    <a:alpha val="80000"/>
                  </a:schemeClr>
                </a:solidFill>
              </a:rPr>
              <a:t>n</a:t>
            </a:r>
            <a:r>
              <a:rPr lang="tr-TR" sz="1600" spc="-15" dirty="0">
                <a:solidFill>
                  <a:schemeClr val="tx1">
                    <a:alpha val="80000"/>
                  </a:schemeClr>
                </a:solidFill>
              </a:rPr>
              <a:t>ı</a:t>
            </a:r>
            <a:r>
              <a:rPr lang="tr-TR" sz="1600" spc="-10" dirty="0">
                <a:solidFill>
                  <a:schemeClr val="tx1">
                    <a:alpha val="80000"/>
                  </a:schemeClr>
                </a:solidFill>
              </a:rPr>
              <a:t>l</a:t>
            </a:r>
            <a:r>
              <a:rPr lang="tr-TR" sz="1600" spc="-5" dirty="0">
                <a:solidFill>
                  <a:schemeClr val="tx1">
                    <a:alpha val="80000"/>
                  </a:schemeClr>
                </a:solidFill>
              </a:rPr>
              <a:t>a</a:t>
            </a:r>
            <a:r>
              <a:rPr lang="tr-TR" sz="1600" spc="-10" dirty="0">
                <a:solidFill>
                  <a:schemeClr val="tx1">
                    <a:alpha val="80000"/>
                  </a:schemeClr>
                </a:solidFill>
              </a:rPr>
              <a:t>b</a:t>
            </a:r>
            <a:r>
              <a:rPr lang="tr-TR" sz="1600" spc="-5" dirty="0">
                <a:solidFill>
                  <a:schemeClr val="tx1">
                    <a:alpha val="80000"/>
                  </a:schemeClr>
                </a:solidFill>
              </a:rPr>
              <a:t>i</a:t>
            </a:r>
            <a:r>
              <a:rPr lang="tr-TR" sz="1600" spc="-10" dirty="0">
                <a:solidFill>
                  <a:schemeClr val="tx1">
                    <a:alpha val="80000"/>
                  </a:schemeClr>
                </a:solidFill>
              </a:rPr>
              <a:t>l</a:t>
            </a:r>
            <a:r>
              <a:rPr lang="tr-TR" sz="1600" dirty="0">
                <a:solidFill>
                  <a:schemeClr val="tx1">
                    <a:alpha val="80000"/>
                  </a:schemeClr>
                </a:solidFill>
              </a:rPr>
              <a:t>i</a:t>
            </a:r>
            <a:r>
              <a:rPr lang="tr-TR" sz="1600" spc="-5" dirty="0">
                <a:solidFill>
                  <a:schemeClr val="tx1">
                    <a:alpha val="80000"/>
                  </a:schemeClr>
                </a:solidFill>
              </a:rPr>
              <a:t>r  olması</a:t>
            </a:r>
            <a:r>
              <a:rPr lang="tr-TR" sz="1600" spc="15" dirty="0">
                <a:solidFill>
                  <a:schemeClr val="tx1">
                    <a:alpha val="80000"/>
                  </a:schemeClr>
                </a:solidFill>
              </a:rPr>
              <a:t> </a:t>
            </a:r>
            <a:r>
              <a:rPr lang="tr-TR" sz="1600" spc="-5" dirty="0">
                <a:solidFill>
                  <a:schemeClr val="tx1">
                    <a:alpha val="80000"/>
                  </a:schemeClr>
                </a:solidFill>
              </a:rPr>
              <a:t>için</a:t>
            </a:r>
            <a:r>
              <a:rPr lang="tr-TR" sz="1600" spc="-10" dirty="0">
                <a:solidFill>
                  <a:schemeClr val="tx1">
                    <a:alpha val="80000"/>
                  </a:schemeClr>
                </a:solidFill>
              </a:rPr>
              <a:t> nasıl</a:t>
            </a:r>
            <a:r>
              <a:rPr lang="tr-TR" sz="1600" spc="-5" dirty="0">
                <a:solidFill>
                  <a:schemeClr val="tx1">
                    <a:alpha val="80000"/>
                  </a:schemeClr>
                </a:solidFill>
              </a:rPr>
              <a:t> test</a:t>
            </a:r>
            <a:r>
              <a:rPr lang="tr-TR" sz="1600" dirty="0">
                <a:solidFill>
                  <a:schemeClr val="tx1">
                    <a:alpha val="80000"/>
                  </a:schemeClr>
                </a:solidFill>
              </a:rPr>
              <a:t> </a:t>
            </a:r>
            <a:r>
              <a:rPr lang="tr-TR" sz="1600" spc="-5" dirty="0">
                <a:solidFill>
                  <a:schemeClr val="tx1">
                    <a:alpha val="80000"/>
                  </a:schemeClr>
                </a:solidFill>
              </a:rPr>
              <a:t>yapılması</a:t>
            </a:r>
            <a:r>
              <a:rPr lang="tr-TR" sz="1600" spc="35" dirty="0">
                <a:solidFill>
                  <a:schemeClr val="tx1">
                    <a:alpha val="80000"/>
                  </a:schemeClr>
                </a:solidFill>
              </a:rPr>
              <a:t> </a:t>
            </a:r>
            <a:r>
              <a:rPr lang="tr-TR" sz="1600" spc="-114" dirty="0">
                <a:solidFill>
                  <a:schemeClr val="tx1">
                    <a:alpha val="80000"/>
                  </a:schemeClr>
                </a:solidFill>
              </a:rPr>
              <a:t>gerektiği</a:t>
            </a:r>
            <a:r>
              <a:rPr lang="tr-TR" sz="1600" spc="-5" dirty="0">
                <a:solidFill>
                  <a:schemeClr val="tx1">
                    <a:alpha val="80000"/>
                  </a:schemeClr>
                </a:solidFill>
              </a:rPr>
              <a:t> açıklanmaktadır. İnsan </a:t>
            </a:r>
            <a:r>
              <a:rPr lang="tr-TR" sz="1600" spc="-280" dirty="0">
                <a:solidFill>
                  <a:schemeClr val="tx1">
                    <a:alpha val="80000"/>
                  </a:schemeClr>
                </a:solidFill>
              </a:rPr>
              <a:t> </a:t>
            </a:r>
            <a:r>
              <a:rPr lang="tr-TR" sz="1600" spc="-5" dirty="0">
                <a:solidFill>
                  <a:schemeClr val="tx1">
                    <a:alpha val="80000"/>
                  </a:schemeClr>
                </a:solidFill>
              </a:rPr>
              <a:t>merkezli </a:t>
            </a:r>
            <a:r>
              <a:rPr lang="tr-TR" sz="1600" spc="-10" dirty="0">
                <a:solidFill>
                  <a:schemeClr val="tx1">
                    <a:alpha val="80000"/>
                  </a:schemeClr>
                </a:solidFill>
              </a:rPr>
              <a:t>tasarımın</a:t>
            </a:r>
            <a:r>
              <a:rPr lang="tr-TR" sz="1600" spc="50" dirty="0">
                <a:solidFill>
                  <a:schemeClr val="tx1">
                    <a:alpha val="80000"/>
                  </a:schemeClr>
                </a:solidFill>
              </a:rPr>
              <a:t> </a:t>
            </a:r>
            <a:r>
              <a:rPr lang="tr-TR" sz="1600" spc="-5" dirty="0">
                <a:solidFill>
                  <a:schemeClr val="tx1">
                    <a:alpha val="80000"/>
                  </a:schemeClr>
                </a:solidFill>
              </a:rPr>
              <a:t>özellikle</a:t>
            </a:r>
            <a:r>
              <a:rPr lang="tr-TR" sz="1600" spc="-20" dirty="0">
                <a:solidFill>
                  <a:schemeClr val="tx1">
                    <a:alpha val="80000"/>
                  </a:schemeClr>
                </a:solidFill>
              </a:rPr>
              <a:t> </a:t>
            </a:r>
            <a:r>
              <a:rPr lang="tr-TR" sz="1600" spc="-5" dirty="0">
                <a:solidFill>
                  <a:schemeClr val="tx1">
                    <a:alpha val="80000"/>
                  </a:schemeClr>
                </a:solidFill>
              </a:rPr>
              <a:t>savunma</a:t>
            </a:r>
            <a:r>
              <a:rPr lang="tr-TR" sz="1600" spc="25" dirty="0">
                <a:solidFill>
                  <a:schemeClr val="tx1">
                    <a:alpha val="80000"/>
                  </a:schemeClr>
                </a:solidFill>
              </a:rPr>
              <a:t> </a:t>
            </a:r>
            <a:r>
              <a:rPr lang="tr-TR" sz="1600" spc="-5" dirty="0">
                <a:solidFill>
                  <a:schemeClr val="tx1">
                    <a:alpha val="80000"/>
                  </a:schemeClr>
                </a:solidFill>
              </a:rPr>
              <a:t>ürünleri</a:t>
            </a:r>
            <a:r>
              <a:rPr lang="tr-TR" sz="1600" spc="20" dirty="0">
                <a:solidFill>
                  <a:schemeClr val="tx1">
                    <a:alpha val="80000"/>
                  </a:schemeClr>
                </a:solidFill>
              </a:rPr>
              <a:t> </a:t>
            </a:r>
            <a:r>
              <a:rPr lang="tr-TR" sz="1600" spc="-5" dirty="0">
                <a:solidFill>
                  <a:schemeClr val="tx1">
                    <a:alpha val="80000"/>
                  </a:schemeClr>
                </a:solidFill>
              </a:rPr>
              <a:t>tasarım</a:t>
            </a:r>
            <a:r>
              <a:rPr lang="tr-TR" sz="1600" spc="20" dirty="0">
                <a:solidFill>
                  <a:schemeClr val="tx1">
                    <a:alpha val="80000"/>
                  </a:schemeClr>
                </a:solidFill>
              </a:rPr>
              <a:t> </a:t>
            </a:r>
            <a:r>
              <a:rPr lang="tr-TR" sz="1600" spc="-5" dirty="0">
                <a:solidFill>
                  <a:schemeClr val="tx1">
                    <a:alpha val="80000"/>
                  </a:schemeClr>
                </a:solidFill>
              </a:rPr>
              <a:t>ve </a:t>
            </a:r>
            <a:r>
              <a:rPr lang="tr-TR" sz="1600" spc="-600" dirty="0">
                <a:solidFill>
                  <a:schemeClr val="tx1">
                    <a:alpha val="80000"/>
                  </a:schemeClr>
                </a:solidFill>
              </a:rPr>
              <a:t> </a:t>
            </a:r>
            <a:r>
              <a:rPr lang="tr-TR" sz="1600" spc="-70" dirty="0">
                <a:solidFill>
                  <a:schemeClr val="tx1">
                    <a:alpha val="80000"/>
                  </a:schemeClr>
                </a:solidFill>
              </a:rPr>
              <a:t>geliştirilmesinde</a:t>
            </a:r>
            <a:r>
              <a:rPr lang="tr-TR" sz="1600" spc="-10" dirty="0">
                <a:solidFill>
                  <a:schemeClr val="tx1">
                    <a:alpha val="80000"/>
                  </a:schemeClr>
                </a:solidFill>
              </a:rPr>
              <a:t> nasıl</a:t>
            </a:r>
            <a:r>
              <a:rPr lang="tr-TR" sz="1600" spc="15" dirty="0">
                <a:solidFill>
                  <a:schemeClr val="tx1">
                    <a:alpha val="80000"/>
                  </a:schemeClr>
                </a:solidFill>
              </a:rPr>
              <a:t> </a:t>
            </a:r>
            <a:r>
              <a:rPr lang="tr-TR" sz="1600" spc="-10" dirty="0">
                <a:solidFill>
                  <a:schemeClr val="tx1">
                    <a:alpha val="80000"/>
                  </a:schemeClr>
                </a:solidFill>
              </a:rPr>
              <a:t>hayata</a:t>
            </a:r>
            <a:r>
              <a:rPr lang="tr-TR" sz="1600" spc="15" dirty="0">
                <a:solidFill>
                  <a:schemeClr val="tx1">
                    <a:alpha val="80000"/>
                  </a:schemeClr>
                </a:solidFill>
              </a:rPr>
              <a:t> </a:t>
            </a:r>
            <a:r>
              <a:rPr lang="tr-TR" sz="1600" spc="-85" dirty="0">
                <a:solidFill>
                  <a:schemeClr val="tx1">
                    <a:alpha val="80000"/>
                  </a:schemeClr>
                </a:solidFill>
              </a:rPr>
              <a:t>geçirileceği</a:t>
            </a:r>
            <a:r>
              <a:rPr lang="tr-TR" sz="1600" spc="-5" dirty="0">
                <a:solidFill>
                  <a:schemeClr val="tx1">
                    <a:alpha val="80000"/>
                  </a:schemeClr>
                </a:solidFill>
              </a:rPr>
              <a:t> askeri</a:t>
            </a:r>
            <a:r>
              <a:rPr lang="tr-TR" sz="1600" dirty="0">
                <a:solidFill>
                  <a:schemeClr val="tx1">
                    <a:alpha val="80000"/>
                  </a:schemeClr>
                </a:solidFill>
              </a:rPr>
              <a:t> </a:t>
            </a:r>
            <a:r>
              <a:rPr lang="tr-TR" sz="1600" spc="-130" dirty="0">
                <a:solidFill>
                  <a:schemeClr val="tx1">
                    <a:alpha val="80000"/>
                  </a:schemeClr>
                </a:solidFill>
              </a:rPr>
              <a:t>araştırma </a:t>
            </a:r>
            <a:r>
              <a:rPr lang="tr-TR" sz="1600" spc="-125" dirty="0">
                <a:solidFill>
                  <a:schemeClr val="tx1">
                    <a:alpha val="80000"/>
                  </a:schemeClr>
                </a:solidFill>
              </a:rPr>
              <a:t> </a:t>
            </a:r>
            <a:r>
              <a:rPr lang="tr-TR" sz="1600" spc="-10" dirty="0">
                <a:solidFill>
                  <a:schemeClr val="tx1">
                    <a:alpha val="80000"/>
                  </a:schemeClr>
                </a:solidFill>
              </a:rPr>
              <a:t>laboratuvarlarının</a:t>
            </a:r>
            <a:r>
              <a:rPr lang="tr-TR" sz="1600" spc="45" dirty="0">
                <a:solidFill>
                  <a:schemeClr val="tx1">
                    <a:alpha val="80000"/>
                  </a:schemeClr>
                </a:solidFill>
              </a:rPr>
              <a:t> </a:t>
            </a:r>
            <a:r>
              <a:rPr lang="tr-TR" sz="1600" dirty="0">
                <a:solidFill>
                  <a:schemeClr val="tx1">
                    <a:alpha val="80000"/>
                  </a:schemeClr>
                </a:solidFill>
              </a:rPr>
              <a:t>kritik </a:t>
            </a:r>
            <a:r>
              <a:rPr lang="tr-TR" sz="1600" spc="-5" dirty="0">
                <a:solidFill>
                  <a:schemeClr val="tx1">
                    <a:alpha val="80000"/>
                  </a:schemeClr>
                </a:solidFill>
              </a:rPr>
              <a:t>konularından</a:t>
            </a:r>
            <a:r>
              <a:rPr lang="tr-TR" sz="1600" spc="25" dirty="0">
                <a:solidFill>
                  <a:schemeClr val="tx1">
                    <a:alpha val="80000"/>
                  </a:schemeClr>
                </a:solidFill>
              </a:rPr>
              <a:t> </a:t>
            </a:r>
            <a:r>
              <a:rPr lang="tr-TR" sz="1600" spc="-5" dirty="0">
                <a:solidFill>
                  <a:schemeClr val="tx1">
                    <a:alpha val="80000"/>
                  </a:schemeClr>
                </a:solidFill>
              </a:rPr>
              <a:t>birisidir</a:t>
            </a:r>
            <a:r>
              <a:rPr lang="tr-TR" sz="1600" dirty="0">
                <a:solidFill>
                  <a:schemeClr val="tx1">
                    <a:alpha val="80000"/>
                  </a:schemeClr>
                </a:solidFill>
              </a:rPr>
              <a:t> </a:t>
            </a:r>
            <a:r>
              <a:rPr lang="tr-TR" sz="1600" spc="-5" dirty="0">
                <a:solidFill>
                  <a:schemeClr val="tx1">
                    <a:alpha val="80000"/>
                  </a:schemeClr>
                </a:solidFill>
              </a:rPr>
              <a:t>(</a:t>
            </a:r>
            <a:r>
              <a:rPr lang="tr-TR" sz="1600" spc="-5" dirty="0" err="1">
                <a:solidFill>
                  <a:schemeClr val="tx1">
                    <a:alpha val="80000"/>
                  </a:schemeClr>
                </a:solidFill>
              </a:rPr>
              <a:t>Corona</a:t>
            </a:r>
            <a:r>
              <a:rPr lang="tr-TR" sz="1600" spc="-5" dirty="0">
                <a:solidFill>
                  <a:schemeClr val="tx1">
                    <a:alpha val="80000"/>
                  </a:schemeClr>
                </a:solidFill>
              </a:rPr>
              <a:t>,</a:t>
            </a:r>
            <a:r>
              <a:rPr lang="tr-TR" sz="1600" spc="20" dirty="0">
                <a:solidFill>
                  <a:schemeClr val="tx1">
                    <a:alpha val="80000"/>
                  </a:schemeClr>
                </a:solidFill>
              </a:rPr>
              <a:t> </a:t>
            </a:r>
            <a:r>
              <a:rPr lang="tr-TR" sz="1600" spc="-5" dirty="0">
                <a:solidFill>
                  <a:schemeClr val="tx1">
                    <a:alpha val="80000"/>
                  </a:schemeClr>
                </a:solidFill>
              </a:rPr>
              <a:t>1997)</a:t>
            </a:r>
          </a:p>
        </p:txBody>
      </p:sp>
      <p:pic>
        <p:nvPicPr>
          <p:cNvPr id="7" name="Graphic 6" descr="Kitaplar">
            <a:extLst>
              <a:ext uri="{FF2B5EF4-FFF2-40B4-BE49-F238E27FC236}">
                <a16:creationId xmlns:a16="http://schemas.microsoft.com/office/drawing/2014/main" id="{FF508710-DAE2-C2C4-75CB-C140196745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489" y="1798587"/>
            <a:ext cx="2661303" cy="2661303"/>
          </a:xfrm>
          <a:prstGeom prst="rect">
            <a:avLst/>
          </a:prstGeom>
        </p:spPr>
      </p:pic>
      <p:sp>
        <p:nvSpPr>
          <p:cNvPr id="1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414" y="1582736"/>
            <a:ext cx="104279" cy="115866"/>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646" y="1824940"/>
            <a:ext cx="68354" cy="7594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98478"/>
            <a:ext cx="9144000" cy="4116522"/>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888558" y="4331806"/>
            <a:ext cx="7394713" cy="535664"/>
          </a:xfrm>
          <a:prstGeom prst="rect">
            <a:avLst/>
          </a:prstGeom>
        </p:spPr>
        <p:txBody>
          <a:bodyPr vert="horz" lIns="91440" tIns="45720" rIns="91440" bIns="45720" rtlCol="0" anchor="b">
            <a:normAutofit/>
          </a:bodyPr>
          <a:lstStyle/>
          <a:p>
            <a:pPr marL="12700" algn="ctr" rtl="0">
              <a:lnSpc>
                <a:spcPct val="90000"/>
              </a:lnSpc>
              <a:spcBef>
                <a:spcPct val="0"/>
              </a:spcBef>
            </a:pPr>
            <a:r>
              <a:rPr lang="en-US" sz="2800" kern="1200" spc="-10">
                <a:solidFill>
                  <a:schemeClr val="tx1"/>
                </a:solidFill>
                <a:latin typeface="+mj-lt"/>
                <a:ea typeface="+mj-ea"/>
                <a:cs typeface="+mj-cs"/>
              </a:rPr>
              <a:t>Şehirler</a:t>
            </a:r>
            <a:r>
              <a:rPr lang="en-US" sz="2800" kern="1200" spc="-5">
                <a:solidFill>
                  <a:schemeClr val="tx1"/>
                </a:solidFill>
                <a:latin typeface="+mj-lt"/>
                <a:ea typeface="+mj-ea"/>
                <a:cs typeface="+mj-cs"/>
              </a:rPr>
              <a:t> </a:t>
            </a:r>
            <a:r>
              <a:rPr lang="en-US" sz="2800" kern="1200" spc="-20">
                <a:solidFill>
                  <a:schemeClr val="tx1"/>
                </a:solidFill>
                <a:latin typeface="+mj-lt"/>
                <a:ea typeface="+mj-ea"/>
                <a:cs typeface="+mj-cs"/>
              </a:rPr>
              <a:t>ve</a:t>
            </a:r>
            <a:r>
              <a:rPr lang="en-US" sz="2800" kern="1200" spc="-5">
                <a:solidFill>
                  <a:schemeClr val="tx1"/>
                </a:solidFill>
                <a:latin typeface="+mj-lt"/>
                <a:ea typeface="+mj-ea"/>
                <a:cs typeface="+mj-cs"/>
              </a:rPr>
              <a:t> </a:t>
            </a:r>
            <a:r>
              <a:rPr lang="en-US" sz="2800" kern="1200" spc="-35">
                <a:solidFill>
                  <a:schemeClr val="tx1"/>
                </a:solidFill>
                <a:latin typeface="+mj-lt"/>
                <a:ea typeface="+mj-ea"/>
                <a:cs typeface="+mj-cs"/>
              </a:rPr>
              <a:t>Tasarım</a:t>
            </a:r>
            <a:r>
              <a:rPr lang="en-US" sz="2800" kern="1200" spc="-15">
                <a:solidFill>
                  <a:schemeClr val="tx1"/>
                </a:solidFill>
                <a:latin typeface="+mj-lt"/>
                <a:ea typeface="+mj-ea"/>
                <a:cs typeface="+mj-cs"/>
              </a:rPr>
              <a:t> Problemi</a:t>
            </a:r>
            <a:endParaRPr lang="en-US" sz="2800" kern="1200">
              <a:solidFill>
                <a:schemeClr val="tx1"/>
              </a:solidFill>
              <a:latin typeface="+mj-lt"/>
              <a:ea typeface="+mj-ea"/>
              <a:cs typeface="+mj-cs"/>
            </a:endParaRPr>
          </a:p>
        </p:txBody>
      </p:sp>
      <p:sp>
        <p:nvSpPr>
          <p:cNvPr id="12" name="Freeform: Shape 11">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462" y="539798"/>
            <a:ext cx="6266329" cy="366054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object 3"/>
          <p:cNvPicPr/>
          <p:nvPr/>
        </p:nvPicPr>
        <p:blipFill>
          <a:blip r:embed="rId2" cstate="print"/>
          <a:stretch>
            <a:fillRect/>
          </a:stretch>
        </p:blipFill>
        <p:spPr>
          <a:xfrm>
            <a:off x="2132046" y="671263"/>
            <a:ext cx="4879908" cy="339502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89EED9-F54D-4F20-A2C6-949DE4176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155AF31-63C7-495B-94AD-F15F2619E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146"/>
            <a:ext cx="9144000" cy="4248855"/>
          </a:xfrm>
          <a:custGeom>
            <a:avLst/>
            <a:gdLst>
              <a:gd name="connsiteX0" fmla="*/ 4175374 w 12192000"/>
              <a:gd name="connsiteY0" fmla="*/ 13 h 4541267"/>
              <a:gd name="connsiteX1" fmla="*/ 4171715 w 12192000"/>
              <a:gd name="connsiteY1" fmla="*/ 10474 h 4541267"/>
              <a:gd name="connsiteX2" fmla="*/ 4199128 w 12192000"/>
              <a:gd name="connsiteY2" fmla="*/ 26390 h 4541267"/>
              <a:gd name="connsiteX3" fmla="*/ 4403547 w 12192000"/>
              <a:gd name="connsiteY3" fmla="*/ 18361 h 4541267"/>
              <a:gd name="connsiteX4" fmla="*/ 4455762 w 12192000"/>
              <a:gd name="connsiteY4" fmla="*/ 23384 h 4541267"/>
              <a:gd name="connsiteX5" fmla="*/ 4501720 w 12192000"/>
              <a:gd name="connsiteY5" fmla="*/ 13360 h 4541267"/>
              <a:gd name="connsiteX6" fmla="*/ 4520780 w 12192000"/>
              <a:gd name="connsiteY6" fmla="*/ 18547 h 4541267"/>
              <a:gd name="connsiteX7" fmla="*/ 4524071 w 12192000"/>
              <a:gd name="connsiteY7" fmla="*/ 19600 h 4541267"/>
              <a:gd name="connsiteX8" fmla="*/ 4537225 w 12192000"/>
              <a:gd name="connsiteY8" fmla="*/ 20364 h 4541267"/>
              <a:gd name="connsiteX9" fmla="*/ 4540932 w 12192000"/>
              <a:gd name="connsiteY9" fmla="*/ 24891 h 4541267"/>
              <a:gd name="connsiteX10" fmla="*/ 4560732 w 12192000"/>
              <a:gd name="connsiteY10" fmla="*/ 29131 h 4541267"/>
              <a:gd name="connsiteX11" fmla="*/ 4584946 w 12192000"/>
              <a:gd name="connsiteY11" fmla="*/ 29335 h 4541267"/>
              <a:gd name="connsiteX12" fmla="*/ 4670972 w 12192000"/>
              <a:gd name="connsiteY12" fmla="*/ 30531 h 4541267"/>
              <a:gd name="connsiteX13" fmla="*/ 4685002 w 12192000"/>
              <a:gd name="connsiteY13" fmla="*/ 28086 h 4541267"/>
              <a:gd name="connsiteX14" fmla="*/ 4730795 w 12192000"/>
              <a:gd name="connsiteY14" fmla="*/ 32164 h 4541267"/>
              <a:gd name="connsiteX15" fmla="*/ 4771603 w 12192000"/>
              <a:gd name="connsiteY15" fmla="*/ 33081 h 4541267"/>
              <a:gd name="connsiteX16" fmla="*/ 4798044 w 12192000"/>
              <a:gd name="connsiteY16" fmla="*/ 31136 h 4541267"/>
              <a:gd name="connsiteX17" fmla="*/ 4804975 w 12192000"/>
              <a:gd name="connsiteY17" fmla="*/ 32748 h 4541267"/>
              <a:gd name="connsiteX18" fmla="*/ 4831601 w 12192000"/>
              <a:gd name="connsiteY18" fmla="*/ 33788 h 4541267"/>
              <a:gd name="connsiteX19" fmla="*/ 4845162 w 12192000"/>
              <a:gd name="connsiteY19" fmla="*/ 31398 h 4541267"/>
              <a:gd name="connsiteX20" fmla="*/ 4858548 w 12192000"/>
              <a:gd name="connsiteY20" fmla="*/ 36900 h 4541267"/>
              <a:gd name="connsiteX21" fmla="*/ 4861820 w 12192000"/>
              <a:gd name="connsiteY21" fmla="*/ 40932 h 4541267"/>
              <a:gd name="connsiteX22" fmla="*/ 4880767 w 12192000"/>
              <a:gd name="connsiteY22" fmla="*/ 39122 h 4541267"/>
              <a:gd name="connsiteX23" fmla="*/ 4896300 w 12192000"/>
              <a:gd name="connsiteY23" fmla="*/ 43062 h 4541267"/>
              <a:gd name="connsiteX24" fmla="*/ 4909841 w 12192000"/>
              <a:gd name="connsiteY24" fmla="*/ 40486 h 4541267"/>
              <a:gd name="connsiteX25" fmla="*/ 4915461 w 12192000"/>
              <a:gd name="connsiteY25" fmla="*/ 41067 h 4541267"/>
              <a:gd name="connsiteX26" fmla="*/ 4929430 w 12192000"/>
              <a:gd name="connsiteY26" fmla="*/ 43016 h 4541267"/>
              <a:gd name="connsiteX27" fmla="*/ 4953531 w 12192000"/>
              <a:gd name="connsiteY27" fmla="*/ 47349 h 4541267"/>
              <a:gd name="connsiteX28" fmla="*/ 4961050 w 12192000"/>
              <a:gd name="connsiteY28" fmla="*/ 47952 h 4541267"/>
              <a:gd name="connsiteX29" fmla="*/ 4977419 w 12192000"/>
              <a:gd name="connsiteY29" fmla="*/ 54577 h 4541267"/>
              <a:gd name="connsiteX30" fmla="*/ 5009106 w 12192000"/>
              <a:gd name="connsiteY30" fmla="*/ 60243 h 4541267"/>
              <a:gd name="connsiteX31" fmla="*/ 5064895 w 12192000"/>
              <a:gd name="connsiteY31" fmla="*/ 80012 h 4541267"/>
              <a:gd name="connsiteX32" fmla="*/ 5097688 w 12192000"/>
              <a:gd name="connsiteY32" fmla="*/ 89446 h 4541267"/>
              <a:gd name="connsiteX33" fmla="*/ 5119875 w 12192000"/>
              <a:gd name="connsiteY33" fmla="*/ 98141 h 4541267"/>
              <a:gd name="connsiteX34" fmla="*/ 5185361 w 12192000"/>
              <a:gd name="connsiteY34" fmla="*/ 110421 h 4541267"/>
              <a:gd name="connsiteX35" fmla="*/ 5297679 w 12192000"/>
              <a:gd name="connsiteY35" fmla="*/ 126656 h 4541267"/>
              <a:gd name="connsiteX36" fmla="*/ 5320681 w 12192000"/>
              <a:gd name="connsiteY36" fmla="*/ 131018 h 4541267"/>
              <a:gd name="connsiteX37" fmla="*/ 5336842 w 12192000"/>
              <a:gd name="connsiteY37" fmla="*/ 138371 h 4541267"/>
              <a:gd name="connsiteX38" fmla="*/ 5337444 w 12192000"/>
              <a:gd name="connsiteY38" fmla="*/ 143216 h 4541267"/>
              <a:gd name="connsiteX39" fmla="*/ 5349516 w 12192000"/>
              <a:gd name="connsiteY39" fmla="*/ 146194 h 4541267"/>
              <a:gd name="connsiteX40" fmla="*/ 5351972 w 12192000"/>
              <a:gd name="connsiteY40" fmla="*/ 147738 h 4541267"/>
              <a:gd name="connsiteX41" fmla="*/ 5366814 w 12192000"/>
              <a:gd name="connsiteY41" fmla="*/ 155843 h 4541267"/>
              <a:gd name="connsiteX42" fmla="*/ 5417244 w 12192000"/>
              <a:gd name="connsiteY42" fmla="*/ 154449 h 4541267"/>
              <a:gd name="connsiteX43" fmla="*/ 5463870 w 12192000"/>
              <a:gd name="connsiteY43" fmla="*/ 168114 h 4541267"/>
              <a:gd name="connsiteX44" fmla="*/ 5664412 w 12192000"/>
              <a:gd name="connsiteY44" fmla="*/ 195879 h 4541267"/>
              <a:gd name="connsiteX45" fmla="*/ 5680257 w 12192000"/>
              <a:gd name="connsiteY45" fmla="*/ 215394 h 4541267"/>
              <a:gd name="connsiteX46" fmla="*/ 5757046 w 12192000"/>
              <a:gd name="connsiteY46" fmla="*/ 232193 h 4541267"/>
              <a:gd name="connsiteX47" fmla="*/ 5899668 w 12192000"/>
              <a:gd name="connsiteY47" fmla="*/ 229600 h 4541267"/>
              <a:gd name="connsiteX48" fmla="*/ 6042086 w 12192000"/>
              <a:gd name="connsiteY48" fmla="*/ 259219 h 4541267"/>
              <a:gd name="connsiteX49" fmla="*/ 6058069 w 12192000"/>
              <a:gd name="connsiteY49" fmla="*/ 255319 h 4541267"/>
              <a:gd name="connsiteX50" fmla="*/ 6074445 w 12192000"/>
              <a:gd name="connsiteY50" fmla="*/ 254530 h 4541267"/>
              <a:gd name="connsiteX51" fmla="*/ 6075960 w 12192000"/>
              <a:gd name="connsiteY51" fmla="*/ 255513 h 4541267"/>
              <a:gd name="connsiteX52" fmla="*/ 6093540 w 12192000"/>
              <a:gd name="connsiteY52" fmla="*/ 257803 h 4541267"/>
              <a:gd name="connsiteX53" fmla="*/ 6098369 w 12192000"/>
              <a:gd name="connsiteY53" fmla="*/ 256147 h 4541267"/>
              <a:gd name="connsiteX54" fmla="*/ 6110738 w 12192000"/>
              <a:gd name="connsiteY54" fmla="*/ 257042 h 4541267"/>
              <a:gd name="connsiteX55" fmla="*/ 6135933 w 12192000"/>
              <a:gd name="connsiteY55" fmla="*/ 256983 h 4541267"/>
              <a:gd name="connsiteX56" fmla="*/ 6139871 w 12192000"/>
              <a:gd name="connsiteY56" fmla="*/ 258681 h 4541267"/>
              <a:gd name="connsiteX57" fmla="*/ 6176662 w 12192000"/>
              <a:gd name="connsiteY57" fmla="*/ 261253 h 4541267"/>
              <a:gd name="connsiteX58" fmla="*/ 6176801 w 12192000"/>
              <a:gd name="connsiteY58" fmla="*/ 262100 h 4541267"/>
              <a:gd name="connsiteX59" fmla="*/ 6185563 w 12192000"/>
              <a:gd name="connsiteY59" fmla="*/ 266369 h 4541267"/>
              <a:gd name="connsiteX60" fmla="*/ 6203148 w 12192000"/>
              <a:gd name="connsiteY60" fmla="*/ 272679 h 4541267"/>
              <a:gd name="connsiteX61" fmla="*/ 6239136 w 12192000"/>
              <a:gd name="connsiteY61" fmla="*/ 297265 h 4541267"/>
              <a:gd name="connsiteX62" fmla="*/ 6277452 w 12192000"/>
              <a:gd name="connsiteY62" fmla="*/ 300037 h 4541267"/>
              <a:gd name="connsiteX63" fmla="*/ 6284979 w 12192000"/>
              <a:gd name="connsiteY63" fmla="*/ 301039 h 4541267"/>
              <a:gd name="connsiteX64" fmla="*/ 6285055 w 12192000"/>
              <a:gd name="connsiteY64" fmla="*/ 301242 h 4541267"/>
              <a:gd name="connsiteX65" fmla="*/ 6292844 w 12192000"/>
              <a:gd name="connsiteY65" fmla="*/ 302664 h 4541267"/>
              <a:gd name="connsiteX66" fmla="*/ 6298705 w 12192000"/>
              <a:gd name="connsiteY66" fmla="*/ 302865 h 4541267"/>
              <a:gd name="connsiteX67" fmla="*/ 6313308 w 12192000"/>
              <a:gd name="connsiteY67" fmla="*/ 304809 h 4541267"/>
              <a:gd name="connsiteX68" fmla="*/ 6317834 w 12192000"/>
              <a:gd name="connsiteY68" fmla="*/ 306696 h 4541267"/>
              <a:gd name="connsiteX69" fmla="*/ 6318907 w 12192000"/>
              <a:gd name="connsiteY69" fmla="*/ 309202 h 4541267"/>
              <a:gd name="connsiteX70" fmla="*/ 6320341 w 12192000"/>
              <a:gd name="connsiteY70" fmla="*/ 309131 h 4541267"/>
              <a:gd name="connsiteX71" fmla="*/ 6345071 w 12192000"/>
              <a:gd name="connsiteY71" fmla="*/ 318962 h 4541267"/>
              <a:gd name="connsiteX72" fmla="*/ 6403531 w 12192000"/>
              <a:gd name="connsiteY72" fmla="*/ 334044 h 4541267"/>
              <a:gd name="connsiteX73" fmla="*/ 6438176 w 12192000"/>
              <a:gd name="connsiteY73" fmla="*/ 339858 h 4541267"/>
              <a:gd name="connsiteX74" fmla="*/ 6531805 w 12192000"/>
              <a:gd name="connsiteY74" fmla="*/ 358871 h 4541267"/>
              <a:gd name="connsiteX75" fmla="*/ 6624812 w 12192000"/>
              <a:gd name="connsiteY75" fmla="*/ 380302 h 4541267"/>
              <a:gd name="connsiteX76" fmla="*/ 6665821 w 12192000"/>
              <a:gd name="connsiteY76" fmla="*/ 404165 h 4541267"/>
              <a:gd name="connsiteX77" fmla="*/ 6671133 w 12192000"/>
              <a:gd name="connsiteY77" fmla="*/ 405424 h 4541267"/>
              <a:gd name="connsiteX78" fmla="*/ 6685990 w 12192000"/>
              <a:gd name="connsiteY78" fmla="*/ 405411 h 4541267"/>
              <a:gd name="connsiteX79" fmla="*/ 6691636 w 12192000"/>
              <a:gd name="connsiteY79" fmla="*/ 404837 h 4541267"/>
              <a:gd name="connsiteX80" fmla="*/ 6699772 w 12192000"/>
              <a:gd name="connsiteY80" fmla="*/ 405207 h 4541267"/>
              <a:gd name="connsiteX81" fmla="*/ 6699955 w 12192000"/>
              <a:gd name="connsiteY81" fmla="*/ 405398 h 4541267"/>
              <a:gd name="connsiteX82" fmla="*/ 6707613 w 12192000"/>
              <a:gd name="connsiteY82" fmla="*/ 405391 h 4541267"/>
              <a:gd name="connsiteX83" fmla="*/ 6745320 w 12192000"/>
              <a:gd name="connsiteY83" fmla="*/ 403067 h 4541267"/>
              <a:gd name="connsiteX84" fmla="*/ 6792811 w 12192000"/>
              <a:gd name="connsiteY84" fmla="*/ 422483 h 4541267"/>
              <a:gd name="connsiteX85" fmla="*/ 6812882 w 12192000"/>
              <a:gd name="connsiteY85" fmla="*/ 426365 h 4541267"/>
              <a:gd name="connsiteX86" fmla="*/ 6823500 w 12192000"/>
              <a:gd name="connsiteY86" fmla="*/ 429406 h 4541267"/>
              <a:gd name="connsiteX87" fmla="*/ 6824098 w 12192000"/>
              <a:gd name="connsiteY87" fmla="*/ 430219 h 4541267"/>
              <a:gd name="connsiteX88" fmla="*/ 6860252 w 12192000"/>
              <a:gd name="connsiteY88" fmla="*/ 427902 h 4541267"/>
              <a:gd name="connsiteX89" fmla="*/ 6864904 w 12192000"/>
              <a:gd name="connsiteY89" fmla="*/ 429051 h 4541267"/>
              <a:gd name="connsiteX90" fmla="*/ 6888662 w 12192000"/>
              <a:gd name="connsiteY90" fmla="*/ 425676 h 4541267"/>
              <a:gd name="connsiteX91" fmla="*/ 6900835 w 12192000"/>
              <a:gd name="connsiteY91" fmla="*/ 424926 h 4541267"/>
              <a:gd name="connsiteX92" fmla="*/ 6904484 w 12192000"/>
              <a:gd name="connsiteY92" fmla="*/ 422663 h 4541267"/>
              <a:gd name="connsiteX93" fmla="*/ 6922346 w 12192000"/>
              <a:gd name="connsiteY93" fmla="*/ 422599 h 4541267"/>
              <a:gd name="connsiteX94" fmla="*/ 6924318 w 12192000"/>
              <a:gd name="connsiteY94" fmla="*/ 423364 h 4541267"/>
              <a:gd name="connsiteX95" fmla="*/ 6939344 w 12192000"/>
              <a:gd name="connsiteY95" fmla="*/ 420433 h 4541267"/>
              <a:gd name="connsiteX96" fmla="*/ 6952296 w 12192000"/>
              <a:gd name="connsiteY96" fmla="*/ 414496 h 4541267"/>
              <a:gd name="connsiteX97" fmla="*/ 7103052 w 12192000"/>
              <a:gd name="connsiteY97" fmla="*/ 424841 h 4541267"/>
              <a:gd name="connsiteX98" fmla="*/ 7246485 w 12192000"/>
              <a:gd name="connsiteY98" fmla="*/ 421500 h 4541267"/>
              <a:gd name="connsiteX99" fmla="*/ 7391440 w 12192000"/>
              <a:gd name="connsiteY99" fmla="*/ 426989 h 4541267"/>
              <a:gd name="connsiteX100" fmla="*/ 7548358 w 12192000"/>
              <a:gd name="connsiteY100" fmla="*/ 427860 h 4541267"/>
              <a:gd name="connsiteX101" fmla="*/ 7599893 w 12192000"/>
              <a:gd name="connsiteY101" fmla="*/ 435145 h 4541267"/>
              <a:gd name="connsiteX102" fmla="*/ 7646750 w 12192000"/>
              <a:gd name="connsiteY102" fmla="*/ 427135 h 4541267"/>
              <a:gd name="connsiteX103" fmla="*/ 7665217 w 12192000"/>
              <a:gd name="connsiteY103" fmla="*/ 433142 h 4541267"/>
              <a:gd name="connsiteX104" fmla="*/ 7668385 w 12192000"/>
              <a:gd name="connsiteY104" fmla="*/ 434335 h 4541267"/>
              <a:gd name="connsiteX105" fmla="*/ 7681420 w 12192000"/>
              <a:gd name="connsiteY105" fmla="*/ 435671 h 4541267"/>
              <a:gd name="connsiteX106" fmla="*/ 7684651 w 12192000"/>
              <a:gd name="connsiteY106" fmla="*/ 440352 h 4541267"/>
              <a:gd name="connsiteX107" fmla="*/ 7843050 w 12192000"/>
              <a:gd name="connsiteY107" fmla="*/ 447862 h 4541267"/>
              <a:gd name="connsiteX108" fmla="*/ 7911637 w 12192000"/>
              <a:gd name="connsiteY108" fmla="*/ 451302 h 4541267"/>
              <a:gd name="connsiteX109" fmla="*/ 7937365 w 12192000"/>
              <a:gd name="connsiteY109" fmla="*/ 456923 h 4541267"/>
              <a:gd name="connsiteX110" fmla="*/ 8037057 w 12192000"/>
              <a:gd name="connsiteY110" fmla="*/ 473946 h 4541267"/>
              <a:gd name="connsiteX111" fmla="*/ 8122868 w 12192000"/>
              <a:gd name="connsiteY111" fmla="*/ 484360 h 4541267"/>
              <a:gd name="connsiteX112" fmla="*/ 8186750 w 12192000"/>
              <a:gd name="connsiteY112" fmla="*/ 473523 h 4541267"/>
              <a:gd name="connsiteX113" fmla="*/ 8192054 w 12192000"/>
              <a:gd name="connsiteY113" fmla="*/ 477054 h 4541267"/>
              <a:gd name="connsiteX114" fmla="*/ 8235470 w 12192000"/>
              <a:gd name="connsiteY114" fmla="*/ 478559 h 4541267"/>
              <a:gd name="connsiteX115" fmla="*/ 8388968 w 12192000"/>
              <a:gd name="connsiteY115" fmla="*/ 461607 h 4541267"/>
              <a:gd name="connsiteX116" fmla="*/ 8473770 w 12192000"/>
              <a:gd name="connsiteY116" fmla="*/ 465162 h 4541267"/>
              <a:gd name="connsiteX117" fmla="*/ 8503642 w 12192000"/>
              <a:gd name="connsiteY117" fmla="*/ 470008 h 4541267"/>
              <a:gd name="connsiteX118" fmla="*/ 8553701 w 12192000"/>
              <a:gd name="connsiteY118" fmla="*/ 477906 h 4541267"/>
              <a:gd name="connsiteX119" fmla="*/ 8590556 w 12192000"/>
              <a:gd name="connsiteY119" fmla="*/ 492632 h 4541267"/>
              <a:gd name="connsiteX120" fmla="*/ 8632638 w 12192000"/>
              <a:gd name="connsiteY120" fmla="*/ 495738 h 4541267"/>
              <a:gd name="connsiteX121" fmla="*/ 8643140 w 12192000"/>
              <a:gd name="connsiteY121" fmla="*/ 485045 h 4541267"/>
              <a:gd name="connsiteX122" fmla="*/ 8687917 w 12192000"/>
              <a:gd name="connsiteY122" fmla="*/ 492071 h 4541267"/>
              <a:gd name="connsiteX123" fmla="*/ 8755765 w 12192000"/>
              <a:gd name="connsiteY123" fmla="*/ 503982 h 4541267"/>
              <a:gd name="connsiteX124" fmla="*/ 8795085 w 12192000"/>
              <a:gd name="connsiteY124" fmla="*/ 507904 h 4541267"/>
              <a:gd name="connsiteX125" fmla="*/ 8902279 w 12192000"/>
              <a:gd name="connsiteY125" fmla="*/ 521818 h 4541267"/>
              <a:gd name="connsiteX126" fmla="*/ 9009490 w 12192000"/>
              <a:gd name="connsiteY126" fmla="*/ 538194 h 4541267"/>
              <a:gd name="connsiteX127" fmla="*/ 9072120 w 12192000"/>
              <a:gd name="connsiteY127" fmla="*/ 561668 h 4541267"/>
              <a:gd name="connsiteX128" fmla="*/ 9160343 w 12192000"/>
              <a:gd name="connsiteY128" fmla="*/ 573641 h 4541267"/>
              <a:gd name="connsiteX129" fmla="*/ 9174981 w 12192000"/>
              <a:gd name="connsiteY129" fmla="*/ 577663 h 4541267"/>
              <a:gd name="connsiteX130" fmla="*/ 9278987 w 12192000"/>
              <a:gd name="connsiteY130" fmla="*/ 596161 h 4541267"/>
              <a:gd name="connsiteX131" fmla="*/ 9400617 w 12192000"/>
              <a:gd name="connsiteY131" fmla="*/ 598994 h 4541267"/>
              <a:gd name="connsiteX132" fmla="*/ 9552261 w 12192000"/>
              <a:gd name="connsiteY132" fmla="*/ 650991 h 4541267"/>
              <a:gd name="connsiteX133" fmla="*/ 9822258 w 12192000"/>
              <a:gd name="connsiteY133" fmla="*/ 730484 h 4541267"/>
              <a:gd name="connsiteX134" fmla="*/ 10113244 w 12192000"/>
              <a:gd name="connsiteY134" fmla="*/ 761586 h 4541267"/>
              <a:gd name="connsiteX135" fmla="*/ 10189871 w 12192000"/>
              <a:gd name="connsiteY135" fmla="*/ 756395 h 4541267"/>
              <a:gd name="connsiteX136" fmla="*/ 10414253 w 12192000"/>
              <a:gd name="connsiteY136" fmla="*/ 746175 h 4541267"/>
              <a:gd name="connsiteX137" fmla="*/ 10642574 w 12192000"/>
              <a:gd name="connsiteY137" fmla="*/ 693308 h 4541267"/>
              <a:gd name="connsiteX138" fmla="*/ 10786007 w 12192000"/>
              <a:gd name="connsiteY138" fmla="*/ 684599 h 4541267"/>
              <a:gd name="connsiteX139" fmla="*/ 10854151 w 12192000"/>
              <a:gd name="connsiteY139" fmla="*/ 670921 h 4541267"/>
              <a:gd name="connsiteX140" fmla="*/ 10901354 w 12192000"/>
              <a:gd name="connsiteY140" fmla="*/ 670267 h 4541267"/>
              <a:gd name="connsiteX141" fmla="*/ 10929658 w 12192000"/>
              <a:gd name="connsiteY141" fmla="*/ 668675 h 4541267"/>
              <a:gd name="connsiteX142" fmla="*/ 10978685 w 12192000"/>
              <a:gd name="connsiteY142" fmla="*/ 645904 h 4541267"/>
              <a:gd name="connsiteX143" fmla="*/ 11163594 w 12192000"/>
              <a:gd name="connsiteY143" fmla="*/ 638786 h 4541267"/>
              <a:gd name="connsiteX144" fmla="*/ 11340142 w 12192000"/>
              <a:gd name="connsiteY144" fmla="*/ 661756 h 4541267"/>
              <a:gd name="connsiteX145" fmla="*/ 11603318 w 12192000"/>
              <a:gd name="connsiteY145" fmla="*/ 596522 h 4541267"/>
              <a:gd name="connsiteX146" fmla="*/ 11630282 w 12192000"/>
              <a:gd name="connsiteY146" fmla="*/ 591403 h 4541267"/>
              <a:gd name="connsiteX147" fmla="*/ 11776458 w 12192000"/>
              <a:gd name="connsiteY147" fmla="*/ 566050 h 4541267"/>
              <a:gd name="connsiteX148" fmla="*/ 12105816 w 12192000"/>
              <a:gd name="connsiteY148" fmla="*/ 554311 h 4541267"/>
              <a:gd name="connsiteX149" fmla="*/ 12192000 w 12192000"/>
              <a:gd name="connsiteY149" fmla="*/ 507672 h 4541267"/>
              <a:gd name="connsiteX150" fmla="*/ 12192000 w 12192000"/>
              <a:gd name="connsiteY150" fmla="*/ 2530382 h 4541267"/>
              <a:gd name="connsiteX151" fmla="*/ 12192000 w 12192000"/>
              <a:gd name="connsiteY151" fmla="*/ 3315691 h 4541267"/>
              <a:gd name="connsiteX152" fmla="*/ 12192000 w 12192000"/>
              <a:gd name="connsiteY152" fmla="*/ 4541267 h 4541267"/>
              <a:gd name="connsiteX153" fmla="*/ 0 w 12192000"/>
              <a:gd name="connsiteY153" fmla="*/ 4541267 h 4541267"/>
              <a:gd name="connsiteX154" fmla="*/ 0 w 12192000"/>
              <a:gd name="connsiteY154" fmla="*/ 3315691 h 4541267"/>
              <a:gd name="connsiteX155" fmla="*/ 0 w 12192000"/>
              <a:gd name="connsiteY155" fmla="*/ 2530382 h 4541267"/>
              <a:gd name="connsiteX156" fmla="*/ 0 w 12192000"/>
              <a:gd name="connsiteY156" fmla="*/ 394082 h 4541267"/>
              <a:gd name="connsiteX157" fmla="*/ 3948 w 12192000"/>
              <a:gd name="connsiteY157" fmla="*/ 393322 h 4541267"/>
              <a:gd name="connsiteX158" fmla="*/ 79987 w 12192000"/>
              <a:gd name="connsiteY158" fmla="*/ 383500 h 4541267"/>
              <a:gd name="connsiteX159" fmla="*/ 173247 w 12192000"/>
              <a:gd name="connsiteY159" fmla="*/ 348155 h 4541267"/>
              <a:gd name="connsiteX160" fmla="*/ 206877 w 12192000"/>
              <a:gd name="connsiteY160" fmla="*/ 344844 h 4541267"/>
              <a:gd name="connsiteX161" fmla="*/ 205655 w 12192000"/>
              <a:gd name="connsiteY161" fmla="*/ 338590 h 4541267"/>
              <a:gd name="connsiteX162" fmla="*/ 218147 w 12192000"/>
              <a:gd name="connsiteY162" fmla="*/ 338130 h 4541267"/>
              <a:gd name="connsiteX163" fmla="*/ 246031 w 12192000"/>
              <a:gd name="connsiteY163" fmla="*/ 337978 h 4541267"/>
              <a:gd name="connsiteX164" fmla="*/ 329529 w 12192000"/>
              <a:gd name="connsiteY164" fmla="*/ 336242 h 4541267"/>
              <a:gd name="connsiteX165" fmla="*/ 352311 w 12192000"/>
              <a:gd name="connsiteY165" fmla="*/ 324249 h 4541267"/>
              <a:gd name="connsiteX166" fmla="*/ 373861 w 12192000"/>
              <a:gd name="connsiteY166" fmla="*/ 324061 h 4541267"/>
              <a:gd name="connsiteX167" fmla="*/ 498838 w 12192000"/>
              <a:gd name="connsiteY167" fmla="*/ 307987 h 4541267"/>
              <a:gd name="connsiteX168" fmla="*/ 516021 w 12192000"/>
              <a:gd name="connsiteY168" fmla="*/ 306785 h 4541267"/>
              <a:gd name="connsiteX169" fmla="*/ 525327 w 12192000"/>
              <a:gd name="connsiteY169" fmla="*/ 301396 h 4541267"/>
              <a:gd name="connsiteX170" fmla="*/ 558651 w 12192000"/>
              <a:gd name="connsiteY170" fmla="*/ 300324 h 4541267"/>
              <a:gd name="connsiteX171" fmla="*/ 560193 w 12192000"/>
              <a:gd name="connsiteY171" fmla="*/ 297256 h 4541267"/>
              <a:gd name="connsiteX172" fmla="*/ 669729 w 12192000"/>
              <a:gd name="connsiteY172" fmla="*/ 270914 h 4541267"/>
              <a:gd name="connsiteX173" fmla="*/ 688496 w 12192000"/>
              <a:gd name="connsiteY173" fmla="*/ 266563 h 4541267"/>
              <a:gd name="connsiteX174" fmla="*/ 704711 w 12192000"/>
              <a:gd name="connsiteY174" fmla="*/ 267882 h 4541267"/>
              <a:gd name="connsiteX175" fmla="*/ 794485 w 12192000"/>
              <a:gd name="connsiteY175" fmla="*/ 264121 h 4541267"/>
              <a:gd name="connsiteX176" fmla="*/ 815839 w 12192000"/>
              <a:gd name="connsiteY176" fmla="*/ 266431 h 4541267"/>
              <a:gd name="connsiteX177" fmla="*/ 824819 w 12192000"/>
              <a:gd name="connsiteY177" fmla="*/ 271306 h 4541267"/>
              <a:gd name="connsiteX178" fmla="*/ 859579 w 12192000"/>
              <a:gd name="connsiteY178" fmla="*/ 262094 h 4541267"/>
              <a:gd name="connsiteX179" fmla="*/ 913213 w 12192000"/>
              <a:gd name="connsiteY179" fmla="*/ 255782 h 4541267"/>
              <a:gd name="connsiteX180" fmla="*/ 938704 w 12192000"/>
              <a:gd name="connsiteY180" fmla="*/ 251225 h 4541267"/>
              <a:gd name="connsiteX181" fmla="*/ 959272 w 12192000"/>
              <a:gd name="connsiteY181" fmla="*/ 253991 h 4541267"/>
              <a:gd name="connsiteX182" fmla="*/ 1076317 w 12192000"/>
              <a:gd name="connsiteY182" fmla="*/ 254692 h 4541267"/>
              <a:gd name="connsiteX183" fmla="*/ 1103231 w 12192000"/>
              <a:gd name="connsiteY183" fmla="*/ 259087 h 4541267"/>
              <a:gd name="connsiteX184" fmla="*/ 1115987 w 12192000"/>
              <a:gd name="connsiteY184" fmla="*/ 267847 h 4541267"/>
              <a:gd name="connsiteX185" fmla="*/ 1125983 w 12192000"/>
              <a:gd name="connsiteY185" fmla="*/ 264723 h 4541267"/>
              <a:gd name="connsiteX186" fmla="*/ 1196778 w 12192000"/>
              <a:gd name="connsiteY186" fmla="*/ 264412 h 4541267"/>
              <a:gd name="connsiteX187" fmla="*/ 1242961 w 12192000"/>
              <a:gd name="connsiteY187" fmla="*/ 263409 h 4541267"/>
              <a:gd name="connsiteX188" fmla="*/ 1245768 w 12192000"/>
              <a:gd name="connsiteY188" fmla="*/ 251383 h 4541267"/>
              <a:gd name="connsiteX189" fmla="*/ 1286892 w 12192000"/>
              <a:gd name="connsiteY189" fmla="*/ 247098 h 4541267"/>
              <a:gd name="connsiteX190" fmla="*/ 1330717 w 12192000"/>
              <a:gd name="connsiteY190" fmla="*/ 254818 h 4541267"/>
              <a:gd name="connsiteX191" fmla="*/ 1382372 w 12192000"/>
              <a:gd name="connsiteY191" fmla="*/ 253736 h 4541267"/>
              <a:gd name="connsiteX192" fmla="*/ 1413281 w 12192000"/>
              <a:gd name="connsiteY192" fmla="*/ 253220 h 4541267"/>
              <a:gd name="connsiteX193" fmla="*/ 1494404 w 12192000"/>
              <a:gd name="connsiteY193" fmla="*/ 242003 h 4541267"/>
              <a:gd name="connsiteX194" fmla="*/ 1626029 w 12192000"/>
              <a:gd name="connsiteY194" fmla="*/ 199353 h 4541267"/>
              <a:gd name="connsiteX195" fmla="*/ 1667354 w 12192000"/>
              <a:gd name="connsiteY195" fmla="*/ 193310 h 4541267"/>
              <a:gd name="connsiteX196" fmla="*/ 1674578 w 12192000"/>
              <a:gd name="connsiteY196" fmla="*/ 195769 h 4541267"/>
              <a:gd name="connsiteX197" fmla="*/ 1880316 w 12192000"/>
              <a:gd name="connsiteY197" fmla="*/ 170155 h 4541267"/>
              <a:gd name="connsiteX198" fmla="*/ 1917126 w 12192000"/>
              <a:gd name="connsiteY198" fmla="*/ 168655 h 4541267"/>
              <a:gd name="connsiteX199" fmla="*/ 1944692 w 12192000"/>
              <a:gd name="connsiteY199" fmla="*/ 169592 h 4541267"/>
              <a:gd name="connsiteX200" fmla="*/ 2010665 w 12192000"/>
              <a:gd name="connsiteY200" fmla="*/ 161060 h 4541267"/>
              <a:gd name="connsiteX201" fmla="*/ 2118270 w 12192000"/>
              <a:gd name="connsiteY201" fmla="*/ 142353 h 4541267"/>
              <a:gd name="connsiteX202" fmla="*/ 2141504 w 12192000"/>
              <a:gd name="connsiteY202" fmla="*/ 139398 h 4541267"/>
              <a:gd name="connsiteX203" fmla="*/ 2162752 w 12192000"/>
              <a:gd name="connsiteY203" fmla="*/ 140940 h 4541267"/>
              <a:gd name="connsiteX204" fmla="*/ 2168793 w 12192000"/>
              <a:gd name="connsiteY204" fmla="*/ 144854 h 4541267"/>
              <a:gd name="connsiteX205" fmla="*/ 2181778 w 12192000"/>
              <a:gd name="connsiteY205" fmla="*/ 143885 h 4541267"/>
              <a:gd name="connsiteX206" fmla="*/ 2185499 w 12192000"/>
              <a:gd name="connsiteY206" fmla="*/ 144480 h 4541267"/>
              <a:gd name="connsiteX207" fmla="*/ 2206566 w 12192000"/>
              <a:gd name="connsiteY207" fmla="*/ 147037 h 4541267"/>
              <a:gd name="connsiteX208" fmla="*/ 2244903 w 12192000"/>
              <a:gd name="connsiteY208" fmla="*/ 131308 h 4541267"/>
              <a:gd name="connsiteX209" fmla="*/ 2297531 w 12192000"/>
              <a:gd name="connsiteY209" fmla="*/ 129388 h 4541267"/>
              <a:gd name="connsiteX210" fmla="*/ 2488258 w 12192000"/>
              <a:gd name="connsiteY210" fmla="*/ 94958 h 4541267"/>
              <a:gd name="connsiteX211" fmla="*/ 2523236 w 12192000"/>
              <a:gd name="connsiteY211" fmla="*/ 106856 h 4541267"/>
              <a:gd name="connsiteX212" fmla="*/ 2603355 w 12192000"/>
              <a:gd name="connsiteY212" fmla="*/ 98877 h 4541267"/>
              <a:gd name="connsiteX213" fmla="*/ 2713319 w 12192000"/>
              <a:gd name="connsiteY213" fmla="*/ 55535 h 4541267"/>
              <a:gd name="connsiteX214" fmla="*/ 2860143 w 12192000"/>
              <a:gd name="connsiteY214" fmla="*/ 39439 h 4541267"/>
              <a:gd name="connsiteX215" fmla="*/ 2868320 w 12192000"/>
              <a:gd name="connsiteY215" fmla="*/ 31535 h 4541267"/>
              <a:gd name="connsiteX216" fmla="*/ 2880379 w 12192000"/>
              <a:gd name="connsiteY216" fmla="*/ 26144 h 4541267"/>
              <a:gd name="connsiteX217" fmla="*/ 2882710 w 12192000"/>
              <a:gd name="connsiteY217" fmla="*/ 26536 h 4541267"/>
              <a:gd name="connsiteX218" fmla="*/ 2899268 w 12192000"/>
              <a:gd name="connsiteY218" fmla="*/ 23397 h 4541267"/>
              <a:gd name="connsiteX219" fmla="*/ 2901185 w 12192000"/>
              <a:gd name="connsiteY219" fmla="*/ 20606 h 4541267"/>
              <a:gd name="connsiteX220" fmla="*/ 2912009 w 12192000"/>
              <a:gd name="connsiteY220" fmla="*/ 17792 h 4541267"/>
              <a:gd name="connsiteX221" fmla="*/ 2931895 w 12192000"/>
              <a:gd name="connsiteY221" fmla="*/ 10473 h 4541267"/>
              <a:gd name="connsiteX222" fmla="*/ 2936965 w 12192000"/>
              <a:gd name="connsiteY222" fmla="*/ 10769 h 4541267"/>
              <a:gd name="connsiteX223" fmla="*/ 2969058 w 12192000"/>
              <a:gd name="connsiteY223" fmla="*/ 2323 h 4541267"/>
              <a:gd name="connsiteX224" fmla="*/ 2970141 w 12192000"/>
              <a:gd name="connsiteY224" fmla="*/ 2998 h 4541267"/>
              <a:gd name="connsiteX225" fmla="*/ 2981985 w 12192000"/>
              <a:gd name="connsiteY225" fmla="*/ 4074 h 4541267"/>
              <a:gd name="connsiteX226" fmla="*/ 3003160 w 12192000"/>
              <a:gd name="connsiteY226" fmla="*/ 4325 h 4541267"/>
              <a:gd name="connsiteX227" fmla="*/ 3059919 w 12192000"/>
              <a:gd name="connsiteY227" fmla="*/ 14691 h 4541267"/>
              <a:gd name="connsiteX228" fmla="*/ 3093450 w 12192000"/>
              <a:gd name="connsiteY228" fmla="*/ 5974 h 4541267"/>
              <a:gd name="connsiteX229" fmla="*/ 3188029 w 12192000"/>
              <a:gd name="connsiteY229" fmla="*/ 4647 h 4541267"/>
              <a:gd name="connsiteX230" fmla="*/ 3287078 w 12192000"/>
              <a:gd name="connsiteY230" fmla="*/ 20127 h 4541267"/>
              <a:gd name="connsiteX231" fmla="*/ 3386448 w 12192000"/>
              <a:gd name="connsiteY231" fmla="*/ 22159 h 4541267"/>
              <a:gd name="connsiteX232" fmla="*/ 3422427 w 12192000"/>
              <a:gd name="connsiteY232" fmla="*/ 21744 h 4541267"/>
              <a:gd name="connsiteX233" fmla="*/ 3486559 w 12192000"/>
              <a:gd name="connsiteY233" fmla="*/ 26080 h 4541267"/>
              <a:gd name="connsiteX234" fmla="*/ 3515932 w 12192000"/>
              <a:gd name="connsiteY234" fmla="*/ 31213 h 4541267"/>
              <a:gd name="connsiteX235" fmla="*/ 3517220 w 12192000"/>
              <a:gd name="connsiteY235" fmla="*/ 30897 h 4541267"/>
              <a:gd name="connsiteX236" fmla="*/ 3519845 w 12192000"/>
              <a:gd name="connsiteY236" fmla="*/ 33107 h 4541267"/>
              <a:gd name="connsiteX237" fmla="*/ 3525279 w 12192000"/>
              <a:gd name="connsiteY237" fmla="*/ 34130 h 4541267"/>
              <a:gd name="connsiteX238" fmla="*/ 3540113 w 12192000"/>
              <a:gd name="connsiteY238" fmla="*/ 33471 h 4541267"/>
              <a:gd name="connsiteX239" fmla="*/ 3545692 w 12192000"/>
              <a:gd name="connsiteY239" fmla="*/ 32654 h 4541267"/>
              <a:gd name="connsiteX240" fmla="*/ 3553854 w 12192000"/>
              <a:gd name="connsiteY240" fmla="*/ 32669 h 4541267"/>
              <a:gd name="connsiteX241" fmla="*/ 3554058 w 12192000"/>
              <a:gd name="connsiteY241" fmla="*/ 32851 h 4541267"/>
              <a:gd name="connsiteX242" fmla="*/ 3561703 w 12192000"/>
              <a:gd name="connsiteY242" fmla="*/ 32512 h 4541267"/>
              <a:gd name="connsiteX243" fmla="*/ 3599112 w 12192000"/>
              <a:gd name="connsiteY243" fmla="*/ 28556 h 4541267"/>
              <a:gd name="connsiteX244" fmla="*/ 3648544 w 12192000"/>
              <a:gd name="connsiteY244" fmla="*/ 45847 h 4541267"/>
              <a:gd name="connsiteX245" fmla="*/ 3668987 w 12192000"/>
              <a:gd name="connsiteY245" fmla="*/ 48845 h 4541267"/>
              <a:gd name="connsiteX246" fmla="*/ 3679906 w 12192000"/>
              <a:gd name="connsiteY246" fmla="*/ 51414 h 4541267"/>
              <a:gd name="connsiteX247" fmla="*/ 3680583 w 12192000"/>
              <a:gd name="connsiteY247" fmla="*/ 52200 h 4541267"/>
              <a:gd name="connsiteX248" fmla="*/ 3716448 w 12192000"/>
              <a:gd name="connsiteY248" fmla="*/ 48317 h 4541267"/>
              <a:gd name="connsiteX249" fmla="*/ 3721210 w 12192000"/>
              <a:gd name="connsiteY249" fmla="*/ 49261 h 4541267"/>
              <a:gd name="connsiteX250" fmla="*/ 3744585 w 12192000"/>
              <a:gd name="connsiteY250" fmla="*/ 44862 h 4541267"/>
              <a:gd name="connsiteX251" fmla="*/ 3756664 w 12192000"/>
              <a:gd name="connsiteY251" fmla="*/ 43587 h 4541267"/>
              <a:gd name="connsiteX252" fmla="*/ 3760076 w 12192000"/>
              <a:gd name="connsiteY252" fmla="*/ 41172 h 4541267"/>
              <a:gd name="connsiteX253" fmla="*/ 3777900 w 12192000"/>
              <a:gd name="connsiteY253" fmla="*/ 40331 h 4541267"/>
              <a:gd name="connsiteX254" fmla="*/ 3779950 w 12192000"/>
              <a:gd name="connsiteY254" fmla="*/ 41010 h 4541267"/>
              <a:gd name="connsiteX255" fmla="*/ 3794650 w 12192000"/>
              <a:gd name="connsiteY255" fmla="*/ 37433 h 4541267"/>
              <a:gd name="connsiteX256" fmla="*/ 3806969 w 12192000"/>
              <a:gd name="connsiteY256" fmla="*/ 30953 h 4541267"/>
              <a:gd name="connsiteX257" fmla="*/ 3958577 w 12192000"/>
              <a:gd name="connsiteY257" fmla="*/ 34711 h 4541267"/>
              <a:gd name="connsiteX258" fmla="*/ 4089430 w 12192000"/>
              <a:gd name="connsiteY258" fmla="*/ 7656 h 4541267"/>
              <a:gd name="connsiteX259" fmla="*/ 4175374 w 12192000"/>
              <a:gd name="connsiteY259" fmla="*/ 13 h 454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Lst>
            <a:rect l="l" t="t" r="r" b="b"/>
            <a:pathLst>
              <a:path w="12192000" h="4541267">
                <a:moveTo>
                  <a:pt x="4175374" y="13"/>
                </a:moveTo>
                <a:cubicBezTo>
                  <a:pt x="4181228" y="-214"/>
                  <a:pt x="4181469" y="2397"/>
                  <a:pt x="4171715" y="10474"/>
                </a:cubicBezTo>
                <a:cubicBezTo>
                  <a:pt x="4190376" y="8226"/>
                  <a:pt x="4209638" y="18232"/>
                  <a:pt x="4199128" y="26390"/>
                </a:cubicBezTo>
                <a:cubicBezTo>
                  <a:pt x="4255818" y="8930"/>
                  <a:pt x="4339488" y="26291"/>
                  <a:pt x="4403547" y="18361"/>
                </a:cubicBezTo>
                <a:cubicBezTo>
                  <a:pt x="4438470" y="37546"/>
                  <a:pt x="4419538" y="19795"/>
                  <a:pt x="4455762" y="23384"/>
                </a:cubicBezTo>
                <a:cubicBezTo>
                  <a:pt x="4445854" y="5723"/>
                  <a:pt x="4499738" y="33292"/>
                  <a:pt x="4501720" y="13360"/>
                </a:cubicBezTo>
                <a:cubicBezTo>
                  <a:pt x="4508249" y="14645"/>
                  <a:pt x="4514512" y="16517"/>
                  <a:pt x="4520780" y="18547"/>
                </a:cubicBezTo>
                <a:lnTo>
                  <a:pt x="4524071" y="19600"/>
                </a:lnTo>
                <a:lnTo>
                  <a:pt x="4537225" y="20364"/>
                </a:lnTo>
                <a:lnTo>
                  <a:pt x="4540932" y="24891"/>
                </a:lnTo>
                <a:lnTo>
                  <a:pt x="4560732" y="29131"/>
                </a:lnTo>
                <a:cubicBezTo>
                  <a:pt x="4568148" y="30052"/>
                  <a:pt x="4576128" y="30265"/>
                  <a:pt x="4584946" y="29335"/>
                </a:cubicBezTo>
                <a:cubicBezTo>
                  <a:pt x="4606640" y="21436"/>
                  <a:pt x="4640420" y="31117"/>
                  <a:pt x="4670972" y="30531"/>
                </a:cubicBezTo>
                <a:lnTo>
                  <a:pt x="4685002" y="28086"/>
                </a:lnTo>
                <a:lnTo>
                  <a:pt x="4730795" y="32164"/>
                </a:lnTo>
                <a:cubicBezTo>
                  <a:pt x="4743830" y="32955"/>
                  <a:pt x="4757359" y="33371"/>
                  <a:pt x="4771603" y="33081"/>
                </a:cubicBezTo>
                <a:lnTo>
                  <a:pt x="4798044" y="31136"/>
                </a:lnTo>
                <a:lnTo>
                  <a:pt x="4804975" y="32748"/>
                </a:lnTo>
                <a:cubicBezTo>
                  <a:pt x="4817047" y="32569"/>
                  <a:pt x="4833024" y="26893"/>
                  <a:pt x="4831601" y="33788"/>
                </a:cubicBezTo>
                <a:lnTo>
                  <a:pt x="4845162" y="31398"/>
                </a:lnTo>
                <a:lnTo>
                  <a:pt x="4858548" y="36900"/>
                </a:lnTo>
                <a:cubicBezTo>
                  <a:pt x="4860014" y="38178"/>
                  <a:pt x="4861117" y="39538"/>
                  <a:pt x="4861820" y="40932"/>
                </a:cubicBezTo>
                <a:lnTo>
                  <a:pt x="4880767" y="39122"/>
                </a:lnTo>
                <a:lnTo>
                  <a:pt x="4896300" y="43062"/>
                </a:lnTo>
                <a:lnTo>
                  <a:pt x="4909841" y="40486"/>
                </a:lnTo>
                <a:lnTo>
                  <a:pt x="4915461" y="41067"/>
                </a:lnTo>
                <a:lnTo>
                  <a:pt x="4929430" y="43016"/>
                </a:lnTo>
                <a:cubicBezTo>
                  <a:pt x="4936592" y="44383"/>
                  <a:pt x="4944607" y="46030"/>
                  <a:pt x="4953531" y="47349"/>
                </a:cubicBezTo>
                <a:lnTo>
                  <a:pt x="4961050" y="47952"/>
                </a:lnTo>
                <a:lnTo>
                  <a:pt x="4977419" y="54577"/>
                </a:lnTo>
                <a:cubicBezTo>
                  <a:pt x="4989329" y="59586"/>
                  <a:pt x="4998703" y="62961"/>
                  <a:pt x="5009106" y="60243"/>
                </a:cubicBezTo>
                <a:cubicBezTo>
                  <a:pt x="5026839" y="66714"/>
                  <a:pt x="5039227" y="84851"/>
                  <a:pt x="5064895" y="80012"/>
                </a:cubicBezTo>
                <a:cubicBezTo>
                  <a:pt x="5057105" y="88229"/>
                  <a:pt x="5093400" y="81007"/>
                  <a:pt x="5097688" y="89446"/>
                </a:cubicBezTo>
                <a:cubicBezTo>
                  <a:pt x="5099668" y="96243"/>
                  <a:pt x="5111139" y="95636"/>
                  <a:pt x="5119875" y="98141"/>
                </a:cubicBezTo>
                <a:cubicBezTo>
                  <a:pt x="5126101" y="105082"/>
                  <a:pt x="5170057" y="111420"/>
                  <a:pt x="5185361" y="110421"/>
                </a:cubicBezTo>
                <a:cubicBezTo>
                  <a:pt x="5228495" y="103514"/>
                  <a:pt x="5263192" y="131459"/>
                  <a:pt x="5297679" y="126656"/>
                </a:cubicBezTo>
                <a:cubicBezTo>
                  <a:pt x="5306709" y="127311"/>
                  <a:pt x="5314196" y="128883"/>
                  <a:pt x="5320681" y="131018"/>
                </a:cubicBezTo>
                <a:lnTo>
                  <a:pt x="5336842" y="138371"/>
                </a:lnTo>
                <a:cubicBezTo>
                  <a:pt x="5337043" y="139986"/>
                  <a:pt x="5337244" y="141601"/>
                  <a:pt x="5337444" y="143216"/>
                </a:cubicBezTo>
                <a:lnTo>
                  <a:pt x="5349516" y="146194"/>
                </a:lnTo>
                <a:lnTo>
                  <a:pt x="5351972" y="147738"/>
                </a:lnTo>
                <a:cubicBezTo>
                  <a:pt x="5356645" y="150704"/>
                  <a:pt x="5361411" y="153524"/>
                  <a:pt x="5366814" y="155843"/>
                </a:cubicBezTo>
                <a:cubicBezTo>
                  <a:pt x="5381668" y="137663"/>
                  <a:pt x="5415227" y="172568"/>
                  <a:pt x="5417244" y="154449"/>
                </a:cubicBezTo>
                <a:cubicBezTo>
                  <a:pt x="5449522" y="164026"/>
                  <a:pt x="5442975" y="144267"/>
                  <a:pt x="5463870" y="168114"/>
                </a:cubicBezTo>
                <a:cubicBezTo>
                  <a:pt x="5530235" y="171783"/>
                  <a:pt x="5598895" y="202335"/>
                  <a:pt x="5664412" y="195879"/>
                </a:cubicBezTo>
                <a:cubicBezTo>
                  <a:pt x="5649064" y="201649"/>
                  <a:pt x="5660966" y="214267"/>
                  <a:pt x="5680257" y="215394"/>
                </a:cubicBezTo>
                <a:cubicBezTo>
                  <a:pt x="5621974" y="238697"/>
                  <a:pt x="5773350" y="208268"/>
                  <a:pt x="5757046" y="232193"/>
                </a:cubicBezTo>
                <a:cubicBezTo>
                  <a:pt x="5784218" y="214098"/>
                  <a:pt x="5891959" y="204493"/>
                  <a:pt x="5899668" y="229600"/>
                </a:cubicBezTo>
                <a:cubicBezTo>
                  <a:pt x="5949942" y="241303"/>
                  <a:pt x="6003733" y="237058"/>
                  <a:pt x="6042086" y="259219"/>
                </a:cubicBezTo>
                <a:cubicBezTo>
                  <a:pt x="6047101" y="257270"/>
                  <a:pt x="6052473" y="256039"/>
                  <a:pt x="6058069" y="255319"/>
                </a:cubicBezTo>
                <a:lnTo>
                  <a:pt x="6074445" y="254530"/>
                </a:lnTo>
                <a:lnTo>
                  <a:pt x="6075960" y="255513"/>
                </a:lnTo>
                <a:cubicBezTo>
                  <a:pt x="6083606" y="258209"/>
                  <a:pt x="6089063" y="258531"/>
                  <a:pt x="6093540" y="257803"/>
                </a:cubicBezTo>
                <a:lnTo>
                  <a:pt x="6098369" y="256147"/>
                </a:lnTo>
                <a:lnTo>
                  <a:pt x="6110738" y="257042"/>
                </a:lnTo>
                <a:lnTo>
                  <a:pt x="6135933" y="256983"/>
                </a:lnTo>
                <a:lnTo>
                  <a:pt x="6139871" y="258681"/>
                </a:lnTo>
                <a:lnTo>
                  <a:pt x="6176662" y="261253"/>
                </a:lnTo>
                <a:cubicBezTo>
                  <a:pt x="6176708" y="261535"/>
                  <a:pt x="6176754" y="261818"/>
                  <a:pt x="6176801" y="262100"/>
                </a:cubicBezTo>
                <a:cubicBezTo>
                  <a:pt x="6177951" y="264057"/>
                  <a:pt x="6180382" y="265612"/>
                  <a:pt x="6185563" y="266369"/>
                </a:cubicBezTo>
                <a:cubicBezTo>
                  <a:pt x="6172218" y="277094"/>
                  <a:pt x="6186695" y="271392"/>
                  <a:pt x="6203148" y="272679"/>
                </a:cubicBezTo>
                <a:cubicBezTo>
                  <a:pt x="6186092" y="289623"/>
                  <a:pt x="6236081" y="286093"/>
                  <a:pt x="6239136" y="297265"/>
                </a:cubicBezTo>
                <a:cubicBezTo>
                  <a:pt x="6251604" y="297828"/>
                  <a:pt x="6264482" y="298732"/>
                  <a:pt x="6277452" y="300037"/>
                </a:cubicBezTo>
                <a:lnTo>
                  <a:pt x="6284979" y="301039"/>
                </a:lnTo>
                <a:cubicBezTo>
                  <a:pt x="6285004" y="301107"/>
                  <a:pt x="6285030" y="301175"/>
                  <a:pt x="6285055" y="301242"/>
                </a:cubicBezTo>
                <a:cubicBezTo>
                  <a:pt x="6286528" y="301851"/>
                  <a:pt x="6288943" y="302328"/>
                  <a:pt x="6292844" y="302664"/>
                </a:cubicBezTo>
                <a:lnTo>
                  <a:pt x="6298705" y="302865"/>
                </a:lnTo>
                <a:lnTo>
                  <a:pt x="6313308" y="304809"/>
                </a:lnTo>
                <a:lnTo>
                  <a:pt x="6317834" y="306696"/>
                </a:lnTo>
                <a:lnTo>
                  <a:pt x="6318907" y="309202"/>
                </a:lnTo>
                <a:lnTo>
                  <a:pt x="6320341" y="309131"/>
                </a:lnTo>
                <a:cubicBezTo>
                  <a:pt x="6331847" y="306572"/>
                  <a:pt x="6336768" y="301285"/>
                  <a:pt x="6345071" y="318962"/>
                </a:cubicBezTo>
                <a:cubicBezTo>
                  <a:pt x="6370620" y="315767"/>
                  <a:pt x="6372313" y="326077"/>
                  <a:pt x="6403531" y="334044"/>
                </a:cubicBezTo>
                <a:cubicBezTo>
                  <a:pt x="6418880" y="329808"/>
                  <a:pt x="6429052" y="333531"/>
                  <a:pt x="6438176" y="339858"/>
                </a:cubicBezTo>
                <a:cubicBezTo>
                  <a:pt x="6470442" y="341435"/>
                  <a:pt x="6497016" y="352244"/>
                  <a:pt x="6531805" y="358871"/>
                </a:cubicBezTo>
                <a:cubicBezTo>
                  <a:pt x="6572391" y="356282"/>
                  <a:pt x="6587615" y="373281"/>
                  <a:pt x="6624812" y="380302"/>
                </a:cubicBezTo>
                <a:cubicBezTo>
                  <a:pt x="6661654" y="371167"/>
                  <a:pt x="6648131" y="396046"/>
                  <a:pt x="6665821" y="404165"/>
                </a:cubicBezTo>
                <a:lnTo>
                  <a:pt x="6671133" y="405424"/>
                </a:lnTo>
                <a:lnTo>
                  <a:pt x="6685990" y="405411"/>
                </a:lnTo>
                <a:lnTo>
                  <a:pt x="6691636" y="404837"/>
                </a:lnTo>
                <a:cubicBezTo>
                  <a:pt x="6695503" y="404653"/>
                  <a:pt x="6698046" y="404803"/>
                  <a:pt x="6699772" y="405207"/>
                </a:cubicBezTo>
                <a:lnTo>
                  <a:pt x="6699955" y="405398"/>
                </a:lnTo>
                <a:lnTo>
                  <a:pt x="6707613" y="405391"/>
                </a:lnTo>
                <a:cubicBezTo>
                  <a:pt x="6720579" y="404964"/>
                  <a:pt x="6733235" y="404157"/>
                  <a:pt x="6745320" y="403067"/>
                </a:cubicBezTo>
                <a:cubicBezTo>
                  <a:pt x="6754341" y="413640"/>
                  <a:pt x="6799607" y="403591"/>
                  <a:pt x="6792811" y="422483"/>
                </a:cubicBezTo>
                <a:cubicBezTo>
                  <a:pt x="6809051" y="421579"/>
                  <a:pt x="6819592" y="414071"/>
                  <a:pt x="6812882" y="426365"/>
                </a:cubicBezTo>
                <a:cubicBezTo>
                  <a:pt x="6818190" y="426427"/>
                  <a:pt x="6821340" y="427635"/>
                  <a:pt x="6823500" y="429406"/>
                </a:cubicBezTo>
                <a:lnTo>
                  <a:pt x="6824098" y="430219"/>
                </a:lnTo>
                <a:lnTo>
                  <a:pt x="6860252" y="427902"/>
                </a:lnTo>
                <a:lnTo>
                  <a:pt x="6864904" y="429051"/>
                </a:lnTo>
                <a:lnTo>
                  <a:pt x="6888662" y="425676"/>
                </a:lnTo>
                <a:lnTo>
                  <a:pt x="6900835" y="424926"/>
                </a:lnTo>
                <a:lnTo>
                  <a:pt x="6904484" y="422663"/>
                </a:lnTo>
                <a:cubicBezTo>
                  <a:pt x="6908310" y="421358"/>
                  <a:pt x="6913643" y="420956"/>
                  <a:pt x="6922346" y="422599"/>
                </a:cubicBezTo>
                <a:lnTo>
                  <a:pt x="6924318" y="423364"/>
                </a:lnTo>
                <a:lnTo>
                  <a:pt x="6939344" y="420433"/>
                </a:lnTo>
                <a:cubicBezTo>
                  <a:pt x="6944233" y="418988"/>
                  <a:pt x="6948630" y="417072"/>
                  <a:pt x="6952296" y="414496"/>
                </a:cubicBezTo>
                <a:cubicBezTo>
                  <a:pt x="7000688" y="431217"/>
                  <a:pt x="7049150" y="419963"/>
                  <a:pt x="7103052" y="424841"/>
                </a:cubicBezTo>
                <a:cubicBezTo>
                  <a:pt x="7164010" y="424075"/>
                  <a:pt x="7206372" y="421142"/>
                  <a:pt x="7246485" y="421500"/>
                </a:cubicBezTo>
                <a:cubicBezTo>
                  <a:pt x="7265321" y="420068"/>
                  <a:pt x="7402761" y="419300"/>
                  <a:pt x="7391440" y="426989"/>
                </a:cubicBezTo>
                <a:cubicBezTo>
                  <a:pt x="7449760" y="412020"/>
                  <a:pt x="7483675" y="432993"/>
                  <a:pt x="7548358" y="427860"/>
                </a:cubicBezTo>
                <a:cubicBezTo>
                  <a:pt x="7581191" y="448534"/>
                  <a:pt x="7564154" y="429985"/>
                  <a:pt x="7599893" y="435145"/>
                </a:cubicBezTo>
                <a:cubicBezTo>
                  <a:pt x="7591842" y="417079"/>
                  <a:pt x="7642712" y="446949"/>
                  <a:pt x="7646750" y="427135"/>
                </a:cubicBezTo>
                <a:cubicBezTo>
                  <a:pt x="7653127" y="428699"/>
                  <a:pt x="7659175" y="430843"/>
                  <a:pt x="7665217" y="433142"/>
                </a:cubicBezTo>
                <a:lnTo>
                  <a:pt x="7668385" y="434335"/>
                </a:lnTo>
                <a:lnTo>
                  <a:pt x="7681420" y="435671"/>
                </a:lnTo>
                <a:lnTo>
                  <a:pt x="7684651" y="440352"/>
                </a:lnTo>
                <a:lnTo>
                  <a:pt x="7843050" y="447862"/>
                </a:lnTo>
                <a:cubicBezTo>
                  <a:pt x="7856954" y="444866"/>
                  <a:pt x="7901943" y="445305"/>
                  <a:pt x="7911637" y="451302"/>
                </a:cubicBezTo>
                <a:cubicBezTo>
                  <a:pt x="7921260" y="452613"/>
                  <a:pt x="7931762" y="450506"/>
                  <a:pt x="7937365" y="456923"/>
                </a:cubicBezTo>
                <a:cubicBezTo>
                  <a:pt x="7958268" y="460697"/>
                  <a:pt x="8006140" y="469374"/>
                  <a:pt x="8037057" y="473946"/>
                </a:cubicBezTo>
                <a:cubicBezTo>
                  <a:pt x="8053719" y="465869"/>
                  <a:pt x="8079882" y="482269"/>
                  <a:pt x="8122868" y="484360"/>
                </a:cubicBezTo>
                <a:cubicBezTo>
                  <a:pt x="8141102" y="475018"/>
                  <a:pt x="8151839" y="485898"/>
                  <a:pt x="8186750" y="473523"/>
                </a:cubicBezTo>
                <a:cubicBezTo>
                  <a:pt x="8188181" y="474802"/>
                  <a:pt x="8189967" y="475991"/>
                  <a:pt x="8192054" y="477054"/>
                </a:cubicBezTo>
                <a:cubicBezTo>
                  <a:pt x="8204181" y="483229"/>
                  <a:pt x="8223618" y="483903"/>
                  <a:pt x="8235470" y="478559"/>
                </a:cubicBezTo>
                <a:cubicBezTo>
                  <a:pt x="8291101" y="462191"/>
                  <a:pt x="8341536" y="464111"/>
                  <a:pt x="8388968" y="461607"/>
                </a:cubicBezTo>
                <a:cubicBezTo>
                  <a:pt x="8442578" y="460760"/>
                  <a:pt x="8406478" y="480371"/>
                  <a:pt x="8473770" y="465162"/>
                </a:cubicBezTo>
                <a:cubicBezTo>
                  <a:pt x="8480755" y="472463"/>
                  <a:pt x="8489229" y="473028"/>
                  <a:pt x="8503642" y="470008"/>
                </a:cubicBezTo>
                <a:cubicBezTo>
                  <a:pt x="8529673" y="470128"/>
                  <a:pt x="8527062" y="487947"/>
                  <a:pt x="8553701" y="477906"/>
                </a:cubicBezTo>
                <a:cubicBezTo>
                  <a:pt x="8548666" y="487380"/>
                  <a:pt x="8602920" y="482977"/>
                  <a:pt x="8590556" y="492632"/>
                </a:cubicBezTo>
                <a:cubicBezTo>
                  <a:pt x="8607202" y="501847"/>
                  <a:pt x="8616076" y="487671"/>
                  <a:pt x="8632638" y="495738"/>
                </a:cubicBezTo>
                <a:cubicBezTo>
                  <a:pt x="8651555" y="498034"/>
                  <a:pt x="8622103" y="485174"/>
                  <a:pt x="8643140" y="485045"/>
                </a:cubicBezTo>
                <a:cubicBezTo>
                  <a:pt x="8668580" y="486622"/>
                  <a:pt x="8669151" y="469012"/>
                  <a:pt x="8687917" y="492071"/>
                </a:cubicBezTo>
                <a:lnTo>
                  <a:pt x="8755765" y="503982"/>
                </a:lnTo>
                <a:cubicBezTo>
                  <a:pt x="8771235" y="498879"/>
                  <a:pt x="8783355" y="502055"/>
                  <a:pt x="8795085" y="507904"/>
                </a:cubicBezTo>
                <a:cubicBezTo>
                  <a:pt x="8830601" y="507703"/>
                  <a:pt x="8862574" y="517087"/>
                  <a:pt x="8902279" y="521818"/>
                </a:cubicBezTo>
                <a:cubicBezTo>
                  <a:pt x="8945651" y="516972"/>
                  <a:pt x="8967057" y="533201"/>
                  <a:pt x="9009490" y="538194"/>
                </a:cubicBezTo>
                <a:cubicBezTo>
                  <a:pt x="9052268" y="525380"/>
                  <a:pt x="9036250" y="560823"/>
                  <a:pt x="9072120" y="561668"/>
                </a:cubicBezTo>
                <a:cubicBezTo>
                  <a:pt x="9131058" y="551067"/>
                  <a:pt x="9070119" y="573588"/>
                  <a:pt x="9160343" y="573641"/>
                </a:cubicBezTo>
                <a:cubicBezTo>
                  <a:pt x="9165546" y="571624"/>
                  <a:pt x="9176314" y="574580"/>
                  <a:pt x="9174981" y="577663"/>
                </a:cubicBezTo>
                <a:cubicBezTo>
                  <a:pt x="9194754" y="577552"/>
                  <a:pt x="9250657" y="598403"/>
                  <a:pt x="9278987" y="596161"/>
                </a:cubicBezTo>
                <a:cubicBezTo>
                  <a:pt x="9333518" y="607930"/>
                  <a:pt x="9360905" y="594322"/>
                  <a:pt x="9400617" y="598994"/>
                </a:cubicBezTo>
                <a:cubicBezTo>
                  <a:pt x="9446163" y="611997"/>
                  <a:pt x="9472711" y="623279"/>
                  <a:pt x="9552261" y="650991"/>
                </a:cubicBezTo>
                <a:lnTo>
                  <a:pt x="9822258" y="730484"/>
                </a:lnTo>
                <a:cubicBezTo>
                  <a:pt x="9922385" y="789120"/>
                  <a:pt x="10051976" y="757267"/>
                  <a:pt x="10113244" y="761586"/>
                </a:cubicBezTo>
                <a:cubicBezTo>
                  <a:pt x="10138637" y="744147"/>
                  <a:pt x="10159221" y="763482"/>
                  <a:pt x="10189871" y="756395"/>
                </a:cubicBezTo>
                <a:cubicBezTo>
                  <a:pt x="10258060" y="752560"/>
                  <a:pt x="10325745" y="732743"/>
                  <a:pt x="10414253" y="746175"/>
                </a:cubicBezTo>
                <a:cubicBezTo>
                  <a:pt x="10454148" y="691579"/>
                  <a:pt x="10557884" y="724489"/>
                  <a:pt x="10642574" y="693308"/>
                </a:cubicBezTo>
                <a:cubicBezTo>
                  <a:pt x="10691734" y="686941"/>
                  <a:pt x="10768969" y="714056"/>
                  <a:pt x="10786007" y="684599"/>
                </a:cubicBezTo>
                <a:cubicBezTo>
                  <a:pt x="10808505" y="702627"/>
                  <a:pt x="10829561" y="673505"/>
                  <a:pt x="10854151" y="670921"/>
                </a:cubicBezTo>
                <a:cubicBezTo>
                  <a:pt x="10873781" y="682384"/>
                  <a:pt x="10883521" y="672470"/>
                  <a:pt x="10901354" y="670267"/>
                </a:cubicBezTo>
                <a:cubicBezTo>
                  <a:pt x="10909430" y="677337"/>
                  <a:pt x="10924523" y="676969"/>
                  <a:pt x="10929658" y="668675"/>
                </a:cubicBezTo>
                <a:cubicBezTo>
                  <a:pt x="10922372" y="649553"/>
                  <a:pt x="10974790" y="659092"/>
                  <a:pt x="10978685" y="645904"/>
                </a:cubicBezTo>
                <a:cubicBezTo>
                  <a:pt x="11009109" y="643153"/>
                  <a:pt x="11141217" y="659897"/>
                  <a:pt x="11163594" y="638786"/>
                </a:cubicBezTo>
                <a:cubicBezTo>
                  <a:pt x="11225103" y="628762"/>
                  <a:pt x="11314002" y="662346"/>
                  <a:pt x="11340142" y="661756"/>
                </a:cubicBezTo>
                <a:cubicBezTo>
                  <a:pt x="11366080" y="700322"/>
                  <a:pt x="11492322" y="598682"/>
                  <a:pt x="11603318" y="596522"/>
                </a:cubicBezTo>
                <a:cubicBezTo>
                  <a:pt x="11618275" y="600244"/>
                  <a:pt x="11626270" y="600194"/>
                  <a:pt x="11630282" y="591403"/>
                </a:cubicBezTo>
                <a:cubicBezTo>
                  <a:pt x="11659139" y="586325"/>
                  <a:pt x="11716067" y="578023"/>
                  <a:pt x="11776458" y="566050"/>
                </a:cubicBezTo>
                <a:cubicBezTo>
                  <a:pt x="11821845" y="556174"/>
                  <a:pt x="12045365" y="564769"/>
                  <a:pt x="12105816" y="554311"/>
                </a:cubicBezTo>
                <a:lnTo>
                  <a:pt x="12192000" y="507672"/>
                </a:lnTo>
                <a:lnTo>
                  <a:pt x="12192000" y="2530382"/>
                </a:lnTo>
                <a:lnTo>
                  <a:pt x="12192000" y="3315691"/>
                </a:lnTo>
                <a:lnTo>
                  <a:pt x="12192000" y="4541267"/>
                </a:lnTo>
                <a:lnTo>
                  <a:pt x="0" y="4541267"/>
                </a:lnTo>
                <a:lnTo>
                  <a:pt x="0" y="3315691"/>
                </a:lnTo>
                <a:lnTo>
                  <a:pt x="0" y="2530382"/>
                </a:lnTo>
                <a:lnTo>
                  <a:pt x="0" y="394082"/>
                </a:lnTo>
                <a:lnTo>
                  <a:pt x="3948" y="393322"/>
                </a:lnTo>
                <a:cubicBezTo>
                  <a:pt x="38999" y="387589"/>
                  <a:pt x="58344" y="387309"/>
                  <a:pt x="79987" y="383500"/>
                </a:cubicBezTo>
                <a:cubicBezTo>
                  <a:pt x="115029" y="374657"/>
                  <a:pt x="152100" y="354597"/>
                  <a:pt x="173247" y="348155"/>
                </a:cubicBezTo>
                <a:lnTo>
                  <a:pt x="206877" y="344844"/>
                </a:lnTo>
                <a:lnTo>
                  <a:pt x="205655" y="338590"/>
                </a:lnTo>
                <a:lnTo>
                  <a:pt x="218147" y="338130"/>
                </a:lnTo>
                <a:lnTo>
                  <a:pt x="246031" y="337978"/>
                </a:lnTo>
                <a:cubicBezTo>
                  <a:pt x="263431" y="337031"/>
                  <a:pt x="311815" y="338530"/>
                  <a:pt x="329529" y="336242"/>
                </a:cubicBezTo>
                <a:cubicBezTo>
                  <a:pt x="334639" y="329571"/>
                  <a:pt x="342526" y="325934"/>
                  <a:pt x="352311" y="324249"/>
                </a:cubicBezTo>
                <a:lnTo>
                  <a:pt x="373861" y="324061"/>
                </a:lnTo>
                <a:lnTo>
                  <a:pt x="498838" y="307987"/>
                </a:lnTo>
                <a:lnTo>
                  <a:pt x="516021" y="306785"/>
                </a:lnTo>
                <a:lnTo>
                  <a:pt x="525327" y="301396"/>
                </a:lnTo>
                <a:cubicBezTo>
                  <a:pt x="532431" y="300319"/>
                  <a:pt x="552839" y="301014"/>
                  <a:pt x="558651" y="300324"/>
                </a:cubicBezTo>
                <a:lnTo>
                  <a:pt x="560193" y="297256"/>
                </a:lnTo>
                <a:cubicBezTo>
                  <a:pt x="578707" y="292354"/>
                  <a:pt x="648345" y="276030"/>
                  <a:pt x="669729" y="270914"/>
                </a:cubicBezTo>
                <a:cubicBezTo>
                  <a:pt x="674001" y="275630"/>
                  <a:pt x="683567" y="268182"/>
                  <a:pt x="688496" y="266563"/>
                </a:cubicBezTo>
                <a:cubicBezTo>
                  <a:pt x="689259" y="269739"/>
                  <a:pt x="701191" y="270708"/>
                  <a:pt x="704711" y="267882"/>
                </a:cubicBezTo>
                <a:cubicBezTo>
                  <a:pt x="788593" y="252386"/>
                  <a:pt x="746605" y="284407"/>
                  <a:pt x="794485" y="264121"/>
                </a:cubicBezTo>
                <a:cubicBezTo>
                  <a:pt x="802955" y="262777"/>
                  <a:pt x="809819" y="264059"/>
                  <a:pt x="815839" y="266431"/>
                </a:cubicBezTo>
                <a:lnTo>
                  <a:pt x="824819" y="271306"/>
                </a:lnTo>
                <a:lnTo>
                  <a:pt x="859579" y="262094"/>
                </a:lnTo>
                <a:cubicBezTo>
                  <a:pt x="876701" y="258883"/>
                  <a:pt x="894722" y="256754"/>
                  <a:pt x="913213" y="255782"/>
                </a:cubicBezTo>
                <a:cubicBezTo>
                  <a:pt x="917362" y="262272"/>
                  <a:pt x="931876" y="253051"/>
                  <a:pt x="938704" y="251225"/>
                </a:cubicBezTo>
                <a:cubicBezTo>
                  <a:pt x="938775" y="255464"/>
                  <a:pt x="953903" y="257496"/>
                  <a:pt x="959272" y="253991"/>
                </a:cubicBezTo>
                <a:cubicBezTo>
                  <a:pt x="1072096" y="238840"/>
                  <a:pt x="1008611" y="278434"/>
                  <a:pt x="1076317" y="254692"/>
                </a:cubicBezTo>
                <a:cubicBezTo>
                  <a:pt x="1087643" y="253454"/>
                  <a:pt x="1096141" y="255578"/>
                  <a:pt x="1103231" y="259087"/>
                </a:cubicBezTo>
                <a:lnTo>
                  <a:pt x="1115987" y="267847"/>
                </a:lnTo>
                <a:lnTo>
                  <a:pt x="1125983" y="264723"/>
                </a:lnTo>
                <a:cubicBezTo>
                  <a:pt x="1163707" y="264478"/>
                  <a:pt x="1174830" y="273456"/>
                  <a:pt x="1196778" y="264412"/>
                </a:cubicBezTo>
                <a:cubicBezTo>
                  <a:pt x="1229213" y="283211"/>
                  <a:pt x="1218291" y="266286"/>
                  <a:pt x="1242961" y="263409"/>
                </a:cubicBezTo>
                <a:cubicBezTo>
                  <a:pt x="1262423" y="259661"/>
                  <a:pt x="1226693" y="252448"/>
                  <a:pt x="1245768" y="251383"/>
                </a:cubicBezTo>
                <a:cubicBezTo>
                  <a:pt x="1266403" y="256236"/>
                  <a:pt x="1265433" y="241163"/>
                  <a:pt x="1286892" y="247098"/>
                </a:cubicBezTo>
                <a:cubicBezTo>
                  <a:pt x="1281679" y="258454"/>
                  <a:pt x="1329238" y="244897"/>
                  <a:pt x="1330717" y="254818"/>
                </a:cubicBezTo>
                <a:cubicBezTo>
                  <a:pt x="1348944" y="240632"/>
                  <a:pt x="1358102" y="258108"/>
                  <a:pt x="1382372" y="253736"/>
                </a:cubicBezTo>
                <a:cubicBezTo>
                  <a:pt x="1393801" y="248369"/>
                  <a:pt x="1402047" y="247448"/>
                  <a:pt x="1413281" y="253220"/>
                </a:cubicBezTo>
                <a:cubicBezTo>
                  <a:pt x="1465930" y="227092"/>
                  <a:pt x="1445133" y="252051"/>
                  <a:pt x="1494404" y="242003"/>
                </a:cubicBezTo>
                <a:cubicBezTo>
                  <a:pt x="1536853" y="231436"/>
                  <a:pt x="1584973" y="224580"/>
                  <a:pt x="1626029" y="199353"/>
                </a:cubicBezTo>
                <a:cubicBezTo>
                  <a:pt x="1633565" y="192206"/>
                  <a:pt x="1652069" y="189501"/>
                  <a:pt x="1667354" y="193310"/>
                </a:cubicBezTo>
                <a:cubicBezTo>
                  <a:pt x="1669981" y="193966"/>
                  <a:pt x="1672417" y="194795"/>
                  <a:pt x="1674578" y="195769"/>
                </a:cubicBezTo>
                <a:cubicBezTo>
                  <a:pt x="1710071" y="191910"/>
                  <a:pt x="1839891" y="174674"/>
                  <a:pt x="1880316" y="170155"/>
                </a:cubicBezTo>
                <a:cubicBezTo>
                  <a:pt x="1883589" y="179337"/>
                  <a:pt x="1904031" y="162769"/>
                  <a:pt x="1917126" y="168655"/>
                </a:cubicBezTo>
                <a:cubicBezTo>
                  <a:pt x="1926505" y="173820"/>
                  <a:pt x="1934895" y="169998"/>
                  <a:pt x="1944692" y="169592"/>
                </a:cubicBezTo>
                <a:cubicBezTo>
                  <a:pt x="1957598" y="173652"/>
                  <a:pt x="1999691" y="166319"/>
                  <a:pt x="2010665" y="161060"/>
                </a:cubicBezTo>
                <a:cubicBezTo>
                  <a:pt x="2036890" y="142784"/>
                  <a:pt x="2096481" y="156356"/>
                  <a:pt x="2118270" y="142353"/>
                </a:cubicBezTo>
                <a:cubicBezTo>
                  <a:pt x="2126176" y="140299"/>
                  <a:pt x="2133912" y="139468"/>
                  <a:pt x="2141504" y="139398"/>
                </a:cubicBezTo>
                <a:lnTo>
                  <a:pt x="2162752" y="140940"/>
                </a:lnTo>
                <a:lnTo>
                  <a:pt x="2168793" y="144854"/>
                </a:lnTo>
                <a:lnTo>
                  <a:pt x="2181778" y="143885"/>
                </a:lnTo>
                <a:lnTo>
                  <a:pt x="2185499" y="144480"/>
                </a:lnTo>
                <a:cubicBezTo>
                  <a:pt x="2192607" y="145635"/>
                  <a:pt x="2199623" y="146640"/>
                  <a:pt x="2206566" y="147037"/>
                </a:cubicBezTo>
                <a:cubicBezTo>
                  <a:pt x="2197435" y="127408"/>
                  <a:pt x="2264127" y="147183"/>
                  <a:pt x="2244903" y="131308"/>
                </a:cubicBezTo>
                <a:cubicBezTo>
                  <a:pt x="2281469" y="130079"/>
                  <a:pt x="2253577" y="115293"/>
                  <a:pt x="2297531" y="129388"/>
                </a:cubicBezTo>
                <a:cubicBezTo>
                  <a:pt x="2354302" y="113338"/>
                  <a:pt x="2443792" y="119311"/>
                  <a:pt x="2488258" y="94958"/>
                </a:cubicBezTo>
                <a:cubicBezTo>
                  <a:pt x="2482735" y="104256"/>
                  <a:pt x="2506662" y="111470"/>
                  <a:pt x="2523236" y="106856"/>
                </a:cubicBezTo>
                <a:cubicBezTo>
                  <a:pt x="2503860" y="143341"/>
                  <a:pt x="2588767" y="73980"/>
                  <a:pt x="2603355" y="98877"/>
                </a:cubicBezTo>
                <a:cubicBezTo>
                  <a:pt x="2604074" y="75764"/>
                  <a:pt x="2678357" y="36570"/>
                  <a:pt x="2713319" y="55535"/>
                </a:cubicBezTo>
                <a:cubicBezTo>
                  <a:pt x="2766583" y="50906"/>
                  <a:pt x="2804300" y="31801"/>
                  <a:pt x="2860143" y="39439"/>
                </a:cubicBezTo>
                <a:cubicBezTo>
                  <a:pt x="2861876" y="36347"/>
                  <a:pt x="2864716" y="33758"/>
                  <a:pt x="2868320" y="31535"/>
                </a:cubicBezTo>
                <a:lnTo>
                  <a:pt x="2880379" y="26144"/>
                </a:lnTo>
                <a:lnTo>
                  <a:pt x="2882710" y="26536"/>
                </a:lnTo>
                <a:cubicBezTo>
                  <a:pt x="2891868" y="26606"/>
                  <a:pt x="2896557" y="25303"/>
                  <a:pt x="2899268" y="23397"/>
                </a:cubicBezTo>
                <a:lnTo>
                  <a:pt x="2901185" y="20606"/>
                </a:lnTo>
                <a:lnTo>
                  <a:pt x="2912009" y="17792"/>
                </a:lnTo>
                <a:lnTo>
                  <a:pt x="2931895" y="10473"/>
                </a:lnTo>
                <a:lnTo>
                  <a:pt x="2936965" y="10769"/>
                </a:lnTo>
                <a:lnTo>
                  <a:pt x="2969058" y="2323"/>
                </a:lnTo>
                <a:lnTo>
                  <a:pt x="2970141" y="2998"/>
                </a:lnTo>
                <a:cubicBezTo>
                  <a:pt x="2973299" y="4318"/>
                  <a:pt x="2977016" y="4929"/>
                  <a:pt x="2981985" y="4074"/>
                </a:cubicBezTo>
                <a:cubicBezTo>
                  <a:pt x="2983743" y="16976"/>
                  <a:pt x="2988657" y="7987"/>
                  <a:pt x="3003160" y="4325"/>
                </a:cubicBezTo>
                <a:cubicBezTo>
                  <a:pt x="3009129" y="23546"/>
                  <a:pt x="3044664" y="6144"/>
                  <a:pt x="3059919" y="14691"/>
                </a:cubicBezTo>
                <a:cubicBezTo>
                  <a:pt x="3070442" y="11568"/>
                  <a:pt x="3081678" y="8616"/>
                  <a:pt x="3093450" y="5974"/>
                </a:cubicBezTo>
                <a:lnTo>
                  <a:pt x="3188029" y="4647"/>
                </a:lnTo>
                <a:lnTo>
                  <a:pt x="3287078" y="20127"/>
                </a:lnTo>
                <a:cubicBezTo>
                  <a:pt x="3323715" y="20464"/>
                  <a:pt x="3355440" y="26213"/>
                  <a:pt x="3386448" y="22159"/>
                </a:cubicBezTo>
                <a:cubicBezTo>
                  <a:pt x="3399044" y="26631"/>
                  <a:pt x="3410916" y="28437"/>
                  <a:pt x="3422427" y="21744"/>
                </a:cubicBezTo>
                <a:cubicBezTo>
                  <a:pt x="3456617" y="23977"/>
                  <a:pt x="3464894" y="33535"/>
                  <a:pt x="3486559" y="26080"/>
                </a:cubicBezTo>
                <a:cubicBezTo>
                  <a:pt x="3505768" y="41541"/>
                  <a:pt x="3506905" y="35640"/>
                  <a:pt x="3515932" y="31213"/>
                </a:cubicBezTo>
                <a:lnTo>
                  <a:pt x="3517220" y="30897"/>
                </a:lnTo>
                <a:lnTo>
                  <a:pt x="3519845" y="33107"/>
                </a:lnTo>
                <a:lnTo>
                  <a:pt x="3525279" y="34130"/>
                </a:lnTo>
                <a:lnTo>
                  <a:pt x="3540113" y="33471"/>
                </a:lnTo>
                <a:lnTo>
                  <a:pt x="3545692" y="32654"/>
                </a:lnTo>
                <a:cubicBezTo>
                  <a:pt x="3549534" y="32302"/>
                  <a:pt x="3552087" y="32342"/>
                  <a:pt x="3553854" y="32669"/>
                </a:cubicBezTo>
                <a:lnTo>
                  <a:pt x="3554058" y="32851"/>
                </a:lnTo>
                <a:lnTo>
                  <a:pt x="3561703" y="32512"/>
                </a:lnTo>
                <a:cubicBezTo>
                  <a:pt x="3574605" y="31522"/>
                  <a:pt x="3587161" y="30167"/>
                  <a:pt x="3599112" y="28556"/>
                </a:cubicBezTo>
                <a:cubicBezTo>
                  <a:pt x="3609218" y="38704"/>
                  <a:pt x="3653377" y="26717"/>
                  <a:pt x="3648544" y="45847"/>
                </a:cubicBezTo>
                <a:cubicBezTo>
                  <a:pt x="3664665" y="44241"/>
                  <a:pt x="3674416" y="36298"/>
                  <a:pt x="3668987" y="48845"/>
                </a:cubicBezTo>
                <a:cubicBezTo>
                  <a:pt x="3674294" y="48677"/>
                  <a:pt x="3677564" y="49743"/>
                  <a:pt x="3679906" y="51414"/>
                </a:cubicBezTo>
                <a:lnTo>
                  <a:pt x="3680583" y="52200"/>
                </a:lnTo>
                <a:lnTo>
                  <a:pt x="3716448" y="48317"/>
                </a:lnTo>
                <a:lnTo>
                  <a:pt x="3721210" y="49261"/>
                </a:lnTo>
                <a:lnTo>
                  <a:pt x="3744585" y="44862"/>
                </a:lnTo>
                <a:lnTo>
                  <a:pt x="3756664" y="43587"/>
                </a:lnTo>
                <a:lnTo>
                  <a:pt x="3760076" y="41172"/>
                </a:lnTo>
                <a:cubicBezTo>
                  <a:pt x="3763760" y="39705"/>
                  <a:pt x="3769040" y="39072"/>
                  <a:pt x="3777900" y="40331"/>
                </a:cubicBezTo>
                <a:lnTo>
                  <a:pt x="3779950" y="41010"/>
                </a:lnTo>
                <a:lnTo>
                  <a:pt x="3794650" y="37433"/>
                </a:lnTo>
                <a:cubicBezTo>
                  <a:pt x="3799384" y="35781"/>
                  <a:pt x="3803575" y="33678"/>
                  <a:pt x="3806969" y="30953"/>
                </a:cubicBezTo>
                <a:cubicBezTo>
                  <a:pt x="3857022" y="45517"/>
                  <a:pt x="3904249" y="32192"/>
                  <a:pt x="3958577" y="34711"/>
                </a:cubicBezTo>
                <a:cubicBezTo>
                  <a:pt x="3982063" y="57372"/>
                  <a:pt x="4075943" y="29627"/>
                  <a:pt x="4089430" y="7656"/>
                </a:cubicBezTo>
                <a:cubicBezTo>
                  <a:pt x="4089735" y="26908"/>
                  <a:pt x="4157813" y="693"/>
                  <a:pt x="4175374" y="13"/>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4719021" y="1380881"/>
            <a:ext cx="3654910" cy="2047164"/>
          </a:xfrm>
          <a:prstGeom prst="rect">
            <a:avLst/>
          </a:prstGeom>
        </p:spPr>
        <p:txBody>
          <a:bodyPr vert="horz" lIns="91440" tIns="45720" rIns="91440" bIns="45720" rtlCol="0" anchor="ctr">
            <a:normAutofit/>
          </a:bodyPr>
          <a:lstStyle/>
          <a:p>
            <a:pPr marL="12700" algn="ctr" rtl="0">
              <a:lnSpc>
                <a:spcPct val="90000"/>
              </a:lnSpc>
              <a:spcBef>
                <a:spcPct val="0"/>
              </a:spcBef>
            </a:pPr>
            <a:r>
              <a:rPr lang="en-US" sz="3500" kern="1200" spc="-20">
                <a:solidFill>
                  <a:schemeClr val="tx1">
                    <a:lumMod val="85000"/>
                    <a:lumOff val="15000"/>
                  </a:schemeClr>
                </a:solidFill>
                <a:latin typeface="+mj-lt"/>
                <a:ea typeface="+mj-ea"/>
                <a:cs typeface="+mj-cs"/>
              </a:rPr>
              <a:t>Zararsız</a:t>
            </a:r>
            <a:r>
              <a:rPr lang="en-US" sz="3500" kern="1200" spc="-75">
                <a:solidFill>
                  <a:schemeClr val="tx1">
                    <a:lumMod val="85000"/>
                    <a:lumOff val="15000"/>
                  </a:schemeClr>
                </a:solidFill>
                <a:latin typeface="+mj-lt"/>
                <a:ea typeface="+mj-ea"/>
                <a:cs typeface="+mj-cs"/>
              </a:rPr>
              <a:t> </a:t>
            </a:r>
            <a:r>
              <a:rPr lang="en-US" sz="3500" kern="1200" spc="-15">
                <a:solidFill>
                  <a:schemeClr val="tx1">
                    <a:lumMod val="85000"/>
                    <a:lumOff val="15000"/>
                  </a:schemeClr>
                </a:solidFill>
                <a:latin typeface="+mj-lt"/>
                <a:ea typeface="+mj-ea"/>
                <a:cs typeface="+mj-cs"/>
              </a:rPr>
              <a:t>problem</a:t>
            </a:r>
            <a:endParaRPr lang="en-US" sz="3500" kern="1200">
              <a:solidFill>
                <a:schemeClr val="tx1">
                  <a:lumMod val="85000"/>
                  <a:lumOff val="15000"/>
                </a:schemeClr>
              </a:solidFill>
              <a:latin typeface="+mj-lt"/>
              <a:ea typeface="+mj-ea"/>
              <a:cs typeface="+mj-cs"/>
            </a:endParaRPr>
          </a:p>
        </p:txBody>
      </p:sp>
      <p:sp>
        <p:nvSpPr>
          <p:cNvPr id="12" name="Freeform: Shape 11">
            <a:extLst>
              <a:ext uri="{FF2B5EF4-FFF2-40B4-BE49-F238E27FC236}">
                <a16:creationId xmlns:a16="http://schemas.microsoft.com/office/drawing/2014/main" id="{B5AAC39E-8294-44DC-AB9F-2B9F22C39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334" y="520244"/>
            <a:ext cx="3532869" cy="4663928"/>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6">
            <a:extLst>
              <a:ext uri="{FF2B5EF4-FFF2-40B4-BE49-F238E27FC236}">
                <a16:creationId xmlns:a16="http://schemas.microsoft.com/office/drawing/2014/main" id="{11685A1B-C158-49A6-BF8F-0D4868852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7350" y="245713"/>
            <a:ext cx="1025718" cy="357487"/>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object 3"/>
          <p:cNvPicPr/>
          <p:nvPr/>
        </p:nvPicPr>
        <p:blipFill>
          <a:blip r:embed="rId2" cstate="print"/>
          <a:stretch>
            <a:fillRect/>
          </a:stretch>
        </p:blipFill>
        <p:spPr>
          <a:xfrm>
            <a:off x="677193" y="658527"/>
            <a:ext cx="3139987" cy="439159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89EED9-F54D-4F20-A2C6-949DE4176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155AF31-63C7-495B-94AD-F15F2619E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146"/>
            <a:ext cx="9144000" cy="4248855"/>
          </a:xfrm>
          <a:custGeom>
            <a:avLst/>
            <a:gdLst>
              <a:gd name="connsiteX0" fmla="*/ 4175374 w 12192000"/>
              <a:gd name="connsiteY0" fmla="*/ 13 h 4541267"/>
              <a:gd name="connsiteX1" fmla="*/ 4171715 w 12192000"/>
              <a:gd name="connsiteY1" fmla="*/ 10474 h 4541267"/>
              <a:gd name="connsiteX2" fmla="*/ 4199128 w 12192000"/>
              <a:gd name="connsiteY2" fmla="*/ 26390 h 4541267"/>
              <a:gd name="connsiteX3" fmla="*/ 4403547 w 12192000"/>
              <a:gd name="connsiteY3" fmla="*/ 18361 h 4541267"/>
              <a:gd name="connsiteX4" fmla="*/ 4455762 w 12192000"/>
              <a:gd name="connsiteY4" fmla="*/ 23384 h 4541267"/>
              <a:gd name="connsiteX5" fmla="*/ 4501720 w 12192000"/>
              <a:gd name="connsiteY5" fmla="*/ 13360 h 4541267"/>
              <a:gd name="connsiteX6" fmla="*/ 4520780 w 12192000"/>
              <a:gd name="connsiteY6" fmla="*/ 18547 h 4541267"/>
              <a:gd name="connsiteX7" fmla="*/ 4524071 w 12192000"/>
              <a:gd name="connsiteY7" fmla="*/ 19600 h 4541267"/>
              <a:gd name="connsiteX8" fmla="*/ 4537225 w 12192000"/>
              <a:gd name="connsiteY8" fmla="*/ 20364 h 4541267"/>
              <a:gd name="connsiteX9" fmla="*/ 4540932 w 12192000"/>
              <a:gd name="connsiteY9" fmla="*/ 24891 h 4541267"/>
              <a:gd name="connsiteX10" fmla="*/ 4560732 w 12192000"/>
              <a:gd name="connsiteY10" fmla="*/ 29131 h 4541267"/>
              <a:gd name="connsiteX11" fmla="*/ 4584946 w 12192000"/>
              <a:gd name="connsiteY11" fmla="*/ 29335 h 4541267"/>
              <a:gd name="connsiteX12" fmla="*/ 4670972 w 12192000"/>
              <a:gd name="connsiteY12" fmla="*/ 30531 h 4541267"/>
              <a:gd name="connsiteX13" fmla="*/ 4685002 w 12192000"/>
              <a:gd name="connsiteY13" fmla="*/ 28086 h 4541267"/>
              <a:gd name="connsiteX14" fmla="*/ 4730795 w 12192000"/>
              <a:gd name="connsiteY14" fmla="*/ 32164 h 4541267"/>
              <a:gd name="connsiteX15" fmla="*/ 4771603 w 12192000"/>
              <a:gd name="connsiteY15" fmla="*/ 33081 h 4541267"/>
              <a:gd name="connsiteX16" fmla="*/ 4798044 w 12192000"/>
              <a:gd name="connsiteY16" fmla="*/ 31136 h 4541267"/>
              <a:gd name="connsiteX17" fmla="*/ 4804975 w 12192000"/>
              <a:gd name="connsiteY17" fmla="*/ 32748 h 4541267"/>
              <a:gd name="connsiteX18" fmla="*/ 4831601 w 12192000"/>
              <a:gd name="connsiteY18" fmla="*/ 33788 h 4541267"/>
              <a:gd name="connsiteX19" fmla="*/ 4845162 w 12192000"/>
              <a:gd name="connsiteY19" fmla="*/ 31398 h 4541267"/>
              <a:gd name="connsiteX20" fmla="*/ 4858548 w 12192000"/>
              <a:gd name="connsiteY20" fmla="*/ 36900 h 4541267"/>
              <a:gd name="connsiteX21" fmla="*/ 4861820 w 12192000"/>
              <a:gd name="connsiteY21" fmla="*/ 40932 h 4541267"/>
              <a:gd name="connsiteX22" fmla="*/ 4880767 w 12192000"/>
              <a:gd name="connsiteY22" fmla="*/ 39122 h 4541267"/>
              <a:gd name="connsiteX23" fmla="*/ 4896300 w 12192000"/>
              <a:gd name="connsiteY23" fmla="*/ 43062 h 4541267"/>
              <a:gd name="connsiteX24" fmla="*/ 4909841 w 12192000"/>
              <a:gd name="connsiteY24" fmla="*/ 40486 h 4541267"/>
              <a:gd name="connsiteX25" fmla="*/ 4915461 w 12192000"/>
              <a:gd name="connsiteY25" fmla="*/ 41067 h 4541267"/>
              <a:gd name="connsiteX26" fmla="*/ 4929430 w 12192000"/>
              <a:gd name="connsiteY26" fmla="*/ 43016 h 4541267"/>
              <a:gd name="connsiteX27" fmla="*/ 4953531 w 12192000"/>
              <a:gd name="connsiteY27" fmla="*/ 47349 h 4541267"/>
              <a:gd name="connsiteX28" fmla="*/ 4961050 w 12192000"/>
              <a:gd name="connsiteY28" fmla="*/ 47952 h 4541267"/>
              <a:gd name="connsiteX29" fmla="*/ 4977419 w 12192000"/>
              <a:gd name="connsiteY29" fmla="*/ 54577 h 4541267"/>
              <a:gd name="connsiteX30" fmla="*/ 5009106 w 12192000"/>
              <a:gd name="connsiteY30" fmla="*/ 60243 h 4541267"/>
              <a:gd name="connsiteX31" fmla="*/ 5064895 w 12192000"/>
              <a:gd name="connsiteY31" fmla="*/ 80012 h 4541267"/>
              <a:gd name="connsiteX32" fmla="*/ 5097688 w 12192000"/>
              <a:gd name="connsiteY32" fmla="*/ 89446 h 4541267"/>
              <a:gd name="connsiteX33" fmla="*/ 5119875 w 12192000"/>
              <a:gd name="connsiteY33" fmla="*/ 98141 h 4541267"/>
              <a:gd name="connsiteX34" fmla="*/ 5185361 w 12192000"/>
              <a:gd name="connsiteY34" fmla="*/ 110421 h 4541267"/>
              <a:gd name="connsiteX35" fmla="*/ 5297679 w 12192000"/>
              <a:gd name="connsiteY35" fmla="*/ 126656 h 4541267"/>
              <a:gd name="connsiteX36" fmla="*/ 5320681 w 12192000"/>
              <a:gd name="connsiteY36" fmla="*/ 131018 h 4541267"/>
              <a:gd name="connsiteX37" fmla="*/ 5336842 w 12192000"/>
              <a:gd name="connsiteY37" fmla="*/ 138371 h 4541267"/>
              <a:gd name="connsiteX38" fmla="*/ 5337444 w 12192000"/>
              <a:gd name="connsiteY38" fmla="*/ 143216 h 4541267"/>
              <a:gd name="connsiteX39" fmla="*/ 5349516 w 12192000"/>
              <a:gd name="connsiteY39" fmla="*/ 146194 h 4541267"/>
              <a:gd name="connsiteX40" fmla="*/ 5351972 w 12192000"/>
              <a:gd name="connsiteY40" fmla="*/ 147738 h 4541267"/>
              <a:gd name="connsiteX41" fmla="*/ 5366814 w 12192000"/>
              <a:gd name="connsiteY41" fmla="*/ 155843 h 4541267"/>
              <a:gd name="connsiteX42" fmla="*/ 5417244 w 12192000"/>
              <a:gd name="connsiteY42" fmla="*/ 154449 h 4541267"/>
              <a:gd name="connsiteX43" fmla="*/ 5463870 w 12192000"/>
              <a:gd name="connsiteY43" fmla="*/ 168114 h 4541267"/>
              <a:gd name="connsiteX44" fmla="*/ 5664412 w 12192000"/>
              <a:gd name="connsiteY44" fmla="*/ 195879 h 4541267"/>
              <a:gd name="connsiteX45" fmla="*/ 5680257 w 12192000"/>
              <a:gd name="connsiteY45" fmla="*/ 215394 h 4541267"/>
              <a:gd name="connsiteX46" fmla="*/ 5757046 w 12192000"/>
              <a:gd name="connsiteY46" fmla="*/ 232193 h 4541267"/>
              <a:gd name="connsiteX47" fmla="*/ 5899668 w 12192000"/>
              <a:gd name="connsiteY47" fmla="*/ 229600 h 4541267"/>
              <a:gd name="connsiteX48" fmla="*/ 6042086 w 12192000"/>
              <a:gd name="connsiteY48" fmla="*/ 259219 h 4541267"/>
              <a:gd name="connsiteX49" fmla="*/ 6058069 w 12192000"/>
              <a:gd name="connsiteY49" fmla="*/ 255319 h 4541267"/>
              <a:gd name="connsiteX50" fmla="*/ 6074445 w 12192000"/>
              <a:gd name="connsiteY50" fmla="*/ 254530 h 4541267"/>
              <a:gd name="connsiteX51" fmla="*/ 6075960 w 12192000"/>
              <a:gd name="connsiteY51" fmla="*/ 255513 h 4541267"/>
              <a:gd name="connsiteX52" fmla="*/ 6093540 w 12192000"/>
              <a:gd name="connsiteY52" fmla="*/ 257803 h 4541267"/>
              <a:gd name="connsiteX53" fmla="*/ 6098369 w 12192000"/>
              <a:gd name="connsiteY53" fmla="*/ 256147 h 4541267"/>
              <a:gd name="connsiteX54" fmla="*/ 6110738 w 12192000"/>
              <a:gd name="connsiteY54" fmla="*/ 257042 h 4541267"/>
              <a:gd name="connsiteX55" fmla="*/ 6135933 w 12192000"/>
              <a:gd name="connsiteY55" fmla="*/ 256983 h 4541267"/>
              <a:gd name="connsiteX56" fmla="*/ 6139871 w 12192000"/>
              <a:gd name="connsiteY56" fmla="*/ 258681 h 4541267"/>
              <a:gd name="connsiteX57" fmla="*/ 6176662 w 12192000"/>
              <a:gd name="connsiteY57" fmla="*/ 261253 h 4541267"/>
              <a:gd name="connsiteX58" fmla="*/ 6176801 w 12192000"/>
              <a:gd name="connsiteY58" fmla="*/ 262100 h 4541267"/>
              <a:gd name="connsiteX59" fmla="*/ 6185563 w 12192000"/>
              <a:gd name="connsiteY59" fmla="*/ 266369 h 4541267"/>
              <a:gd name="connsiteX60" fmla="*/ 6203148 w 12192000"/>
              <a:gd name="connsiteY60" fmla="*/ 272679 h 4541267"/>
              <a:gd name="connsiteX61" fmla="*/ 6239136 w 12192000"/>
              <a:gd name="connsiteY61" fmla="*/ 297265 h 4541267"/>
              <a:gd name="connsiteX62" fmla="*/ 6277452 w 12192000"/>
              <a:gd name="connsiteY62" fmla="*/ 300037 h 4541267"/>
              <a:gd name="connsiteX63" fmla="*/ 6284979 w 12192000"/>
              <a:gd name="connsiteY63" fmla="*/ 301039 h 4541267"/>
              <a:gd name="connsiteX64" fmla="*/ 6285055 w 12192000"/>
              <a:gd name="connsiteY64" fmla="*/ 301242 h 4541267"/>
              <a:gd name="connsiteX65" fmla="*/ 6292844 w 12192000"/>
              <a:gd name="connsiteY65" fmla="*/ 302664 h 4541267"/>
              <a:gd name="connsiteX66" fmla="*/ 6298705 w 12192000"/>
              <a:gd name="connsiteY66" fmla="*/ 302865 h 4541267"/>
              <a:gd name="connsiteX67" fmla="*/ 6313308 w 12192000"/>
              <a:gd name="connsiteY67" fmla="*/ 304809 h 4541267"/>
              <a:gd name="connsiteX68" fmla="*/ 6317834 w 12192000"/>
              <a:gd name="connsiteY68" fmla="*/ 306696 h 4541267"/>
              <a:gd name="connsiteX69" fmla="*/ 6318907 w 12192000"/>
              <a:gd name="connsiteY69" fmla="*/ 309202 h 4541267"/>
              <a:gd name="connsiteX70" fmla="*/ 6320341 w 12192000"/>
              <a:gd name="connsiteY70" fmla="*/ 309131 h 4541267"/>
              <a:gd name="connsiteX71" fmla="*/ 6345071 w 12192000"/>
              <a:gd name="connsiteY71" fmla="*/ 318962 h 4541267"/>
              <a:gd name="connsiteX72" fmla="*/ 6403531 w 12192000"/>
              <a:gd name="connsiteY72" fmla="*/ 334044 h 4541267"/>
              <a:gd name="connsiteX73" fmla="*/ 6438176 w 12192000"/>
              <a:gd name="connsiteY73" fmla="*/ 339858 h 4541267"/>
              <a:gd name="connsiteX74" fmla="*/ 6531805 w 12192000"/>
              <a:gd name="connsiteY74" fmla="*/ 358871 h 4541267"/>
              <a:gd name="connsiteX75" fmla="*/ 6624812 w 12192000"/>
              <a:gd name="connsiteY75" fmla="*/ 380302 h 4541267"/>
              <a:gd name="connsiteX76" fmla="*/ 6665821 w 12192000"/>
              <a:gd name="connsiteY76" fmla="*/ 404165 h 4541267"/>
              <a:gd name="connsiteX77" fmla="*/ 6671133 w 12192000"/>
              <a:gd name="connsiteY77" fmla="*/ 405424 h 4541267"/>
              <a:gd name="connsiteX78" fmla="*/ 6685990 w 12192000"/>
              <a:gd name="connsiteY78" fmla="*/ 405411 h 4541267"/>
              <a:gd name="connsiteX79" fmla="*/ 6691636 w 12192000"/>
              <a:gd name="connsiteY79" fmla="*/ 404837 h 4541267"/>
              <a:gd name="connsiteX80" fmla="*/ 6699772 w 12192000"/>
              <a:gd name="connsiteY80" fmla="*/ 405207 h 4541267"/>
              <a:gd name="connsiteX81" fmla="*/ 6699955 w 12192000"/>
              <a:gd name="connsiteY81" fmla="*/ 405398 h 4541267"/>
              <a:gd name="connsiteX82" fmla="*/ 6707613 w 12192000"/>
              <a:gd name="connsiteY82" fmla="*/ 405391 h 4541267"/>
              <a:gd name="connsiteX83" fmla="*/ 6745320 w 12192000"/>
              <a:gd name="connsiteY83" fmla="*/ 403067 h 4541267"/>
              <a:gd name="connsiteX84" fmla="*/ 6792811 w 12192000"/>
              <a:gd name="connsiteY84" fmla="*/ 422483 h 4541267"/>
              <a:gd name="connsiteX85" fmla="*/ 6812882 w 12192000"/>
              <a:gd name="connsiteY85" fmla="*/ 426365 h 4541267"/>
              <a:gd name="connsiteX86" fmla="*/ 6823500 w 12192000"/>
              <a:gd name="connsiteY86" fmla="*/ 429406 h 4541267"/>
              <a:gd name="connsiteX87" fmla="*/ 6824098 w 12192000"/>
              <a:gd name="connsiteY87" fmla="*/ 430219 h 4541267"/>
              <a:gd name="connsiteX88" fmla="*/ 6860252 w 12192000"/>
              <a:gd name="connsiteY88" fmla="*/ 427902 h 4541267"/>
              <a:gd name="connsiteX89" fmla="*/ 6864904 w 12192000"/>
              <a:gd name="connsiteY89" fmla="*/ 429051 h 4541267"/>
              <a:gd name="connsiteX90" fmla="*/ 6888662 w 12192000"/>
              <a:gd name="connsiteY90" fmla="*/ 425676 h 4541267"/>
              <a:gd name="connsiteX91" fmla="*/ 6900835 w 12192000"/>
              <a:gd name="connsiteY91" fmla="*/ 424926 h 4541267"/>
              <a:gd name="connsiteX92" fmla="*/ 6904484 w 12192000"/>
              <a:gd name="connsiteY92" fmla="*/ 422663 h 4541267"/>
              <a:gd name="connsiteX93" fmla="*/ 6922346 w 12192000"/>
              <a:gd name="connsiteY93" fmla="*/ 422599 h 4541267"/>
              <a:gd name="connsiteX94" fmla="*/ 6924318 w 12192000"/>
              <a:gd name="connsiteY94" fmla="*/ 423364 h 4541267"/>
              <a:gd name="connsiteX95" fmla="*/ 6939344 w 12192000"/>
              <a:gd name="connsiteY95" fmla="*/ 420433 h 4541267"/>
              <a:gd name="connsiteX96" fmla="*/ 6952296 w 12192000"/>
              <a:gd name="connsiteY96" fmla="*/ 414496 h 4541267"/>
              <a:gd name="connsiteX97" fmla="*/ 7103052 w 12192000"/>
              <a:gd name="connsiteY97" fmla="*/ 424841 h 4541267"/>
              <a:gd name="connsiteX98" fmla="*/ 7246485 w 12192000"/>
              <a:gd name="connsiteY98" fmla="*/ 421500 h 4541267"/>
              <a:gd name="connsiteX99" fmla="*/ 7391440 w 12192000"/>
              <a:gd name="connsiteY99" fmla="*/ 426989 h 4541267"/>
              <a:gd name="connsiteX100" fmla="*/ 7548358 w 12192000"/>
              <a:gd name="connsiteY100" fmla="*/ 427860 h 4541267"/>
              <a:gd name="connsiteX101" fmla="*/ 7599893 w 12192000"/>
              <a:gd name="connsiteY101" fmla="*/ 435145 h 4541267"/>
              <a:gd name="connsiteX102" fmla="*/ 7646750 w 12192000"/>
              <a:gd name="connsiteY102" fmla="*/ 427135 h 4541267"/>
              <a:gd name="connsiteX103" fmla="*/ 7665217 w 12192000"/>
              <a:gd name="connsiteY103" fmla="*/ 433142 h 4541267"/>
              <a:gd name="connsiteX104" fmla="*/ 7668385 w 12192000"/>
              <a:gd name="connsiteY104" fmla="*/ 434335 h 4541267"/>
              <a:gd name="connsiteX105" fmla="*/ 7681420 w 12192000"/>
              <a:gd name="connsiteY105" fmla="*/ 435671 h 4541267"/>
              <a:gd name="connsiteX106" fmla="*/ 7684651 w 12192000"/>
              <a:gd name="connsiteY106" fmla="*/ 440352 h 4541267"/>
              <a:gd name="connsiteX107" fmla="*/ 7843050 w 12192000"/>
              <a:gd name="connsiteY107" fmla="*/ 447862 h 4541267"/>
              <a:gd name="connsiteX108" fmla="*/ 7911637 w 12192000"/>
              <a:gd name="connsiteY108" fmla="*/ 451302 h 4541267"/>
              <a:gd name="connsiteX109" fmla="*/ 7937365 w 12192000"/>
              <a:gd name="connsiteY109" fmla="*/ 456923 h 4541267"/>
              <a:gd name="connsiteX110" fmla="*/ 8037057 w 12192000"/>
              <a:gd name="connsiteY110" fmla="*/ 473946 h 4541267"/>
              <a:gd name="connsiteX111" fmla="*/ 8122868 w 12192000"/>
              <a:gd name="connsiteY111" fmla="*/ 484360 h 4541267"/>
              <a:gd name="connsiteX112" fmla="*/ 8186750 w 12192000"/>
              <a:gd name="connsiteY112" fmla="*/ 473523 h 4541267"/>
              <a:gd name="connsiteX113" fmla="*/ 8192054 w 12192000"/>
              <a:gd name="connsiteY113" fmla="*/ 477054 h 4541267"/>
              <a:gd name="connsiteX114" fmla="*/ 8235470 w 12192000"/>
              <a:gd name="connsiteY114" fmla="*/ 478559 h 4541267"/>
              <a:gd name="connsiteX115" fmla="*/ 8388968 w 12192000"/>
              <a:gd name="connsiteY115" fmla="*/ 461607 h 4541267"/>
              <a:gd name="connsiteX116" fmla="*/ 8473770 w 12192000"/>
              <a:gd name="connsiteY116" fmla="*/ 465162 h 4541267"/>
              <a:gd name="connsiteX117" fmla="*/ 8503642 w 12192000"/>
              <a:gd name="connsiteY117" fmla="*/ 470008 h 4541267"/>
              <a:gd name="connsiteX118" fmla="*/ 8553701 w 12192000"/>
              <a:gd name="connsiteY118" fmla="*/ 477906 h 4541267"/>
              <a:gd name="connsiteX119" fmla="*/ 8590556 w 12192000"/>
              <a:gd name="connsiteY119" fmla="*/ 492632 h 4541267"/>
              <a:gd name="connsiteX120" fmla="*/ 8632638 w 12192000"/>
              <a:gd name="connsiteY120" fmla="*/ 495738 h 4541267"/>
              <a:gd name="connsiteX121" fmla="*/ 8643140 w 12192000"/>
              <a:gd name="connsiteY121" fmla="*/ 485045 h 4541267"/>
              <a:gd name="connsiteX122" fmla="*/ 8687917 w 12192000"/>
              <a:gd name="connsiteY122" fmla="*/ 492071 h 4541267"/>
              <a:gd name="connsiteX123" fmla="*/ 8755765 w 12192000"/>
              <a:gd name="connsiteY123" fmla="*/ 503982 h 4541267"/>
              <a:gd name="connsiteX124" fmla="*/ 8795085 w 12192000"/>
              <a:gd name="connsiteY124" fmla="*/ 507904 h 4541267"/>
              <a:gd name="connsiteX125" fmla="*/ 8902279 w 12192000"/>
              <a:gd name="connsiteY125" fmla="*/ 521818 h 4541267"/>
              <a:gd name="connsiteX126" fmla="*/ 9009490 w 12192000"/>
              <a:gd name="connsiteY126" fmla="*/ 538194 h 4541267"/>
              <a:gd name="connsiteX127" fmla="*/ 9072120 w 12192000"/>
              <a:gd name="connsiteY127" fmla="*/ 561668 h 4541267"/>
              <a:gd name="connsiteX128" fmla="*/ 9160343 w 12192000"/>
              <a:gd name="connsiteY128" fmla="*/ 573641 h 4541267"/>
              <a:gd name="connsiteX129" fmla="*/ 9174981 w 12192000"/>
              <a:gd name="connsiteY129" fmla="*/ 577663 h 4541267"/>
              <a:gd name="connsiteX130" fmla="*/ 9278987 w 12192000"/>
              <a:gd name="connsiteY130" fmla="*/ 596161 h 4541267"/>
              <a:gd name="connsiteX131" fmla="*/ 9400617 w 12192000"/>
              <a:gd name="connsiteY131" fmla="*/ 598994 h 4541267"/>
              <a:gd name="connsiteX132" fmla="*/ 9552261 w 12192000"/>
              <a:gd name="connsiteY132" fmla="*/ 650991 h 4541267"/>
              <a:gd name="connsiteX133" fmla="*/ 9822258 w 12192000"/>
              <a:gd name="connsiteY133" fmla="*/ 730484 h 4541267"/>
              <a:gd name="connsiteX134" fmla="*/ 10113244 w 12192000"/>
              <a:gd name="connsiteY134" fmla="*/ 761586 h 4541267"/>
              <a:gd name="connsiteX135" fmla="*/ 10189871 w 12192000"/>
              <a:gd name="connsiteY135" fmla="*/ 756395 h 4541267"/>
              <a:gd name="connsiteX136" fmla="*/ 10414253 w 12192000"/>
              <a:gd name="connsiteY136" fmla="*/ 746175 h 4541267"/>
              <a:gd name="connsiteX137" fmla="*/ 10642574 w 12192000"/>
              <a:gd name="connsiteY137" fmla="*/ 693308 h 4541267"/>
              <a:gd name="connsiteX138" fmla="*/ 10786007 w 12192000"/>
              <a:gd name="connsiteY138" fmla="*/ 684599 h 4541267"/>
              <a:gd name="connsiteX139" fmla="*/ 10854151 w 12192000"/>
              <a:gd name="connsiteY139" fmla="*/ 670921 h 4541267"/>
              <a:gd name="connsiteX140" fmla="*/ 10901354 w 12192000"/>
              <a:gd name="connsiteY140" fmla="*/ 670267 h 4541267"/>
              <a:gd name="connsiteX141" fmla="*/ 10929658 w 12192000"/>
              <a:gd name="connsiteY141" fmla="*/ 668675 h 4541267"/>
              <a:gd name="connsiteX142" fmla="*/ 10978685 w 12192000"/>
              <a:gd name="connsiteY142" fmla="*/ 645904 h 4541267"/>
              <a:gd name="connsiteX143" fmla="*/ 11163594 w 12192000"/>
              <a:gd name="connsiteY143" fmla="*/ 638786 h 4541267"/>
              <a:gd name="connsiteX144" fmla="*/ 11340142 w 12192000"/>
              <a:gd name="connsiteY144" fmla="*/ 661756 h 4541267"/>
              <a:gd name="connsiteX145" fmla="*/ 11603318 w 12192000"/>
              <a:gd name="connsiteY145" fmla="*/ 596522 h 4541267"/>
              <a:gd name="connsiteX146" fmla="*/ 11630282 w 12192000"/>
              <a:gd name="connsiteY146" fmla="*/ 591403 h 4541267"/>
              <a:gd name="connsiteX147" fmla="*/ 11776458 w 12192000"/>
              <a:gd name="connsiteY147" fmla="*/ 566050 h 4541267"/>
              <a:gd name="connsiteX148" fmla="*/ 12105816 w 12192000"/>
              <a:gd name="connsiteY148" fmla="*/ 554311 h 4541267"/>
              <a:gd name="connsiteX149" fmla="*/ 12192000 w 12192000"/>
              <a:gd name="connsiteY149" fmla="*/ 507672 h 4541267"/>
              <a:gd name="connsiteX150" fmla="*/ 12192000 w 12192000"/>
              <a:gd name="connsiteY150" fmla="*/ 2530382 h 4541267"/>
              <a:gd name="connsiteX151" fmla="*/ 12192000 w 12192000"/>
              <a:gd name="connsiteY151" fmla="*/ 3315691 h 4541267"/>
              <a:gd name="connsiteX152" fmla="*/ 12192000 w 12192000"/>
              <a:gd name="connsiteY152" fmla="*/ 4541267 h 4541267"/>
              <a:gd name="connsiteX153" fmla="*/ 0 w 12192000"/>
              <a:gd name="connsiteY153" fmla="*/ 4541267 h 4541267"/>
              <a:gd name="connsiteX154" fmla="*/ 0 w 12192000"/>
              <a:gd name="connsiteY154" fmla="*/ 3315691 h 4541267"/>
              <a:gd name="connsiteX155" fmla="*/ 0 w 12192000"/>
              <a:gd name="connsiteY155" fmla="*/ 2530382 h 4541267"/>
              <a:gd name="connsiteX156" fmla="*/ 0 w 12192000"/>
              <a:gd name="connsiteY156" fmla="*/ 394082 h 4541267"/>
              <a:gd name="connsiteX157" fmla="*/ 3948 w 12192000"/>
              <a:gd name="connsiteY157" fmla="*/ 393322 h 4541267"/>
              <a:gd name="connsiteX158" fmla="*/ 79987 w 12192000"/>
              <a:gd name="connsiteY158" fmla="*/ 383500 h 4541267"/>
              <a:gd name="connsiteX159" fmla="*/ 173247 w 12192000"/>
              <a:gd name="connsiteY159" fmla="*/ 348155 h 4541267"/>
              <a:gd name="connsiteX160" fmla="*/ 206877 w 12192000"/>
              <a:gd name="connsiteY160" fmla="*/ 344844 h 4541267"/>
              <a:gd name="connsiteX161" fmla="*/ 205655 w 12192000"/>
              <a:gd name="connsiteY161" fmla="*/ 338590 h 4541267"/>
              <a:gd name="connsiteX162" fmla="*/ 218147 w 12192000"/>
              <a:gd name="connsiteY162" fmla="*/ 338130 h 4541267"/>
              <a:gd name="connsiteX163" fmla="*/ 246031 w 12192000"/>
              <a:gd name="connsiteY163" fmla="*/ 337978 h 4541267"/>
              <a:gd name="connsiteX164" fmla="*/ 329529 w 12192000"/>
              <a:gd name="connsiteY164" fmla="*/ 336242 h 4541267"/>
              <a:gd name="connsiteX165" fmla="*/ 352311 w 12192000"/>
              <a:gd name="connsiteY165" fmla="*/ 324249 h 4541267"/>
              <a:gd name="connsiteX166" fmla="*/ 373861 w 12192000"/>
              <a:gd name="connsiteY166" fmla="*/ 324061 h 4541267"/>
              <a:gd name="connsiteX167" fmla="*/ 498838 w 12192000"/>
              <a:gd name="connsiteY167" fmla="*/ 307987 h 4541267"/>
              <a:gd name="connsiteX168" fmla="*/ 516021 w 12192000"/>
              <a:gd name="connsiteY168" fmla="*/ 306785 h 4541267"/>
              <a:gd name="connsiteX169" fmla="*/ 525327 w 12192000"/>
              <a:gd name="connsiteY169" fmla="*/ 301396 h 4541267"/>
              <a:gd name="connsiteX170" fmla="*/ 558651 w 12192000"/>
              <a:gd name="connsiteY170" fmla="*/ 300324 h 4541267"/>
              <a:gd name="connsiteX171" fmla="*/ 560193 w 12192000"/>
              <a:gd name="connsiteY171" fmla="*/ 297256 h 4541267"/>
              <a:gd name="connsiteX172" fmla="*/ 669729 w 12192000"/>
              <a:gd name="connsiteY172" fmla="*/ 270914 h 4541267"/>
              <a:gd name="connsiteX173" fmla="*/ 688496 w 12192000"/>
              <a:gd name="connsiteY173" fmla="*/ 266563 h 4541267"/>
              <a:gd name="connsiteX174" fmla="*/ 704711 w 12192000"/>
              <a:gd name="connsiteY174" fmla="*/ 267882 h 4541267"/>
              <a:gd name="connsiteX175" fmla="*/ 794485 w 12192000"/>
              <a:gd name="connsiteY175" fmla="*/ 264121 h 4541267"/>
              <a:gd name="connsiteX176" fmla="*/ 815839 w 12192000"/>
              <a:gd name="connsiteY176" fmla="*/ 266431 h 4541267"/>
              <a:gd name="connsiteX177" fmla="*/ 824819 w 12192000"/>
              <a:gd name="connsiteY177" fmla="*/ 271306 h 4541267"/>
              <a:gd name="connsiteX178" fmla="*/ 859579 w 12192000"/>
              <a:gd name="connsiteY178" fmla="*/ 262094 h 4541267"/>
              <a:gd name="connsiteX179" fmla="*/ 913213 w 12192000"/>
              <a:gd name="connsiteY179" fmla="*/ 255782 h 4541267"/>
              <a:gd name="connsiteX180" fmla="*/ 938704 w 12192000"/>
              <a:gd name="connsiteY180" fmla="*/ 251225 h 4541267"/>
              <a:gd name="connsiteX181" fmla="*/ 959272 w 12192000"/>
              <a:gd name="connsiteY181" fmla="*/ 253991 h 4541267"/>
              <a:gd name="connsiteX182" fmla="*/ 1076317 w 12192000"/>
              <a:gd name="connsiteY182" fmla="*/ 254692 h 4541267"/>
              <a:gd name="connsiteX183" fmla="*/ 1103231 w 12192000"/>
              <a:gd name="connsiteY183" fmla="*/ 259087 h 4541267"/>
              <a:gd name="connsiteX184" fmla="*/ 1115987 w 12192000"/>
              <a:gd name="connsiteY184" fmla="*/ 267847 h 4541267"/>
              <a:gd name="connsiteX185" fmla="*/ 1125983 w 12192000"/>
              <a:gd name="connsiteY185" fmla="*/ 264723 h 4541267"/>
              <a:gd name="connsiteX186" fmla="*/ 1196778 w 12192000"/>
              <a:gd name="connsiteY186" fmla="*/ 264412 h 4541267"/>
              <a:gd name="connsiteX187" fmla="*/ 1242961 w 12192000"/>
              <a:gd name="connsiteY187" fmla="*/ 263409 h 4541267"/>
              <a:gd name="connsiteX188" fmla="*/ 1245768 w 12192000"/>
              <a:gd name="connsiteY188" fmla="*/ 251383 h 4541267"/>
              <a:gd name="connsiteX189" fmla="*/ 1286892 w 12192000"/>
              <a:gd name="connsiteY189" fmla="*/ 247098 h 4541267"/>
              <a:gd name="connsiteX190" fmla="*/ 1330717 w 12192000"/>
              <a:gd name="connsiteY190" fmla="*/ 254818 h 4541267"/>
              <a:gd name="connsiteX191" fmla="*/ 1382372 w 12192000"/>
              <a:gd name="connsiteY191" fmla="*/ 253736 h 4541267"/>
              <a:gd name="connsiteX192" fmla="*/ 1413281 w 12192000"/>
              <a:gd name="connsiteY192" fmla="*/ 253220 h 4541267"/>
              <a:gd name="connsiteX193" fmla="*/ 1494404 w 12192000"/>
              <a:gd name="connsiteY193" fmla="*/ 242003 h 4541267"/>
              <a:gd name="connsiteX194" fmla="*/ 1626029 w 12192000"/>
              <a:gd name="connsiteY194" fmla="*/ 199353 h 4541267"/>
              <a:gd name="connsiteX195" fmla="*/ 1667354 w 12192000"/>
              <a:gd name="connsiteY195" fmla="*/ 193310 h 4541267"/>
              <a:gd name="connsiteX196" fmla="*/ 1674578 w 12192000"/>
              <a:gd name="connsiteY196" fmla="*/ 195769 h 4541267"/>
              <a:gd name="connsiteX197" fmla="*/ 1880316 w 12192000"/>
              <a:gd name="connsiteY197" fmla="*/ 170155 h 4541267"/>
              <a:gd name="connsiteX198" fmla="*/ 1917126 w 12192000"/>
              <a:gd name="connsiteY198" fmla="*/ 168655 h 4541267"/>
              <a:gd name="connsiteX199" fmla="*/ 1944692 w 12192000"/>
              <a:gd name="connsiteY199" fmla="*/ 169592 h 4541267"/>
              <a:gd name="connsiteX200" fmla="*/ 2010665 w 12192000"/>
              <a:gd name="connsiteY200" fmla="*/ 161060 h 4541267"/>
              <a:gd name="connsiteX201" fmla="*/ 2118270 w 12192000"/>
              <a:gd name="connsiteY201" fmla="*/ 142353 h 4541267"/>
              <a:gd name="connsiteX202" fmla="*/ 2141504 w 12192000"/>
              <a:gd name="connsiteY202" fmla="*/ 139398 h 4541267"/>
              <a:gd name="connsiteX203" fmla="*/ 2162752 w 12192000"/>
              <a:gd name="connsiteY203" fmla="*/ 140940 h 4541267"/>
              <a:gd name="connsiteX204" fmla="*/ 2168793 w 12192000"/>
              <a:gd name="connsiteY204" fmla="*/ 144854 h 4541267"/>
              <a:gd name="connsiteX205" fmla="*/ 2181778 w 12192000"/>
              <a:gd name="connsiteY205" fmla="*/ 143885 h 4541267"/>
              <a:gd name="connsiteX206" fmla="*/ 2185499 w 12192000"/>
              <a:gd name="connsiteY206" fmla="*/ 144480 h 4541267"/>
              <a:gd name="connsiteX207" fmla="*/ 2206566 w 12192000"/>
              <a:gd name="connsiteY207" fmla="*/ 147037 h 4541267"/>
              <a:gd name="connsiteX208" fmla="*/ 2244903 w 12192000"/>
              <a:gd name="connsiteY208" fmla="*/ 131308 h 4541267"/>
              <a:gd name="connsiteX209" fmla="*/ 2297531 w 12192000"/>
              <a:gd name="connsiteY209" fmla="*/ 129388 h 4541267"/>
              <a:gd name="connsiteX210" fmla="*/ 2488258 w 12192000"/>
              <a:gd name="connsiteY210" fmla="*/ 94958 h 4541267"/>
              <a:gd name="connsiteX211" fmla="*/ 2523236 w 12192000"/>
              <a:gd name="connsiteY211" fmla="*/ 106856 h 4541267"/>
              <a:gd name="connsiteX212" fmla="*/ 2603355 w 12192000"/>
              <a:gd name="connsiteY212" fmla="*/ 98877 h 4541267"/>
              <a:gd name="connsiteX213" fmla="*/ 2713319 w 12192000"/>
              <a:gd name="connsiteY213" fmla="*/ 55535 h 4541267"/>
              <a:gd name="connsiteX214" fmla="*/ 2860143 w 12192000"/>
              <a:gd name="connsiteY214" fmla="*/ 39439 h 4541267"/>
              <a:gd name="connsiteX215" fmla="*/ 2868320 w 12192000"/>
              <a:gd name="connsiteY215" fmla="*/ 31535 h 4541267"/>
              <a:gd name="connsiteX216" fmla="*/ 2880379 w 12192000"/>
              <a:gd name="connsiteY216" fmla="*/ 26144 h 4541267"/>
              <a:gd name="connsiteX217" fmla="*/ 2882710 w 12192000"/>
              <a:gd name="connsiteY217" fmla="*/ 26536 h 4541267"/>
              <a:gd name="connsiteX218" fmla="*/ 2899268 w 12192000"/>
              <a:gd name="connsiteY218" fmla="*/ 23397 h 4541267"/>
              <a:gd name="connsiteX219" fmla="*/ 2901185 w 12192000"/>
              <a:gd name="connsiteY219" fmla="*/ 20606 h 4541267"/>
              <a:gd name="connsiteX220" fmla="*/ 2912009 w 12192000"/>
              <a:gd name="connsiteY220" fmla="*/ 17792 h 4541267"/>
              <a:gd name="connsiteX221" fmla="*/ 2931895 w 12192000"/>
              <a:gd name="connsiteY221" fmla="*/ 10473 h 4541267"/>
              <a:gd name="connsiteX222" fmla="*/ 2936965 w 12192000"/>
              <a:gd name="connsiteY222" fmla="*/ 10769 h 4541267"/>
              <a:gd name="connsiteX223" fmla="*/ 2969058 w 12192000"/>
              <a:gd name="connsiteY223" fmla="*/ 2323 h 4541267"/>
              <a:gd name="connsiteX224" fmla="*/ 2970141 w 12192000"/>
              <a:gd name="connsiteY224" fmla="*/ 2998 h 4541267"/>
              <a:gd name="connsiteX225" fmla="*/ 2981985 w 12192000"/>
              <a:gd name="connsiteY225" fmla="*/ 4074 h 4541267"/>
              <a:gd name="connsiteX226" fmla="*/ 3003160 w 12192000"/>
              <a:gd name="connsiteY226" fmla="*/ 4325 h 4541267"/>
              <a:gd name="connsiteX227" fmla="*/ 3059919 w 12192000"/>
              <a:gd name="connsiteY227" fmla="*/ 14691 h 4541267"/>
              <a:gd name="connsiteX228" fmla="*/ 3093450 w 12192000"/>
              <a:gd name="connsiteY228" fmla="*/ 5974 h 4541267"/>
              <a:gd name="connsiteX229" fmla="*/ 3188029 w 12192000"/>
              <a:gd name="connsiteY229" fmla="*/ 4647 h 4541267"/>
              <a:gd name="connsiteX230" fmla="*/ 3287078 w 12192000"/>
              <a:gd name="connsiteY230" fmla="*/ 20127 h 4541267"/>
              <a:gd name="connsiteX231" fmla="*/ 3386448 w 12192000"/>
              <a:gd name="connsiteY231" fmla="*/ 22159 h 4541267"/>
              <a:gd name="connsiteX232" fmla="*/ 3422427 w 12192000"/>
              <a:gd name="connsiteY232" fmla="*/ 21744 h 4541267"/>
              <a:gd name="connsiteX233" fmla="*/ 3486559 w 12192000"/>
              <a:gd name="connsiteY233" fmla="*/ 26080 h 4541267"/>
              <a:gd name="connsiteX234" fmla="*/ 3515932 w 12192000"/>
              <a:gd name="connsiteY234" fmla="*/ 31213 h 4541267"/>
              <a:gd name="connsiteX235" fmla="*/ 3517220 w 12192000"/>
              <a:gd name="connsiteY235" fmla="*/ 30897 h 4541267"/>
              <a:gd name="connsiteX236" fmla="*/ 3519845 w 12192000"/>
              <a:gd name="connsiteY236" fmla="*/ 33107 h 4541267"/>
              <a:gd name="connsiteX237" fmla="*/ 3525279 w 12192000"/>
              <a:gd name="connsiteY237" fmla="*/ 34130 h 4541267"/>
              <a:gd name="connsiteX238" fmla="*/ 3540113 w 12192000"/>
              <a:gd name="connsiteY238" fmla="*/ 33471 h 4541267"/>
              <a:gd name="connsiteX239" fmla="*/ 3545692 w 12192000"/>
              <a:gd name="connsiteY239" fmla="*/ 32654 h 4541267"/>
              <a:gd name="connsiteX240" fmla="*/ 3553854 w 12192000"/>
              <a:gd name="connsiteY240" fmla="*/ 32669 h 4541267"/>
              <a:gd name="connsiteX241" fmla="*/ 3554058 w 12192000"/>
              <a:gd name="connsiteY241" fmla="*/ 32851 h 4541267"/>
              <a:gd name="connsiteX242" fmla="*/ 3561703 w 12192000"/>
              <a:gd name="connsiteY242" fmla="*/ 32512 h 4541267"/>
              <a:gd name="connsiteX243" fmla="*/ 3599112 w 12192000"/>
              <a:gd name="connsiteY243" fmla="*/ 28556 h 4541267"/>
              <a:gd name="connsiteX244" fmla="*/ 3648544 w 12192000"/>
              <a:gd name="connsiteY244" fmla="*/ 45847 h 4541267"/>
              <a:gd name="connsiteX245" fmla="*/ 3668987 w 12192000"/>
              <a:gd name="connsiteY245" fmla="*/ 48845 h 4541267"/>
              <a:gd name="connsiteX246" fmla="*/ 3679906 w 12192000"/>
              <a:gd name="connsiteY246" fmla="*/ 51414 h 4541267"/>
              <a:gd name="connsiteX247" fmla="*/ 3680583 w 12192000"/>
              <a:gd name="connsiteY247" fmla="*/ 52200 h 4541267"/>
              <a:gd name="connsiteX248" fmla="*/ 3716448 w 12192000"/>
              <a:gd name="connsiteY248" fmla="*/ 48317 h 4541267"/>
              <a:gd name="connsiteX249" fmla="*/ 3721210 w 12192000"/>
              <a:gd name="connsiteY249" fmla="*/ 49261 h 4541267"/>
              <a:gd name="connsiteX250" fmla="*/ 3744585 w 12192000"/>
              <a:gd name="connsiteY250" fmla="*/ 44862 h 4541267"/>
              <a:gd name="connsiteX251" fmla="*/ 3756664 w 12192000"/>
              <a:gd name="connsiteY251" fmla="*/ 43587 h 4541267"/>
              <a:gd name="connsiteX252" fmla="*/ 3760076 w 12192000"/>
              <a:gd name="connsiteY252" fmla="*/ 41172 h 4541267"/>
              <a:gd name="connsiteX253" fmla="*/ 3777900 w 12192000"/>
              <a:gd name="connsiteY253" fmla="*/ 40331 h 4541267"/>
              <a:gd name="connsiteX254" fmla="*/ 3779950 w 12192000"/>
              <a:gd name="connsiteY254" fmla="*/ 41010 h 4541267"/>
              <a:gd name="connsiteX255" fmla="*/ 3794650 w 12192000"/>
              <a:gd name="connsiteY255" fmla="*/ 37433 h 4541267"/>
              <a:gd name="connsiteX256" fmla="*/ 3806969 w 12192000"/>
              <a:gd name="connsiteY256" fmla="*/ 30953 h 4541267"/>
              <a:gd name="connsiteX257" fmla="*/ 3958577 w 12192000"/>
              <a:gd name="connsiteY257" fmla="*/ 34711 h 4541267"/>
              <a:gd name="connsiteX258" fmla="*/ 4089430 w 12192000"/>
              <a:gd name="connsiteY258" fmla="*/ 7656 h 4541267"/>
              <a:gd name="connsiteX259" fmla="*/ 4175374 w 12192000"/>
              <a:gd name="connsiteY259" fmla="*/ 13 h 454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Lst>
            <a:rect l="l" t="t" r="r" b="b"/>
            <a:pathLst>
              <a:path w="12192000" h="4541267">
                <a:moveTo>
                  <a:pt x="4175374" y="13"/>
                </a:moveTo>
                <a:cubicBezTo>
                  <a:pt x="4181228" y="-214"/>
                  <a:pt x="4181469" y="2397"/>
                  <a:pt x="4171715" y="10474"/>
                </a:cubicBezTo>
                <a:cubicBezTo>
                  <a:pt x="4190376" y="8226"/>
                  <a:pt x="4209638" y="18232"/>
                  <a:pt x="4199128" y="26390"/>
                </a:cubicBezTo>
                <a:cubicBezTo>
                  <a:pt x="4255818" y="8930"/>
                  <a:pt x="4339488" y="26291"/>
                  <a:pt x="4403547" y="18361"/>
                </a:cubicBezTo>
                <a:cubicBezTo>
                  <a:pt x="4438470" y="37546"/>
                  <a:pt x="4419538" y="19795"/>
                  <a:pt x="4455762" y="23384"/>
                </a:cubicBezTo>
                <a:cubicBezTo>
                  <a:pt x="4445854" y="5723"/>
                  <a:pt x="4499738" y="33292"/>
                  <a:pt x="4501720" y="13360"/>
                </a:cubicBezTo>
                <a:cubicBezTo>
                  <a:pt x="4508249" y="14645"/>
                  <a:pt x="4514512" y="16517"/>
                  <a:pt x="4520780" y="18547"/>
                </a:cubicBezTo>
                <a:lnTo>
                  <a:pt x="4524071" y="19600"/>
                </a:lnTo>
                <a:lnTo>
                  <a:pt x="4537225" y="20364"/>
                </a:lnTo>
                <a:lnTo>
                  <a:pt x="4540932" y="24891"/>
                </a:lnTo>
                <a:lnTo>
                  <a:pt x="4560732" y="29131"/>
                </a:lnTo>
                <a:cubicBezTo>
                  <a:pt x="4568148" y="30052"/>
                  <a:pt x="4576128" y="30265"/>
                  <a:pt x="4584946" y="29335"/>
                </a:cubicBezTo>
                <a:cubicBezTo>
                  <a:pt x="4606640" y="21436"/>
                  <a:pt x="4640420" y="31117"/>
                  <a:pt x="4670972" y="30531"/>
                </a:cubicBezTo>
                <a:lnTo>
                  <a:pt x="4685002" y="28086"/>
                </a:lnTo>
                <a:lnTo>
                  <a:pt x="4730795" y="32164"/>
                </a:lnTo>
                <a:cubicBezTo>
                  <a:pt x="4743830" y="32955"/>
                  <a:pt x="4757359" y="33371"/>
                  <a:pt x="4771603" y="33081"/>
                </a:cubicBezTo>
                <a:lnTo>
                  <a:pt x="4798044" y="31136"/>
                </a:lnTo>
                <a:lnTo>
                  <a:pt x="4804975" y="32748"/>
                </a:lnTo>
                <a:cubicBezTo>
                  <a:pt x="4817047" y="32569"/>
                  <a:pt x="4833024" y="26893"/>
                  <a:pt x="4831601" y="33788"/>
                </a:cubicBezTo>
                <a:lnTo>
                  <a:pt x="4845162" y="31398"/>
                </a:lnTo>
                <a:lnTo>
                  <a:pt x="4858548" y="36900"/>
                </a:lnTo>
                <a:cubicBezTo>
                  <a:pt x="4860014" y="38178"/>
                  <a:pt x="4861117" y="39538"/>
                  <a:pt x="4861820" y="40932"/>
                </a:cubicBezTo>
                <a:lnTo>
                  <a:pt x="4880767" y="39122"/>
                </a:lnTo>
                <a:lnTo>
                  <a:pt x="4896300" y="43062"/>
                </a:lnTo>
                <a:lnTo>
                  <a:pt x="4909841" y="40486"/>
                </a:lnTo>
                <a:lnTo>
                  <a:pt x="4915461" y="41067"/>
                </a:lnTo>
                <a:lnTo>
                  <a:pt x="4929430" y="43016"/>
                </a:lnTo>
                <a:cubicBezTo>
                  <a:pt x="4936592" y="44383"/>
                  <a:pt x="4944607" y="46030"/>
                  <a:pt x="4953531" y="47349"/>
                </a:cubicBezTo>
                <a:lnTo>
                  <a:pt x="4961050" y="47952"/>
                </a:lnTo>
                <a:lnTo>
                  <a:pt x="4977419" y="54577"/>
                </a:lnTo>
                <a:cubicBezTo>
                  <a:pt x="4989329" y="59586"/>
                  <a:pt x="4998703" y="62961"/>
                  <a:pt x="5009106" y="60243"/>
                </a:cubicBezTo>
                <a:cubicBezTo>
                  <a:pt x="5026839" y="66714"/>
                  <a:pt x="5039227" y="84851"/>
                  <a:pt x="5064895" y="80012"/>
                </a:cubicBezTo>
                <a:cubicBezTo>
                  <a:pt x="5057105" y="88229"/>
                  <a:pt x="5093400" y="81007"/>
                  <a:pt x="5097688" y="89446"/>
                </a:cubicBezTo>
                <a:cubicBezTo>
                  <a:pt x="5099668" y="96243"/>
                  <a:pt x="5111139" y="95636"/>
                  <a:pt x="5119875" y="98141"/>
                </a:cubicBezTo>
                <a:cubicBezTo>
                  <a:pt x="5126101" y="105082"/>
                  <a:pt x="5170057" y="111420"/>
                  <a:pt x="5185361" y="110421"/>
                </a:cubicBezTo>
                <a:cubicBezTo>
                  <a:pt x="5228495" y="103514"/>
                  <a:pt x="5263192" y="131459"/>
                  <a:pt x="5297679" y="126656"/>
                </a:cubicBezTo>
                <a:cubicBezTo>
                  <a:pt x="5306709" y="127311"/>
                  <a:pt x="5314196" y="128883"/>
                  <a:pt x="5320681" y="131018"/>
                </a:cubicBezTo>
                <a:lnTo>
                  <a:pt x="5336842" y="138371"/>
                </a:lnTo>
                <a:cubicBezTo>
                  <a:pt x="5337043" y="139986"/>
                  <a:pt x="5337244" y="141601"/>
                  <a:pt x="5337444" y="143216"/>
                </a:cubicBezTo>
                <a:lnTo>
                  <a:pt x="5349516" y="146194"/>
                </a:lnTo>
                <a:lnTo>
                  <a:pt x="5351972" y="147738"/>
                </a:lnTo>
                <a:cubicBezTo>
                  <a:pt x="5356645" y="150704"/>
                  <a:pt x="5361411" y="153524"/>
                  <a:pt x="5366814" y="155843"/>
                </a:cubicBezTo>
                <a:cubicBezTo>
                  <a:pt x="5381668" y="137663"/>
                  <a:pt x="5415227" y="172568"/>
                  <a:pt x="5417244" y="154449"/>
                </a:cubicBezTo>
                <a:cubicBezTo>
                  <a:pt x="5449522" y="164026"/>
                  <a:pt x="5442975" y="144267"/>
                  <a:pt x="5463870" y="168114"/>
                </a:cubicBezTo>
                <a:cubicBezTo>
                  <a:pt x="5530235" y="171783"/>
                  <a:pt x="5598895" y="202335"/>
                  <a:pt x="5664412" y="195879"/>
                </a:cubicBezTo>
                <a:cubicBezTo>
                  <a:pt x="5649064" y="201649"/>
                  <a:pt x="5660966" y="214267"/>
                  <a:pt x="5680257" y="215394"/>
                </a:cubicBezTo>
                <a:cubicBezTo>
                  <a:pt x="5621974" y="238697"/>
                  <a:pt x="5773350" y="208268"/>
                  <a:pt x="5757046" y="232193"/>
                </a:cubicBezTo>
                <a:cubicBezTo>
                  <a:pt x="5784218" y="214098"/>
                  <a:pt x="5891959" y="204493"/>
                  <a:pt x="5899668" y="229600"/>
                </a:cubicBezTo>
                <a:cubicBezTo>
                  <a:pt x="5949942" y="241303"/>
                  <a:pt x="6003733" y="237058"/>
                  <a:pt x="6042086" y="259219"/>
                </a:cubicBezTo>
                <a:cubicBezTo>
                  <a:pt x="6047101" y="257270"/>
                  <a:pt x="6052473" y="256039"/>
                  <a:pt x="6058069" y="255319"/>
                </a:cubicBezTo>
                <a:lnTo>
                  <a:pt x="6074445" y="254530"/>
                </a:lnTo>
                <a:lnTo>
                  <a:pt x="6075960" y="255513"/>
                </a:lnTo>
                <a:cubicBezTo>
                  <a:pt x="6083606" y="258209"/>
                  <a:pt x="6089063" y="258531"/>
                  <a:pt x="6093540" y="257803"/>
                </a:cubicBezTo>
                <a:lnTo>
                  <a:pt x="6098369" y="256147"/>
                </a:lnTo>
                <a:lnTo>
                  <a:pt x="6110738" y="257042"/>
                </a:lnTo>
                <a:lnTo>
                  <a:pt x="6135933" y="256983"/>
                </a:lnTo>
                <a:lnTo>
                  <a:pt x="6139871" y="258681"/>
                </a:lnTo>
                <a:lnTo>
                  <a:pt x="6176662" y="261253"/>
                </a:lnTo>
                <a:cubicBezTo>
                  <a:pt x="6176708" y="261535"/>
                  <a:pt x="6176754" y="261818"/>
                  <a:pt x="6176801" y="262100"/>
                </a:cubicBezTo>
                <a:cubicBezTo>
                  <a:pt x="6177951" y="264057"/>
                  <a:pt x="6180382" y="265612"/>
                  <a:pt x="6185563" y="266369"/>
                </a:cubicBezTo>
                <a:cubicBezTo>
                  <a:pt x="6172218" y="277094"/>
                  <a:pt x="6186695" y="271392"/>
                  <a:pt x="6203148" y="272679"/>
                </a:cubicBezTo>
                <a:cubicBezTo>
                  <a:pt x="6186092" y="289623"/>
                  <a:pt x="6236081" y="286093"/>
                  <a:pt x="6239136" y="297265"/>
                </a:cubicBezTo>
                <a:cubicBezTo>
                  <a:pt x="6251604" y="297828"/>
                  <a:pt x="6264482" y="298732"/>
                  <a:pt x="6277452" y="300037"/>
                </a:cubicBezTo>
                <a:lnTo>
                  <a:pt x="6284979" y="301039"/>
                </a:lnTo>
                <a:cubicBezTo>
                  <a:pt x="6285004" y="301107"/>
                  <a:pt x="6285030" y="301175"/>
                  <a:pt x="6285055" y="301242"/>
                </a:cubicBezTo>
                <a:cubicBezTo>
                  <a:pt x="6286528" y="301851"/>
                  <a:pt x="6288943" y="302328"/>
                  <a:pt x="6292844" y="302664"/>
                </a:cubicBezTo>
                <a:lnTo>
                  <a:pt x="6298705" y="302865"/>
                </a:lnTo>
                <a:lnTo>
                  <a:pt x="6313308" y="304809"/>
                </a:lnTo>
                <a:lnTo>
                  <a:pt x="6317834" y="306696"/>
                </a:lnTo>
                <a:lnTo>
                  <a:pt x="6318907" y="309202"/>
                </a:lnTo>
                <a:lnTo>
                  <a:pt x="6320341" y="309131"/>
                </a:lnTo>
                <a:cubicBezTo>
                  <a:pt x="6331847" y="306572"/>
                  <a:pt x="6336768" y="301285"/>
                  <a:pt x="6345071" y="318962"/>
                </a:cubicBezTo>
                <a:cubicBezTo>
                  <a:pt x="6370620" y="315767"/>
                  <a:pt x="6372313" y="326077"/>
                  <a:pt x="6403531" y="334044"/>
                </a:cubicBezTo>
                <a:cubicBezTo>
                  <a:pt x="6418880" y="329808"/>
                  <a:pt x="6429052" y="333531"/>
                  <a:pt x="6438176" y="339858"/>
                </a:cubicBezTo>
                <a:cubicBezTo>
                  <a:pt x="6470442" y="341435"/>
                  <a:pt x="6497016" y="352244"/>
                  <a:pt x="6531805" y="358871"/>
                </a:cubicBezTo>
                <a:cubicBezTo>
                  <a:pt x="6572391" y="356282"/>
                  <a:pt x="6587615" y="373281"/>
                  <a:pt x="6624812" y="380302"/>
                </a:cubicBezTo>
                <a:cubicBezTo>
                  <a:pt x="6661654" y="371167"/>
                  <a:pt x="6648131" y="396046"/>
                  <a:pt x="6665821" y="404165"/>
                </a:cubicBezTo>
                <a:lnTo>
                  <a:pt x="6671133" y="405424"/>
                </a:lnTo>
                <a:lnTo>
                  <a:pt x="6685990" y="405411"/>
                </a:lnTo>
                <a:lnTo>
                  <a:pt x="6691636" y="404837"/>
                </a:lnTo>
                <a:cubicBezTo>
                  <a:pt x="6695503" y="404653"/>
                  <a:pt x="6698046" y="404803"/>
                  <a:pt x="6699772" y="405207"/>
                </a:cubicBezTo>
                <a:lnTo>
                  <a:pt x="6699955" y="405398"/>
                </a:lnTo>
                <a:lnTo>
                  <a:pt x="6707613" y="405391"/>
                </a:lnTo>
                <a:cubicBezTo>
                  <a:pt x="6720579" y="404964"/>
                  <a:pt x="6733235" y="404157"/>
                  <a:pt x="6745320" y="403067"/>
                </a:cubicBezTo>
                <a:cubicBezTo>
                  <a:pt x="6754341" y="413640"/>
                  <a:pt x="6799607" y="403591"/>
                  <a:pt x="6792811" y="422483"/>
                </a:cubicBezTo>
                <a:cubicBezTo>
                  <a:pt x="6809051" y="421579"/>
                  <a:pt x="6819592" y="414071"/>
                  <a:pt x="6812882" y="426365"/>
                </a:cubicBezTo>
                <a:cubicBezTo>
                  <a:pt x="6818190" y="426427"/>
                  <a:pt x="6821340" y="427635"/>
                  <a:pt x="6823500" y="429406"/>
                </a:cubicBezTo>
                <a:lnTo>
                  <a:pt x="6824098" y="430219"/>
                </a:lnTo>
                <a:lnTo>
                  <a:pt x="6860252" y="427902"/>
                </a:lnTo>
                <a:lnTo>
                  <a:pt x="6864904" y="429051"/>
                </a:lnTo>
                <a:lnTo>
                  <a:pt x="6888662" y="425676"/>
                </a:lnTo>
                <a:lnTo>
                  <a:pt x="6900835" y="424926"/>
                </a:lnTo>
                <a:lnTo>
                  <a:pt x="6904484" y="422663"/>
                </a:lnTo>
                <a:cubicBezTo>
                  <a:pt x="6908310" y="421358"/>
                  <a:pt x="6913643" y="420956"/>
                  <a:pt x="6922346" y="422599"/>
                </a:cubicBezTo>
                <a:lnTo>
                  <a:pt x="6924318" y="423364"/>
                </a:lnTo>
                <a:lnTo>
                  <a:pt x="6939344" y="420433"/>
                </a:lnTo>
                <a:cubicBezTo>
                  <a:pt x="6944233" y="418988"/>
                  <a:pt x="6948630" y="417072"/>
                  <a:pt x="6952296" y="414496"/>
                </a:cubicBezTo>
                <a:cubicBezTo>
                  <a:pt x="7000688" y="431217"/>
                  <a:pt x="7049150" y="419963"/>
                  <a:pt x="7103052" y="424841"/>
                </a:cubicBezTo>
                <a:cubicBezTo>
                  <a:pt x="7164010" y="424075"/>
                  <a:pt x="7206372" y="421142"/>
                  <a:pt x="7246485" y="421500"/>
                </a:cubicBezTo>
                <a:cubicBezTo>
                  <a:pt x="7265321" y="420068"/>
                  <a:pt x="7402761" y="419300"/>
                  <a:pt x="7391440" y="426989"/>
                </a:cubicBezTo>
                <a:cubicBezTo>
                  <a:pt x="7449760" y="412020"/>
                  <a:pt x="7483675" y="432993"/>
                  <a:pt x="7548358" y="427860"/>
                </a:cubicBezTo>
                <a:cubicBezTo>
                  <a:pt x="7581191" y="448534"/>
                  <a:pt x="7564154" y="429985"/>
                  <a:pt x="7599893" y="435145"/>
                </a:cubicBezTo>
                <a:cubicBezTo>
                  <a:pt x="7591842" y="417079"/>
                  <a:pt x="7642712" y="446949"/>
                  <a:pt x="7646750" y="427135"/>
                </a:cubicBezTo>
                <a:cubicBezTo>
                  <a:pt x="7653127" y="428699"/>
                  <a:pt x="7659175" y="430843"/>
                  <a:pt x="7665217" y="433142"/>
                </a:cubicBezTo>
                <a:lnTo>
                  <a:pt x="7668385" y="434335"/>
                </a:lnTo>
                <a:lnTo>
                  <a:pt x="7681420" y="435671"/>
                </a:lnTo>
                <a:lnTo>
                  <a:pt x="7684651" y="440352"/>
                </a:lnTo>
                <a:lnTo>
                  <a:pt x="7843050" y="447862"/>
                </a:lnTo>
                <a:cubicBezTo>
                  <a:pt x="7856954" y="444866"/>
                  <a:pt x="7901943" y="445305"/>
                  <a:pt x="7911637" y="451302"/>
                </a:cubicBezTo>
                <a:cubicBezTo>
                  <a:pt x="7921260" y="452613"/>
                  <a:pt x="7931762" y="450506"/>
                  <a:pt x="7937365" y="456923"/>
                </a:cubicBezTo>
                <a:cubicBezTo>
                  <a:pt x="7958268" y="460697"/>
                  <a:pt x="8006140" y="469374"/>
                  <a:pt x="8037057" y="473946"/>
                </a:cubicBezTo>
                <a:cubicBezTo>
                  <a:pt x="8053719" y="465869"/>
                  <a:pt x="8079882" y="482269"/>
                  <a:pt x="8122868" y="484360"/>
                </a:cubicBezTo>
                <a:cubicBezTo>
                  <a:pt x="8141102" y="475018"/>
                  <a:pt x="8151839" y="485898"/>
                  <a:pt x="8186750" y="473523"/>
                </a:cubicBezTo>
                <a:cubicBezTo>
                  <a:pt x="8188181" y="474802"/>
                  <a:pt x="8189967" y="475991"/>
                  <a:pt x="8192054" y="477054"/>
                </a:cubicBezTo>
                <a:cubicBezTo>
                  <a:pt x="8204181" y="483229"/>
                  <a:pt x="8223618" y="483903"/>
                  <a:pt x="8235470" y="478559"/>
                </a:cubicBezTo>
                <a:cubicBezTo>
                  <a:pt x="8291101" y="462191"/>
                  <a:pt x="8341536" y="464111"/>
                  <a:pt x="8388968" y="461607"/>
                </a:cubicBezTo>
                <a:cubicBezTo>
                  <a:pt x="8442578" y="460760"/>
                  <a:pt x="8406478" y="480371"/>
                  <a:pt x="8473770" y="465162"/>
                </a:cubicBezTo>
                <a:cubicBezTo>
                  <a:pt x="8480755" y="472463"/>
                  <a:pt x="8489229" y="473028"/>
                  <a:pt x="8503642" y="470008"/>
                </a:cubicBezTo>
                <a:cubicBezTo>
                  <a:pt x="8529673" y="470128"/>
                  <a:pt x="8527062" y="487947"/>
                  <a:pt x="8553701" y="477906"/>
                </a:cubicBezTo>
                <a:cubicBezTo>
                  <a:pt x="8548666" y="487380"/>
                  <a:pt x="8602920" y="482977"/>
                  <a:pt x="8590556" y="492632"/>
                </a:cubicBezTo>
                <a:cubicBezTo>
                  <a:pt x="8607202" y="501847"/>
                  <a:pt x="8616076" y="487671"/>
                  <a:pt x="8632638" y="495738"/>
                </a:cubicBezTo>
                <a:cubicBezTo>
                  <a:pt x="8651555" y="498034"/>
                  <a:pt x="8622103" y="485174"/>
                  <a:pt x="8643140" y="485045"/>
                </a:cubicBezTo>
                <a:cubicBezTo>
                  <a:pt x="8668580" y="486622"/>
                  <a:pt x="8669151" y="469012"/>
                  <a:pt x="8687917" y="492071"/>
                </a:cubicBezTo>
                <a:lnTo>
                  <a:pt x="8755765" y="503982"/>
                </a:lnTo>
                <a:cubicBezTo>
                  <a:pt x="8771235" y="498879"/>
                  <a:pt x="8783355" y="502055"/>
                  <a:pt x="8795085" y="507904"/>
                </a:cubicBezTo>
                <a:cubicBezTo>
                  <a:pt x="8830601" y="507703"/>
                  <a:pt x="8862574" y="517087"/>
                  <a:pt x="8902279" y="521818"/>
                </a:cubicBezTo>
                <a:cubicBezTo>
                  <a:pt x="8945651" y="516972"/>
                  <a:pt x="8967057" y="533201"/>
                  <a:pt x="9009490" y="538194"/>
                </a:cubicBezTo>
                <a:cubicBezTo>
                  <a:pt x="9052268" y="525380"/>
                  <a:pt x="9036250" y="560823"/>
                  <a:pt x="9072120" y="561668"/>
                </a:cubicBezTo>
                <a:cubicBezTo>
                  <a:pt x="9131058" y="551067"/>
                  <a:pt x="9070119" y="573588"/>
                  <a:pt x="9160343" y="573641"/>
                </a:cubicBezTo>
                <a:cubicBezTo>
                  <a:pt x="9165546" y="571624"/>
                  <a:pt x="9176314" y="574580"/>
                  <a:pt x="9174981" y="577663"/>
                </a:cubicBezTo>
                <a:cubicBezTo>
                  <a:pt x="9194754" y="577552"/>
                  <a:pt x="9250657" y="598403"/>
                  <a:pt x="9278987" y="596161"/>
                </a:cubicBezTo>
                <a:cubicBezTo>
                  <a:pt x="9333518" y="607930"/>
                  <a:pt x="9360905" y="594322"/>
                  <a:pt x="9400617" y="598994"/>
                </a:cubicBezTo>
                <a:cubicBezTo>
                  <a:pt x="9446163" y="611997"/>
                  <a:pt x="9472711" y="623279"/>
                  <a:pt x="9552261" y="650991"/>
                </a:cubicBezTo>
                <a:lnTo>
                  <a:pt x="9822258" y="730484"/>
                </a:lnTo>
                <a:cubicBezTo>
                  <a:pt x="9922385" y="789120"/>
                  <a:pt x="10051976" y="757267"/>
                  <a:pt x="10113244" y="761586"/>
                </a:cubicBezTo>
                <a:cubicBezTo>
                  <a:pt x="10138637" y="744147"/>
                  <a:pt x="10159221" y="763482"/>
                  <a:pt x="10189871" y="756395"/>
                </a:cubicBezTo>
                <a:cubicBezTo>
                  <a:pt x="10258060" y="752560"/>
                  <a:pt x="10325745" y="732743"/>
                  <a:pt x="10414253" y="746175"/>
                </a:cubicBezTo>
                <a:cubicBezTo>
                  <a:pt x="10454148" y="691579"/>
                  <a:pt x="10557884" y="724489"/>
                  <a:pt x="10642574" y="693308"/>
                </a:cubicBezTo>
                <a:cubicBezTo>
                  <a:pt x="10691734" y="686941"/>
                  <a:pt x="10768969" y="714056"/>
                  <a:pt x="10786007" y="684599"/>
                </a:cubicBezTo>
                <a:cubicBezTo>
                  <a:pt x="10808505" y="702627"/>
                  <a:pt x="10829561" y="673505"/>
                  <a:pt x="10854151" y="670921"/>
                </a:cubicBezTo>
                <a:cubicBezTo>
                  <a:pt x="10873781" y="682384"/>
                  <a:pt x="10883521" y="672470"/>
                  <a:pt x="10901354" y="670267"/>
                </a:cubicBezTo>
                <a:cubicBezTo>
                  <a:pt x="10909430" y="677337"/>
                  <a:pt x="10924523" y="676969"/>
                  <a:pt x="10929658" y="668675"/>
                </a:cubicBezTo>
                <a:cubicBezTo>
                  <a:pt x="10922372" y="649553"/>
                  <a:pt x="10974790" y="659092"/>
                  <a:pt x="10978685" y="645904"/>
                </a:cubicBezTo>
                <a:cubicBezTo>
                  <a:pt x="11009109" y="643153"/>
                  <a:pt x="11141217" y="659897"/>
                  <a:pt x="11163594" y="638786"/>
                </a:cubicBezTo>
                <a:cubicBezTo>
                  <a:pt x="11225103" y="628762"/>
                  <a:pt x="11314002" y="662346"/>
                  <a:pt x="11340142" y="661756"/>
                </a:cubicBezTo>
                <a:cubicBezTo>
                  <a:pt x="11366080" y="700322"/>
                  <a:pt x="11492322" y="598682"/>
                  <a:pt x="11603318" y="596522"/>
                </a:cubicBezTo>
                <a:cubicBezTo>
                  <a:pt x="11618275" y="600244"/>
                  <a:pt x="11626270" y="600194"/>
                  <a:pt x="11630282" y="591403"/>
                </a:cubicBezTo>
                <a:cubicBezTo>
                  <a:pt x="11659139" y="586325"/>
                  <a:pt x="11716067" y="578023"/>
                  <a:pt x="11776458" y="566050"/>
                </a:cubicBezTo>
                <a:cubicBezTo>
                  <a:pt x="11821845" y="556174"/>
                  <a:pt x="12045365" y="564769"/>
                  <a:pt x="12105816" y="554311"/>
                </a:cubicBezTo>
                <a:lnTo>
                  <a:pt x="12192000" y="507672"/>
                </a:lnTo>
                <a:lnTo>
                  <a:pt x="12192000" y="2530382"/>
                </a:lnTo>
                <a:lnTo>
                  <a:pt x="12192000" y="3315691"/>
                </a:lnTo>
                <a:lnTo>
                  <a:pt x="12192000" y="4541267"/>
                </a:lnTo>
                <a:lnTo>
                  <a:pt x="0" y="4541267"/>
                </a:lnTo>
                <a:lnTo>
                  <a:pt x="0" y="3315691"/>
                </a:lnTo>
                <a:lnTo>
                  <a:pt x="0" y="2530382"/>
                </a:lnTo>
                <a:lnTo>
                  <a:pt x="0" y="394082"/>
                </a:lnTo>
                <a:lnTo>
                  <a:pt x="3948" y="393322"/>
                </a:lnTo>
                <a:cubicBezTo>
                  <a:pt x="38999" y="387589"/>
                  <a:pt x="58344" y="387309"/>
                  <a:pt x="79987" y="383500"/>
                </a:cubicBezTo>
                <a:cubicBezTo>
                  <a:pt x="115029" y="374657"/>
                  <a:pt x="152100" y="354597"/>
                  <a:pt x="173247" y="348155"/>
                </a:cubicBezTo>
                <a:lnTo>
                  <a:pt x="206877" y="344844"/>
                </a:lnTo>
                <a:lnTo>
                  <a:pt x="205655" y="338590"/>
                </a:lnTo>
                <a:lnTo>
                  <a:pt x="218147" y="338130"/>
                </a:lnTo>
                <a:lnTo>
                  <a:pt x="246031" y="337978"/>
                </a:lnTo>
                <a:cubicBezTo>
                  <a:pt x="263431" y="337031"/>
                  <a:pt x="311815" y="338530"/>
                  <a:pt x="329529" y="336242"/>
                </a:cubicBezTo>
                <a:cubicBezTo>
                  <a:pt x="334639" y="329571"/>
                  <a:pt x="342526" y="325934"/>
                  <a:pt x="352311" y="324249"/>
                </a:cubicBezTo>
                <a:lnTo>
                  <a:pt x="373861" y="324061"/>
                </a:lnTo>
                <a:lnTo>
                  <a:pt x="498838" y="307987"/>
                </a:lnTo>
                <a:lnTo>
                  <a:pt x="516021" y="306785"/>
                </a:lnTo>
                <a:lnTo>
                  <a:pt x="525327" y="301396"/>
                </a:lnTo>
                <a:cubicBezTo>
                  <a:pt x="532431" y="300319"/>
                  <a:pt x="552839" y="301014"/>
                  <a:pt x="558651" y="300324"/>
                </a:cubicBezTo>
                <a:lnTo>
                  <a:pt x="560193" y="297256"/>
                </a:lnTo>
                <a:cubicBezTo>
                  <a:pt x="578707" y="292354"/>
                  <a:pt x="648345" y="276030"/>
                  <a:pt x="669729" y="270914"/>
                </a:cubicBezTo>
                <a:cubicBezTo>
                  <a:pt x="674001" y="275630"/>
                  <a:pt x="683567" y="268182"/>
                  <a:pt x="688496" y="266563"/>
                </a:cubicBezTo>
                <a:cubicBezTo>
                  <a:pt x="689259" y="269739"/>
                  <a:pt x="701191" y="270708"/>
                  <a:pt x="704711" y="267882"/>
                </a:cubicBezTo>
                <a:cubicBezTo>
                  <a:pt x="788593" y="252386"/>
                  <a:pt x="746605" y="284407"/>
                  <a:pt x="794485" y="264121"/>
                </a:cubicBezTo>
                <a:cubicBezTo>
                  <a:pt x="802955" y="262777"/>
                  <a:pt x="809819" y="264059"/>
                  <a:pt x="815839" y="266431"/>
                </a:cubicBezTo>
                <a:lnTo>
                  <a:pt x="824819" y="271306"/>
                </a:lnTo>
                <a:lnTo>
                  <a:pt x="859579" y="262094"/>
                </a:lnTo>
                <a:cubicBezTo>
                  <a:pt x="876701" y="258883"/>
                  <a:pt x="894722" y="256754"/>
                  <a:pt x="913213" y="255782"/>
                </a:cubicBezTo>
                <a:cubicBezTo>
                  <a:pt x="917362" y="262272"/>
                  <a:pt x="931876" y="253051"/>
                  <a:pt x="938704" y="251225"/>
                </a:cubicBezTo>
                <a:cubicBezTo>
                  <a:pt x="938775" y="255464"/>
                  <a:pt x="953903" y="257496"/>
                  <a:pt x="959272" y="253991"/>
                </a:cubicBezTo>
                <a:cubicBezTo>
                  <a:pt x="1072096" y="238840"/>
                  <a:pt x="1008611" y="278434"/>
                  <a:pt x="1076317" y="254692"/>
                </a:cubicBezTo>
                <a:cubicBezTo>
                  <a:pt x="1087643" y="253454"/>
                  <a:pt x="1096141" y="255578"/>
                  <a:pt x="1103231" y="259087"/>
                </a:cubicBezTo>
                <a:lnTo>
                  <a:pt x="1115987" y="267847"/>
                </a:lnTo>
                <a:lnTo>
                  <a:pt x="1125983" y="264723"/>
                </a:lnTo>
                <a:cubicBezTo>
                  <a:pt x="1163707" y="264478"/>
                  <a:pt x="1174830" y="273456"/>
                  <a:pt x="1196778" y="264412"/>
                </a:cubicBezTo>
                <a:cubicBezTo>
                  <a:pt x="1229213" y="283211"/>
                  <a:pt x="1218291" y="266286"/>
                  <a:pt x="1242961" y="263409"/>
                </a:cubicBezTo>
                <a:cubicBezTo>
                  <a:pt x="1262423" y="259661"/>
                  <a:pt x="1226693" y="252448"/>
                  <a:pt x="1245768" y="251383"/>
                </a:cubicBezTo>
                <a:cubicBezTo>
                  <a:pt x="1266403" y="256236"/>
                  <a:pt x="1265433" y="241163"/>
                  <a:pt x="1286892" y="247098"/>
                </a:cubicBezTo>
                <a:cubicBezTo>
                  <a:pt x="1281679" y="258454"/>
                  <a:pt x="1329238" y="244897"/>
                  <a:pt x="1330717" y="254818"/>
                </a:cubicBezTo>
                <a:cubicBezTo>
                  <a:pt x="1348944" y="240632"/>
                  <a:pt x="1358102" y="258108"/>
                  <a:pt x="1382372" y="253736"/>
                </a:cubicBezTo>
                <a:cubicBezTo>
                  <a:pt x="1393801" y="248369"/>
                  <a:pt x="1402047" y="247448"/>
                  <a:pt x="1413281" y="253220"/>
                </a:cubicBezTo>
                <a:cubicBezTo>
                  <a:pt x="1465930" y="227092"/>
                  <a:pt x="1445133" y="252051"/>
                  <a:pt x="1494404" y="242003"/>
                </a:cubicBezTo>
                <a:cubicBezTo>
                  <a:pt x="1536853" y="231436"/>
                  <a:pt x="1584973" y="224580"/>
                  <a:pt x="1626029" y="199353"/>
                </a:cubicBezTo>
                <a:cubicBezTo>
                  <a:pt x="1633565" y="192206"/>
                  <a:pt x="1652069" y="189501"/>
                  <a:pt x="1667354" y="193310"/>
                </a:cubicBezTo>
                <a:cubicBezTo>
                  <a:pt x="1669981" y="193966"/>
                  <a:pt x="1672417" y="194795"/>
                  <a:pt x="1674578" y="195769"/>
                </a:cubicBezTo>
                <a:cubicBezTo>
                  <a:pt x="1710071" y="191910"/>
                  <a:pt x="1839891" y="174674"/>
                  <a:pt x="1880316" y="170155"/>
                </a:cubicBezTo>
                <a:cubicBezTo>
                  <a:pt x="1883589" y="179337"/>
                  <a:pt x="1904031" y="162769"/>
                  <a:pt x="1917126" y="168655"/>
                </a:cubicBezTo>
                <a:cubicBezTo>
                  <a:pt x="1926505" y="173820"/>
                  <a:pt x="1934895" y="169998"/>
                  <a:pt x="1944692" y="169592"/>
                </a:cubicBezTo>
                <a:cubicBezTo>
                  <a:pt x="1957598" y="173652"/>
                  <a:pt x="1999691" y="166319"/>
                  <a:pt x="2010665" y="161060"/>
                </a:cubicBezTo>
                <a:cubicBezTo>
                  <a:pt x="2036890" y="142784"/>
                  <a:pt x="2096481" y="156356"/>
                  <a:pt x="2118270" y="142353"/>
                </a:cubicBezTo>
                <a:cubicBezTo>
                  <a:pt x="2126176" y="140299"/>
                  <a:pt x="2133912" y="139468"/>
                  <a:pt x="2141504" y="139398"/>
                </a:cubicBezTo>
                <a:lnTo>
                  <a:pt x="2162752" y="140940"/>
                </a:lnTo>
                <a:lnTo>
                  <a:pt x="2168793" y="144854"/>
                </a:lnTo>
                <a:lnTo>
                  <a:pt x="2181778" y="143885"/>
                </a:lnTo>
                <a:lnTo>
                  <a:pt x="2185499" y="144480"/>
                </a:lnTo>
                <a:cubicBezTo>
                  <a:pt x="2192607" y="145635"/>
                  <a:pt x="2199623" y="146640"/>
                  <a:pt x="2206566" y="147037"/>
                </a:cubicBezTo>
                <a:cubicBezTo>
                  <a:pt x="2197435" y="127408"/>
                  <a:pt x="2264127" y="147183"/>
                  <a:pt x="2244903" y="131308"/>
                </a:cubicBezTo>
                <a:cubicBezTo>
                  <a:pt x="2281469" y="130079"/>
                  <a:pt x="2253577" y="115293"/>
                  <a:pt x="2297531" y="129388"/>
                </a:cubicBezTo>
                <a:cubicBezTo>
                  <a:pt x="2354302" y="113338"/>
                  <a:pt x="2443792" y="119311"/>
                  <a:pt x="2488258" y="94958"/>
                </a:cubicBezTo>
                <a:cubicBezTo>
                  <a:pt x="2482735" y="104256"/>
                  <a:pt x="2506662" y="111470"/>
                  <a:pt x="2523236" y="106856"/>
                </a:cubicBezTo>
                <a:cubicBezTo>
                  <a:pt x="2503860" y="143341"/>
                  <a:pt x="2588767" y="73980"/>
                  <a:pt x="2603355" y="98877"/>
                </a:cubicBezTo>
                <a:cubicBezTo>
                  <a:pt x="2604074" y="75764"/>
                  <a:pt x="2678357" y="36570"/>
                  <a:pt x="2713319" y="55535"/>
                </a:cubicBezTo>
                <a:cubicBezTo>
                  <a:pt x="2766583" y="50906"/>
                  <a:pt x="2804300" y="31801"/>
                  <a:pt x="2860143" y="39439"/>
                </a:cubicBezTo>
                <a:cubicBezTo>
                  <a:pt x="2861876" y="36347"/>
                  <a:pt x="2864716" y="33758"/>
                  <a:pt x="2868320" y="31535"/>
                </a:cubicBezTo>
                <a:lnTo>
                  <a:pt x="2880379" y="26144"/>
                </a:lnTo>
                <a:lnTo>
                  <a:pt x="2882710" y="26536"/>
                </a:lnTo>
                <a:cubicBezTo>
                  <a:pt x="2891868" y="26606"/>
                  <a:pt x="2896557" y="25303"/>
                  <a:pt x="2899268" y="23397"/>
                </a:cubicBezTo>
                <a:lnTo>
                  <a:pt x="2901185" y="20606"/>
                </a:lnTo>
                <a:lnTo>
                  <a:pt x="2912009" y="17792"/>
                </a:lnTo>
                <a:lnTo>
                  <a:pt x="2931895" y="10473"/>
                </a:lnTo>
                <a:lnTo>
                  <a:pt x="2936965" y="10769"/>
                </a:lnTo>
                <a:lnTo>
                  <a:pt x="2969058" y="2323"/>
                </a:lnTo>
                <a:lnTo>
                  <a:pt x="2970141" y="2998"/>
                </a:lnTo>
                <a:cubicBezTo>
                  <a:pt x="2973299" y="4318"/>
                  <a:pt x="2977016" y="4929"/>
                  <a:pt x="2981985" y="4074"/>
                </a:cubicBezTo>
                <a:cubicBezTo>
                  <a:pt x="2983743" y="16976"/>
                  <a:pt x="2988657" y="7987"/>
                  <a:pt x="3003160" y="4325"/>
                </a:cubicBezTo>
                <a:cubicBezTo>
                  <a:pt x="3009129" y="23546"/>
                  <a:pt x="3044664" y="6144"/>
                  <a:pt x="3059919" y="14691"/>
                </a:cubicBezTo>
                <a:cubicBezTo>
                  <a:pt x="3070442" y="11568"/>
                  <a:pt x="3081678" y="8616"/>
                  <a:pt x="3093450" y="5974"/>
                </a:cubicBezTo>
                <a:lnTo>
                  <a:pt x="3188029" y="4647"/>
                </a:lnTo>
                <a:lnTo>
                  <a:pt x="3287078" y="20127"/>
                </a:lnTo>
                <a:cubicBezTo>
                  <a:pt x="3323715" y="20464"/>
                  <a:pt x="3355440" y="26213"/>
                  <a:pt x="3386448" y="22159"/>
                </a:cubicBezTo>
                <a:cubicBezTo>
                  <a:pt x="3399044" y="26631"/>
                  <a:pt x="3410916" y="28437"/>
                  <a:pt x="3422427" y="21744"/>
                </a:cubicBezTo>
                <a:cubicBezTo>
                  <a:pt x="3456617" y="23977"/>
                  <a:pt x="3464894" y="33535"/>
                  <a:pt x="3486559" y="26080"/>
                </a:cubicBezTo>
                <a:cubicBezTo>
                  <a:pt x="3505768" y="41541"/>
                  <a:pt x="3506905" y="35640"/>
                  <a:pt x="3515932" y="31213"/>
                </a:cubicBezTo>
                <a:lnTo>
                  <a:pt x="3517220" y="30897"/>
                </a:lnTo>
                <a:lnTo>
                  <a:pt x="3519845" y="33107"/>
                </a:lnTo>
                <a:lnTo>
                  <a:pt x="3525279" y="34130"/>
                </a:lnTo>
                <a:lnTo>
                  <a:pt x="3540113" y="33471"/>
                </a:lnTo>
                <a:lnTo>
                  <a:pt x="3545692" y="32654"/>
                </a:lnTo>
                <a:cubicBezTo>
                  <a:pt x="3549534" y="32302"/>
                  <a:pt x="3552087" y="32342"/>
                  <a:pt x="3553854" y="32669"/>
                </a:cubicBezTo>
                <a:lnTo>
                  <a:pt x="3554058" y="32851"/>
                </a:lnTo>
                <a:lnTo>
                  <a:pt x="3561703" y="32512"/>
                </a:lnTo>
                <a:cubicBezTo>
                  <a:pt x="3574605" y="31522"/>
                  <a:pt x="3587161" y="30167"/>
                  <a:pt x="3599112" y="28556"/>
                </a:cubicBezTo>
                <a:cubicBezTo>
                  <a:pt x="3609218" y="38704"/>
                  <a:pt x="3653377" y="26717"/>
                  <a:pt x="3648544" y="45847"/>
                </a:cubicBezTo>
                <a:cubicBezTo>
                  <a:pt x="3664665" y="44241"/>
                  <a:pt x="3674416" y="36298"/>
                  <a:pt x="3668987" y="48845"/>
                </a:cubicBezTo>
                <a:cubicBezTo>
                  <a:pt x="3674294" y="48677"/>
                  <a:pt x="3677564" y="49743"/>
                  <a:pt x="3679906" y="51414"/>
                </a:cubicBezTo>
                <a:lnTo>
                  <a:pt x="3680583" y="52200"/>
                </a:lnTo>
                <a:lnTo>
                  <a:pt x="3716448" y="48317"/>
                </a:lnTo>
                <a:lnTo>
                  <a:pt x="3721210" y="49261"/>
                </a:lnTo>
                <a:lnTo>
                  <a:pt x="3744585" y="44862"/>
                </a:lnTo>
                <a:lnTo>
                  <a:pt x="3756664" y="43587"/>
                </a:lnTo>
                <a:lnTo>
                  <a:pt x="3760076" y="41172"/>
                </a:lnTo>
                <a:cubicBezTo>
                  <a:pt x="3763760" y="39705"/>
                  <a:pt x="3769040" y="39072"/>
                  <a:pt x="3777900" y="40331"/>
                </a:cubicBezTo>
                <a:lnTo>
                  <a:pt x="3779950" y="41010"/>
                </a:lnTo>
                <a:lnTo>
                  <a:pt x="3794650" y="37433"/>
                </a:lnTo>
                <a:cubicBezTo>
                  <a:pt x="3799384" y="35781"/>
                  <a:pt x="3803575" y="33678"/>
                  <a:pt x="3806969" y="30953"/>
                </a:cubicBezTo>
                <a:cubicBezTo>
                  <a:pt x="3857022" y="45517"/>
                  <a:pt x="3904249" y="32192"/>
                  <a:pt x="3958577" y="34711"/>
                </a:cubicBezTo>
                <a:cubicBezTo>
                  <a:pt x="3982063" y="57372"/>
                  <a:pt x="4075943" y="29627"/>
                  <a:pt x="4089430" y="7656"/>
                </a:cubicBezTo>
                <a:cubicBezTo>
                  <a:pt x="4089735" y="26908"/>
                  <a:pt x="4157813" y="693"/>
                  <a:pt x="4175374" y="13"/>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bject 2"/>
          <p:cNvSpPr txBox="1">
            <a:spLocks noGrp="1"/>
          </p:cNvSpPr>
          <p:nvPr>
            <p:ph type="title"/>
          </p:nvPr>
        </p:nvSpPr>
        <p:spPr>
          <a:xfrm>
            <a:off x="4719021" y="1380881"/>
            <a:ext cx="3654910" cy="2047164"/>
          </a:xfrm>
          <a:prstGeom prst="rect">
            <a:avLst/>
          </a:prstGeom>
        </p:spPr>
        <p:txBody>
          <a:bodyPr vert="horz" lIns="91440" tIns="45720" rIns="91440" bIns="45720" rtlCol="0" anchor="ctr">
            <a:normAutofit/>
          </a:bodyPr>
          <a:lstStyle/>
          <a:p>
            <a:pPr marL="12700" algn="ctr" rtl="0">
              <a:lnSpc>
                <a:spcPct val="90000"/>
              </a:lnSpc>
              <a:spcBef>
                <a:spcPct val="0"/>
              </a:spcBef>
            </a:pPr>
            <a:r>
              <a:rPr lang="en-US" sz="3500" kern="1200" spc="-20">
                <a:solidFill>
                  <a:schemeClr val="tx1">
                    <a:lumMod val="85000"/>
                    <a:lumOff val="15000"/>
                  </a:schemeClr>
                </a:solidFill>
                <a:latin typeface="+mj-lt"/>
                <a:ea typeface="+mj-ea"/>
                <a:cs typeface="+mj-cs"/>
              </a:rPr>
              <a:t>Zararsız</a:t>
            </a:r>
            <a:r>
              <a:rPr lang="en-US" sz="3500" kern="1200" spc="-75">
                <a:solidFill>
                  <a:schemeClr val="tx1">
                    <a:lumMod val="85000"/>
                    <a:lumOff val="15000"/>
                  </a:schemeClr>
                </a:solidFill>
                <a:latin typeface="+mj-lt"/>
                <a:ea typeface="+mj-ea"/>
                <a:cs typeface="+mj-cs"/>
              </a:rPr>
              <a:t> </a:t>
            </a:r>
            <a:r>
              <a:rPr lang="en-US" sz="3500" kern="1200" spc="-15">
                <a:solidFill>
                  <a:schemeClr val="tx1">
                    <a:lumMod val="85000"/>
                    <a:lumOff val="15000"/>
                  </a:schemeClr>
                </a:solidFill>
                <a:latin typeface="+mj-lt"/>
                <a:ea typeface="+mj-ea"/>
                <a:cs typeface="+mj-cs"/>
              </a:rPr>
              <a:t>problem</a:t>
            </a:r>
            <a:endParaRPr lang="en-US" sz="3500" kern="1200">
              <a:solidFill>
                <a:schemeClr val="tx1">
                  <a:lumMod val="85000"/>
                  <a:lumOff val="15000"/>
                </a:schemeClr>
              </a:solidFill>
              <a:latin typeface="+mj-lt"/>
              <a:ea typeface="+mj-ea"/>
              <a:cs typeface="+mj-cs"/>
            </a:endParaRPr>
          </a:p>
        </p:txBody>
      </p:sp>
      <p:sp>
        <p:nvSpPr>
          <p:cNvPr id="12" name="Freeform: Shape 11">
            <a:extLst>
              <a:ext uri="{FF2B5EF4-FFF2-40B4-BE49-F238E27FC236}">
                <a16:creationId xmlns:a16="http://schemas.microsoft.com/office/drawing/2014/main" id="{B5AAC39E-8294-44DC-AB9F-2B9F22C39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334" y="520244"/>
            <a:ext cx="3532869" cy="4663928"/>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Rectangle 6">
            <a:extLst>
              <a:ext uri="{FF2B5EF4-FFF2-40B4-BE49-F238E27FC236}">
                <a16:creationId xmlns:a16="http://schemas.microsoft.com/office/drawing/2014/main" id="{11685A1B-C158-49A6-BF8F-0D4868852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57350" y="245713"/>
            <a:ext cx="1025718" cy="357487"/>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object 3"/>
          <p:cNvPicPr/>
          <p:nvPr/>
        </p:nvPicPr>
        <p:blipFill>
          <a:blip r:embed="rId2" cstate="print"/>
          <a:stretch>
            <a:fillRect/>
          </a:stretch>
        </p:blipFill>
        <p:spPr>
          <a:xfrm>
            <a:off x="893113" y="658527"/>
            <a:ext cx="2708147" cy="439159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510167" cy="5715000"/>
          </a:xfrm>
          <a:prstGeom prst="rect">
            <a:avLst/>
          </a:prstGeom>
          <a:solidFill>
            <a:srgbClr val="8B6F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80060" y="1728635"/>
            <a:ext cx="2064265" cy="2257730"/>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marL="12700" algn="ctr" rtl="0">
              <a:lnSpc>
                <a:spcPct val="90000"/>
              </a:lnSpc>
              <a:spcBef>
                <a:spcPct val="0"/>
              </a:spcBef>
            </a:pPr>
            <a:r>
              <a:rPr lang="en-US" sz="2100" kern="1200" spc="-5">
                <a:solidFill>
                  <a:srgbClr val="FFFFFF"/>
                </a:solidFill>
                <a:latin typeface="+mj-lt"/>
                <a:ea typeface="+mj-ea"/>
                <a:cs typeface="+mj-cs"/>
              </a:rPr>
              <a:t>ABD</a:t>
            </a:r>
            <a:r>
              <a:rPr lang="en-US" sz="2100" kern="1200" spc="5">
                <a:solidFill>
                  <a:srgbClr val="FFFFFF"/>
                </a:solidFill>
                <a:latin typeface="+mj-lt"/>
                <a:ea typeface="+mj-ea"/>
                <a:cs typeface="+mj-cs"/>
              </a:rPr>
              <a:t> </a:t>
            </a:r>
            <a:r>
              <a:rPr lang="en-US" sz="2100" kern="1200" spc="-5">
                <a:solidFill>
                  <a:srgbClr val="FFFFFF"/>
                </a:solidFill>
                <a:latin typeface="+mj-lt"/>
                <a:ea typeface="+mj-ea"/>
                <a:cs typeface="+mj-cs"/>
              </a:rPr>
              <a:t>2000</a:t>
            </a:r>
            <a:r>
              <a:rPr lang="en-US" sz="2100" kern="1200" spc="25">
                <a:solidFill>
                  <a:srgbClr val="FFFFFF"/>
                </a:solidFill>
                <a:latin typeface="+mj-lt"/>
                <a:ea typeface="+mj-ea"/>
                <a:cs typeface="+mj-cs"/>
              </a:rPr>
              <a:t> </a:t>
            </a:r>
            <a:r>
              <a:rPr lang="en-US" sz="2100" kern="1200" spc="-10">
                <a:solidFill>
                  <a:srgbClr val="FFFFFF"/>
                </a:solidFill>
                <a:latin typeface="+mj-lt"/>
                <a:ea typeface="+mj-ea"/>
                <a:cs typeface="+mj-cs"/>
              </a:rPr>
              <a:t>Seçimleri</a:t>
            </a:r>
            <a:r>
              <a:rPr lang="en-US" sz="2100" kern="1200" spc="10">
                <a:solidFill>
                  <a:srgbClr val="FFFFFF"/>
                </a:solidFill>
                <a:latin typeface="+mj-lt"/>
                <a:ea typeface="+mj-ea"/>
                <a:cs typeface="+mj-cs"/>
              </a:rPr>
              <a:t> </a:t>
            </a:r>
            <a:r>
              <a:rPr lang="en-US" sz="2100" kern="1200" spc="-5">
                <a:solidFill>
                  <a:srgbClr val="FFFFFF"/>
                </a:solidFill>
                <a:latin typeface="+mj-lt"/>
                <a:ea typeface="+mj-ea"/>
                <a:cs typeface="+mj-cs"/>
              </a:rPr>
              <a:t>-</a:t>
            </a:r>
            <a:r>
              <a:rPr lang="en-US" sz="2100" kern="1200" spc="10">
                <a:solidFill>
                  <a:srgbClr val="FFFFFF"/>
                </a:solidFill>
                <a:latin typeface="+mj-lt"/>
                <a:ea typeface="+mj-ea"/>
                <a:cs typeface="+mj-cs"/>
              </a:rPr>
              <a:t> </a:t>
            </a:r>
            <a:r>
              <a:rPr lang="en-US" sz="2100" kern="1200" spc="-10">
                <a:solidFill>
                  <a:srgbClr val="FFFFFF"/>
                </a:solidFill>
                <a:latin typeface="+mj-lt"/>
                <a:ea typeface="+mj-ea"/>
                <a:cs typeface="+mj-cs"/>
              </a:rPr>
              <a:t>Florida</a:t>
            </a:r>
            <a:endParaRPr lang="en-US" sz="2100" kern="1200">
              <a:solidFill>
                <a:srgbClr val="FFFFFF"/>
              </a:solidFill>
              <a:latin typeface="+mj-lt"/>
              <a:ea typeface="+mj-ea"/>
              <a:cs typeface="+mj-cs"/>
            </a:endParaRPr>
          </a:p>
        </p:txBody>
      </p:sp>
      <p:pic>
        <p:nvPicPr>
          <p:cNvPr id="3" name="object 3"/>
          <p:cNvPicPr/>
          <p:nvPr/>
        </p:nvPicPr>
        <p:blipFill>
          <a:blip r:embed="rId2" cstate="print"/>
          <a:stretch>
            <a:fillRect/>
          </a:stretch>
        </p:blipFill>
        <p:spPr>
          <a:xfrm>
            <a:off x="3028950" y="964284"/>
            <a:ext cx="5391149" cy="378360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600794"/>
            <a:ext cx="7886700" cy="4513411"/>
          </a:xfrm>
          <a:custGeom>
            <a:avLst/>
            <a:gdLst>
              <a:gd name="connsiteX0" fmla="*/ 0 w 7886700"/>
              <a:gd name="connsiteY0" fmla="*/ 0 h 4513411"/>
              <a:gd name="connsiteX1" fmla="*/ 578358 w 7886700"/>
              <a:gd name="connsiteY1" fmla="*/ 0 h 4513411"/>
              <a:gd name="connsiteX2" fmla="*/ 998982 w 7886700"/>
              <a:gd name="connsiteY2" fmla="*/ 0 h 4513411"/>
              <a:gd name="connsiteX3" fmla="*/ 1813941 w 7886700"/>
              <a:gd name="connsiteY3" fmla="*/ 0 h 4513411"/>
              <a:gd name="connsiteX4" fmla="*/ 2392299 w 7886700"/>
              <a:gd name="connsiteY4" fmla="*/ 0 h 4513411"/>
              <a:gd name="connsiteX5" fmla="*/ 2970657 w 7886700"/>
              <a:gd name="connsiteY5" fmla="*/ 0 h 4513411"/>
              <a:gd name="connsiteX6" fmla="*/ 3785616 w 7886700"/>
              <a:gd name="connsiteY6" fmla="*/ 0 h 4513411"/>
              <a:gd name="connsiteX7" fmla="*/ 4285107 w 7886700"/>
              <a:gd name="connsiteY7" fmla="*/ 0 h 4513411"/>
              <a:gd name="connsiteX8" fmla="*/ 5100066 w 7886700"/>
              <a:gd name="connsiteY8" fmla="*/ 0 h 4513411"/>
              <a:gd name="connsiteX9" fmla="*/ 5915025 w 7886700"/>
              <a:gd name="connsiteY9" fmla="*/ 0 h 4513411"/>
              <a:gd name="connsiteX10" fmla="*/ 6572250 w 7886700"/>
              <a:gd name="connsiteY10" fmla="*/ 0 h 4513411"/>
              <a:gd name="connsiteX11" fmla="*/ 7886700 w 7886700"/>
              <a:gd name="connsiteY11" fmla="*/ 0 h 4513411"/>
              <a:gd name="connsiteX12" fmla="*/ 7886700 w 7886700"/>
              <a:gd name="connsiteY12" fmla="*/ 599639 h 4513411"/>
              <a:gd name="connsiteX13" fmla="*/ 7886700 w 7886700"/>
              <a:gd name="connsiteY13" fmla="*/ 1109010 h 4513411"/>
              <a:gd name="connsiteX14" fmla="*/ 7886700 w 7886700"/>
              <a:gd name="connsiteY14" fmla="*/ 1753783 h 4513411"/>
              <a:gd name="connsiteX15" fmla="*/ 7886700 w 7886700"/>
              <a:gd name="connsiteY15" fmla="*/ 2398556 h 4513411"/>
              <a:gd name="connsiteX16" fmla="*/ 7886700 w 7886700"/>
              <a:gd name="connsiteY16" fmla="*/ 3043329 h 4513411"/>
              <a:gd name="connsiteX17" fmla="*/ 7886700 w 7886700"/>
              <a:gd name="connsiteY17" fmla="*/ 3733236 h 4513411"/>
              <a:gd name="connsiteX18" fmla="*/ 7886700 w 7886700"/>
              <a:gd name="connsiteY18" fmla="*/ 4513411 h 4513411"/>
              <a:gd name="connsiteX19" fmla="*/ 7150608 w 7886700"/>
              <a:gd name="connsiteY19" fmla="*/ 4513411 h 4513411"/>
              <a:gd name="connsiteX20" fmla="*/ 6651117 w 7886700"/>
              <a:gd name="connsiteY20" fmla="*/ 4513411 h 4513411"/>
              <a:gd name="connsiteX21" fmla="*/ 5836158 w 7886700"/>
              <a:gd name="connsiteY21" fmla="*/ 4513411 h 4513411"/>
              <a:gd name="connsiteX22" fmla="*/ 5178933 w 7886700"/>
              <a:gd name="connsiteY22" fmla="*/ 4513411 h 4513411"/>
              <a:gd name="connsiteX23" fmla="*/ 4679442 w 7886700"/>
              <a:gd name="connsiteY23" fmla="*/ 4513411 h 4513411"/>
              <a:gd name="connsiteX24" fmla="*/ 4022217 w 7886700"/>
              <a:gd name="connsiteY24" fmla="*/ 4513411 h 4513411"/>
              <a:gd name="connsiteX25" fmla="*/ 3601593 w 7886700"/>
              <a:gd name="connsiteY25" fmla="*/ 4513411 h 4513411"/>
              <a:gd name="connsiteX26" fmla="*/ 3180969 w 7886700"/>
              <a:gd name="connsiteY26" fmla="*/ 4513411 h 4513411"/>
              <a:gd name="connsiteX27" fmla="*/ 2523744 w 7886700"/>
              <a:gd name="connsiteY27" fmla="*/ 4513411 h 4513411"/>
              <a:gd name="connsiteX28" fmla="*/ 2024253 w 7886700"/>
              <a:gd name="connsiteY28" fmla="*/ 4513411 h 4513411"/>
              <a:gd name="connsiteX29" fmla="*/ 1288161 w 7886700"/>
              <a:gd name="connsiteY29" fmla="*/ 4513411 h 4513411"/>
              <a:gd name="connsiteX30" fmla="*/ 788670 w 7886700"/>
              <a:gd name="connsiteY30" fmla="*/ 4513411 h 4513411"/>
              <a:gd name="connsiteX31" fmla="*/ 0 w 7886700"/>
              <a:gd name="connsiteY31" fmla="*/ 4513411 h 4513411"/>
              <a:gd name="connsiteX32" fmla="*/ 0 w 7886700"/>
              <a:gd name="connsiteY32" fmla="*/ 4004040 h 4513411"/>
              <a:gd name="connsiteX33" fmla="*/ 0 w 7886700"/>
              <a:gd name="connsiteY33" fmla="*/ 3449536 h 4513411"/>
              <a:gd name="connsiteX34" fmla="*/ 0 w 7886700"/>
              <a:gd name="connsiteY34" fmla="*/ 2759628 h 4513411"/>
              <a:gd name="connsiteX35" fmla="*/ 0 w 7886700"/>
              <a:gd name="connsiteY35" fmla="*/ 2024587 h 4513411"/>
              <a:gd name="connsiteX36" fmla="*/ 0 w 7886700"/>
              <a:gd name="connsiteY36" fmla="*/ 1424948 h 4513411"/>
              <a:gd name="connsiteX37" fmla="*/ 0 w 7886700"/>
              <a:gd name="connsiteY37" fmla="*/ 689907 h 4513411"/>
              <a:gd name="connsiteX38" fmla="*/ 0 w 7886700"/>
              <a:gd name="connsiteY38" fmla="*/ 0 h 451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886700" h="4513411" extrusionOk="0">
                <a:moveTo>
                  <a:pt x="0" y="0"/>
                </a:moveTo>
                <a:cubicBezTo>
                  <a:pt x="139873" y="-36890"/>
                  <a:pt x="289244" y="-9562"/>
                  <a:pt x="578358" y="0"/>
                </a:cubicBezTo>
                <a:cubicBezTo>
                  <a:pt x="847064" y="24657"/>
                  <a:pt x="880681" y="-4887"/>
                  <a:pt x="998982" y="0"/>
                </a:cubicBezTo>
                <a:cubicBezTo>
                  <a:pt x="1105496" y="8991"/>
                  <a:pt x="1621733" y="-31737"/>
                  <a:pt x="1813941" y="0"/>
                </a:cubicBezTo>
                <a:cubicBezTo>
                  <a:pt x="1973330" y="19047"/>
                  <a:pt x="2194836" y="27334"/>
                  <a:pt x="2392299" y="0"/>
                </a:cubicBezTo>
                <a:cubicBezTo>
                  <a:pt x="2647282" y="-14327"/>
                  <a:pt x="2792350" y="-29596"/>
                  <a:pt x="2970657" y="0"/>
                </a:cubicBezTo>
                <a:cubicBezTo>
                  <a:pt x="3147904" y="21045"/>
                  <a:pt x="3587221" y="27684"/>
                  <a:pt x="3785616" y="0"/>
                </a:cubicBezTo>
                <a:cubicBezTo>
                  <a:pt x="3970964" y="-52390"/>
                  <a:pt x="4115919" y="38588"/>
                  <a:pt x="4285107" y="0"/>
                </a:cubicBezTo>
                <a:cubicBezTo>
                  <a:pt x="4447779" y="-2110"/>
                  <a:pt x="4724122" y="-2905"/>
                  <a:pt x="5100066" y="0"/>
                </a:cubicBezTo>
                <a:cubicBezTo>
                  <a:pt x="5460611" y="1474"/>
                  <a:pt x="5711040" y="11734"/>
                  <a:pt x="5915025" y="0"/>
                </a:cubicBezTo>
                <a:cubicBezTo>
                  <a:pt x="6130646" y="788"/>
                  <a:pt x="6309484" y="37469"/>
                  <a:pt x="6572250" y="0"/>
                </a:cubicBezTo>
                <a:cubicBezTo>
                  <a:pt x="6867825" y="19129"/>
                  <a:pt x="7346334" y="77623"/>
                  <a:pt x="7886700" y="0"/>
                </a:cubicBezTo>
                <a:cubicBezTo>
                  <a:pt x="7918447" y="160460"/>
                  <a:pt x="7898430" y="334464"/>
                  <a:pt x="7886700" y="599639"/>
                </a:cubicBezTo>
                <a:cubicBezTo>
                  <a:pt x="7874419" y="816916"/>
                  <a:pt x="7879312" y="983172"/>
                  <a:pt x="7886700" y="1109010"/>
                </a:cubicBezTo>
                <a:cubicBezTo>
                  <a:pt x="7835778" y="1220065"/>
                  <a:pt x="7885506" y="1431150"/>
                  <a:pt x="7886700" y="1753783"/>
                </a:cubicBezTo>
                <a:cubicBezTo>
                  <a:pt x="7881243" y="2058158"/>
                  <a:pt x="7869325" y="2148609"/>
                  <a:pt x="7886700" y="2398556"/>
                </a:cubicBezTo>
                <a:cubicBezTo>
                  <a:pt x="7884972" y="2668802"/>
                  <a:pt x="7907915" y="2920992"/>
                  <a:pt x="7886700" y="3043329"/>
                </a:cubicBezTo>
                <a:cubicBezTo>
                  <a:pt x="7877163" y="3180033"/>
                  <a:pt x="7897652" y="3412847"/>
                  <a:pt x="7886700" y="3733236"/>
                </a:cubicBezTo>
                <a:cubicBezTo>
                  <a:pt x="7872781" y="4064150"/>
                  <a:pt x="7835083" y="4183054"/>
                  <a:pt x="7886700" y="4513411"/>
                </a:cubicBezTo>
                <a:cubicBezTo>
                  <a:pt x="7587593" y="4534749"/>
                  <a:pt x="7292332" y="4537323"/>
                  <a:pt x="7150608" y="4513411"/>
                </a:cubicBezTo>
                <a:cubicBezTo>
                  <a:pt x="6970925" y="4500630"/>
                  <a:pt x="6822307" y="4505829"/>
                  <a:pt x="6651117" y="4513411"/>
                </a:cubicBezTo>
                <a:cubicBezTo>
                  <a:pt x="6492492" y="4540290"/>
                  <a:pt x="6010868" y="4538091"/>
                  <a:pt x="5836158" y="4513411"/>
                </a:cubicBezTo>
                <a:cubicBezTo>
                  <a:pt x="5650550" y="4516209"/>
                  <a:pt x="5336808" y="4530867"/>
                  <a:pt x="5178933" y="4513411"/>
                </a:cubicBezTo>
                <a:cubicBezTo>
                  <a:pt x="5032488" y="4488332"/>
                  <a:pt x="4871932" y="4496022"/>
                  <a:pt x="4679442" y="4513411"/>
                </a:cubicBezTo>
                <a:cubicBezTo>
                  <a:pt x="4513147" y="4523187"/>
                  <a:pt x="4206777" y="4540797"/>
                  <a:pt x="4022217" y="4513411"/>
                </a:cubicBezTo>
                <a:cubicBezTo>
                  <a:pt x="3820397" y="4491701"/>
                  <a:pt x="3729042" y="4501340"/>
                  <a:pt x="3601593" y="4513411"/>
                </a:cubicBezTo>
                <a:cubicBezTo>
                  <a:pt x="3478011" y="4509984"/>
                  <a:pt x="3387087" y="4487152"/>
                  <a:pt x="3180969" y="4513411"/>
                </a:cubicBezTo>
                <a:cubicBezTo>
                  <a:pt x="2970037" y="4528118"/>
                  <a:pt x="2712652" y="4467150"/>
                  <a:pt x="2523744" y="4513411"/>
                </a:cubicBezTo>
                <a:cubicBezTo>
                  <a:pt x="2329835" y="4555953"/>
                  <a:pt x="2152969" y="4515946"/>
                  <a:pt x="2024253" y="4513411"/>
                </a:cubicBezTo>
                <a:cubicBezTo>
                  <a:pt x="1910251" y="4525656"/>
                  <a:pt x="1437117" y="4520783"/>
                  <a:pt x="1288161" y="4513411"/>
                </a:cubicBezTo>
                <a:cubicBezTo>
                  <a:pt x="1163950" y="4547602"/>
                  <a:pt x="986202" y="4504989"/>
                  <a:pt x="788670" y="4513411"/>
                </a:cubicBezTo>
                <a:cubicBezTo>
                  <a:pt x="615671" y="4517095"/>
                  <a:pt x="400647" y="4545236"/>
                  <a:pt x="0" y="4513411"/>
                </a:cubicBezTo>
                <a:cubicBezTo>
                  <a:pt x="-15239" y="4397483"/>
                  <a:pt x="8706" y="4206317"/>
                  <a:pt x="0" y="4004040"/>
                </a:cubicBezTo>
                <a:cubicBezTo>
                  <a:pt x="27158" y="3857472"/>
                  <a:pt x="-3586" y="3584178"/>
                  <a:pt x="0" y="3449536"/>
                </a:cubicBezTo>
                <a:cubicBezTo>
                  <a:pt x="-40367" y="3339882"/>
                  <a:pt x="38664" y="2974893"/>
                  <a:pt x="0" y="2759628"/>
                </a:cubicBezTo>
                <a:cubicBezTo>
                  <a:pt x="17208" y="2515019"/>
                  <a:pt x="7452" y="2234957"/>
                  <a:pt x="0" y="2024587"/>
                </a:cubicBezTo>
                <a:cubicBezTo>
                  <a:pt x="-44642" y="1781546"/>
                  <a:pt x="-16654" y="1647085"/>
                  <a:pt x="0" y="1424948"/>
                </a:cubicBezTo>
                <a:cubicBezTo>
                  <a:pt x="-3449" y="1192985"/>
                  <a:pt x="36182" y="850979"/>
                  <a:pt x="0" y="689907"/>
                </a:cubicBezTo>
                <a:cubicBezTo>
                  <a:pt x="-12876" y="548999"/>
                  <a:pt x="-3411" y="292007"/>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custGeom>
                    <a:avLst/>
                    <a:gdLst>
                      <a:gd name="connsiteX0" fmla="*/ 0 w 7886700"/>
                      <a:gd name="connsiteY0" fmla="*/ 0 h 4513411"/>
                      <a:gd name="connsiteX1" fmla="*/ 578358 w 7886700"/>
                      <a:gd name="connsiteY1" fmla="*/ 0 h 4513411"/>
                      <a:gd name="connsiteX2" fmla="*/ 998982 w 7886700"/>
                      <a:gd name="connsiteY2" fmla="*/ 0 h 4513411"/>
                      <a:gd name="connsiteX3" fmla="*/ 1813941 w 7886700"/>
                      <a:gd name="connsiteY3" fmla="*/ 0 h 4513411"/>
                      <a:gd name="connsiteX4" fmla="*/ 2392299 w 7886700"/>
                      <a:gd name="connsiteY4" fmla="*/ 0 h 4513411"/>
                      <a:gd name="connsiteX5" fmla="*/ 2970657 w 7886700"/>
                      <a:gd name="connsiteY5" fmla="*/ 0 h 4513411"/>
                      <a:gd name="connsiteX6" fmla="*/ 3785616 w 7886700"/>
                      <a:gd name="connsiteY6" fmla="*/ 0 h 4513411"/>
                      <a:gd name="connsiteX7" fmla="*/ 4285107 w 7886700"/>
                      <a:gd name="connsiteY7" fmla="*/ 0 h 4513411"/>
                      <a:gd name="connsiteX8" fmla="*/ 5100066 w 7886700"/>
                      <a:gd name="connsiteY8" fmla="*/ 0 h 4513411"/>
                      <a:gd name="connsiteX9" fmla="*/ 5915025 w 7886700"/>
                      <a:gd name="connsiteY9" fmla="*/ 0 h 4513411"/>
                      <a:gd name="connsiteX10" fmla="*/ 6572250 w 7886700"/>
                      <a:gd name="connsiteY10" fmla="*/ 0 h 4513411"/>
                      <a:gd name="connsiteX11" fmla="*/ 7886700 w 7886700"/>
                      <a:gd name="connsiteY11" fmla="*/ 0 h 4513411"/>
                      <a:gd name="connsiteX12" fmla="*/ 7886700 w 7886700"/>
                      <a:gd name="connsiteY12" fmla="*/ 599639 h 4513411"/>
                      <a:gd name="connsiteX13" fmla="*/ 7886700 w 7886700"/>
                      <a:gd name="connsiteY13" fmla="*/ 1109010 h 4513411"/>
                      <a:gd name="connsiteX14" fmla="*/ 7886700 w 7886700"/>
                      <a:gd name="connsiteY14" fmla="*/ 1753783 h 4513411"/>
                      <a:gd name="connsiteX15" fmla="*/ 7886700 w 7886700"/>
                      <a:gd name="connsiteY15" fmla="*/ 2398556 h 4513411"/>
                      <a:gd name="connsiteX16" fmla="*/ 7886700 w 7886700"/>
                      <a:gd name="connsiteY16" fmla="*/ 3043329 h 4513411"/>
                      <a:gd name="connsiteX17" fmla="*/ 7886700 w 7886700"/>
                      <a:gd name="connsiteY17" fmla="*/ 3733236 h 4513411"/>
                      <a:gd name="connsiteX18" fmla="*/ 7886700 w 7886700"/>
                      <a:gd name="connsiteY18" fmla="*/ 4513411 h 4513411"/>
                      <a:gd name="connsiteX19" fmla="*/ 7150608 w 7886700"/>
                      <a:gd name="connsiteY19" fmla="*/ 4513411 h 4513411"/>
                      <a:gd name="connsiteX20" fmla="*/ 6651117 w 7886700"/>
                      <a:gd name="connsiteY20" fmla="*/ 4513411 h 4513411"/>
                      <a:gd name="connsiteX21" fmla="*/ 5836158 w 7886700"/>
                      <a:gd name="connsiteY21" fmla="*/ 4513411 h 4513411"/>
                      <a:gd name="connsiteX22" fmla="*/ 5178933 w 7886700"/>
                      <a:gd name="connsiteY22" fmla="*/ 4513411 h 4513411"/>
                      <a:gd name="connsiteX23" fmla="*/ 4679442 w 7886700"/>
                      <a:gd name="connsiteY23" fmla="*/ 4513411 h 4513411"/>
                      <a:gd name="connsiteX24" fmla="*/ 4022217 w 7886700"/>
                      <a:gd name="connsiteY24" fmla="*/ 4513411 h 4513411"/>
                      <a:gd name="connsiteX25" fmla="*/ 3601593 w 7886700"/>
                      <a:gd name="connsiteY25" fmla="*/ 4513411 h 4513411"/>
                      <a:gd name="connsiteX26" fmla="*/ 3180969 w 7886700"/>
                      <a:gd name="connsiteY26" fmla="*/ 4513411 h 4513411"/>
                      <a:gd name="connsiteX27" fmla="*/ 2523744 w 7886700"/>
                      <a:gd name="connsiteY27" fmla="*/ 4513411 h 4513411"/>
                      <a:gd name="connsiteX28" fmla="*/ 2024253 w 7886700"/>
                      <a:gd name="connsiteY28" fmla="*/ 4513411 h 4513411"/>
                      <a:gd name="connsiteX29" fmla="*/ 1288161 w 7886700"/>
                      <a:gd name="connsiteY29" fmla="*/ 4513411 h 4513411"/>
                      <a:gd name="connsiteX30" fmla="*/ 788670 w 7886700"/>
                      <a:gd name="connsiteY30" fmla="*/ 4513411 h 4513411"/>
                      <a:gd name="connsiteX31" fmla="*/ 0 w 7886700"/>
                      <a:gd name="connsiteY31" fmla="*/ 4513411 h 4513411"/>
                      <a:gd name="connsiteX32" fmla="*/ 0 w 7886700"/>
                      <a:gd name="connsiteY32" fmla="*/ 4004040 h 4513411"/>
                      <a:gd name="connsiteX33" fmla="*/ 0 w 7886700"/>
                      <a:gd name="connsiteY33" fmla="*/ 3449536 h 4513411"/>
                      <a:gd name="connsiteX34" fmla="*/ 0 w 7886700"/>
                      <a:gd name="connsiteY34" fmla="*/ 2759628 h 4513411"/>
                      <a:gd name="connsiteX35" fmla="*/ 0 w 7886700"/>
                      <a:gd name="connsiteY35" fmla="*/ 2024587 h 4513411"/>
                      <a:gd name="connsiteX36" fmla="*/ 0 w 7886700"/>
                      <a:gd name="connsiteY36" fmla="*/ 1424948 h 4513411"/>
                      <a:gd name="connsiteX37" fmla="*/ 0 w 7886700"/>
                      <a:gd name="connsiteY37" fmla="*/ 689907 h 4513411"/>
                      <a:gd name="connsiteX38" fmla="*/ 0 w 7886700"/>
                      <a:gd name="connsiteY38" fmla="*/ 0 h 4513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886700" h="4513411"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896388" y="179774"/>
                          <a:pt x="7887859" y="384188"/>
                          <a:pt x="7886700" y="599639"/>
                        </a:cubicBezTo>
                        <a:cubicBezTo>
                          <a:pt x="7885541" y="815090"/>
                          <a:pt x="7896508" y="995037"/>
                          <a:pt x="7886700" y="1109010"/>
                        </a:cubicBezTo>
                        <a:cubicBezTo>
                          <a:pt x="7876892" y="1222983"/>
                          <a:pt x="7892459" y="1445323"/>
                          <a:pt x="7886700" y="1753783"/>
                        </a:cubicBezTo>
                        <a:cubicBezTo>
                          <a:pt x="7880941" y="2062243"/>
                          <a:pt x="7880834" y="2141889"/>
                          <a:pt x="7886700" y="2398556"/>
                        </a:cubicBezTo>
                        <a:cubicBezTo>
                          <a:pt x="7892566" y="2655223"/>
                          <a:pt x="7896005" y="2912142"/>
                          <a:pt x="7886700" y="3043329"/>
                        </a:cubicBezTo>
                        <a:cubicBezTo>
                          <a:pt x="7877395" y="3174516"/>
                          <a:pt x="7891803" y="3416317"/>
                          <a:pt x="7886700" y="3733236"/>
                        </a:cubicBezTo>
                        <a:cubicBezTo>
                          <a:pt x="7881597" y="4050155"/>
                          <a:pt x="7864252" y="4181499"/>
                          <a:pt x="7886700" y="4513411"/>
                        </a:cubicBezTo>
                        <a:cubicBezTo>
                          <a:pt x="7579681" y="4519084"/>
                          <a:pt x="7332003" y="4516403"/>
                          <a:pt x="7150608" y="4513411"/>
                        </a:cubicBezTo>
                        <a:cubicBezTo>
                          <a:pt x="6969213" y="4510419"/>
                          <a:pt x="6832849" y="4506426"/>
                          <a:pt x="6651117" y="4513411"/>
                        </a:cubicBezTo>
                        <a:cubicBezTo>
                          <a:pt x="6469385" y="4520396"/>
                          <a:pt x="6016401" y="4521383"/>
                          <a:pt x="5836158" y="4513411"/>
                        </a:cubicBezTo>
                        <a:cubicBezTo>
                          <a:pt x="5655915" y="4505439"/>
                          <a:pt x="5347863" y="4545535"/>
                          <a:pt x="5178933" y="4513411"/>
                        </a:cubicBezTo>
                        <a:cubicBezTo>
                          <a:pt x="5010004" y="4481287"/>
                          <a:pt x="4873130" y="4520892"/>
                          <a:pt x="4679442" y="4513411"/>
                        </a:cubicBezTo>
                        <a:cubicBezTo>
                          <a:pt x="4485754" y="4505930"/>
                          <a:pt x="4223385" y="4537153"/>
                          <a:pt x="4022217" y="4513411"/>
                        </a:cubicBezTo>
                        <a:cubicBezTo>
                          <a:pt x="3821049" y="4489669"/>
                          <a:pt x="3732271" y="4511508"/>
                          <a:pt x="3601593" y="4513411"/>
                        </a:cubicBezTo>
                        <a:cubicBezTo>
                          <a:pt x="3470915" y="4515314"/>
                          <a:pt x="3382508" y="4495103"/>
                          <a:pt x="3180969" y="4513411"/>
                        </a:cubicBezTo>
                        <a:cubicBezTo>
                          <a:pt x="2979430" y="4531719"/>
                          <a:pt x="2697216" y="4482329"/>
                          <a:pt x="2523744" y="4513411"/>
                        </a:cubicBezTo>
                        <a:cubicBezTo>
                          <a:pt x="2350273" y="4544493"/>
                          <a:pt x="2146882" y="4499454"/>
                          <a:pt x="2024253" y="4513411"/>
                        </a:cubicBezTo>
                        <a:cubicBezTo>
                          <a:pt x="1901624" y="4527368"/>
                          <a:pt x="1445672" y="4488771"/>
                          <a:pt x="1288161" y="4513411"/>
                        </a:cubicBezTo>
                        <a:cubicBezTo>
                          <a:pt x="1130650" y="4538051"/>
                          <a:pt x="987911" y="4510561"/>
                          <a:pt x="788670" y="4513411"/>
                        </a:cubicBezTo>
                        <a:cubicBezTo>
                          <a:pt x="589429" y="4516261"/>
                          <a:pt x="368774" y="4512210"/>
                          <a:pt x="0" y="4513411"/>
                        </a:cubicBezTo>
                        <a:cubicBezTo>
                          <a:pt x="-18452" y="4394407"/>
                          <a:pt x="-5198" y="4172332"/>
                          <a:pt x="0" y="4004040"/>
                        </a:cubicBezTo>
                        <a:cubicBezTo>
                          <a:pt x="5198" y="3835748"/>
                          <a:pt x="4416" y="3594878"/>
                          <a:pt x="0" y="3449536"/>
                        </a:cubicBezTo>
                        <a:cubicBezTo>
                          <a:pt x="-4416" y="3304194"/>
                          <a:pt x="15201" y="2969627"/>
                          <a:pt x="0" y="2759628"/>
                        </a:cubicBezTo>
                        <a:cubicBezTo>
                          <a:pt x="-15201" y="2549629"/>
                          <a:pt x="29645" y="2274598"/>
                          <a:pt x="0" y="2024587"/>
                        </a:cubicBezTo>
                        <a:cubicBezTo>
                          <a:pt x="-29645" y="1774576"/>
                          <a:pt x="-17605" y="1632823"/>
                          <a:pt x="0" y="1424948"/>
                        </a:cubicBezTo>
                        <a:cubicBezTo>
                          <a:pt x="17605" y="1217073"/>
                          <a:pt x="32509" y="854953"/>
                          <a:pt x="0" y="689907"/>
                        </a:cubicBezTo>
                        <a:cubicBezTo>
                          <a:pt x="-32509" y="524861"/>
                          <a:pt x="-24766" y="288346"/>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2" cstate="print"/>
          <a:stretch>
            <a:fillRect/>
          </a:stretch>
        </p:blipFill>
        <p:spPr>
          <a:xfrm>
            <a:off x="1704393" y="762000"/>
            <a:ext cx="5678063" cy="414068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3973321" y="274320"/>
            <a:ext cx="4688333" cy="1485900"/>
          </a:xfrm>
          <a:prstGeom prst="rect">
            <a:avLst/>
          </a:prstGeom>
        </p:spPr>
        <p:txBody>
          <a:bodyPr vert="horz" lIns="91440" tIns="45720" rIns="91440" bIns="45720" rtlCol="0" anchor="b">
            <a:normAutofit/>
          </a:bodyPr>
          <a:lstStyle/>
          <a:p>
            <a:pPr marL="12700" marR="5080" indent="389890" algn="l" rtl="0">
              <a:lnSpc>
                <a:spcPct val="90000"/>
              </a:lnSpc>
              <a:spcBef>
                <a:spcPct val="0"/>
              </a:spcBef>
            </a:pPr>
            <a:r>
              <a:rPr lang="en-US" sz="2000" kern="1200" spc="-5">
                <a:solidFill>
                  <a:schemeClr val="tx1"/>
                </a:solidFill>
                <a:latin typeface="+mj-lt"/>
                <a:cs typeface="+mj-cs"/>
              </a:rPr>
              <a:t>Bu </a:t>
            </a:r>
            <a:r>
              <a:rPr lang="en-US" sz="2000" kern="1200" spc="-10">
                <a:solidFill>
                  <a:schemeClr val="tx1"/>
                </a:solidFill>
                <a:latin typeface="+mj-lt"/>
                <a:cs typeface="+mj-cs"/>
              </a:rPr>
              <a:t>arada</a:t>
            </a:r>
            <a:r>
              <a:rPr lang="en-US" sz="2000" kern="1200" spc="-5">
                <a:solidFill>
                  <a:schemeClr val="tx1"/>
                </a:solidFill>
                <a:latin typeface="+mj-lt"/>
                <a:cs typeface="+mj-cs"/>
              </a:rPr>
              <a:t> </a:t>
            </a:r>
            <a:r>
              <a:rPr lang="en-US" sz="2000" kern="1200" spc="-10">
                <a:solidFill>
                  <a:schemeClr val="tx1"/>
                </a:solidFill>
                <a:latin typeface="+mj-lt"/>
                <a:cs typeface="+mj-cs"/>
              </a:rPr>
              <a:t>teknolojinin</a:t>
            </a:r>
            <a:r>
              <a:rPr lang="en-US" sz="2000" kern="1200" spc="-20">
                <a:solidFill>
                  <a:schemeClr val="tx1"/>
                </a:solidFill>
                <a:latin typeface="+mj-lt"/>
                <a:cs typeface="+mj-cs"/>
              </a:rPr>
              <a:t> </a:t>
            </a:r>
            <a:r>
              <a:rPr lang="en-US" sz="2000" kern="1200" spc="-10">
                <a:solidFill>
                  <a:schemeClr val="tx1"/>
                </a:solidFill>
                <a:latin typeface="+mj-lt"/>
                <a:cs typeface="+mj-cs"/>
              </a:rPr>
              <a:t>ve</a:t>
            </a:r>
            <a:r>
              <a:rPr lang="en-US" sz="2000" kern="1200">
                <a:solidFill>
                  <a:schemeClr val="tx1"/>
                </a:solidFill>
                <a:latin typeface="+mj-lt"/>
                <a:cs typeface="+mj-cs"/>
              </a:rPr>
              <a:t> </a:t>
            </a:r>
            <a:r>
              <a:rPr lang="en-US" sz="2000" kern="1200" spc="-5">
                <a:solidFill>
                  <a:schemeClr val="tx1"/>
                </a:solidFill>
                <a:latin typeface="+mj-lt"/>
                <a:cs typeface="+mj-cs"/>
              </a:rPr>
              <a:t>bilgisayarların </a:t>
            </a:r>
            <a:r>
              <a:rPr lang="en-US" sz="2000" kern="1200" spc="-345">
                <a:solidFill>
                  <a:schemeClr val="tx1"/>
                </a:solidFill>
                <a:latin typeface="+mj-lt"/>
                <a:cs typeface="+mj-cs"/>
              </a:rPr>
              <a:t> </a:t>
            </a:r>
            <a:r>
              <a:rPr lang="en-US" sz="2000" kern="1200" spc="-10">
                <a:solidFill>
                  <a:schemeClr val="tx1"/>
                </a:solidFill>
                <a:latin typeface="+mj-lt"/>
                <a:cs typeface="+mj-cs"/>
              </a:rPr>
              <a:t>sıradan </a:t>
            </a:r>
            <a:r>
              <a:rPr lang="en-US" sz="2000" kern="1200" spc="-5">
                <a:solidFill>
                  <a:schemeClr val="tx1"/>
                </a:solidFill>
                <a:latin typeface="+mj-lt"/>
                <a:cs typeface="+mj-cs"/>
              </a:rPr>
              <a:t>insanların </a:t>
            </a:r>
            <a:r>
              <a:rPr lang="en-US" sz="2000" kern="1200" spc="-10">
                <a:solidFill>
                  <a:schemeClr val="tx1"/>
                </a:solidFill>
                <a:latin typeface="+mj-lt"/>
                <a:cs typeface="+mj-cs"/>
              </a:rPr>
              <a:t>hayatlarına </a:t>
            </a:r>
            <a:r>
              <a:rPr lang="en-US" sz="2000" kern="1200" spc="-5">
                <a:solidFill>
                  <a:schemeClr val="tx1"/>
                </a:solidFill>
                <a:latin typeface="+mj-lt"/>
                <a:cs typeface="+mj-cs"/>
              </a:rPr>
              <a:t>girmeleri </a:t>
            </a:r>
            <a:r>
              <a:rPr lang="en-US" sz="2000" kern="1200">
                <a:solidFill>
                  <a:schemeClr val="tx1"/>
                </a:solidFill>
                <a:latin typeface="+mj-lt"/>
                <a:cs typeface="+mj-cs"/>
              </a:rPr>
              <a:t> </a:t>
            </a:r>
            <a:r>
              <a:rPr lang="en-US" sz="2000" kern="1200" spc="-10">
                <a:solidFill>
                  <a:schemeClr val="tx1"/>
                </a:solidFill>
                <a:latin typeface="+mj-lt"/>
                <a:cs typeface="+mj-cs"/>
              </a:rPr>
              <a:t>nedeni </a:t>
            </a:r>
            <a:r>
              <a:rPr lang="en-US" sz="2000" kern="1200">
                <a:solidFill>
                  <a:schemeClr val="tx1"/>
                </a:solidFill>
                <a:latin typeface="+mj-lt"/>
                <a:cs typeface="+mj-cs"/>
              </a:rPr>
              <a:t>ile </a:t>
            </a:r>
            <a:r>
              <a:rPr lang="en-US" sz="2000" kern="1200" spc="-5">
                <a:solidFill>
                  <a:schemeClr val="tx1"/>
                </a:solidFill>
                <a:latin typeface="+mj-lt"/>
                <a:cs typeface="+mj-cs"/>
              </a:rPr>
              <a:t>günlük basında da </a:t>
            </a:r>
            <a:r>
              <a:rPr lang="en-US" sz="2000" kern="1200" spc="-10">
                <a:solidFill>
                  <a:schemeClr val="tx1"/>
                </a:solidFill>
                <a:latin typeface="+mj-lt"/>
                <a:cs typeface="+mj-cs"/>
              </a:rPr>
              <a:t>kullanılabilirlik </a:t>
            </a:r>
            <a:r>
              <a:rPr lang="en-US" sz="2000" kern="1200" spc="-350">
                <a:solidFill>
                  <a:schemeClr val="tx1"/>
                </a:solidFill>
                <a:latin typeface="+mj-lt"/>
                <a:cs typeface="+mj-cs"/>
              </a:rPr>
              <a:t> </a:t>
            </a:r>
            <a:r>
              <a:rPr lang="en-US" sz="2000" kern="1200" spc="-15">
                <a:solidFill>
                  <a:schemeClr val="tx1"/>
                </a:solidFill>
                <a:latin typeface="+mj-lt"/>
                <a:cs typeface="+mj-cs"/>
              </a:rPr>
              <a:t>konusu</a:t>
            </a:r>
            <a:r>
              <a:rPr lang="en-US" sz="2000" kern="1200" spc="-5">
                <a:solidFill>
                  <a:schemeClr val="tx1"/>
                </a:solidFill>
                <a:latin typeface="+mj-lt"/>
                <a:cs typeface="+mj-cs"/>
              </a:rPr>
              <a:t> gündeme</a:t>
            </a:r>
            <a:r>
              <a:rPr lang="en-US" sz="2000" kern="1200" spc="5">
                <a:solidFill>
                  <a:schemeClr val="tx1"/>
                </a:solidFill>
                <a:latin typeface="+mj-lt"/>
                <a:cs typeface="+mj-cs"/>
              </a:rPr>
              <a:t> </a:t>
            </a:r>
            <a:r>
              <a:rPr lang="en-US" sz="2000" kern="1200" spc="-15">
                <a:solidFill>
                  <a:schemeClr val="tx1"/>
                </a:solidFill>
                <a:latin typeface="+mj-lt"/>
                <a:cs typeface="+mj-cs"/>
              </a:rPr>
              <a:t>gelmeye</a:t>
            </a:r>
            <a:r>
              <a:rPr lang="en-US" sz="2000" kern="1200" spc="20">
                <a:solidFill>
                  <a:schemeClr val="tx1"/>
                </a:solidFill>
                <a:latin typeface="+mj-lt"/>
                <a:cs typeface="+mj-cs"/>
              </a:rPr>
              <a:t> </a:t>
            </a:r>
            <a:r>
              <a:rPr lang="en-US" sz="2000" kern="1200" spc="-20">
                <a:solidFill>
                  <a:schemeClr val="tx1"/>
                </a:solidFill>
                <a:latin typeface="+mj-lt"/>
                <a:cs typeface="+mj-cs"/>
              </a:rPr>
              <a:t>başlamıştır.</a:t>
            </a:r>
          </a:p>
        </p:txBody>
      </p:sp>
      <p:pic>
        <p:nvPicPr>
          <p:cNvPr id="4" name="object 4"/>
          <p:cNvPicPr/>
          <p:nvPr/>
        </p:nvPicPr>
        <p:blipFill rotWithShape="1">
          <a:blip r:embed="rId2" cstate="print"/>
          <a:srcRect l="5954" r="8859" b="-3"/>
          <a:stretch/>
        </p:blipFill>
        <p:spPr>
          <a:xfrm>
            <a:off x="20" y="10"/>
            <a:ext cx="3492988" cy="5714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1979122"/>
            <a:ext cx="3182692" cy="15240"/>
          </a:xfrm>
          <a:custGeom>
            <a:avLst/>
            <a:gdLst>
              <a:gd name="connsiteX0" fmla="*/ 0 w 3182692"/>
              <a:gd name="connsiteY0" fmla="*/ 0 h 15240"/>
              <a:gd name="connsiteX1" fmla="*/ 636538 w 3182692"/>
              <a:gd name="connsiteY1" fmla="*/ 0 h 15240"/>
              <a:gd name="connsiteX2" fmla="*/ 1273077 w 3182692"/>
              <a:gd name="connsiteY2" fmla="*/ 0 h 15240"/>
              <a:gd name="connsiteX3" fmla="*/ 1909615 w 3182692"/>
              <a:gd name="connsiteY3" fmla="*/ 0 h 15240"/>
              <a:gd name="connsiteX4" fmla="*/ 2482500 w 3182692"/>
              <a:gd name="connsiteY4" fmla="*/ 0 h 15240"/>
              <a:gd name="connsiteX5" fmla="*/ 3182692 w 3182692"/>
              <a:gd name="connsiteY5" fmla="*/ 0 h 15240"/>
              <a:gd name="connsiteX6" fmla="*/ 3182692 w 3182692"/>
              <a:gd name="connsiteY6" fmla="*/ 15240 h 15240"/>
              <a:gd name="connsiteX7" fmla="*/ 2609807 w 3182692"/>
              <a:gd name="connsiteY7" fmla="*/ 15240 h 15240"/>
              <a:gd name="connsiteX8" fmla="*/ 2068750 w 3182692"/>
              <a:gd name="connsiteY8" fmla="*/ 15240 h 15240"/>
              <a:gd name="connsiteX9" fmla="*/ 1432211 w 3182692"/>
              <a:gd name="connsiteY9" fmla="*/ 15240 h 15240"/>
              <a:gd name="connsiteX10" fmla="*/ 859327 w 3182692"/>
              <a:gd name="connsiteY10" fmla="*/ 15240 h 15240"/>
              <a:gd name="connsiteX11" fmla="*/ 0 w 3182692"/>
              <a:gd name="connsiteY11" fmla="*/ 15240 h 15240"/>
              <a:gd name="connsiteX12" fmla="*/ 0 w 3182692"/>
              <a:gd name="connsiteY12" fmla="*/ 0 h 15240"/>
              <a:gd name="connsiteX0" fmla="*/ 0 w 3182692"/>
              <a:gd name="connsiteY0" fmla="*/ 0 h 15240"/>
              <a:gd name="connsiteX1" fmla="*/ 572885 w 3182692"/>
              <a:gd name="connsiteY1" fmla="*/ 0 h 15240"/>
              <a:gd name="connsiteX2" fmla="*/ 1113942 w 3182692"/>
              <a:gd name="connsiteY2" fmla="*/ 0 h 15240"/>
              <a:gd name="connsiteX3" fmla="*/ 1686827 w 3182692"/>
              <a:gd name="connsiteY3" fmla="*/ 0 h 15240"/>
              <a:gd name="connsiteX4" fmla="*/ 2323365 w 3182692"/>
              <a:gd name="connsiteY4" fmla="*/ 0 h 15240"/>
              <a:gd name="connsiteX5" fmla="*/ 3182692 w 3182692"/>
              <a:gd name="connsiteY5" fmla="*/ 0 h 15240"/>
              <a:gd name="connsiteX6" fmla="*/ 3182692 w 3182692"/>
              <a:gd name="connsiteY6" fmla="*/ 15240 h 15240"/>
              <a:gd name="connsiteX7" fmla="*/ 2546154 w 3182692"/>
              <a:gd name="connsiteY7" fmla="*/ 15240 h 15240"/>
              <a:gd name="connsiteX8" fmla="*/ 1845961 w 3182692"/>
              <a:gd name="connsiteY8" fmla="*/ 15240 h 15240"/>
              <a:gd name="connsiteX9" fmla="*/ 1304904 w 3182692"/>
              <a:gd name="connsiteY9" fmla="*/ 15240 h 15240"/>
              <a:gd name="connsiteX10" fmla="*/ 604711 w 3182692"/>
              <a:gd name="connsiteY10" fmla="*/ 15240 h 15240"/>
              <a:gd name="connsiteX11" fmla="*/ 0 w 3182692"/>
              <a:gd name="connsiteY11" fmla="*/ 15240 h 15240"/>
              <a:gd name="connsiteX12" fmla="*/ 0 w 3182692"/>
              <a:gd name="connsiteY12"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5240"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42" y="7322"/>
                  <a:pt x="3182638" y="8120"/>
                  <a:pt x="3182692" y="15240"/>
                </a:cubicBezTo>
                <a:cubicBezTo>
                  <a:pt x="2944477" y="12777"/>
                  <a:pt x="2868931" y="9322"/>
                  <a:pt x="2609807" y="15240"/>
                </a:cubicBezTo>
                <a:cubicBezTo>
                  <a:pt x="2341556" y="3145"/>
                  <a:pt x="2324113" y="19658"/>
                  <a:pt x="2068750" y="15240"/>
                </a:cubicBezTo>
                <a:cubicBezTo>
                  <a:pt x="1817163" y="4804"/>
                  <a:pt x="1716254" y="22931"/>
                  <a:pt x="1432211" y="15240"/>
                </a:cubicBezTo>
                <a:cubicBezTo>
                  <a:pt x="1164747" y="-31185"/>
                  <a:pt x="993140" y="24527"/>
                  <a:pt x="859327" y="15240"/>
                </a:cubicBezTo>
                <a:cubicBezTo>
                  <a:pt x="750703" y="-28022"/>
                  <a:pt x="236193" y="35683"/>
                  <a:pt x="0" y="15240"/>
                </a:cubicBezTo>
                <a:cubicBezTo>
                  <a:pt x="37" y="8363"/>
                  <a:pt x="-201" y="6012"/>
                  <a:pt x="0" y="0"/>
                </a:cubicBezTo>
                <a:close/>
              </a:path>
              <a:path w="3182692" h="15240"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94" y="6133"/>
                  <a:pt x="3181878" y="9986"/>
                  <a:pt x="3182692" y="15240"/>
                </a:cubicBezTo>
                <a:cubicBezTo>
                  <a:pt x="3012563" y="-40868"/>
                  <a:pt x="2765409" y="32570"/>
                  <a:pt x="2546154" y="15240"/>
                </a:cubicBezTo>
                <a:cubicBezTo>
                  <a:pt x="2333381" y="10866"/>
                  <a:pt x="2154438" y="6790"/>
                  <a:pt x="1845961" y="15240"/>
                </a:cubicBezTo>
                <a:cubicBezTo>
                  <a:pt x="1531509" y="30764"/>
                  <a:pt x="1456631" y="-9654"/>
                  <a:pt x="1304904" y="15240"/>
                </a:cubicBezTo>
                <a:cubicBezTo>
                  <a:pt x="1168344" y="33303"/>
                  <a:pt x="928499" y="11999"/>
                  <a:pt x="604711" y="15240"/>
                </a:cubicBezTo>
                <a:cubicBezTo>
                  <a:pt x="285438" y="34959"/>
                  <a:pt x="116029" y="-25252"/>
                  <a:pt x="0" y="15240"/>
                </a:cubicBezTo>
                <a:cubicBezTo>
                  <a:pt x="-454" y="8142"/>
                  <a:pt x="-276" y="6429"/>
                  <a:pt x="0" y="0"/>
                </a:cubicBezTo>
                <a:close/>
              </a:path>
              <a:path w="3182692" h="15240"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2638" y="7188"/>
                  <a:pt x="3182592" y="8216"/>
                  <a:pt x="3182692" y="15240"/>
                </a:cubicBezTo>
                <a:cubicBezTo>
                  <a:pt x="2959845" y="22526"/>
                  <a:pt x="2868929" y="21932"/>
                  <a:pt x="2609807" y="15240"/>
                </a:cubicBezTo>
                <a:cubicBezTo>
                  <a:pt x="2341405" y="2944"/>
                  <a:pt x="2328488" y="17388"/>
                  <a:pt x="2068750" y="15240"/>
                </a:cubicBezTo>
                <a:cubicBezTo>
                  <a:pt x="1816113" y="-653"/>
                  <a:pt x="1699345" y="33807"/>
                  <a:pt x="1432211" y="15240"/>
                </a:cubicBezTo>
                <a:cubicBezTo>
                  <a:pt x="1148381" y="-31232"/>
                  <a:pt x="987622" y="-645"/>
                  <a:pt x="859327" y="15240"/>
                </a:cubicBezTo>
                <a:cubicBezTo>
                  <a:pt x="743387" y="34374"/>
                  <a:pt x="194182" y="15741"/>
                  <a:pt x="0" y="15240"/>
                </a:cubicBezTo>
                <a:cubicBezTo>
                  <a:pt x="391" y="8284"/>
                  <a:pt x="-533" y="5962"/>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5240"/>
                      <a:gd name="connsiteX1" fmla="*/ 636538 w 3182692"/>
                      <a:gd name="connsiteY1" fmla="*/ 0 h 15240"/>
                      <a:gd name="connsiteX2" fmla="*/ 1273077 w 3182692"/>
                      <a:gd name="connsiteY2" fmla="*/ 0 h 15240"/>
                      <a:gd name="connsiteX3" fmla="*/ 1909615 w 3182692"/>
                      <a:gd name="connsiteY3" fmla="*/ 0 h 15240"/>
                      <a:gd name="connsiteX4" fmla="*/ 2482500 w 3182692"/>
                      <a:gd name="connsiteY4" fmla="*/ 0 h 15240"/>
                      <a:gd name="connsiteX5" fmla="*/ 3182692 w 3182692"/>
                      <a:gd name="connsiteY5" fmla="*/ 0 h 15240"/>
                      <a:gd name="connsiteX6" fmla="*/ 3182692 w 3182692"/>
                      <a:gd name="connsiteY6" fmla="*/ 15240 h 15240"/>
                      <a:gd name="connsiteX7" fmla="*/ 2609807 w 3182692"/>
                      <a:gd name="connsiteY7" fmla="*/ 15240 h 15240"/>
                      <a:gd name="connsiteX8" fmla="*/ 2068750 w 3182692"/>
                      <a:gd name="connsiteY8" fmla="*/ 15240 h 15240"/>
                      <a:gd name="connsiteX9" fmla="*/ 1432211 w 3182692"/>
                      <a:gd name="connsiteY9" fmla="*/ 15240 h 15240"/>
                      <a:gd name="connsiteX10" fmla="*/ 859327 w 3182692"/>
                      <a:gd name="connsiteY10" fmla="*/ 15240 h 15240"/>
                      <a:gd name="connsiteX11" fmla="*/ 0 w 3182692"/>
                      <a:gd name="connsiteY11" fmla="*/ 15240 h 15240"/>
                      <a:gd name="connsiteX12" fmla="*/ 0 w 3182692"/>
                      <a:gd name="connsiteY12"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5240"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2677" y="7298"/>
                          <a:pt x="3182627" y="8153"/>
                          <a:pt x="3182692" y="15240"/>
                        </a:cubicBezTo>
                        <a:cubicBezTo>
                          <a:pt x="2947402" y="19392"/>
                          <a:pt x="2876226" y="24143"/>
                          <a:pt x="2609807" y="15240"/>
                        </a:cubicBezTo>
                        <a:cubicBezTo>
                          <a:pt x="2343389" y="6337"/>
                          <a:pt x="2326689" y="22531"/>
                          <a:pt x="2068750" y="15240"/>
                        </a:cubicBezTo>
                        <a:cubicBezTo>
                          <a:pt x="1810811" y="7949"/>
                          <a:pt x="1713836" y="45171"/>
                          <a:pt x="1432211" y="15240"/>
                        </a:cubicBezTo>
                        <a:cubicBezTo>
                          <a:pt x="1150586" y="-14691"/>
                          <a:pt x="982765" y="699"/>
                          <a:pt x="859327" y="15240"/>
                        </a:cubicBezTo>
                        <a:cubicBezTo>
                          <a:pt x="735889" y="29781"/>
                          <a:pt x="254183" y="32183"/>
                          <a:pt x="0" y="15240"/>
                        </a:cubicBezTo>
                        <a:cubicBezTo>
                          <a:pt x="151" y="8290"/>
                          <a:pt x="-277" y="5563"/>
                          <a:pt x="0" y="0"/>
                        </a:cubicBezTo>
                        <a:close/>
                      </a:path>
                      <a:path w="3182692" h="15240"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2812" y="5894"/>
                          <a:pt x="3182139" y="9630"/>
                          <a:pt x="3182692" y="15240"/>
                        </a:cubicBezTo>
                        <a:cubicBezTo>
                          <a:pt x="3026065" y="-13897"/>
                          <a:pt x="2775006" y="20019"/>
                          <a:pt x="2546154" y="15240"/>
                        </a:cubicBezTo>
                        <a:cubicBezTo>
                          <a:pt x="2317302" y="10461"/>
                          <a:pt x="2168173" y="-11561"/>
                          <a:pt x="1845961" y="15240"/>
                        </a:cubicBezTo>
                        <a:cubicBezTo>
                          <a:pt x="1523749" y="42041"/>
                          <a:pt x="1450078" y="-3892"/>
                          <a:pt x="1304904" y="15240"/>
                        </a:cubicBezTo>
                        <a:cubicBezTo>
                          <a:pt x="1159730" y="34372"/>
                          <a:pt x="942635" y="-13069"/>
                          <a:pt x="604711" y="15240"/>
                        </a:cubicBezTo>
                        <a:cubicBezTo>
                          <a:pt x="266787" y="43549"/>
                          <a:pt x="141927" y="-11443"/>
                          <a:pt x="0" y="15240"/>
                        </a:cubicBezTo>
                        <a:cubicBezTo>
                          <a:pt x="-628" y="8463"/>
                          <a:pt x="-538" y="633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p:nvPr/>
        </p:nvSpPr>
        <p:spPr>
          <a:xfrm>
            <a:off x="3973321" y="2255520"/>
            <a:ext cx="4688333" cy="2903220"/>
          </a:xfrm>
          <a:prstGeom prst="rect">
            <a:avLst/>
          </a:prstGeom>
        </p:spPr>
        <p:txBody>
          <a:bodyPr vert="horz" lIns="91440" tIns="45720" rIns="91440" bIns="45720" rtlCol="0">
            <a:normAutofit/>
          </a:bodyPr>
          <a:lstStyle/>
          <a:p>
            <a:pPr marL="440690" marR="5080" indent="-228600">
              <a:lnSpc>
                <a:spcPct val="90000"/>
              </a:lnSpc>
              <a:spcBef>
                <a:spcPts val="100"/>
              </a:spcBef>
              <a:buFont typeface="Arial" panose="020B0604020202020204" pitchFamily="34" charset="0"/>
              <a:buChar char="•"/>
            </a:pPr>
            <a:r>
              <a:rPr lang="en-US" sz="1700" spc="-5"/>
              <a:t>Örneğin</a:t>
            </a:r>
            <a:r>
              <a:rPr lang="en-US" sz="1700" spc="5"/>
              <a:t> </a:t>
            </a:r>
            <a:r>
              <a:rPr lang="en-US" sz="1700" spc="-5"/>
              <a:t>29</a:t>
            </a:r>
            <a:r>
              <a:rPr lang="en-US" sz="1700" spc="-10"/>
              <a:t> </a:t>
            </a:r>
            <a:r>
              <a:rPr lang="en-US" sz="1700" spc="-5"/>
              <a:t>nisan</a:t>
            </a:r>
            <a:r>
              <a:rPr lang="en-US" sz="1700" spc="-20"/>
              <a:t> </a:t>
            </a:r>
            <a:r>
              <a:rPr lang="en-US" sz="1700" spc="-10"/>
              <a:t>1991</a:t>
            </a:r>
            <a:r>
              <a:rPr lang="en-US" sz="1700" spc="15"/>
              <a:t> </a:t>
            </a:r>
            <a:r>
              <a:rPr lang="en-US" sz="1700" spc="-5"/>
              <a:t>tarihli</a:t>
            </a:r>
            <a:r>
              <a:rPr lang="en-US" sz="1700" spc="-15"/>
              <a:t> </a:t>
            </a:r>
            <a:r>
              <a:rPr lang="en-US" sz="1700" b="1" spc="-10"/>
              <a:t>BusinessWeek </a:t>
            </a:r>
            <a:r>
              <a:rPr lang="en-US" sz="1700" b="1" spc="-350"/>
              <a:t> </a:t>
            </a:r>
            <a:r>
              <a:rPr lang="en-US" sz="1700" spc="-10"/>
              <a:t>dergisinin</a:t>
            </a:r>
            <a:r>
              <a:rPr lang="en-US" sz="1700" spc="-25"/>
              <a:t> </a:t>
            </a:r>
            <a:r>
              <a:rPr lang="en-US" sz="1700" spc="-10"/>
              <a:t>kapağı </a:t>
            </a:r>
            <a:r>
              <a:rPr lang="en-US" sz="1700" b="1" spc="-5"/>
              <a:t>“Bu</a:t>
            </a:r>
            <a:r>
              <a:rPr lang="en-US" sz="1700" b="1" spc="15"/>
              <a:t> </a:t>
            </a:r>
            <a:r>
              <a:rPr lang="en-US" sz="1700" b="1" spc="-10"/>
              <a:t>kahrolası</a:t>
            </a:r>
            <a:r>
              <a:rPr lang="en-US" sz="1700" b="1" spc="-5"/>
              <a:t> cihazı </a:t>
            </a:r>
            <a:r>
              <a:rPr lang="en-US" sz="1700" b="1"/>
              <a:t> </a:t>
            </a:r>
            <a:r>
              <a:rPr lang="en-US" sz="1700" b="1" spc="-10"/>
              <a:t>çalıştıramıyorum”</a:t>
            </a:r>
            <a:r>
              <a:rPr lang="en-US" sz="1700" b="1" spc="5"/>
              <a:t> </a:t>
            </a:r>
            <a:r>
              <a:rPr lang="en-US" sz="1700" spc="-10"/>
              <a:t>mesajı</a:t>
            </a:r>
            <a:r>
              <a:rPr lang="en-US" sz="1700" spc="15"/>
              <a:t> </a:t>
            </a:r>
            <a:r>
              <a:rPr lang="en-US" sz="1700" spc="-5"/>
              <a:t>ile</a:t>
            </a:r>
            <a:r>
              <a:rPr lang="en-US" sz="1700"/>
              <a:t> </a:t>
            </a:r>
            <a:r>
              <a:rPr lang="en-US" sz="1700" spc="-20"/>
              <a:t>verilmiştir.</a:t>
            </a:r>
            <a:endParaRPr lang="en-US" sz="1700"/>
          </a:p>
          <a:p>
            <a:pPr indent="-228600">
              <a:lnSpc>
                <a:spcPct val="90000"/>
              </a:lnSpc>
              <a:buFont typeface="Arial" panose="020B0604020202020204" pitchFamily="34" charset="0"/>
              <a:buChar char="•"/>
            </a:pPr>
            <a:endParaRPr lang="en-US" sz="1700"/>
          </a:p>
          <a:p>
            <a:pPr indent="-228600">
              <a:lnSpc>
                <a:spcPct val="90000"/>
              </a:lnSpc>
              <a:spcBef>
                <a:spcPts val="50"/>
              </a:spcBef>
              <a:buFont typeface="Arial" panose="020B0604020202020204" pitchFamily="34" charset="0"/>
              <a:buChar char="•"/>
            </a:pPr>
            <a:endParaRPr lang="en-US" sz="1700"/>
          </a:p>
          <a:p>
            <a:pPr marL="12700" marR="8890" indent="-228600">
              <a:lnSpc>
                <a:spcPct val="90000"/>
              </a:lnSpc>
              <a:buFont typeface="Arial" panose="020B0604020202020204" pitchFamily="34" charset="0"/>
              <a:buChar char="•"/>
            </a:pPr>
            <a:r>
              <a:rPr lang="en-US" sz="1700" spc="-5"/>
              <a:t>Bu </a:t>
            </a:r>
            <a:r>
              <a:rPr lang="en-US" sz="1700" spc="-10"/>
              <a:t>yolla teknolojinin </a:t>
            </a:r>
            <a:r>
              <a:rPr lang="en-US" sz="1700" spc="-15"/>
              <a:t>hayatımıza </a:t>
            </a:r>
            <a:r>
              <a:rPr lang="en-US" sz="1700" spc="-5"/>
              <a:t>girdiği, ama </a:t>
            </a:r>
            <a:r>
              <a:rPr lang="en-US" sz="1700" spc="-350"/>
              <a:t> </a:t>
            </a:r>
            <a:r>
              <a:rPr lang="en-US" sz="1700" spc="-10"/>
              <a:t>kullanımda</a:t>
            </a:r>
            <a:r>
              <a:rPr lang="en-US" sz="1700" spc="-30"/>
              <a:t> </a:t>
            </a:r>
            <a:r>
              <a:rPr lang="en-US" sz="1700" spc="-5"/>
              <a:t>sorunlar</a:t>
            </a:r>
            <a:r>
              <a:rPr lang="en-US" sz="1700" spc="10"/>
              <a:t> </a:t>
            </a:r>
            <a:r>
              <a:rPr lang="en-US" sz="1700" spc="-5"/>
              <a:t>olduğu</a:t>
            </a:r>
            <a:r>
              <a:rPr lang="en-US" sz="1700" spc="5"/>
              <a:t> </a:t>
            </a:r>
            <a:r>
              <a:rPr lang="en-US" sz="1700" spc="-20"/>
              <a:t>haykırılmaktadır.</a:t>
            </a:r>
            <a:endParaRPr lang="en-US" sz="17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367715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459968"/>
            <a:ext cx="8249304" cy="38487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1143000" y="1077781"/>
            <a:ext cx="6858000" cy="2728827"/>
          </a:xfrm>
          <a:prstGeom prst="rect">
            <a:avLst/>
          </a:prstGeom>
        </p:spPr>
        <p:txBody>
          <a:bodyPr vert="horz" lIns="91440" tIns="45720" rIns="91440" bIns="45720" rtlCol="0" anchor="ctr">
            <a:normAutofit/>
          </a:bodyPr>
          <a:lstStyle/>
          <a:p>
            <a:pPr marL="12700" algn="ctr" rtl="0">
              <a:lnSpc>
                <a:spcPct val="90000"/>
              </a:lnSpc>
              <a:spcBef>
                <a:spcPct val="0"/>
              </a:spcBef>
            </a:pPr>
            <a:r>
              <a:rPr lang="en-US" sz="5700" b="1" kern="1200" spc="-10">
                <a:solidFill>
                  <a:schemeClr val="tx1"/>
                </a:solidFill>
                <a:latin typeface="+mj-lt"/>
                <a:ea typeface="+mj-ea"/>
                <a:cs typeface="+mj-cs"/>
              </a:rPr>
              <a:t>Kullanılabilirlik</a:t>
            </a:r>
            <a:r>
              <a:rPr lang="en-US" sz="5700" b="1" kern="1200" spc="35">
                <a:solidFill>
                  <a:schemeClr val="tx1"/>
                </a:solidFill>
                <a:latin typeface="+mj-lt"/>
                <a:ea typeface="+mj-ea"/>
                <a:cs typeface="+mj-cs"/>
              </a:rPr>
              <a:t> </a:t>
            </a:r>
            <a:r>
              <a:rPr lang="en-US" sz="5700" b="1" kern="1200" spc="-25">
                <a:solidFill>
                  <a:schemeClr val="tx1"/>
                </a:solidFill>
                <a:latin typeface="+mj-lt"/>
                <a:ea typeface="+mj-ea"/>
                <a:cs typeface="+mj-cs"/>
              </a:rPr>
              <a:t>Kavramı</a:t>
            </a:r>
            <a:endParaRPr lang="en-US" sz="5700" kern="1200">
              <a:solidFill>
                <a:schemeClr val="tx1"/>
              </a:solidFill>
              <a:latin typeface="+mj-lt"/>
              <a:ea typeface="+mj-ea"/>
              <a:cs typeface="+mj-cs"/>
            </a:endParaRPr>
          </a:p>
        </p:txBody>
      </p:sp>
      <p:cxnSp>
        <p:nvCxnSpPr>
          <p:cNvPr id="20" name="Straight Connector 1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5295590"/>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3" name="Group 22">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424031"/>
            <a:ext cx="3913467" cy="5199718"/>
            <a:chOff x="-19221" y="251144"/>
            <a:chExt cx="5217958" cy="6239661"/>
          </a:xfrm>
        </p:grpSpPr>
        <p:sp>
          <p:nvSpPr>
            <p:cNvPr id="24" name="Freeform: Shape 23">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object 2"/>
          <p:cNvSpPr txBox="1">
            <a:spLocks noGrp="1"/>
          </p:cNvSpPr>
          <p:nvPr>
            <p:ph type="title"/>
          </p:nvPr>
        </p:nvSpPr>
        <p:spPr>
          <a:xfrm>
            <a:off x="480060" y="1035844"/>
            <a:ext cx="2891790" cy="3643311"/>
          </a:xfrm>
          <a:prstGeom prst="rect">
            <a:avLst/>
          </a:prstGeom>
        </p:spPr>
        <p:txBody>
          <a:bodyPr vert="horz" lIns="91440" tIns="45720" rIns="91440" bIns="45720" rtlCol="0" anchor="ctr">
            <a:normAutofit/>
          </a:bodyPr>
          <a:lstStyle/>
          <a:p>
            <a:pPr marL="12700" algn="l" rtl="0">
              <a:lnSpc>
                <a:spcPct val="90000"/>
              </a:lnSpc>
              <a:spcBef>
                <a:spcPct val="0"/>
              </a:spcBef>
            </a:pPr>
            <a:r>
              <a:rPr lang="en-US" sz="2800" b="1" kern="1200" spc="-5">
                <a:solidFill>
                  <a:schemeClr val="tx2"/>
                </a:solidFill>
                <a:latin typeface="+mj-lt"/>
                <a:ea typeface="+mj-ea"/>
                <a:cs typeface="+mj-cs"/>
              </a:rPr>
              <a:t>“Kullanabilirlik”</a:t>
            </a:r>
            <a:r>
              <a:rPr lang="en-US" sz="2800" b="1" kern="1200" spc="-35">
                <a:solidFill>
                  <a:schemeClr val="tx2"/>
                </a:solidFill>
                <a:latin typeface="+mj-lt"/>
                <a:ea typeface="+mj-ea"/>
                <a:cs typeface="+mj-cs"/>
              </a:rPr>
              <a:t> </a:t>
            </a:r>
            <a:r>
              <a:rPr lang="en-US" sz="2800" b="1" kern="1200" spc="-15">
                <a:solidFill>
                  <a:schemeClr val="tx2"/>
                </a:solidFill>
                <a:latin typeface="+mj-lt"/>
                <a:ea typeface="+mj-ea"/>
                <a:cs typeface="+mj-cs"/>
              </a:rPr>
              <a:t>ya</a:t>
            </a:r>
            <a:r>
              <a:rPr lang="en-US" sz="2800" b="1" kern="1200" spc="-5">
                <a:solidFill>
                  <a:schemeClr val="tx2"/>
                </a:solidFill>
                <a:latin typeface="+mj-lt"/>
                <a:ea typeface="+mj-ea"/>
                <a:cs typeface="+mj-cs"/>
              </a:rPr>
              <a:t> da</a:t>
            </a:r>
            <a:r>
              <a:rPr lang="en-US" sz="2800" b="1" kern="1200" spc="5">
                <a:solidFill>
                  <a:schemeClr val="tx2"/>
                </a:solidFill>
                <a:latin typeface="+mj-lt"/>
                <a:ea typeface="+mj-ea"/>
                <a:cs typeface="+mj-cs"/>
              </a:rPr>
              <a:t> </a:t>
            </a:r>
            <a:r>
              <a:rPr lang="en-US" sz="2800" b="1" kern="1200" spc="-10">
                <a:solidFill>
                  <a:schemeClr val="tx2"/>
                </a:solidFill>
                <a:latin typeface="+mj-lt"/>
                <a:ea typeface="+mj-ea"/>
                <a:cs typeface="+mj-cs"/>
              </a:rPr>
              <a:t>“Kolay</a:t>
            </a:r>
            <a:r>
              <a:rPr lang="en-US" sz="2800" b="1" kern="1200" spc="-20">
                <a:solidFill>
                  <a:schemeClr val="tx2"/>
                </a:solidFill>
                <a:latin typeface="+mj-lt"/>
                <a:ea typeface="+mj-ea"/>
                <a:cs typeface="+mj-cs"/>
              </a:rPr>
              <a:t> </a:t>
            </a:r>
            <a:r>
              <a:rPr lang="en-US" sz="2800" b="1" kern="1200">
                <a:solidFill>
                  <a:schemeClr val="tx2"/>
                </a:solidFill>
                <a:latin typeface="+mj-lt"/>
                <a:ea typeface="+mj-ea"/>
                <a:cs typeface="+mj-cs"/>
              </a:rPr>
              <a:t>Kullanılabilir”:</a:t>
            </a:r>
          </a:p>
        </p:txBody>
      </p:sp>
      <p:sp>
        <p:nvSpPr>
          <p:cNvPr id="3" name="object 3"/>
          <p:cNvSpPr txBox="1"/>
          <p:nvPr/>
        </p:nvSpPr>
        <p:spPr>
          <a:xfrm>
            <a:off x="4629150" y="670560"/>
            <a:ext cx="3915918" cy="4358640"/>
          </a:xfrm>
          <a:prstGeom prst="rect">
            <a:avLst/>
          </a:prstGeom>
        </p:spPr>
        <p:txBody>
          <a:bodyPr vert="horz" lIns="91440" tIns="45720" rIns="91440" bIns="45720" rtlCol="0" anchor="ctr">
            <a:normAutofit/>
          </a:bodyPr>
          <a:lstStyle/>
          <a:p>
            <a:pPr marL="12700" marR="5080" indent="-228600">
              <a:lnSpc>
                <a:spcPct val="90000"/>
              </a:lnSpc>
              <a:spcBef>
                <a:spcPts val="100"/>
              </a:spcBef>
              <a:buFont typeface="Arial" panose="020B0604020202020204" pitchFamily="34" charset="0"/>
              <a:buChar char="•"/>
            </a:pPr>
            <a:r>
              <a:rPr lang="en-US" sz="1400" spc="-20">
                <a:solidFill>
                  <a:schemeClr val="tx2"/>
                </a:solidFill>
              </a:rPr>
              <a:t>İnsanlar, </a:t>
            </a:r>
            <a:r>
              <a:rPr lang="en-US" sz="1400" spc="-10">
                <a:solidFill>
                  <a:schemeClr val="tx2"/>
                </a:solidFill>
              </a:rPr>
              <a:t>kullandıkları</a:t>
            </a:r>
            <a:r>
              <a:rPr lang="en-US" sz="1400" spc="-25">
                <a:solidFill>
                  <a:schemeClr val="tx2"/>
                </a:solidFill>
              </a:rPr>
              <a:t> </a:t>
            </a:r>
            <a:r>
              <a:rPr lang="en-US" sz="1400" spc="-10">
                <a:solidFill>
                  <a:schemeClr val="tx2"/>
                </a:solidFill>
              </a:rPr>
              <a:t>herhangi</a:t>
            </a:r>
            <a:r>
              <a:rPr lang="en-US" sz="1400">
                <a:solidFill>
                  <a:schemeClr val="tx2"/>
                </a:solidFill>
              </a:rPr>
              <a:t> </a:t>
            </a:r>
            <a:r>
              <a:rPr lang="en-US" sz="1400" spc="-5">
                <a:solidFill>
                  <a:schemeClr val="tx2"/>
                </a:solidFill>
              </a:rPr>
              <a:t>bir</a:t>
            </a:r>
            <a:r>
              <a:rPr lang="en-US" sz="1400">
                <a:solidFill>
                  <a:schemeClr val="tx2"/>
                </a:solidFill>
              </a:rPr>
              <a:t> </a:t>
            </a:r>
            <a:r>
              <a:rPr lang="en-US" sz="1400" spc="-10">
                <a:solidFill>
                  <a:schemeClr val="tx2"/>
                </a:solidFill>
              </a:rPr>
              <a:t>ürünü,</a:t>
            </a:r>
            <a:r>
              <a:rPr lang="en-US" sz="1400" spc="20">
                <a:solidFill>
                  <a:schemeClr val="tx2"/>
                </a:solidFill>
              </a:rPr>
              <a:t> </a:t>
            </a:r>
            <a:r>
              <a:rPr lang="en-US" sz="1400" spc="-10">
                <a:solidFill>
                  <a:schemeClr val="tx2"/>
                </a:solidFill>
              </a:rPr>
              <a:t>yapmak</a:t>
            </a:r>
            <a:r>
              <a:rPr lang="en-US" sz="1400">
                <a:solidFill>
                  <a:schemeClr val="tx2"/>
                </a:solidFill>
              </a:rPr>
              <a:t> </a:t>
            </a:r>
            <a:r>
              <a:rPr lang="en-US" sz="1400" spc="-5">
                <a:solidFill>
                  <a:schemeClr val="tx2"/>
                </a:solidFill>
              </a:rPr>
              <a:t>istedikleri </a:t>
            </a:r>
            <a:r>
              <a:rPr lang="en-US" sz="1400" spc="-345">
                <a:solidFill>
                  <a:schemeClr val="tx2"/>
                </a:solidFill>
              </a:rPr>
              <a:t> </a:t>
            </a:r>
            <a:r>
              <a:rPr lang="en-US" sz="1400" spc="-5">
                <a:solidFill>
                  <a:schemeClr val="tx2"/>
                </a:solidFill>
              </a:rPr>
              <a:t>işler </a:t>
            </a:r>
            <a:r>
              <a:rPr lang="en-US" sz="1400" spc="-10">
                <a:solidFill>
                  <a:schemeClr val="tx2"/>
                </a:solidFill>
              </a:rPr>
              <a:t>doğrultusunda</a:t>
            </a:r>
            <a:r>
              <a:rPr lang="en-US" sz="1400">
                <a:solidFill>
                  <a:schemeClr val="tx2"/>
                </a:solidFill>
              </a:rPr>
              <a:t> </a:t>
            </a:r>
            <a:r>
              <a:rPr lang="en-US" sz="1400" spc="-25">
                <a:solidFill>
                  <a:schemeClr val="tx2"/>
                </a:solidFill>
              </a:rPr>
              <a:t>kolayca</a:t>
            </a:r>
            <a:r>
              <a:rPr lang="en-US" sz="1400" spc="5">
                <a:solidFill>
                  <a:schemeClr val="tx2"/>
                </a:solidFill>
              </a:rPr>
              <a:t> </a:t>
            </a:r>
            <a:r>
              <a:rPr lang="en-US" sz="1400" spc="-10">
                <a:solidFill>
                  <a:schemeClr val="tx2"/>
                </a:solidFill>
              </a:rPr>
              <a:t>ve</a:t>
            </a:r>
            <a:r>
              <a:rPr lang="en-US" sz="1400" spc="10">
                <a:solidFill>
                  <a:schemeClr val="tx2"/>
                </a:solidFill>
              </a:rPr>
              <a:t> </a:t>
            </a:r>
            <a:r>
              <a:rPr lang="en-US" sz="1400" spc="-10">
                <a:solidFill>
                  <a:schemeClr val="tx2"/>
                </a:solidFill>
              </a:rPr>
              <a:t>etkili</a:t>
            </a:r>
            <a:r>
              <a:rPr lang="en-US" sz="1400">
                <a:solidFill>
                  <a:schemeClr val="tx2"/>
                </a:solidFill>
              </a:rPr>
              <a:t> </a:t>
            </a:r>
            <a:r>
              <a:rPr lang="en-US" sz="1400" spc="-5">
                <a:solidFill>
                  <a:schemeClr val="tx2"/>
                </a:solidFill>
              </a:rPr>
              <a:t>bir</a:t>
            </a:r>
            <a:r>
              <a:rPr lang="en-US" sz="1400">
                <a:solidFill>
                  <a:schemeClr val="tx2"/>
                </a:solidFill>
              </a:rPr>
              <a:t> </a:t>
            </a:r>
            <a:r>
              <a:rPr lang="en-US" sz="1400" spc="-10">
                <a:solidFill>
                  <a:schemeClr val="tx2"/>
                </a:solidFill>
              </a:rPr>
              <a:t>şekilde,</a:t>
            </a:r>
            <a:r>
              <a:rPr lang="en-US" sz="1400" spc="5">
                <a:solidFill>
                  <a:schemeClr val="tx2"/>
                </a:solidFill>
              </a:rPr>
              <a:t> </a:t>
            </a:r>
            <a:r>
              <a:rPr lang="en-US" sz="1400" spc="-10">
                <a:solidFill>
                  <a:schemeClr val="tx2"/>
                </a:solidFill>
              </a:rPr>
              <a:t>fiziksel ve </a:t>
            </a:r>
            <a:r>
              <a:rPr lang="en-US" sz="1400" spc="-5">
                <a:solidFill>
                  <a:schemeClr val="tx2"/>
                </a:solidFill>
              </a:rPr>
              <a:t> bilişsel</a:t>
            </a:r>
            <a:r>
              <a:rPr lang="en-US" sz="1400" spc="-30">
                <a:solidFill>
                  <a:schemeClr val="tx2"/>
                </a:solidFill>
              </a:rPr>
              <a:t> </a:t>
            </a:r>
            <a:r>
              <a:rPr lang="en-US" sz="1400" spc="-15">
                <a:solidFill>
                  <a:schemeClr val="tx2"/>
                </a:solidFill>
              </a:rPr>
              <a:t>zorluk</a:t>
            </a:r>
            <a:r>
              <a:rPr lang="en-US" sz="1400">
                <a:solidFill>
                  <a:schemeClr val="tx2"/>
                </a:solidFill>
              </a:rPr>
              <a:t> </a:t>
            </a:r>
            <a:r>
              <a:rPr lang="en-US" sz="1400" spc="-10">
                <a:solidFill>
                  <a:schemeClr val="tx2"/>
                </a:solidFill>
              </a:rPr>
              <a:t>çekmeden</a:t>
            </a:r>
            <a:r>
              <a:rPr lang="en-US" sz="1400" spc="30">
                <a:solidFill>
                  <a:schemeClr val="tx2"/>
                </a:solidFill>
              </a:rPr>
              <a:t> </a:t>
            </a:r>
            <a:r>
              <a:rPr lang="en-US" sz="1400" spc="-15">
                <a:solidFill>
                  <a:schemeClr val="tx2"/>
                </a:solidFill>
              </a:rPr>
              <a:t>kullanabilmelidirler.</a:t>
            </a:r>
            <a:endParaRPr lang="en-US" sz="1400">
              <a:solidFill>
                <a:schemeClr val="tx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5715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7" name="Group 22">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548176" cy="5715000"/>
            <a:chOff x="651279" y="598259"/>
            <a:chExt cx="10889442" cy="5680742"/>
          </a:xfrm>
        </p:grpSpPr>
        <p:sp>
          <p:nvSpPr>
            <p:cNvPr id="24"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2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5715003"/>
            <a:chOff x="0" y="0"/>
            <a:chExt cx="12188952" cy="6858000"/>
          </a:xfrm>
        </p:grpSpPr>
        <p:sp>
          <p:nvSpPr>
            <p:cNvPr id="28" name="Freeform: Shape 2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Unvan 1"/>
          <p:cNvSpPr>
            <a:spLocks noGrp="1"/>
          </p:cNvSpPr>
          <p:nvPr>
            <p:ph type="title"/>
          </p:nvPr>
        </p:nvSpPr>
        <p:spPr>
          <a:xfrm>
            <a:off x="589788" y="701040"/>
            <a:ext cx="3847200" cy="4450080"/>
          </a:xfrm>
        </p:spPr>
        <p:txBody>
          <a:bodyPr anchor="ctr">
            <a:normAutofit/>
          </a:bodyPr>
          <a:lstStyle/>
          <a:p>
            <a:pPr algn="l"/>
            <a:r>
              <a:rPr lang="tr-TR" sz="3800">
                <a:solidFill>
                  <a:schemeClr val="bg1"/>
                </a:solidFill>
              </a:rPr>
              <a:t>Kullanılabilirlik (Usability) Nedir?</a:t>
            </a:r>
          </a:p>
        </p:txBody>
      </p:sp>
      <p:sp>
        <p:nvSpPr>
          <p:cNvPr id="3" name="İçerik Yer Tutucusu 2"/>
          <p:cNvSpPr>
            <a:spLocks noGrp="1"/>
          </p:cNvSpPr>
          <p:nvPr>
            <p:ph idx="1"/>
          </p:nvPr>
        </p:nvSpPr>
        <p:spPr>
          <a:xfrm>
            <a:off x="4848307" y="701039"/>
            <a:ext cx="3363402" cy="4450081"/>
          </a:xfrm>
        </p:spPr>
        <p:txBody>
          <a:bodyPr anchor="ctr">
            <a:normAutofit/>
          </a:bodyPr>
          <a:lstStyle/>
          <a:p>
            <a:pPr algn="l">
              <a:spcAft>
                <a:spcPts val="600"/>
              </a:spcAft>
            </a:pPr>
            <a:r>
              <a:rPr lang="tr-TR" altLang="tr-TR" sz="1400">
                <a:solidFill>
                  <a:schemeClr val="tx2"/>
                </a:solidFill>
              </a:rPr>
              <a:t>Bir uygulamada belirlenen işlerin kullanıcılar tarafından, gerekli eğitimin ve teknik desteğin verilmesinin ardından, uygun çevre koşullarında kolaylıkla ve etkili biçimde kullanılabilmesi olarak tanımlanabilmektedir(Acartürk ve Çağıltay, 2006).</a:t>
            </a:r>
          </a:p>
          <a:p>
            <a:pPr algn="l">
              <a:spcAft>
                <a:spcPts val="600"/>
              </a:spcAft>
            </a:pPr>
            <a:endParaRPr lang="tr-TR" sz="1400">
              <a:solidFill>
                <a:schemeClr val="tx2"/>
              </a:solidFill>
            </a:endParaRPr>
          </a:p>
        </p:txBody>
      </p:sp>
    </p:spTree>
    <p:extLst>
      <p:ext uri="{BB962C8B-B14F-4D97-AF65-F5344CB8AC3E}">
        <p14:creationId xmlns:p14="http://schemas.microsoft.com/office/powerpoint/2010/main" val="579392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4B0B678-CD10-4371-96E5-2706F4579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999494" y="2243787"/>
            <a:ext cx="4883364" cy="395784"/>
            <a:chOff x="6081624" y="1998368"/>
            <a:chExt cx="5613457" cy="782175"/>
          </a:xfrm>
          <a:solidFill>
            <a:schemeClr val="accent4"/>
          </a:solidFill>
        </p:grpSpPr>
        <p:sp>
          <p:nvSpPr>
            <p:cNvPr id="34" name="Rectangle 33">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646" y="431580"/>
            <a:ext cx="8333796" cy="48816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400606" y="706522"/>
            <a:ext cx="4056610" cy="974654"/>
          </a:xfrm>
        </p:spPr>
        <p:txBody>
          <a:bodyPr anchor="b">
            <a:normAutofit/>
          </a:bodyPr>
          <a:lstStyle/>
          <a:p>
            <a:pPr>
              <a:lnSpc>
                <a:spcPct val="90000"/>
              </a:lnSpc>
            </a:pPr>
            <a:r>
              <a:rPr lang="tr-TR" altLang="tr-TR" sz="3200"/>
              <a:t>Etkinlik, Verimlilik ve Kullanıcı Tatmini</a:t>
            </a:r>
            <a:endParaRPr lang="tr-TR" sz="3200"/>
          </a:p>
        </p:txBody>
      </p:sp>
      <p:pic>
        <p:nvPicPr>
          <p:cNvPr id="6" name="Resim 5" descr="&#10;">
            <a:extLst>
              <a:ext uri="{FF2B5EF4-FFF2-40B4-BE49-F238E27FC236}">
                <a16:creationId xmlns:a16="http://schemas.microsoft.com/office/drawing/2014/main" id="{C88A3486-6297-A1AC-C345-844415A84B0F}"/>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3726" b="16679"/>
          <a:stretch/>
        </p:blipFill>
        <p:spPr>
          <a:xfrm>
            <a:off x="1134343" y="645237"/>
            <a:ext cx="2066058" cy="1792223"/>
          </a:xfrm>
          <a:prstGeom prst="rect">
            <a:avLst/>
          </a:prstGeom>
        </p:spPr>
      </p:pic>
      <p:sp>
        <p:nvSpPr>
          <p:cNvPr id="39" name="Rectangle 3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67998" y="1823790"/>
            <a:ext cx="3780769" cy="228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6" descr="metin, ekran görüntüsü, yazı tipi, logo içeren bir resim&#10;&#10;Açıklama otomatik olarak oluşturuldu"/>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85800" y="3067165"/>
            <a:ext cx="3291840" cy="197510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İçerik Yer Tutucusu 2"/>
          <p:cNvSpPr>
            <a:spLocks noGrp="1"/>
          </p:cNvSpPr>
          <p:nvPr>
            <p:ph idx="1"/>
          </p:nvPr>
        </p:nvSpPr>
        <p:spPr>
          <a:xfrm>
            <a:off x="4401589" y="2090087"/>
            <a:ext cx="4056610" cy="3027078"/>
          </a:xfrm>
        </p:spPr>
        <p:txBody>
          <a:bodyPr anchor="ctr">
            <a:normAutofit/>
          </a:bodyPr>
          <a:lstStyle/>
          <a:p>
            <a:pPr>
              <a:lnSpc>
                <a:spcPct val="90000"/>
              </a:lnSpc>
              <a:spcBef>
                <a:spcPts val="450"/>
              </a:spcBef>
            </a:pPr>
            <a:r>
              <a:rPr lang="tr-TR" altLang="tr-TR" sz="1200">
                <a:ea typeface="Verdana" panose="020B0604030504040204" pitchFamily="34" charset="0"/>
              </a:rPr>
              <a:t>Bir bilgisayar yazılımının ne kadar kullanılabilir ya da kullanıcı dostu olduğu bu yazılımın ne kadar etkin ve verimli olduğu ile kullanıcıları ne kadar tatmin ettiği ile ölçülür. </a:t>
            </a:r>
          </a:p>
          <a:p>
            <a:pPr>
              <a:lnSpc>
                <a:spcPct val="90000"/>
              </a:lnSpc>
              <a:buFont typeface="Georgia" panose="02040502050405020303" pitchFamily="18" charset="0"/>
              <a:buNone/>
            </a:pPr>
            <a:r>
              <a:rPr lang="tr-TR" altLang="tr-TR" sz="1200" b="1">
                <a:ea typeface="Verdana" panose="020B0604030504040204" pitchFamily="34" charset="0"/>
              </a:rPr>
              <a:t>Etkililik (effectivity):</a:t>
            </a:r>
            <a:r>
              <a:rPr lang="tr-TR" altLang="tr-TR" sz="1200">
                <a:ea typeface="Verdana" panose="020B0604030504040204" pitchFamily="34" charset="0"/>
              </a:rPr>
              <a:t> Kullanıcıların hedeflerinin tam ve eksiksiz gerçekleştirilmesi ve tamamlanmasıyla sağlanır. Kullanıcıların işleri ne kadar başarabildikleridir ve yüzde ile ölçülebilir. </a:t>
            </a:r>
          </a:p>
          <a:p>
            <a:pPr>
              <a:lnSpc>
                <a:spcPct val="90000"/>
              </a:lnSpc>
              <a:buFont typeface="Georgia" panose="02040502050405020303" pitchFamily="18" charset="0"/>
              <a:buNone/>
            </a:pPr>
            <a:r>
              <a:rPr lang="tr-TR" altLang="tr-TR" sz="1200" b="1">
                <a:ea typeface="Verdana" panose="020B0604030504040204" pitchFamily="34" charset="0"/>
              </a:rPr>
              <a:t>Verimlilik (efficiency):</a:t>
            </a:r>
            <a:r>
              <a:rPr lang="tr-TR" altLang="tr-TR" sz="1200">
                <a:ea typeface="Verdana" panose="020B0604030504040204" pitchFamily="34" charset="0"/>
              </a:rPr>
              <a:t> Hedeflerin gerçekleştirilmesi esnasında harcanan fiziksel ve zihinsel enerjinin çıktıların tam, doğru ve eksiksiz olmasıyla orantısıdır. Örn: az kaynakla üretilip aynı hedefleri gerçekleştirebilen yazılımlar daha başarılıdır.</a:t>
            </a:r>
          </a:p>
          <a:p>
            <a:pPr>
              <a:lnSpc>
                <a:spcPct val="90000"/>
              </a:lnSpc>
              <a:buNone/>
            </a:pPr>
            <a:r>
              <a:rPr lang="tr-TR" altLang="tr-TR" sz="1200" b="1">
                <a:ea typeface="Verdana" panose="020B0604030504040204" pitchFamily="34" charset="0"/>
              </a:rPr>
              <a:t>Kullanıcı Tatmini (satisfaction): </a:t>
            </a:r>
            <a:r>
              <a:rPr lang="tr-TR" altLang="tr-TR" sz="1200">
                <a:ea typeface="Verdana" panose="020B0604030504040204" pitchFamily="34" charset="0"/>
              </a:rPr>
              <a:t>Bir yazılımın kullanıcı tarafından kabul edilebilirliğidir. Kullanıcıların yazılımı kullanırken hissettikleri farklı yöntemlerle ölçülebilir.</a:t>
            </a:r>
            <a:endParaRPr lang="en-US" altLang="tr-TR" sz="1200">
              <a:ea typeface="Verdana" panose="020B0604030504040204" pitchFamily="34" charset="0"/>
            </a:endParaRPr>
          </a:p>
          <a:p>
            <a:pPr>
              <a:lnSpc>
                <a:spcPct val="90000"/>
              </a:lnSpc>
              <a:buFont typeface="Georgia" panose="02040502050405020303" pitchFamily="18" charset="0"/>
              <a:buNone/>
            </a:pPr>
            <a:endParaRPr lang="tr-TR" altLang="tr-TR" sz="1200">
              <a:ea typeface="Verdana" panose="020B0604030504040204" pitchFamily="34" charset="0"/>
            </a:endParaRPr>
          </a:p>
          <a:p>
            <a:pPr>
              <a:lnSpc>
                <a:spcPct val="90000"/>
              </a:lnSpc>
              <a:buFont typeface="Georgia" panose="02040502050405020303" pitchFamily="18" charset="0"/>
              <a:buNone/>
            </a:pPr>
            <a:endParaRPr lang="tr-TR" altLang="tr-TR" sz="1200">
              <a:ea typeface="Verdana" panose="020B0604030504040204" pitchFamily="34" charset="0"/>
            </a:endParaRPr>
          </a:p>
          <a:p>
            <a:pPr>
              <a:lnSpc>
                <a:spcPct val="90000"/>
              </a:lnSpc>
              <a:buSzPct val="150000"/>
              <a:buNone/>
            </a:pPr>
            <a:endParaRPr lang="tr-TR" altLang="tr-TR" sz="1200">
              <a:ea typeface="Verdana" panose="020B0604030504040204" pitchFamily="34" charset="0"/>
            </a:endParaRPr>
          </a:p>
          <a:p>
            <a:pPr>
              <a:lnSpc>
                <a:spcPct val="90000"/>
              </a:lnSpc>
            </a:pPr>
            <a:endParaRPr lang="tr-TR" sz="1200"/>
          </a:p>
        </p:txBody>
      </p:sp>
    </p:spTree>
    <p:extLst>
      <p:ext uri="{BB962C8B-B14F-4D97-AF65-F5344CB8AC3E}">
        <p14:creationId xmlns:p14="http://schemas.microsoft.com/office/powerpoint/2010/main" val="316314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852297" y="418350"/>
            <a:ext cx="3992787" cy="1369141"/>
          </a:xfrm>
        </p:spPr>
        <p:txBody>
          <a:bodyPr anchor="b">
            <a:normAutofit/>
          </a:bodyPr>
          <a:lstStyle/>
          <a:p>
            <a:r>
              <a:rPr lang="tr-TR" altLang="tr-TR" sz="3200"/>
              <a:t>Kullanılabilirlik Testleri</a:t>
            </a:r>
            <a:endParaRPr lang="tr-TR" sz="3200"/>
          </a:p>
        </p:txBody>
      </p:sp>
      <p:sp>
        <p:nvSpPr>
          <p:cNvPr id="3" name="İçerik Yer Tutucusu 2"/>
          <p:cNvSpPr>
            <a:spLocks noGrp="1"/>
          </p:cNvSpPr>
          <p:nvPr>
            <p:ph idx="1"/>
          </p:nvPr>
        </p:nvSpPr>
        <p:spPr>
          <a:xfrm>
            <a:off x="858691" y="2004911"/>
            <a:ext cx="4529333" cy="2945903"/>
          </a:xfrm>
        </p:spPr>
        <p:txBody>
          <a:bodyPr anchor="t">
            <a:normAutofit/>
          </a:bodyPr>
          <a:lstStyle/>
          <a:p>
            <a:pPr>
              <a:spcAft>
                <a:spcPts val="600"/>
              </a:spcAft>
              <a:buSzPct val="150000"/>
              <a:buFont typeface="Arial" panose="020B0604020202020204" pitchFamily="34" charset="0"/>
              <a:buChar char="•"/>
            </a:pPr>
            <a:r>
              <a:rPr lang="tr-TR" altLang="tr-TR" sz="1600" dirty="0">
                <a:ea typeface="Verdana" panose="020B0604030504040204" pitchFamily="34" charset="0"/>
              </a:rPr>
              <a:t>Herhangi bir bilgi sisteminin kullanıcısının o sistemi ne kadar etkin, etkili ve tatminkar kullandığını anlamak amacıyla kullanılan araştırma yöntemine Kullanılabilirlik Testi (KT) adı verilmektedir(Acartürk, 2004). </a:t>
            </a:r>
          </a:p>
          <a:p>
            <a:pPr>
              <a:spcAft>
                <a:spcPts val="600"/>
              </a:spcAft>
              <a:buSzPct val="150000"/>
              <a:buFont typeface="Arial" panose="020B0604020202020204" pitchFamily="34" charset="0"/>
              <a:buChar char="•"/>
            </a:pPr>
            <a:r>
              <a:rPr lang="tr-TR" altLang="tr-TR" sz="1600" dirty="0">
                <a:ea typeface="Verdana" panose="020B0604030504040204" pitchFamily="34" charset="0"/>
              </a:rPr>
              <a:t>KT, gerçek kullanıcılar ve gerçek görevler ile yapılan ve ara yüzlerin değerlendirilmesinde kullanılan en yaygın ve en temel kullanılabilirlik mühendisliği metodudur. </a:t>
            </a:r>
            <a:endParaRPr lang="tr-TR" altLang="tr-TR" sz="1600" dirty="0"/>
          </a:p>
          <a:p>
            <a:pPr>
              <a:spcAft>
                <a:spcPts val="600"/>
              </a:spcAft>
            </a:pPr>
            <a:endParaRPr lang="tr-TR" sz="1600" dirty="0"/>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4"/>
            <a:ext cx="3069391" cy="5714999"/>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
            <a:ext cx="3069391" cy="5333640"/>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8"/>
            <a:ext cx="3051501" cy="5333657"/>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8"/>
            <a:ext cx="2708601" cy="5714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2" descr="http://www.whps.org/school/aiken/images/grade3button.gif"/>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8025" y="757567"/>
            <a:ext cx="2965797" cy="42264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2891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29369" y="198782"/>
            <a:ext cx="8263890" cy="1195346"/>
          </a:xfrm>
        </p:spPr>
        <p:txBody>
          <a:bodyPr anchor="b">
            <a:normAutofit/>
          </a:bodyPr>
          <a:lstStyle/>
          <a:p>
            <a:r>
              <a:rPr lang="tr-TR" sz="4300"/>
              <a:t>Kullanılabilirlik Test Yöntemleri</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401286"/>
            <a:ext cx="8229600" cy="15240"/>
          </a:xfrm>
          <a:custGeom>
            <a:avLst/>
            <a:gdLst>
              <a:gd name="connsiteX0" fmla="*/ 0 w 8229600"/>
              <a:gd name="connsiteY0" fmla="*/ 0 h 15240"/>
              <a:gd name="connsiteX1" fmla="*/ 521208 w 8229600"/>
              <a:gd name="connsiteY1" fmla="*/ 0 h 15240"/>
              <a:gd name="connsiteX2" fmla="*/ 1371600 w 8229600"/>
              <a:gd name="connsiteY2" fmla="*/ 0 h 15240"/>
              <a:gd name="connsiteX3" fmla="*/ 2221992 w 8229600"/>
              <a:gd name="connsiteY3" fmla="*/ 0 h 15240"/>
              <a:gd name="connsiteX4" fmla="*/ 3072384 w 8229600"/>
              <a:gd name="connsiteY4" fmla="*/ 0 h 15240"/>
              <a:gd name="connsiteX5" fmla="*/ 3511296 w 8229600"/>
              <a:gd name="connsiteY5" fmla="*/ 0 h 15240"/>
              <a:gd name="connsiteX6" fmla="*/ 4114800 w 8229600"/>
              <a:gd name="connsiteY6" fmla="*/ 0 h 15240"/>
              <a:gd name="connsiteX7" fmla="*/ 4553712 w 8229600"/>
              <a:gd name="connsiteY7" fmla="*/ 0 h 15240"/>
              <a:gd name="connsiteX8" fmla="*/ 5239512 w 8229600"/>
              <a:gd name="connsiteY8" fmla="*/ 0 h 15240"/>
              <a:gd name="connsiteX9" fmla="*/ 5843016 w 8229600"/>
              <a:gd name="connsiteY9" fmla="*/ 0 h 15240"/>
              <a:gd name="connsiteX10" fmla="*/ 6611112 w 8229600"/>
              <a:gd name="connsiteY10" fmla="*/ 0 h 15240"/>
              <a:gd name="connsiteX11" fmla="*/ 7461504 w 8229600"/>
              <a:gd name="connsiteY11" fmla="*/ 0 h 15240"/>
              <a:gd name="connsiteX12" fmla="*/ 8229600 w 8229600"/>
              <a:gd name="connsiteY12" fmla="*/ 0 h 15240"/>
              <a:gd name="connsiteX13" fmla="*/ 8229600 w 8229600"/>
              <a:gd name="connsiteY13" fmla="*/ 15240 h 15240"/>
              <a:gd name="connsiteX14" fmla="*/ 7461504 w 8229600"/>
              <a:gd name="connsiteY14" fmla="*/ 15240 h 15240"/>
              <a:gd name="connsiteX15" fmla="*/ 6940296 w 8229600"/>
              <a:gd name="connsiteY15" fmla="*/ 15240 h 15240"/>
              <a:gd name="connsiteX16" fmla="*/ 6419088 w 8229600"/>
              <a:gd name="connsiteY16" fmla="*/ 15240 h 15240"/>
              <a:gd name="connsiteX17" fmla="*/ 5650992 w 8229600"/>
              <a:gd name="connsiteY17" fmla="*/ 15240 h 15240"/>
              <a:gd name="connsiteX18" fmla="*/ 5129784 w 8229600"/>
              <a:gd name="connsiteY18" fmla="*/ 15240 h 15240"/>
              <a:gd name="connsiteX19" fmla="*/ 4690872 w 8229600"/>
              <a:gd name="connsiteY19" fmla="*/ 15240 h 15240"/>
              <a:gd name="connsiteX20" fmla="*/ 4087368 w 8229600"/>
              <a:gd name="connsiteY20" fmla="*/ 15240 h 15240"/>
              <a:gd name="connsiteX21" fmla="*/ 3401568 w 8229600"/>
              <a:gd name="connsiteY21" fmla="*/ 15240 h 15240"/>
              <a:gd name="connsiteX22" fmla="*/ 2798064 w 8229600"/>
              <a:gd name="connsiteY22" fmla="*/ 15240 h 15240"/>
              <a:gd name="connsiteX23" fmla="*/ 2276856 w 8229600"/>
              <a:gd name="connsiteY23" fmla="*/ 15240 h 15240"/>
              <a:gd name="connsiteX24" fmla="*/ 1426464 w 8229600"/>
              <a:gd name="connsiteY24" fmla="*/ 15240 h 15240"/>
              <a:gd name="connsiteX25" fmla="*/ 740664 w 8229600"/>
              <a:gd name="connsiteY25" fmla="*/ 15240 h 15240"/>
              <a:gd name="connsiteX26" fmla="*/ 0 w 8229600"/>
              <a:gd name="connsiteY26" fmla="*/ 15240 h 15240"/>
              <a:gd name="connsiteX27" fmla="*/ 0 w 8229600"/>
              <a:gd name="connsiteY27" fmla="*/ 0 h 15240"/>
              <a:gd name="connsiteX0" fmla="*/ 0 w 8229600"/>
              <a:gd name="connsiteY0" fmla="*/ 0 h 15240"/>
              <a:gd name="connsiteX1" fmla="*/ 521208 w 8229600"/>
              <a:gd name="connsiteY1" fmla="*/ 0 h 15240"/>
              <a:gd name="connsiteX2" fmla="*/ 960120 w 8229600"/>
              <a:gd name="connsiteY2" fmla="*/ 0 h 15240"/>
              <a:gd name="connsiteX3" fmla="*/ 1481328 w 8229600"/>
              <a:gd name="connsiteY3" fmla="*/ 0 h 15240"/>
              <a:gd name="connsiteX4" fmla="*/ 2167128 w 8229600"/>
              <a:gd name="connsiteY4" fmla="*/ 0 h 15240"/>
              <a:gd name="connsiteX5" fmla="*/ 2935224 w 8229600"/>
              <a:gd name="connsiteY5" fmla="*/ 0 h 15240"/>
              <a:gd name="connsiteX6" fmla="*/ 3785616 w 8229600"/>
              <a:gd name="connsiteY6" fmla="*/ 0 h 15240"/>
              <a:gd name="connsiteX7" fmla="*/ 4636008 w 8229600"/>
              <a:gd name="connsiteY7" fmla="*/ 0 h 15240"/>
              <a:gd name="connsiteX8" fmla="*/ 5239512 w 8229600"/>
              <a:gd name="connsiteY8" fmla="*/ 0 h 15240"/>
              <a:gd name="connsiteX9" fmla="*/ 6007608 w 8229600"/>
              <a:gd name="connsiteY9" fmla="*/ 0 h 15240"/>
              <a:gd name="connsiteX10" fmla="*/ 6693408 w 8229600"/>
              <a:gd name="connsiteY10" fmla="*/ 0 h 15240"/>
              <a:gd name="connsiteX11" fmla="*/ 7296912 w 8229600"/>
              <a:gd name="connsiteY11" fmla="*/ 0 h 15240"/>
              <a:gd name="connsiteX12" fmla="*/ 8229600 w 8229600"/>
              <a:gd name="connsiteY12" fmla="*/ 0 h 15240"/>
              <a:gd name="connsiteX13" fmla="*/ 8229600 w 8229600"/>
              <a:gd name="connsiteY13" fmla="*/ 15240 h 15240"/>
              <a:gd name="connsiteX14" fmla="*/ 7626096 w 8229600"/>
              <a:gd name="connsiteY14" fmla="*/ 15240 h 15240"/>
              <a:gd name="connsiteX15" fmla="*/ 7022592 w 8229600"/>
              <a:gd name="connsiteY15" fmla="*/ 15240 h 15240"/>
              <a:gd name="connsiteX16" fmla="*/ 6172200 w 8229600"/>
              <a:gd name="connsiteY16" fmla="*/ 15240 h 15240"/>
              <a:gd name="connsiteX17" fmla="*/ 5650992 w 8229600"/>
              <a:gd name="connsiteY17" fmla="*/ 15240 h 15240"/>
              <a:gd name="connsiteX18" fmla="*/ 4882896 w 8229600"/>
              <a:gd name="connsiteY18" fmla="*/ 15240 h 15240"/>
              <a:gd name="connsiteX19" fmla="*/ 4443984 w 8229600"/>
              <a:gd name="connsiteY19" fmla="*/ 15240 h 15240"/>
              <a:gd name="connsiteX20" fmla="*/ 3758184 w 8229600"/>
              <a:gd name="connsiteY20" fmla="*/ 15240 h 15240"/>
              <a:gd name="connsiteX21" fmla="*/ 3236976 w 8229600"/>
              <a:gd name="connsiteY21" fmla="*/ 15240 h 15240"/>
              <a:gd name="connsiteX22" fmla="*/ 2386584 w 8229600"/>
              <a:gd name="connsiteY22" fmla="*/ 15240 h 15240"/>
              <a:gd name="connsiteX23" fmla="*/ 1947672 w 8229600"/>
              <a:gd name="connsiteY23" fmla="*/ 15240 h 15240"/>
              <a:gd name="connsiteX24" fmla="*/ 1261872 w 8229600"/>
              <a:gd name="connsiteY24" fmla="*/ 15240 h 15240"/>
              <a:gd name="connsiteX25" fmla="*/ 822960 w 8229600"/>
              <a:gd name="connsiteY25" fmla="*/ 15240 h 15240"/>
              <a:gd name="connsiteX26" fmla="*/ 0 w 8229600"/>
              <a:gd name="connsiteY26" fmla="*/ 15240 h 15240"/>
              <a:gd name="connsiteX27" fmla="*/ 0 w 8229600"/>
              <a:gd name="connsiteY27"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5240" fill="none" extrusionOk="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9506" y="6004"/>
                  <a:pt x="8230178" y="10753"/>
                  <a:pt x="8229600" y="15240"/>
                </a:cubicBezTo>
                <a:cubicBezTo>
                  <a:pt x="7945777" y="16897"/>
                  <a:pt x="7812308" y="-11559"/>
                  <a:pt x="7461504" y="15240"/>
                </a:cubicBezTo>
                <a:cubicBezTo>
                  <a:pt x="7129391" y="50137"/>
                  <a:pt x="7087333" y="38858"/>
                  <a:pt x="6940296" y="15240"/>
                </a:cubicBezTo>
                <a:cubicBezTo>
                  <a:pt x="6810862" y="-26068"/>
                  <a:pt x="6701312" y="16313"/>
                  <a:pt x="6419088" y="15240"/>
                </a:cubicBezTo>
                <a:cubicBezTo>
                  <a:pt x="6152777" y="15807"/>
                  <a:pt x="5868611" y="45754"/>
                  <a:pt x="5650992" y="15240"/>
                </a:cubicBezTo>
                <a:cubicBezTo>
                  <a:pt x="5439747" y="12202"/>
                  <a:pt x="5334901" y="-4092"/>
                  <a:pt x="5129784" y="15240"/>
                </a:cubicBezTo>
                <a:cubicBezTo>
                  <a:pt x="4955906" y="37410"/>
                  <a:pt x="4793216" y="30840"/>
                  <a:pt x="4690872" y="15240"/>
                </a:cubicBezTo>
                <a:cubicBezTo>
                  <a:pt x="4552374" y="28039"/>
                  <a:pt x="4318742" y="3200"/>
                  <a:pt x="4087368" y="15240"/>
                </a:cubicBezTo>
                <a:cubicBezTo>
                  <a:pt x="3849418" y="29577"/>
                  <a:pt x="3751577" y="26640"/>
                  <a:pt x="3401568" y="15240"/>
                </a:cubicBezTo>
                <a:cubicBezTo>
                  <a:pt x="3067953" y="17361"/>
                  <a:pt x="3012425" y="23831"/>
                  <a:pt x="2798064" y="15240"/>
                </a:cubicBezTo>
                <a:cubicBezTo>
                  <a:pt x="2565154" y="13472"/>
                  <a:pt x="2426719" y="-34842"/>
                  <a:pt x="2276856" y="15240"/>
                </a:cubicBezTo>
                <a:cubicBezTo>
                  <a:pt x="2090980" y="1334"/>
                  <a:pt x="1702030" y="-11228"/>
                  <a:pt x="1426464" y="15240"/>
                </a:cubicBezTo>
                <a:cubicBezTo>
                  <a:pt x="1104481" y="66595"/>
                  <a:pt x="985013" y="-10738"/>
                  <a:pt x="740664" y="15240"/>
                </a:cubicBezTo>
                <a:cubicBezTo>
                  <a:pt x="507391" y="38595"/>
                  <a:pt x="191740" y="-14702"/>
                  <a:pt x="0" y="15240"/>
                </a:cubicBezTo>
                <a:cubicBezTo>
                  <a:pt x="740" y="10929"/>
                  <a:pt x="-27" y="6612"/>
                  <a:pt x="0" y="0"/>
                </a:cubicBezTo>
                <a:close/>
              </a:path>
              <a:path w="8229600" h="15240" stroke="0" extrusionOk="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29395" y="7437"/>
                  <a:pt x="8230555" y="12369"/>
                  <a:pt x="8229600" y="15240"/>
                </a:cubicBezTo>
                <a:cubicBezTo>
                  <a:pt x="8094333" y="-8300"/>
                  <a:pt x="7850928" y="34400"/>
                  <a:pt x="7626096" y="15240"/>
                </a:cubicBezTo>
                <a:cubicBezTo>
                  <a:pt x="7448378" y="-3617"/>
                  <a:pt x="7315174" y="-4892"/>
                  <a:pt x="7022592" y="15240"/>
                </a:cubicBezTo>
                <a:cubicBezTo>
                  <a:pt x="6686163" y="47451"/>
                  <a:pt x="6352629" y="20462"/>
                  <a:pt x="6172200" y="15240"/>
                </a:cubicBezTo>
                <a:cubicBezTo>
                  <a:pt x="6015590" y="39297"/>
                  <a:pt x="5770309" y="18230"/>
                  <a:pt x="5650992" y="15240"/>
                </a:cubicBezTo>
                <a:cubicBezTo>
                  <a:pt x="5483975" y="9044"/>
                  <a:pt x="5165324" y="65900"/>
                  <a:pt x="4882896" y="15240"/>
                </a:cubicBezTo>
                <a:cubicBezTo>
                  <a:pt x="4568934" y="4005"/>
                  <a:pt x="4556334" y="24628"/>
                  <a:pt x="4443984" y="15240"/>
                </a:cubicBezTo>
                <a:cubicBezTo>
                  <a:pt x="4320775" y="7528"/>
                  <a:pt x="4034988" y="-6538"/>
                  <a:pt x="3758184" y="15240"/>
                </a:cubicBezTo>
                <a:cubicBezTo>
                  <a:pt x="3445155" y="-4046"/>
                  <a:pt x="3367892" y="10776"/>
                  <a:pt x="3236976" y="15240"/>
                </a:cubicBezTo>
                <a:cubicBezTo>
                  <a:pt x="3093796" y="23360"/>
                  <a:pt x="2635824" y="21084"/>
                  <a:pt x="2386584" y="15240"/>
                </a:cubicBezTo>
                <a:cubicBezTo>
                  <a:pt x="2139815" y="-6345"/>
                  <a:pt x="2105958" y="22897"/>
                  <a:pt x="1947672" y="15240"/>
                </a:cubicBezTo>
                <a:cubicBezTo>
                  <a:pt x="1801011" y="-22959"/>
                  <a:pt x="1533636" y="11598"/>
                  <a:pt x="1261872" y="15240"/>
                </a:cubicBezTo>
                <a:cubicBezTo>
                  <a:pt x="989528" y="29179"/>
                  <a:pt x="1025848" y="11637"/>
                  <a:pt x="822960" y="15240"/>
                </a:cubicBezTo>
                <a:cubicBezTo>
                  <a:pt x="653456" y="17908"/>
                  <a:pt x="304027" y="4953"/>
                  <a:pt x="0" y="15240"/>
                </a:cubicBezTo>
                <a:cubicBezTo>
                  <a:pt x="-39" y="9900"/>
                  <a:pt x="-1243" y="4422"/>
                  <a:pt x="0" y="0"/>
                </a:cubicBezTo>
                <a:close/>
              </a:path>
              <a:path w="8229600" h="15240" fill="none" stroke="0" extrusionOk="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9155" y="6078"/>
                  <a:pt x="8229989" y="11896"/>
                  <a:pt x="8229600" y="15240"/>
                </a:cubicBezTo>
                <a:cubicBezTo>
                  <a:pt x="7944174" y="-32152"/>
                  <a:pt x="7795646" y="-37453"/>
                  <a:pt x="7461504" y="15240"/>
                </a:cubicBezTo>
                <a:cubicBezTo>
                  <a:pt x="7129776" y="48039"/>
                  <a:pt x="7082769" y="28398"/>
                  <a:pt x="6940296" y="15240"/>
                </a:cubicBezTo>
                <a:cubicBezTo>
                  <a:pt x="6799665" y="-18923"/>
                  <a:pt x="6652769" y="28735"/>
                  <a:pt x="6419088" y="15240"/>
                </a:cubicBezTo>
                <a:cubicBezTo>
                  <a:pt x="6143970" y="49227"/>
                  <a:pt x="5863165" y="-19579"/>
                  <a:pt x="5650992" y="15240"/>
                </a:cubicBezTo>
                <a:cubicBezTo>
                  <a:pt x="5419172" y="37558"/>
                  <a:pt x="5309448" y="-3453"/>
                  <a:pt x="5129784" y="15240"/>
                </a:cubicBezTo>
                <a:cubicBezTo>
                  <a:pt x="4947928" y="22975"/>
                  <a:pt x="4795021" y="2812"/>
                  <a:pt x="4690872" y="15240"/>
                </a:cubicBezTo>
                <a:cubicBezTo>
                  <a:pt x="4564358" y="-12627"/>
                  <a:pt x="4295485" y="-28328"/>
                  <a:pt x="4087368" y="15240"/>
                </a:cubicBezTo>
                <a:cubicBezTo>
                  <a:pt x="3871704" y="37358"/>
                  <a:pt x="3732927" y="-13946"/>
                  <a:pt x="3401568" y="15240"/>
                </a:cubicBezTo>
                <a:cubicBezTo>
                  <a:pt x="3075889" y="16612"/>
                  <a:pt x="3025898" y="41352"/>
                  <a:pt x="2798064" y="15240"/>
                </a:cubicBezTo>
                <a:cubicBezTo>
                  <a:pt x="2581856" y="-23917"/>
                  <a:pt x="2428311" y="-7948"/>
                  <a:pt x="2276856" y="15240"/>
                </a:cubicBezTo>
                <a:cubicBezTo>
                  <a:pt x="2098246" y="50235"/>
                  <a:pt x="1737531" y="52911"/>
                  <a:pt x="1426464" y="15240"/>
                </a:cubicBezTo>
                <a:cubicBezTo>
                  <a:pt x="1104708" y="23441"/>
                  <a:pt x="1006595" y="12880"/>
                  <a:pt x="740664" y="15240"/>
                </a:cubicBezTo>
                <a:cubicBezTo>
                  <a:pt x="480378" y="30036"/>
                  <a:pt x="202592" y="-15405"/>
                  <a:pt x="0" y="15240"/>
                </a:cubicBezTo>
                <a:cubicBezTo>
                  <a:pt x="316" y="10586"/>
                  <a:pt x="593" y="7371"/>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custGeom>
                    <a:avLst/>
                    <a:gdLst>
                      <a:gd name="connsiteX0" fmla="*/ 0 w 8229600"/>
                      <a:gd name="connsiteY0" fmla="*/ 0 h 15240"/>
                      <a:gd name="connsiteX1" fmla="*/ 521208 w 8229600"/>
                      <a:gd name="connsiteY1" fmla="*/ 0 h 15240"/>
                      <a:gd name="connsiteX2" fmla="*/ 1371600 w 8229600"/>
                      <a:gd name="connsiteY2" fmla="*/ 0 h 15240"/>
                      <a:gd name="connsiteX3" fmla="*/ 2221992 w 8229600"/>
                      <a:gd name="connsiteY3" fmla="*/ 0 h 15240"/>
                      <a:gd name="connsiteX4" fmla="*/ 3072384 w 8229600"/>
                      <a:gd name="connsiteY4" fmla="*/ 0 h 15240"/>
                      <a:gd name="connsiteX5" fmla="*/ 3511296 w 8229600"/>
                      <a:gd name="connsiteY5" fmla="*/ 0 h 15240"/>
                      <a:gd name="connsiteX6" fmla="*/ 4114800 w 8229600"/>
                      <a:gd name="connsiteY6" fmla="*/ 0 h 15240"/>
                      <a:gd name="connsiteX7" fmla="*/ 4553712 w 8229600"/>
                      <a:gd name="connsiteY7" fmla="*/ 0 h 15240"/>
                      <a:gd name="connsiteX8" fmla="*/ 5239512 w 8229600"/>
                      <a:gd name="connsiteY8" fmla="*/ 0 h 15240"/>
                      <a:gd name="connsiteX9" fmla="*/ 5843016 w 8229600"/>
                      <a:gd name="connsiteY9" fmla="*/ 0 h 15240"/>
                      <a:gd name="connsiteX10" fmla="*/ 6611112 w 8229600"/>
                      <a:gd name="connsiteY10" fmla="*/ 0 h 15240"/>
                      <a:gd name="connsiteX11" fmla="*/ 7461504 w 8229600"/>
                      <a:gd name="connsiteY11" fmla="*/ 0 h 15240"/>
                      <a:gd name="connsiteX12" fmla="*/ 8229600 w 8229600"/>
                      <a:gd name="connsiteY12" fmla="*/ 0 h 15240"/>
                      <a:gd name="connsiteX13" fmla="*/ 8229600 w 8229600"/>
                      <a:gd name="connsiteY13" fmla="*/ 15240 h 15240"/>
                      <a:gd name="connsiteX14" fmla="*/ 7461504 w 8229600"/>
                      <a:gd name="connsiteY14" fmla="*/ 15240 h 15240"/>
                      <a:gd name="connsiteX15" fmla="*/ 6940296 w 8229600"/>
                      <a:gd name="connsiteY15" fmla="*/ 15240 h 15240"/>
                      <a:gd name="connsiteX16" fmla="*/ 6419088 w 8229600"/>
                      <a:gd name="connsiteY16" fmla="*/ 15240 h 15240"/>
                      <a:gd name="connsiteX17" fmla="*/ 5650992 w 8229600"/>
                      <a:gd name="connsiteY17" fmla="*/ 15240 h 15240"/>
                      <a:gd name="connsiteX18" fmla="*/ 5129784 w 8229600"/>
                      <a:gd name="connsiteY18" fmla="*/ 15240 h 15240"/>
                      <a:gd name="connsiteX19" fmla="*/ 4690872 w 8229600"/>
                      <a:gd name="connsiteY19" fmla="*/ 15240 h 15240"/>
                      <a:gd name="connsiteX20" fmla="*/ 4087368 w 8229600"/>
                      <a:gd name="connsiteY20" fmla="*/ 15240 h 15240"/>
                      <a:gd name="connsiteX21" fmla="*/ 3401568 w 8229600"/>
                      <a:gd name="connsiteY21" fmla="*/ 15240 h 15240"/>
                      <a:gd name="connsiteX22" fmla="*/ 2798064 w 8229600"/>
                      <a:gd name="connsiteY22" fmla="*/ 15240 h 15240"/>
                      <a:gd name="connsiteX23" fmla="*/ 2276856 w 8229600"/>
                      <a:gd name="connsiteY23" fmla="*/ 15240 h 15240"/>
                      <a:gd name="connsiteX24" fmla="*/ 1426464 w 8229600"/>
                      <a:gd name="connsiteY24" fmla="*/ 15240 h 15240"/>
                      <a:gd name="connsiteX25" fmla="*/ 740664 w 8229600"/>
                      <a:gd name="connsiteY25" fmla="*/ 15240 h 15240"/>
                      <a:gd name="connsiteX26" fmla="*/ 0 w 8229600"/>
                      <a:gd name="connsiteY26" fmla="*/ 15240 h 15240"/>
                      <a:gd name="connsiteX27" fmla="*/ 0 w 8229600"/>
                      <a:gd name="connsiteY27"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5240"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9702" y="5926"/>
                          <a:pt x="8229599" y="10880"/>
                          <a:pt x="8229600" y="15240"/>
                        </a:cubicBezTo>
                        <a:cubicBezTo>
                          <a:pt x="7940706" y="-12341"/>
                          <a:pt x="7792584" y="-19057"/>
                          <a:pt x="7461504" y="15240"/>
                        </a:cubicBezTo>
                        <a:cubicBezTo>
                          <a:pt x="7130424" y="49537"/>
                          <a:pt x="7080072" y="40797"/>
                          <a:pt x="6940296" y="15240"/>
                        </a:cubicBezTo>
                        <a:cubicBezTo>
                          <a:pt x="6800520" y="-10317"/>
                          <a:pt x="6672872" y="23623"/>
                          <a:pt x="6419088" y="15240"/>
                        </a:cubicBezTo>
                        <a:cubicBezTo>
                          <a:pt x="6165304" y="6857"/>
                          <a:pt x="5869721" y="1939"/>
                          <a:pt x="5650992" y="15240"/>
                        </a:cubicBezTo>
                        <a:cubicBezTo>
                          <a:pt x="5432263" y="28541"/>
                          <a:pt x="5308310" y="-25"/>
                          <a:pt x="5129784" y="15240"/>
                        </a:cubicBezTo>
                        <a:cubicBezTo>
                          <a:pt x="4951258" y="30505"/>
                          <a:pt x="4799696" y="12309"/>
                          <a:pt x="4690872" y="15240"/>
                        </a:cubicBezTo>
                        <a:cubicBezTo>
                          <a:pt x="4582048" y="18171"/>
                          <a:pt x="4311124" y="-10884"/>
                          <a:pt x="4087368" y="15240"/>
                        </a:cubicBezTo>
                        <a:cubicBezTo>
                          <a:pt x="3863612" y="41364"/>
                          <a:pt x="3730288" y="10326"/>
                          <a:pt x="3401568" y="15240"/>
                        </a:cubicBezTo>
                        <a:cubicBezTo>
                          <a:pt x="3072848" y="20154"/>
                          <a:pt x="3020684" y="29377"/>
                          <a:pt x="2798064" y="15240"/>
                        </a:cubicBezTo>
                        <a:cubicBezTo>
                          <a:pt x="2575444" y="1103"/>
                          <a:pt x="2440915" y="-10400"/>
                          <a:pt x="2276856" y="15240"/>
                        </a:cubicBezTo>
                        <a:cubicBezTo>
                          <a:pt x="2112797" y="40880"/>
                          <a:pt x="1726502" y="-12608"/>
                          <a:pt x="1426464" y="15240"/>
                        </a:cubicBezTo>
                        <a:cubicBezTo>
                          <a:pt x="1126426" y="43088"/>
                          <a:pt x="992925" y="17968"/>
                          <a:pt x="740664" y="15240"/>
                        </a:cubicBezTo>
                        <a:cubicBezTo>
                          <a:pt x="488403" y="12512"/>
                          <a:pt x="195650" y="-19109"/>
                          <a:pt x="0" y="15240"/>
                        </a:cubicBezTo>
                        <a:cubicBezTo>
                          <a:pt x="196" y="10554"/>
                          <a:pt x="-108" y="6802"/>
                          <a:pt x="0" y="0"/>
                        </a:cubicBezTo>
                        <a:close/>
                      </a:path>
                      <a:path w="8229600" h="15240"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29441" y="7255"/>
                          <a:pt x="8230094" y="11744"/>
                          <a:pt x="8229600" y="15240"/>
                        </a:cubicBezTo>
                        <a:cubicBezTo>
                          <a:pt x="8075287" y="32006"/>
                          <a:pt x="7821366" y="18802"/>
                          <a:pt x="7626096" y="15240"/>
                        </a:cubicBezTo>
                        <a:cubicBezTo>
                          <a:pt x="7430826" y="11678"/>
                          <a:pt x="7320004" y="-12717"/>
                          <a:pt x="7022592" y="15240"/>
                        </a:cubicBezTo>
                        <a:cubicBezTo>
                          <a:pt x="6725180" y="43197"/>
                          <a:pt x="6348804" y="-17073"/>
                          <a:pt x="6172200" y="15240"/>
                        </a:cubicBezTo>
                        <a:cubicBezTo>
                          <a:pt x="5995596" y="47553"/>
                          <a:pt x="5788102" y="19842"/>
                          <a:pt x="5650992" y="15240"/>
                        </a:cubicBezTo>
                        <a:cubicBezTo>
                          <a:pt x="5513882" y="10638"/>
                          <a:pt x="5198399" y="26073"/>
                          <a:pt x="4882896" y="15240"/>
                        </a:cubicBezTo>
                        <a:cubicBezTo>
                          <a:pt x="4567393" y="4407"/>
                          <a:pt x="4557008" y="23917"/>
                          <a:pt x="4443984" y="15240"/>
                        </a:cubicBezTo>
                        <a:cubicBezTo>
                          <a:pt x="4330960" y="6563"/>
                          <a:pt x="4061674" y="25843"/>
                          <a:pt x="3758184" y="15240"/>
                        </a:cubicBezTo>
                        <a:cubicBezTo>
                          <a:pt x="3454694" y="4637"/>
                          <a:pt x="3380392" y="16071"/>
                          <a:pt x="3236976" y="15240"/>
                        </a:cubicBezTo>
                        <a:cubicBezTo>
                          <a:pt x="3093560" y="14409"/>
                          <a:pt x="2632116" y="34559"/>
                          <a:pt x="2386584" y="15240"/>
                        </a:cubicBezTo>
                        <a:cubicBezTo>
                          <a:pt x="2141052" y="-4079"/>
                          <a:pt x="2110884" y="25729"/>
                          <a:pt x="1947672" y="15240"/>
                        </a:cubicBezTo>
                        <a:cubicBezTo>
                          <a:pt x="1784460" y="4751"/>
                          <a:pt x="1535467" y="-2587"/>
                          <a:pt x="1261872" y="15240"/>
                        </a:cubicBezTo>
                        <a:cubicBezTo>
                          <a:pt x="988277" y="33067"/>
                          <a:pt x="1021096" y="7327"/>
                          <a:pt x="822960" y="15240"/>
                        </a:cubicBezTo>
                        <a:cubicBezTo>
                          <a:pt x="624824" y="23153"/>
                          <a:pt x="298309" y="-1765"/>
                          <a:pt x="0" y="15240"/>
                        </a:cubicBezTo>
                        <a:cubicBezTo>
                          <a:pt x="-481" y="10386"/>
                          <a:pt x="-605" y="4683"/>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429369" y="1726096"/>
            <a:ext cx="5035164" cy="3432644"/>
          </a:xfrm>
        </p:spPr>
        <p:txBody>
          <a:bodyPr anchor="t">
            <a:normAutofit/>
          </a:bodyPr>
          <a:lstStyle/>
          <a:p>
            <a:pPr>
              <a:lnSpc>
                <a:spcPct val="90000"/>
              </a:lnSpc>
              <a:spcAft>
                <a:spcPts val="600"/>
              </a:spcAft>
              <a:buSzPct val="150000"/>
            </a:pPr>
            <a:r>
              <a:rPr lang="tr-TR" altLang="tr-TR" sz="1400">
                <a:ea typeface="Verdana" panose="020B0604030504040204" pitchFamily="34" charset="0"/>
              </a:rPr>
              <a:t>Kullanılabilirlik testleri farklı yöntemlerle yapılmaktadır.  </a:t>
            </a:r>
          </a:p>
          <a:p>
            <a:pPr>
              <a:lnSpc>
                <a:spcPct val="90000"/>
              </a:lnSpc>
              <a:spcAft>
                <a:spcPts val="600"/>
              </a:spcAft>
              <a:buSzPct val="150000"/>
              <a:buFont typeface="Arial" panose="020B0604020202020204" pitchFamily="34" charset="0"/>
              <a:buChar char="•"/>
            </a:pPr>
            <a:r>
              <a:rPr lang="tr-TR" altLang="tr-TR" sz="1400">
                <a:ea typeface="Verdana" panose="020B0604030504040204" pitchFamily="34" charset="0"/>
              </a:rPr>
              <a:t>En sık kullanılan yöntemlerden biri, bilgisayar başında oturan kullanıcının test görevlerini yerine getirirken hareketlerini ve bilgisayar ekranındaki görüntüyü kameralar aracılığıyla izleyerek kullanıcıların karşılaştıkları problemleri belirlemektir. Bu tür çalışmalar </a:t>
            </a:r>
            <a:r>
              <a:rPr lang="tr-TR" altLang="tr-TR" sz="1400" b="1" i="1">
                <a:ea typeface="Verdana" panose="020B0604030504040204" pitchFamily="34" charset="0"/>
              </a:rPr>
              <a:t>kullanılabilirlik laboratuarlarında</a:t>
            </a:r>
            <a:r>
              <a:rPr lang="tr-TR" altLang="tr-TR" sz="1400" i="1">
                <a:ea typeface="Verdana" panose="020B0604030504040204" pitchFamily="34" charset="0"/>
              </a:rPr>
              <a:t> </a:t>
            </a:r>
            <a:r>
              <a:rPr lang="tr-TR" altLang="tr-TR" sz="1400">
                <a:ea typeface="Verdana" panose="020B0604030504040204" pitchFamily="34" charset="0"/>
              </a:rPr>
              <a:t>kullanıcıyla birlikte yapılmaktadır (Kılıç ve Güngör, 2006). </a:t>
            </a:r>
          </a:p>
          <a:p>
            <a:pPr>
              <a:lnSpc>
                <a:spcPct val="90000"/>
              </a:lnSpc>
              <a:spcAft>
                <a:spcPts val="600"/>
              </a:spcAft>
              <a:buSzPct val="150000"/>
              <a:buFont typeface="Arial" panose="020B0604020202020204" pitchFamily="34" charset="0"/>
              <a:buChar char="•"/>
            </a:pPr>
            <a:r>
              <a:rPr lang="tr-TR" altLang="tr-TR" sz="1400">
                <a:ea typeface="Verdana" panose="020B0604030504040204" pitchFamily="34" charset="0"/>
              </a:rPr>
              <a:t>Daha basit bir yöntem ise sesli düşünme yöntemidir (think-aloud /verbal protocol). Kullanıcılardan görevlerini yerine getirirken sesli düşünmeleri istenmekte ve ses kayıtları alınmaktadır. Ses kayıtları, test sırasında alınan notlarla birlikte analiz edilerek sayfanın kullanımı sırasında kullanıcıların yaşadığı problemler bulunmaya çalışılır.</a:t>
            </a:r>
          </a:p>
          <a:p>
            <a:pPr>
              <a:lnSpc>
                <a:spcPct val="90000"/>
              </a:lnSpc>
              <a:spcAft>
                <a:spcPts val="600"/>
              </a:spcAft>
            </a:pPr>
            <a:endParaRPr lang="tr-TR" sz="1400"/>
          </a:p>
        </p:txBody>
      </p:sp>
      <p:pic>
        <p:nvPicPr>
          <p:cNvPr id="4" name="Picture 2" descr="http://www.chip.com.tr/images/content/20070131022223.jpg"/>
          <p:cNvPicPr>
            <a:picLocks noChangeAspect="1" noChangeArrowheads="1"/>
          </p:cNvPicPr>
          <p:nvPr/>
        </p:nvPicPr>
        <p:blipFill rotWithShape="1">
          <a:blip r:embed="rId2">
            <a:extLst>
              <a:ext uri="{28A0092B-C50C-407E-A947-70E740481C1C}">
                <a14:useLocalDpi xmlns:a14="http://schemas.microsoft.com/office/drawing/2010/main" val="0"/>
              </a:ext>
            </a:extLst>
          </a:blip>
          <a:srcRect r="11371" b="4"/>
          <a:stretch/>
        </p:blipFill>
        <p:spPr bwMode="auto">
          <a:xfrm>
            <a:off x="5756743" y="1744980"/>
            <a:ext cx="2955798" cy="34137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531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Unvan 1"/>
          <p:cNvSpPr>
            <a:spLocks noGrp="1"/>
          </p:cNvSpPr>
          <p:nvPr>
            <p:ph type="title"/>
          </p:nvPr>
        </p:nvSpPr>
        <p:spPr>
          <a:xfrm>
            <a:off x="429369" y="198782"/>
            <a:ext cx="8263890" cy="1195346"/>
          </a:xfrm>
        </p:spPr>
        <p:txBody>
          <a:bodyPr anchor="b">
            <a:normAutofit/>
          </a:bodyPr>
          <a:lstStyle/>
          <a:p>
            <a:r>
              <a:rPr lang="tr-TR" sz="4300"/>
              <a:t>Kullanılabilirlik Ölçümü</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401286"/>
            <a:ext cx="8229600" cy="15240"/>
          </a:xfrm>
          <a:custGeom>
            <a:avLst/>
            <a:gdLst>
              <a:gd name="connsiteX0" fmla="*/ 0 w 8229600"/>
              <a:gd name="connsiteY0" fmla="*/ 0 h 15240"/>
              <a:gd name="connsiteX1" fmla="*/ 521208 w 8229600"/>
              <a:gd name="connsiteY1" fmla="*/ 0 h 15240"/>
              <a:gd name="connsiteX2" fmla="*/ 1371600 w 8229600"/>
              <a:gd name="connsiteY2" fmla="*/ 0 h 15240"/>
              <a:gd name="connsiteX3" fmla="*/ 2221992 w 8229600"/>
              <a:gd name="connsiteY3" fmla="*/ 0 h 15240"/>
              <a:gd name="connsiteX4" fmla="*/ 3072384 w 8229600"/>
              <a:gd name="connsiteY4" fmla="*/ 0 h 15240"/>
              <a:gd name="connsiteX5" fmla="*/ 3511296 w 8229600"/>
              <a:gd name="connsiteY5" fmla="*/ 0 h 15240"/>
              <a:gd name="connsiteX6" fmla="*/ 4114800 w 8229600"/>
              <a:gd name="connsiteY6" fmla="*/ 0 h 15240"/>
              <a:gd name="connsiteX7" fmla="*/ 4553712 w 8229600"/>
              <a:gd name="connsiteY7" fmla="*/ 0 h 15240"/>
              <a:gd name="connsiteX8" fmla="*/ 5239512 w 8229600"/>
              <a:gd name="connsiteY8" fmla="*/ 0 h 15240"/>
              <a:gd name="connsiteX9" fmla="*/ 5843016 w 8229600"/>
              <a:gd name="connsiteY9" fmla="*/ 0 h 15240"/>
              <a:gd name="connsiteX10" fmla="*/ 6611112 w 8229600"/>
              <a:gd name="connsiteY10" fmla="*/ 0 h 15240"/>
              <a:gd name="connsiteX11" fmla="*/ 7461504 w 8229600"/>
              <a:gd name="connsiteY11" fmla="*/ 0 h 15240"/>
              <a:gd name="connsiteX12" fmla="*/ 8229600 w 8229600"/>
              <a:gd name="connsiteY12" fmla="*/ 0 h 15240"/>
              <a:gd name="connsiteX13" fmla="*/ 8229600 w 8229600"/>
              <a:gd name="connsiteY13" fmla="*/ 15240 h 15240"/>
              <a:gd name="connsiteX14" fmla="*/ 7461504 w 8229600"/>
              <a:gd name="connsiteY14" fmla="*/ 15240 h 15240"/>
              <a:gd name="connsiteX15" fmla="*/ 6940296 w 8229600"/>
              <a:gd name="connsiteY15" fmla="*/ 15240 h 15240"/>
              <a:gd name="connsiteX16" fmla="*/ 6419088 w 8229600"/>
              <a:gd name="connsiteY16" fmla="*/ 15240 h 15240"/>
              <a:gd name="connsiteX17" fmla="*/ 5650992 w 8229600"/>
              <a:gd name="connsiteY17" fmla="*/ 15240 h 15240"/>
              <a:gd name="connsiteX18" fmla="*/ 5129784 w 8229600"/>
              <a:gd name="connsiteY18" fmla="*/ 15240 h 15240"/>
              <a:gd name="connsiteX19" fmla="*/ 4690872 w 8229600"/>
              <a:gd name="connsiteY19" fmla="*/ 15240 h 15240"/>
              <a:gd name="connsiteX20" fmla="*/ 4087368 w 8229600"/>
              <a:gd name="connsiteY20" fmla="*/ 15240 h 15240"/>
              <a:gd name="connsiteX21" fmla="*/ 3401568 w 8229600"/>
              <a:gd name="connsiteY21" fmla="*/ 15240 h 15240"/>
              <a:gd name="connsiteX22" fmla="*/ 2798064 w 8229600"/>
              <a:gd name="connsiteY22" fmla="*/ 15240 h 15240"/>
              <a:gd name="connsiteX23" fmla="*/ 2276856 w 8229600"/>
              <a:gd name="connsiteY23" fmla="*/ 15240 h 15240"/>
              <a:gd name="connsiteX24" fmla="*/ 1426464 w 8229600"/>
              <a:gd name="connsiteY24" fmla="*/ 15240 h 15240"/>
              <a:gd name="connsiteX25" fmla="*/ 740664 w 8229600"/>
              <a:gd name="connsiteY25" fmla="*/ 15240 h 15240"/>
              <a:gd name="connsiteX26" fmla="*/ 0 w 8229600"/>
              <a:gd name="connsiteY26" fmla="*/ 15240 h 15240"/>
              <a:gd name="connsiteX27" fmla="*/ 0 w 8229600"/>
              <a:gd name="connsiteY27" fmla="*/ 0 h 15240"/>
              <a:gd name="connsiteX0" fmla="*/ 0 w 8229600"/>
              <a:gd name="connsiteY0" fmla="*/ 0 h 15240"/>
              <a:gd name="connsiteX1" fmla="*/ 521208 w 8229600"/>
              <a:gd name="connsiteY1" fmla="*/ 0 h 15240"/>
              <a:gd name="connsiteX2" fmla="*/ 960120 w 8229600"/>
              <a:gd name="connsiteY2" fmla="*/ 0 h 15240"/>
              <a:gd name="connsiteX3" fmla="*/ 1481328 w 8229600"/>
              <a:gd name="connsiteY3" fmla="*/ 0 h 15240"/>
              <a:gd name="connsiteX4" fmla="*/ 2167128 w 8229600"/>
              <a:gd name="connsiteY4" fmla="*/ 0 h 15240"/>
              <a:gd name="connsiteX5" fmla="*/ 2935224 w 8229600"/>
              <a:gd name="connsiteY5" fmla="*/ 0 h 15240"/>
              <a:gd name="connsiteX6" fmla="*/ 3785616 w 8229600"/>
              <a:gd name="connsiteY6" fmla="*/ 0 h 15240"/>
              <a:gd name="connsiteX7" fmla="*/ 4636008 w 8229600"/>
              <a:gd name="connsiteY7" fmla="*/ 0 h 15240"/>
              <a:gd name="connsiteX8" fmla="*/ 5239512 w 8229600"/>
              <a:gd name="connsiteY8" fmla="*/ 0 h 15240"/>
              <a:gd name="connsiteX9" fmla="*/ 6007608 w 8229600"/>
              <a:gd name="connsiteY9" fmla="*/ 0 h 15240"/>
              <a:gd name="connsiteX10" fmla="*/ 6693408 w 8229600"/>
              <a:gd name="connsiteY10" fmla="*/ 0 h 15240"/>
              <a:gd name="connsiteX11" fmla="*/ 7296912 w 8229600"/>
              <a:gd name="connsiteY11" fmla="*/ 0 h 15240"/>
              <a:gd name="connsiteX12" fmla="*/ 8229600 w 8229600"/>
              <a:gd name="connsiteY12" fmla="*/ 0 h 15240"/>
              <a:gd name="connsiteX13" fmla="*/ 8229600 w 8229600"/>
              <a:gd name="connsiteY13" fmla="*/ 15240 h 15240"/>
              <a:gd name="connsiteX14" fmla="*/ 7626096 w 8229600"/>
              <a:gd name="connsiteY14" fmla="*/ 15240 h 15240"/>
              <a:gd name="connsiteX15" fmla="*/ 7022592 w 8229600"/>
              <a:gd name="connsiteY15" fmla="*/ 15240 h 15240"/>
              <a:gd name="connsiteX16" fmla="*/ 6172200 w 8229600"/>
              <a:gd name="connsiteY16" fmla="*/ 15240 h 15240"/>
              <a:gd name="connsiteX17" fmla="*/ 5650992 w 8229600"/>
              <a:gd name="connsiteY17" fmla="*/ 15240 h 15240"/>
              <a:gd name="connsiteX18" fmla="*/ 4882896 w 8229600"/>
              <a:gd name="connsiteY18" fmla="*/ 15240 h 15240"/>
              <a:gd name="connsiteX19" fmla="*/ 4443984 w 8229600"/>
              <a:gd name="connsiteY19" fmla="*/ 15240 h 15240"/>
              <a:gd name="connsiteX20" fmla="*/ 3758184 w 8229600"/>
              <a:gd name="connsiteY20" fmla="*/ 15240 h 15240"/>
              <a:gd name="connsiteX21" fmla="*/ 3236976 w 8229600"/>
              <a:gd name="connsiteY21" fmla="*/ 15240 h 15240"/>
              <a:gd name="connsiteX22" fmla="*/ 2386584 w 8229600"/>
              <a:gd name="connsiteY22" fmla="*/ 15240 h 15240"/>
              <a:gd name="connsiteX23" fmla="*/ 1947672 w 8229600"/>
              <a:gd name="connsiteY23" fmla="*/ 15240 h 15240"/>
              <a:gd name="connsiteX24" fmla="*/ 1261872 w 8229600"/>
              <a:gd name="connsiteY24" fmla="*/ 15240 h 15240"/>
              <a:gd name="connsiteX25" fmla="*/ 822960 w 8229600"/>
              <a:gd name="connsiteY25" fmla="*/ 15240 h 15240"/>
              <a:gd name="connsiteX26" fmla="*/ 0 w 8229600"/>
              <a:gd name="connsiteY26" fmla="*/ 15240 h 15240"/>
              <a:gd name="connsiteX27" fmla="*/ 0 w 8229600"/>
              <a:gd name="connsiteY27"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5240" fill="none" extrusionOk="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9506" y="6004"/>
                  <a:pt x="8230178" y="10753"/>
                  <a:pt x="8229600" y="15240"/>
                </a:cubicBezTo>
                <a:cubicBezTo>
                  <a:pt x="7945777" y="16897"/>
                  <a:pt x="7812308" y="-11559"/>
                  <a:pt x="7461504" y="15240"/>
                </a:cubicBezTo>
                <a:cubicBezTo>
                  <a:pt x="7129391" y="50137"/>
                  <a:pt x="7087333" y="38858"/>
                  <a:pt x="6940296" y="15240"/>
                </a:cubicBezTo>
                <a:cubicBezTo>
                  <a:pt x="6810862" y="-26068"/>
                  <a:pt x="6701312" y="16313"/>
                  <a:pt x="6419088" y="15240"/>
                </a:cubicBezTo>
                <a:cubicBezTo>
                  <a:pt x="6152777" y="15807"/>
                  <a:pt x="5868611" y="45754"/>
                  <a:pt x="5650992" y="15240"/>
                </a:cubicBezTo>
                <a:cubicBezTo>
                  <a:pt x="5439747" y="12202"/>
                  <a:pt x="5334901" y="-4092"/>
                  <a:pt x="5129784" y="15240"/>
                </a:cubicBezTo>
                <a:cubicBezTo>
                  <a:pt x="4955906" y="37410"/>
                  <a:pt x="4793216" y="30840"/>
                  <a:pt x="4690872" y="15240"/>
                </a:cubicBezTo>
                <a:cubicBezTo>
                  <a:pt x="4552374" y="28039"/>
                  <a:pt x="4318742" y="3200"/>
                  <a:pt x="4087368" y="15240"/>
                </a:cubicBezTo>
                <a:cubicBezTo>
                  <a:pt x="3849418" y="29577"/>
                  <a:pt x="3751577" y="26640"/>
                  <a:pt x="3401568" y="15240"/>
                </a:cubicBezTo>
                <a:cubicBezTo>
                  <a:pt x="3067953" y="17361"/>
                  <a:pt x="3012425" y="23831"/>
                  <a:pt x="2798064" y="15240"/>
                </a:cubicBezTo>
                <a:cubicBezTo>
                  <a:pt x="2565154" y="13472"/>
                  <a:pt x="2426719" y="-34842"/>
                  <a:pt x="2276856" y="15240"/>
                </a:cubicBezTo>
                <a:cubicBezTo>
                  <a:pt x="2090980" y="1334"/>
                  <a:pt x="1702030" y="-11228"/>
                  <a:pt x="1426464" y="15240"/>
                </a:cubicBezTo>
                <a:cubicBezTo>
                  <a:pt x="1104481" y="66595"/>
                  <a:pt x="985013" y="-10738"/>
                  <a:pt x="740664" y="15240"/>
                </a:cubicBezTo>
                <a:cubicBezTo>
                  <a:pt x="507391" y="38595"/>
                  <a:pt x="191740" y="-14702"/>
                  <a:pt x="0" y="15240"/>
                </a:cubicBezTo>
                <a:cubicBezTo>
                  <a:pt x="740" y="10929"/>
                  <a:pt x="-27" y="6612"/>
                  <a:pt x="0" y="0"/>
                </a:cubicBezTo>
                <a:close/>
              </a:path>
              <a:path w="8229600" h="15240" stroke="0" extrusionOk="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29395" y="7437"/>
                  <a:pt x="8230555" y="12369"/>
                  <a:pt x="8229600" y="15240"/>
                </a:cubicBezTo>
                <a:cubicBezTo>
                  <a:pt x="8094333" y="-8300"/>
                  <a:pt x="7850928" y="34400"/>
                  <a:pt x="7626096" y="15240"/>
                </a:cubicBezTo>
                <a:cubicBezTo>
                  <a:pt x="7448378" y="-3617"/>
                  <a:pt x="7315174" y="-4892"/>
                  <a:pt x="7022592" y="15240"/>
                </a:cubicBezTo>
                <a:cubicBezTo>
                  <a:pt x="6686163" y="47451"/>
                  <a:pt x="6352629" y="20462"/>
                  <a:pt x="6172200" y="15240"/>
                </a:cubicBezTo>
                <a:cubicBezTo>
                  <a:pt x="6015590" y="39297"/>
                  <a:pt x="5770309" y="18230"/>
                  <a:pt x="5650992" y="15240"/>
                </a:cubicBezTo>
                <a:cubicBezTo>
                  <a:pt x="5483975" y="9044"/>
                  <a:pt x="5165324" y="65900"/>
                  <a:pt x="4882896" y="15240"/>
                </a:cubicBezTo>
                <a:cubicBezTo>
                  <a:pt x="4568934" y="4005"/>
                  <a:pt x="4556334" y="24628"/>
                  <a:pt x="4443984" y="15240"/>
                </a:cubicBezTo>
                <a:cubicBezTo>
                  <a:pt x="4320775" y="7528"/>
                  <a:pt x="4034988" y="-6538"/>
                  <a:pt x="3758184" y="15240"/>
                </a:cubicBezTo>
                <a:cubicBezTo>
                  <a:pt x="3445155" y="-4046"/>
                  <a:pt x="3367892" y="10776"/>
                  <a:pt x="3236976" y="15240"/>
                </a:cubicBezTo>
                <a:cubicBezTo>
                  <a:pt x="3093796" y="23360"/>
                  <a:pt x="2635824" y="21084"/>
                  <a:pt x="2386584" y="15240"/>
                </a:cubicBezTo>
                <a:cubicBezTo>
                  <a:pt x="2139815" y="-6345"/>
                  <a:pt x="2105958" y="22897"/>
                  <a:pt x="1947672" y="15240"/>
                </a:cubicBezTo>
                <a:cubicBezTo>
                  <a:pt x="1801011" y="-22959"/>
                  <a:pt x="1533636" y="11598"/>
                  <a:pt x="1261872" y="15240"/>
                </a:cubicBezTo>
                <a:cubicBezTo>
                  <a:pt x="989528" y="29179"/>
                  <a:pt x="1025848" y="11637"/>
                  <a:pt x="822960" y="15240"/>
                </a:cubicBezTo>
                <a:cubicBezTo>
                  <a:pt x="653456" y="17908"/>
                  <a:pt x="304027" y="4953"/>
                  <a:pt x="0" y="15240"/>
                </a:cubicBezTo>
                <a:cubicBezTo>
                  <a:pt x="-39" y="9900"/>
                  <a:pt x="-1243" y="4422"/>
                  <a:pt x="0" y="0"/>
                </a:cubicBezTo>
                <a:close/>
              </a:path>
              <a:path w="8229600" h="15240" fill="none" stroke="0" extrusionOk="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9155" y="6078"/>
                  <a:pt x="8229989" y="11896"/>
                  <a:pt x="8229600" y="15240"/>
                </a:cubicBezTo>
                <a:cubicBezTo>
                  <a:pt x="7944174" y="-32152"/>
                  <a:pt x="7795646" y="-37453"/>
                  <a:pt x="7461504" y="15240"/>
                </a:cubicBezTo>
                <a:cubicBezTo>
                  <a:pt x="7129776" y="48039"/>
                  <a:pt x="7082769" y="28398"/>
                  <a:pt x="6940296" y="15240"/>
                </a:cubicBezTo>
                <a:cubicBezTo>
                  <a:pt x="6799665" y="-18923"/>
                  <a:pt x="6652769" y="28735"/>
                  <a:pt x="6419088" y="15240"/>
                </a:cubicBezTo>
                <a:cubicBezTo>
                  <a:pt x="6143970" y="49227"/>
                  <a:pt x="5863165" y="-19579"/>
                  <a:pt x="5650992" y="15240"/>
                </a:cubicBezTo>
                <a:cubicBezTo>
                  <a:pt x="5419172" y="37558"/>
                  <a:pt x="5309448" y="-3453"/>
                  <a:pt x="5129784" y="15240"/>
                </a:cubicBezTo>
                <a:cubicBezTo>
                  <a:pt x="4947928" y="22975"/>
                  <a:pt x="4795021" y="2812"/>
                  <a:pt x="4690872" y="15240"/>
                </a:cubicBezTo>
                <a:cubicBezTo>
                  <a:pt x="4564358" y="-12627"/>
                  <a:pt x="4295485" y="-28328"/>
                  <a:pt x="4087368" y="15240"/>
                </a:cubicBezTo>
                <a:cubicBezTo>
                  <a:pt x="3871704" y="37358"/>
                  <a:pt x="3732927" y="-13946"/>
                  <a:pt x="3401568" y="15240"/>
                </a:cubicBezTo>
                <a:cubicBezTo>
                  <a:pt x="3075889" y="16612"/>
                  <a:pt x="3025898" y="41352"/>
                  <a:pt x="2798064" y="15240"/>
                </a:cubicBezTo>
                <a:cubicBezTo>
                  <a:pt x="2581856" y="-23917"/>
                  <a:pt x="2428311" y="-7948"/>
                  <a:pt x="2276856" y="15240"/>
                </a:cubicBezTo>
                <a:cubicBezTo>
                  <a:pt x="2098246" y="50235"/>
                  <a:pt x="1737531" y="52911"/>
                  <a:pt x="1426464" y="15240"/>
                </a:cubicBezTo>
                <a:cubicBezTo>
                  <a:pt x="1104708" y="23441"/>
                  <a:pt x="1006595" y="12880"/>
                  <a:pt x="740664" y="15240"/>
                </a:cubicBezTo>
                <a:cubicBezTo>
                  <a:pt x="480378" y="30036"/>
                  <a:pt x="202592" y="-15405"/>
                  <a:pt x="0" y="15240"/>
                </a:cubicBezTo>
                <a:cubicBezTo>
                  <a:pt x="316" y="10586"/>
                  <a:pt x="593" y="7371"/>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custGeom>
                    <a:avLst/>
                    <a:gdLst>
                      <a:gd name="connsiteX0" fmla="*/ 0 w 8229600"/>
                      <a:gd name="connsiteY0" fmla="*/ 0 h 15240"/>
                      <a:gd name="connsiteX1" fmla="*/ 521208 w 8229600"/>
                      <a:gd name="connsiteY1" fmla="*/ 0 h 15240"/>
                      <a:gd name="connsiteX2" fmla="*/ 1371600 w 8229600"/>
                      <a:gd name="connsiteY2" fmla="*/ 0 h 15240"/>
                      <a:gd name="connsiteX3" fmla="*/ 2221992 w 8229600"/>
                      <a:gd name="connsiteY3" fmla="*/ 0 h 15240"/>
                      <a:gd name="connsiteX4" fmla="*/ 3072384 w 8229600"/>
                      <a:gd name="connsiteY4" fmla="*/ 0 h 15240"/>
                      <a:gd name="connsiteX5" fmla="*/ 3511296 w 8229600"/>
                      <a:gd name="connsiteY5" fmla="*/ 0 h 15240"/>
                      <a:gd name="connsiteX6" fmla="*/ 4114800 w 8229600"/>
                      <a:gd name="connsiteY6" fmla="*/ 0 h 15240"/>
                      <a:gd name="connsiteX7" fmla="*/ 4553712 w 8229600"/>
                      <a:gd name="connsiteY7" fmla="*/ 0 h 15240"/>
                      <a:gd name="connsiteX8" fmla="*/ 5239512 w 8229600"/>
                      <a:gd name="connsiteY8" fmla="*/ 0 h 15240"/>
                      <a:gd name="connsiteX9" fmla="*/ 5843016 w 8229600"/>
                      <a:gd name="connsiteY9" fmla="*/ 0 h 15240"/>
                      <a:gd name="connsiteX10" fmla="*/ 6611112 w 8229600"/>
                      <a:gd name="connsiteY10" fmla="*/ 0 h 15240"/>
                      <a:gd name="connsiteX11" fmla="*/ 7461504 w 8229600"/>
                      <a:gd name="connsiteY11" fmla="*/ 0 h 15240"/>
                      <a:gd name="connsiteX12" fmla="*/ 8229600 w 8229600"/>
                      <a:gd name="connsiteY12" fmla="*/ 0 h 15240"/>
                      <a:gd name="connsiteX13" fmla="*/ 8229600 w 8229600"/>
                      <a:gd name="connsiteY13" fmla="*/ 15240 h 15240"/>
                      <a:gd name="connsiteX14" fmla="*/ 7461504 w 8229600"/>
                      <a:gd name="connsiteY14" fmla="*/ 15240 h 15240"/>
                      <a:gd name="connsiteX15" fmla="*/ 6940296 w 8229600"/>
                      <a:gd name="connsiteY15" fmla="*/ 15240 h 15240"/>
                      <a:gd name="connsiteX16" fmla="*/ 6419088 w 8229600"/>
                      <a:gd name="connsiteY16" fmla="*/ 15240 h 15240"/>
                      <a:gd name="connsiteX17" fmla="*/ 5650992 w 8229600"/>
                      <a:gd name="connsiteY17" fmla="*/ 15240 h 15240"/>
                      <a:gd name="connsiteX18" fmla="*/ 5129784 w 8229600"/>
                      <a:gd name="connsiteY18" fmla="*/ 15240 h 15240"/>
                      <a:gd name="connsiteX19" fmla="*/ 4690872 w 8229600"/>
                      <a:gd name="connsiteY19" fmla="*/ 15240 h 15240"/>
                      <a:gd name="connsiteX20" fmla="*/ 4087368 w 8229600"/>
                      <a:gd name="connsiteY20" fmla="*/ 15240 h 15240"/>
                      <a:gd name="connsiteX21" fmla="*/ 3401568 w 8229600"/>
                      <a:gd name="connsiteY21" fmla="*/ 15240 h 15240"/>
                      <a:gd name="connsiteX22" fmla="*/ 2798064 w 8229600"/>
                      <a:gd name="connsiteY22" fmla="*/ 15240 h 15240"/>
                      <a:gd name="connsiteX23" fmla="*/ 2276856 w 8229600"/>
                      <a:gd name="connsiteY23" fmla="*/ 15240 h 15240"/>
                      <a:gd name="connsiteX24" fmla="*/ 1426464 w 8229600"/>
                      <a:gd name="connsiteY24" fmla="*/ 15240 h 15240"/>
                      <a:gd name="connsiteX25" fmla="*/ 740664 w 8229600"/>
                      <a:gd name="connsiteY25" fmla="*/ 15240 h 15240"/>
                      <a:gd name="connsiteX26" fmla="*/ 0 w 8229600"/>
                      <a:gd name="connsiteY26" fmla="*/ 15240 h 15240"/>
                      <a:gd name="connsiteX27" fmla="*/ 0 w 8229600"/>
                      <a:gd name="connsiteY27" fmla="*/ 0 h 15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5240"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9702" y="5926"/>
                          <a:pt x="8229599" y="10880"/>
                          <a:pt x="8229600" y="15240"/>
                        </a:cubicBezTo>
                        <a:cubicBezTo>
                          <a:pt x="7940706" y="-12341"/>
                          <a:pt x="7792584" y="-19057"/>
                          <a:pt x="7461504" y="15240"/>
                        </a:cubicBezTo>
                        <a:cubicBezTo>
                          <a:pt x="7130424" y="49537"/>
                          <a:pt x="7080072" y="40797"/>
                          <a:pt x="6940296" y="15240"/>
                        </a:cubicBezTo>
                        <a:cubicBezTo>
                          <a:pt x="6800520" y="-10317"/>
                          <a:pt x="6672872" y="23623"/>
                          <a:pt x="6419088" y="15240"/>
                        </a:cubicBezTo>
                        <a:cubicBezTo>
                          <a:pt x="6165304" y="6857"/>
                          <a:pt x="5869721" y="1939"/>
                          <a:pt x="5650992" y="15240"/>
                        </a:cubicBezTo>
                        <a:cubicBezTo>
                          <a:pt x="5432263" y="28541"/>
                          <a:pt x="5308310" y="-25"/>
                          <a:pt x="5129784" y="15240"/>
                        </a:cubicBezTo>
                        <a:cubicBezTo>
                          <a:pt x="4951258" y="30505"/>
                          <a:pt x="4799696" y="12309"/>
                          <a:pt x="4690872" y="15240"/>
                        </a:cubicBezTo>
                        <a:cubicBezTo>
                          <a:pt x="4582048" y="18171"/>
                          <a:pt x="4311124" y="-10884"/>
                          <a:pt x="4087368" y="15240"/>
                        </a:cubicBezTo>
                        <a:cubicBezTo>
                          <a:pt x="3863612" y="41364"/>
                          <a:pt x="3730288" y="10326"/>
                          <a:pt x="3401568" y="15240"/>
                        </a:cubicBezTo>
                        <a:cubicBezTo>
                          <a:pt x="3072848" y="20154"/>
                          <a:pt x="3020684" y="29377"/>
                          <a:pt x="2798064" y="15240"/>
                        </a:cubicBezTo>
                        <a:cubicBezTo>
                          <a:pt x="2575444" y="1103"/>
                          <a:pt x="2440915" y="-10400"/>
                          <a:pt x="2276856" y="15240"/>
                        </a:cubicBezTo>
                        <a:cubicBezTo>
                          <a:pt x="2112797" y="40880"/>
                          <a:pt x="1726502" y="-12608"/>
                          <a:pt x="1426464" y="15240"/>
                        </a:cubicBezTo>
                        <a:cubicBezTo>
                          <a:pt x="1126426" y="43088"/>
                          <a:pt x="992925" y="17968"/>
                          <a:pt x="740664" y="15240"/>
                        </a:cubicBezTo>
                        <a:cubicBezTo>
                          <a:pt x="488403" y="12512"/>
                          <a:pt x="195650" y="-19109"/>
                          <a:pt x="0" y="15240"/>
                        </a:cubicBezTo>
                        <a:cubicBezTo>
                          <a:pt x="196" y="10554"/>
                          <a:pt x="-108" y="6802"/>
                          <a:pt x="0" y="0"/>
                        </a:cubicBezTo>
                        <a:close/>
                      </a:path>
                      <a:path w="8229600" h="15240"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29441" y="7255"/>
                          <a:pt x="8230094" y="11744"/>
                          <a:pt x="8229600" y="15240"/>
                        </a:cubicBezTo>
                        <a:cubicBezTo>
                          <a:pt x="8075287" y="32006"/>
                          <a:pt x="7821366" y="18802"/>
                          <a:pt x="7626096" y="15240"/>
                        </a:cubicBezTo>
                        <a:cubicBezTo>
                          <a:pt x="7430826" y="11678"/>
                          <a:pt x="7320004" y="-12717"/>
                          <a:pt x="7022592" y="15240"/>
                        </a:cubicBezTo>
                        <a:cubicBezTo>
                          <a:pt x="6725180" y="43197"/>
                          <a:pt x="6348804" y="-17073"/>
                          <a:pt x="6172200" y="15240"/>
                        </a:cubicBezTo>
                        <a:cubicBezTo>
                          <a:pt x="5995596" y="47553"/>
                          <a:pt x="5788102" y="19842"/>
                          <a:pt x="5650992" y="15240"/>
                        </a:cubicBezTo>
                        <a:cubicBezTo>
                          <a:pt x="5513882" y="10638"/>
                          <a:pt x="5198399" y="26073"/>
                          <a:pt x="4882896" y="15240"/>
                        </a:cubicBezTo>
                        <a:cubicBezTo>
                          <a:pt x="4567393" y="4407"/>
                          <a:pt x="4557008" y="23917"/>
                          <a:pt x="4443984" y="15240"/>
                        </a:cubicBezTo>
                        <a:cubicBezTo>
                          <a:pt x="4330960" y="6563"/>
                          <a:pt x="4061674" y="25843"/>
                          <a:pt x="3758184" y="15240"/>
                        </a:cubicBezTo>
                        <a:cubicBezTo>
                          <a:pt x="3454694" y="4637"/>
                          <a:pt x="3380392" y="16071"/>
                          <a:pt x="3236976" y="15240"/>
                        </a:cubicBezTo>
                        <a:cubicBezTo>
                          <a:pt x="3093560" y="14409"/>
                          <a:pt x="2632116" y="34559"/>
                          <a:pt x="2386584" y="15240"/>
                        </a:cubicBezTo>
                        <a:cubicBezTo>
                          <a:pt x="2141052" y="-4079"/>
                          <a:pt x="2110884" y="25729"/>
                          <a:pt x="1947672" y="15240"/>
                        </a:cubicBezTo>
                        <a:cubicBezTo>
                          <a:pt x="1784460" y="4751"/>
                          <a:pt x="1535467" y="-2587"/>
                          <a:pt x="1261872" y="15240"/>
                        </a:cubicBezTo>
                        <a:cubicBezTo>
                          <a:pt x="988277" y="33067"/>
                          <a:pt x="1021096" y="7327"/>
                          <a:pt x="822960" y="15240"/>
                        </a:cubicBezTo>
                        <a:cubicBezTo>
                          <a:pt x="624824" y="23153"/>
                          <a:pt x="298309" y="-1765"/>
                          <a:pt x="0" y="15240"/>
                        </a:cubicBezTo>
                        <a:cubicBezTo>
                          <a:pt x="-481" y="10386"/>
                          <a:pt x="-605" y="4683"/>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çerik Yer Tutucusu 2"/>
          <p:cNvSpPr>
            <a:spLocks noGrp="1"/>
          </p:cNvSpPr>
          <p:nvPr>
            <p:ph idx="1"/>
          </p:nvPr>
        </p:nvSpPr>
        <p:spPr>
          <a:xfrm>
            <a:off x="429369" y="1726096"/>
            <a:ext cx="5035164" cy="3432644"/>
          </a:xfrm>
        </p:spPr>
        <p:txBody>
          <a:bodyPr anchor="t">
            <a:normAutofit/>
          </a:bodyPr>
          <a:lstStyle/>
          <a:p>
            <a:pPr>
              <a:lnSpc>
                <a:spcPct val="90000"/>
              </a:lnSpc>
              <a:spcAft>
                <a:spcPts val="600"/>
              </a:spcAft>
              <a:buSzPct val="150000"/>
              <a:buFont typeface="Arial" panose="020B0604020202020204" pitchFamily="34" charset="0"/>
              <a:buChar char="•"/>
            </a:pPr>
            <a:r>
              <a:rPr lang="tr-TR" altLang="tr-TR" sz="1700">
                <a:ea typeface="Verdana" panose="020B0604030504040204" pitchFamily="34" charset="0"/>
              </a:rPr>
              <a:t>Kullanılabilirliğin ölçümünde sadece etkililik yeterli değildir aynı zamanda belirli bir işi yapmak için  kullanılan diğer kaynaklar (zaman, maliyet vb.) de verimlilik ölçümünde değerlendirilir. Yine memnuniyet de kullanılabilirlik üzerinde etkililik ve verimlilik ile beraber değerlendirilir ve tüm bu çıktılar tasarımı etkiler (Dix, Finlay, Abowd ve Beale, 2004).</a:t>
            </a:r>
            <a:endParaRPr lang="en-US" altLang="tr-TR" sz="1700">
              <a:ea typeface="Verdana" panose="020B0604030504040204" pitchFamily="34" charset="0"/>
            </a:endParaRPr>
          </a:p>
          <a:p>
            <a:pPr>
              <a:lnSpc>
                <a:spcPct val="90000"/>
              </a:lnSpc>
              <a:spcAft>
                <a:spcPts val="600"/>
              </a:spcAft>
              <a:buSzPct val="150000"/>
              <a:buFont typeface="Arial" panose="020B0604020202020204" pitchFamily="34" charset="0"/>
              <a:buChar char="•"/>
            </a:pPr>
            <a:endParaRPr lang="tr-TR" altLang="tr-TR" sz="1700">
              <a:ea typeface="Verdana" panose="020B0604030504040204" pitchFamily="34" charset="0"/>
            </a:endParaRPr>
          </a:p>
          <a:p>
            <a:pPr>
              <a:lnSpc>
                <a:spcPct val="90000"/>
              </a:lnSpc>
              <a:spcAft>
                <a:spcPts val="600"/>
              </a:spcAft>
              <a:buSzPct val="150000"/>
              <a:buFont typeface="Arial" panose="020B0604020202020204" pitchFamily="34" charset="0"/>
              <a:buChar char="•"/>
            </a:pPr>
            <a:r>
              <a:rPr lang="tr-TR" altLang="tr-TR" sz="1700">
                <a:ea typeface="Verdana" panose="020B0604030504040204" pitchFamily="34" charset="0"/>
              </a:rPr>
              <a:t>Kullanılabilirlik kullanıcı türlerine, kullanıcıların yaptığı işlere ve çevre koşullarına bağlıdır. Bununla birlikte kullanılabilirlilik için belirlenen kriterlerin dinamik olduğu ve kullanılabilirliğin çevre faktörlerine bağımlı olduğu unutulmamalıdır.</a:t>
            </a:r>
            <a:endParaRPr lang="en-US" altLang="tr-TR" sz="1700">
              <a:ea typeface="Verdana" panose="020B0604030504040204" pitchFamily="34" charset="0"/>
            </a:endParaRPr>
          </a:p>
          <a:p>
            <a:pPr>
              <a:lnSpc>
                <a:spcPct val="90000"/>
              </a:lnSpc>
              <a:spcAft>
                <a:spcPts val="600"/>
              </a:spcAft>
            </a:pPr>
            <a:endParaRPr lang="tr-TR" sz="1700"/>
          </a:p>
        </p:txBody>
      </p:sp>
      <p:pic>
        <p:nvPicPr>
          <p:cNvPr id="4" name="Picture 4" descr="http://www.alcamsatcam.com/r/avometre-yx-360-trna-b-voltaj-akim-olcu-aleti-mb23197_232795_r1.jpg"/>
          <p:cNvPicPr>
            <a:picLocks noChangeAspect="1" noChangeArrowheads="1"/>
          </p:cNvPicPr>
          <p:nvPr/>
        </p:nvPicPr>
        <p:blipFill rotWithShape="1">
          <a:blip r:embed="rId2">
            <a:extLst>
              <a:ext uri="{28A0092B-C50C-407E-A947-70E740481C1C}">
                <a14:useLocalDpi xmlns:a14="http://schemas.microsoft.com/office/drawing/2010/main" val="0"/>
              </a:ext>
            </a:extLst>
          </a:blip>
          <a:srcRect t="7297" r="5" b="10995"/>
          <a:stretch/>
        </p:blipFill>
        <p:spPr bwMode="auto">
          <a:xfrm>
            <a:off x="5756743" y="1744980"/>
            <a:ext cx="2955798" cy="34137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4183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22960" y="1137443"/>
            <a:ext cx="7543800" cy="662214"/>
          </a:xfrm>
        </p:spPr>
        <p:txBody>
          <a:bodyPr>
            <a:normAutofit lnSpcReduction="10000"/>
          </a:bodyPr>
          <a:lstStyle/>
          <a:p>
            <a:pPr marL="71438" indent="10716">
              <a:buSzPct val="150000"/>
            </a:pPr>
            <a:r>
              <a:rPr lang="tr-TR" altLang="tr-TR" dirty="0">
                <a:ea typeface="Verdana" panose="020B0604030504040204" pitchFamily="34" charset="0"/>
              </a:rPr>
              <a:t>Kullanılabilirlik araştırmaları kullanılabilirlik mühendisliği (</a:t>
            </a:r>
            <a:r>
              <a:rPr lang="tr-TR" altLang="tr-TR" dirty="0" err="1">
                <a:ea typeface="Verdana" panose="020B0604030504040204" pitchFamily="34" charset="0"/>
              </a:rPr>
              <a:t>usability</a:t>
            </a:r>
            <a:r>
              <a:rPr lang="tr-TR" altLang="tr-TR" dirty="0">
                <a:ea typeface="Verdana" panose="020B0604030504040204" pitchFamily="34" charset="0"/>
              </a:rPr>
              <a:t> </a:t>
            </a:r>
            <a:r>
              <a:rPr lang="tr-TR" altLang="tr-TR" dirty="0" err="1">
                <a:ea typeface="Verdana" panose="020B0604030504040204" pitchFamily="34" charset="0"/>
              </a:rPr>
              <a:t>engineering</a:t>
            </a:r>
            <a:r>
              <a:rPr lang="tr-TR" altLang="tr-TR" dirty="0">
                <a:ea typeface="Verdana" panose="020B0604030504040204" pitchFamily="34" charset="0"/>
              </a:rPr>
              <a:t>) kapsamında değerlendirilebilir. </a:t>
            </a:r>
            <a:endParaRPr lang="tr-TR" dirty="0"/>
          </a:p>
        </p:txBody>
      </p:sp>
      <p:pic>
        <p:nvPicPr>
          <p:cNvPr id="6" name="Resim 5" descr="kişi, şahıs, bilgisayar, dizüstü, metin içeren bir resim&#10;&#10;Açıklama otomatik olarak oluşturuldu">
            <a:extLst>
              <a:ext uri="{FF2B5EF4-FFF2-40B4-BE49-F238E27FC236}">
                <a16:creationId xmlns:a16="http://schemas.microsoft.com/office/drawing/2014/main" id="{2B690EA3-EF0D-1EC5-D398-F9E41F00EC7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392994" y="2139513"/>
            <a:ext cx="3200399" cy="1775831"/>
          </a:xfrm>
          <a:prstGeom prst="rect">
            <a:avLst/>
          </a:prstGeom>
        </p:spPr>
      </p:pic>
      <p:graphicFrame>
        <p:nvGraphicFramePr>
          <p:cNvPr id="8" name="İçerik Yer Tutucusu 2">
            <a:extLst>
              <a:ext uri="{FF2B5EF4-FFF2-40B4-BE49-F238E27FC236}">
                <a16:creationId xmlns:a16="http://schemas.microsoft.com/office/drawing/2014/main" id="{84384F0C-036C-CD8F-2010-9AA4ADBFB2B3}"/>
              </a:ext>
            </a:extLst>
          </p:cNvPr>
          <p:cNvGraphicFramePr/>
          <p:nvPr/>
        </p:nvGraphicFramePr>
        <p:xfrm>
          <a:off x="822960" y="2411730"/>
          <a:ext cx="4587240" cy="23507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9154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Arc 1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349015" y="533240"/>
            <a:ext cx="2489916"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572000"/>
            <a:ext cx="2004647" cy="11430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object 3"/>
          <p:cNvPicPr/>
          <p:nvPr/>
        </p:nvPicPr>
        <p:blipFill>
          <a:blip r:embed="rId2" cstate="print"/>
          <a:stretch>
            <a:fillRect/>
          </a:stretch>
        </p:blipFill>
        <p:spPr>
          <a:xfrm>
            <a:off x="527386" y="510052"/>
            <a:ext cx="3583036" cy="455344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object 2"/>
          <p:cNvSpPr txBox="1"/>
          <p:nvPr/>
        </p:nvSpPr>
        <p:spPr>
          <a:xfrm>
            <a:off x="4421221" y="1653702"/>
            <a:ext cx="4094129" cy="3493767"/>
          </a:xfrm>
          <a:prstGeom prst="rect">
            <a:avLst/>
          </a:prstGeom>
        </p:spPr>
        <p:txBody>
          <a:bodyPr vert="horz" lIns="91440" tIns="45720" rIns="91440" bIns="45720" rtlCol="0">
            <a:normAutofit/>
          </a:bodyPr>
          <a:lstStyle/>
          <a:p>
            <a:pPr marL="12700" marR="13335" indent="-228600">
              <a:lnSpc>
                <a:spcPct val="90000"/>
              </a:lnSpc>
              <a:spcBef>
                <a:spcPts val="100"/>
              </a:spcBef>
              <a:buFont typeface="Arial" panose="020B0604020202020204" pitchFamily="34" charset="0"/>
              <a:buChar char="•"/>
            </a:pPr>
            <a:r>
              <a:rPr lang="en-US" spc="-5"/>
              <a:t>İlk</a:t>
            </a:r>
            <a:r>
              <a:rPr lang="en-US" spc="-20"/>
              <a:t> </a:t>
            </a:r>
            <a:r>
              <a:rPr lang="en-US" spc="-10"/>
              <a:t>olarak</a:t>
            </a:r>
            <a:r>
              <a:rPr lang="en-US" spc="5"/>
              <a:t> </a:t>
            </a:r>
            <a:r>
              <a:rPr lang="en-US" spc="-5"/>
              <a:t>1980’li</a:t>
            </a:r>
            <a:r>
              <a:rPr lang="en-US" spc="25"/>
              <a:t> </a:t>
            </a:r>
            <a:r>
              <a:rPr lang="en-US" spc="-10"/>
              <a:t>yıllarda</a:t>
            </a:r>
            <a:r>
              <a:rPr lang="en-US" spc="-20"/>
              <a:t> ortaya</a:t>
            </a:r>
            <a:r>
              <a:rPr lang="en-US" spc="10"/>
              <a:t> </a:t>
            </a:r>
            <a:r>
              <a:rPr lang="en-US" spc="-10"/>
              <a:t>çıkan </a:t>
            </a:r>
            <a:r>
              <a:rPr lang="en-US" spc="-5"/>
              <a:t>bu</a:t>
            </a:r>
            <a:r>
              <a:rPr lang="en-US"/>
              <a:t> </a:t>
            </a:r>
            <a:r>
              <a:rPr lang="en-US" spc="-20"/>
              <a:t>kavram</a:t>
            </a:r>
            <a:r>
              <a:rPr lang="en-US" spc="5"/>
              <a:t> </a:t>
            </a:r>
            <a:r>
              <a:rPr lang="en-US" spc="-10"/>
              <a:t>hem</a:t>
            </a:r>
            <a:r>
              <a:rPr lang="en-US"/>
              <a:t> </a:t>
            </a:r>
            <a:r>
              <a:rPr lang="en-US" spc="-10"/>
              <a:t>İBE’nin </a:t>
            </a:r>
            <a:r>
              <a:rPr lang="en-US" spc="-345"/>
              <a:t> </a:t>
            </a:r>
            <a:r>
              <a:rPr lang="en-US" spc="-5"/>
              <a:t>geleceğini</a:t>
            </a:r>
            <a:r>
              <a:rPr lang="en-US" spc="-10"/>
              <a:t> yönlendirmek</a:t>
            </a:r>
            <a:r>
              <a:rPr lang="en-US" spc="15"/>
              <a:t> </a:t>
            </a:r>
            <a:r>
              <a:rPr lang="en-US" spc="-5"/>
              <a:t>,</a:t>
            </a:r>
            <a:r>
              <a:rPr lang="en-US" spc="10"/>
              <a:t> </a:t>
            </a:r>
            <a:r>
              <a:rPr lang="en-US" spc="-10"/>
              <a:t>hem</a:t>
            </a:r>
            <a:r>
              <a:rPr lang="en-US"/>
              <a:t> </a:t>
            </a:r>
            <a:r>
              <a:rPr lang="en-US" spc="-5"/>
              <a:t>de</a:t>
            </a:r>
            <a:r>
              <a:rPr lang="en-US"/>
              <a:t> </a:t>
            </a:r>
            <a:r>
              <a:rPr lang="en-US" spc="-5"/>
              <a:t>İBE</a:t>
            </a:r>
            <a:r>
              <a:rPr lang="en-US" spc="20"/>
              <a:t> </a:t>
            </a:r>
            <a:r>
              <a:rPr lang="en-US" spc="-10"/>
              <a:t>çalışmalarını</a:t>
            </a:r>
            <a:endParaRPr lang="en-US"/>
          </a:p>
          <a:p>
            <a:pPr marL="12700" indent="-228600">
              <a:lnSpc>
                <a:spcPct val="90000"/>
              </a:lnSpc>
              <a:spcBef>
                <a:spcPts val="960"/>
              </a:spcBef>
              <a:buFont typeface="Arial" panose="020B0604020202020204" pitchFamily="34" charset="0"/>
              <a:buChar char="•"/>
            </a:pPr>
            <a:r>
              <a:rPr lang="en-US" spc="-10"/>
              <a:t>gerçekleştiren</a:t>
            </a:r>
            <a:r>
              <a:rPr lang="en-US" spc="35"/>
              <a:t> </a:t>
            </a:r>
            <a:r>
              <a:rPr lang="en-US" spc="-5"/>
              <a:t>kişilerin</a:t>
            </a:r>
            <a:r>
              <a:rPr lang="en-US" spc="-20"/>
              <a:t> </a:t>
            </a:r>
            <a:r>
              <a:rPr lang="en-US" spc="-15"/>
              <a:t>pozisyonunu</a:t>
            </a:r>
            <a:r>
              <a:rPr lang="en-US" spc="10"/>
              <a:t> </a:t>
            </a:r>
            <a:r>
              <a:rPr lang="en-US" spc="-5"/>
              <a:t>belirtmek</a:t>
            </a:r>
            <a:r>
              <a:rPr lang="en-US" spc="5"/>
              <a:t> </a:t>
            </a:r>
            <a:r>
              <a:rPr lang="en-US" spc="-5"/>
              <a:t>için</a:t>
            </a:r>
            <a:r>
              <a:rPr lang="en-US" spc="15"/>
              <a:t> </a:t>
            </a:r>
            <a:r>
              <a:rPr lang="en-US" spc="-20"/>
              <a:t>önemlidir.</a:t>
            </a:r>
            <a:endParaRPr lang="en-US"/>
          </a:p>
          <a:p>
            <a:pPr indent="-228600">
              <a:lnSpc>
                <a:spcPct val="90000"/>
              </a:lnSpc>
              <a:buFont typeface="Arial" panose="020B0604020202020204" pitchFamily="34" charset="0"/>
              <a:buChar char="•"/>
            </a:pPr>
            <a:endParaRPr lang="en-US"/>
          </a:p>
          <a:p>
            <a:pPr indent="-228600">
              <a:lnSpc>
                <a:spcPct val="90000"/>
              </a:lnSpc>
              <a:spcBef>
                <a:spcPts val="30"/>
              </a:spcBef>
              <a:buFont typeface="Arial" panose="020B0604020202020204" pitchFamily="34" charset="0"/>
              <a:buChar char="•"/>
            </a:pPr>
            <a:endParaRPr lang="en-US"/>
          </a:p>
          <a:p>
            <a:pPr marL="12700" indent="-228600">
              <a:lnSpc>
                <a:spcPct val="90000"/>
              </a:lnSpc>
              <a:buFont typeface="Arial" panose="020B0604020202020204" pitchFamily="34" charset="0"/>
              <a:buChar char="•"/>
            </a:pPr>
            <a:r>
              <a:rPr lang="en-US" spc="-10"/>
              <a:t>Önceleri</a:t>
            </a:r>
            <a:r>
              <a:rPr lang="en-US" spc="25"/>
              <a:t> </a:t>
            </a:r>
            <a:r>
              <a:rPr lang="en-US" spc="-10"/>
              <a:t>yazılım </a:t>
            </a:r>
            <a:r>
              <a:rPr lang="en-US" spc="-5"/>
              <a:t>mühendisliğinin</a:t>
            </a:r>
            <a:r>
              <a:rPr lang="en-US" spc="-35"/>
              <a:t> </a:t>
            </a:r>
            <a:r>
              <a:rPr lang="en-US" spc="-5"/>
              <a:t>altında</a:t>
            </a:r>
            <a:r>
              <a:rPr lang="en-US" spc="-30"/>
              <a:t> </a:t>
            </a:r>
            <a:r>
              <a:rPr lang="en-US" spc="-5"/>
              <a:t>bulunan</a:t>
            </a:r>
            <a:r>
              <a:rPr lang="en-US" spc="-20"/>
              <a:t> </a:t>
            </a:r>
            <a:r>
              <a:rPr lang="en-US" spc="-5"/>
              <a:t>bu</a:t>
            </a:r>
            <a:r>
              <a:rPr lang="en-US"/>
              <a:t> </a:t>
            </a:r>
            <a:r>
              <a:rPr lang="en-US" spc="-5"/>
              <a:t>alan</a:t>
            </a:r>
            <a:endParaRPr lang="en-US"/>
          </a:p>
          <a:p>
            <a:pPr marL="12700" indent="-228600">
              <a:lnSpc>
                <a:spcPct val="90000"/>
              </a:lnSpc>
              <a:spcBef>
                <a:spcPts val="960"/>
              </a:spcBef>
              <a:buFont typeface="Arial" panose="020B0604020202020204" pitchFamily="34" charset="0"/>
              <a:buChar char="•"/>
            </a:pPr>
            <a:r>
              <a:rPr lang="en-US" spc="-10"/>
              <a:t>teknolojinin</a:t>
            </a:r>
            <a:r>
              <a:rPr lang="en-US" spc="5"/>
              <a:t> </a:t>
            </a:r>
            <a:r>
              <a:rPr lang="en-US" spc="-5"/>
              <a:t>gelişmesi </a:t>
            </a:r>
            <a:r>
              <a:rPr lang="en-US"/>
              <a:t>ile</a:t>
            </a:r>
            <a:r>
              <a:rPr lang="en-US" spc="-15"/>
              <a:t> </a:t>
            </a:r>
            <a:r>
              <a:rPr lang="en-US" spc="-5"/>
              <a:t>mühendislik</a:t>
            </a:r>
            <a:r>
              <a:rPr lang="en-US" spc="-20"/>
              <a:t> </a:t>
            </a:r>
            <a:r>
              <a:rPr lang="en-US" spc="-5"/>
              <a:t>alanı</a:t>
            </a:r>
            <a:r>
              <a:rPr lang="en-US" spc="-10"/>
              <a:t> </a:t>
            </a:r>
            <a:r>
              <a:rPr lang="en-US" spc="-5"/>
              <a:t>haline</a:t>
            </a:r>
            <a:r>
              <a:rPr lang="en-US" spc="-20"/>
              <a:t> gelmiştir.</a:t>
            </a:r>
            <a:endParaRPr lang="en-US"/>
          </a:p>
        </p:txBody>
      </p:sp>
    </p:spTree>
    <p:extLst>
      <p:ext uri="{BB962C8B-B14F-4D97-AF65-F5344CB8AC3E}">
        <p14:creationId xmlns:p14="http://schemas.microsoft.com/office/powerpoint/2010/main" val="3738425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725955"/>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object 3"/>
          <p:cNvSpPr txBox="1"/>
          <p:nvPr/>
        </p:nvSpPr>
        <p:spPr>
          <a:xfrm>
            <a:off x="571500" y="2125980"/>
            <a:ext cx="4343399" cy="3002445"/>
          </a:xfrm>
          <a:prstGeom prst="rect">
            <a:avLst/>
          </a:prstGeom>
        </p:spPr>
        <p:txBody>
          <a:bodyPr vert="horz" lIns="91440" tIns="45720" rIns="91440" bIns="45720" rtlCol="0">
            <a:normAutofit/>
          </a:bodyPr>
          <a:lstStyle/>
          <a:p>
            <a:pPr marL="12700" marR="5080" indent="-228600" algn="just">
              <a:lnSpc>
                <a:spcPct val="90000"/>
              </a:lnSpc>
              <a:spcBef>
                <a:spcPts val="100"/>
              </a:spcBef>
              <a:buFont typeface="Arial" panose="020B0604020202020204" pitchFamily="34" charset="0"/>
              <a:buChar char="•"/>
            </a:pPr>
            <a:r>
              <a:rPr lang="tr-TR" spc="-5" dirty="0"/>
              <a:t>Kullanılabilirlik mühendisleri, İBE alanında profesyonel olarak  çalışan, daha kullanılabilir bilişim sistemlerinin geliştirilmesi için  çeşitli araç ve yöntemleri kullanan ve geliştiren </a:t>
            </a:r>
            <a:r>
              <a:rPr lang="tr-TR" spc="-5" dirty="0" err="1"/>
              <a:t>kişilerdir.Bu</a:t>
            </a:r>
            <a:r>
              <a:rPr lang="tr-TR" spc="10" dirty="0"/>
              <a:t> </a:t>
            </a:r>
            <a:r>
              <a:rPr lang="tr-TR" spc="-5" dirty="0"/>
              <a:t>mühendisler </a:t>
            </a:r>
            <a:r>
              <a:rPr lang="tr-TR" spc="-10" dirty="0"/>
              <a:t>uygulama </a:t>
            </a:r>
            <a:r>
              <a:rPr lang="tr-TR" spc="-5" dirty="0"/>
              <a:t>ile</a:t>
            </a:r>
            <a:r>
              <a:rPr lang="tr-TR" spc="-15" dirty="0"/>
              <a:t> </a:t>
            </a:r>
            <a:r>
              <a:rPr lang="tr-TR" spc="-5" dirty="0"/>
              <a:t>iç</a:t>
            </a:r>
            <a:r>
              <a:rPr lang="tr-TR" dirty="0"/>
              <a:t> </a:t>
            </a:r>
            <a:r>
              <a:rPr lang="tr-TR" spc="-30" dirty="0"/>
              <a:t>içedir.</a:t>
            </a:r>
            <a:r>
              <a:rPr lang="tr-TR" spc="-5" dirty="0"/>
              <a:t> İnsan </a:t>
            </a:r>
            <a:r>
              <a:rPr lang="tr-TR" spc="-10" dirty="0"/>
              <a:t>bilgisayar</a:t>
            </a:r>
            <a:r>
              <a:rPr lang="tr-TR" spc="-25" dirty="0"/>
              <a:t> </a:t>
            </a:r>
            <a:r>
              <a:rPr lang="tr-TR" spc="-5" dirty="0"/>
              <a:t>etkileşimi </a:t>
            </a:r>
            <a:r>
              <a:rPr lang="tr-TR" spc="-350" dirty="0"/>
              <a:t> </a:t>
            </a:r>
            <a:r>
              <a:rPr lang="tr-TR" spc="-15" dirty="0"/>
              <a:t>konusunda</a:t>
            </a:r>
            <a:r>
              <a:rPr lang="tr-TR" dirty="0"/>
              <a:t> </a:t>
            </a:r>
            <a:r>
              <a:rPr lang="tr-TR" spc="-10" dirty="0"/>
              <a:t>çalışan</a:t>
            </a:r>
            <a:r>
              <a:rPr lang="tr-TR" spc="-35" dirty="0"/>
              <a:t> </a:t>
            </a:r>
            <a:r>
              <a:rPr lang="tr-TR" spc="-10" dirty="0"/>
              <a:t>ve</a:t>
            </a:r>
            <a:r>
              <a:rPr lang="tr-TR" spc="5" dirty="0"/>
              <a:t> </a:t>
            </a:r>
            <a:r>
              <a:rPr lang="tr-TR" spc="-10" dirty="0"/>
              <a:t>özellikle</a:t>
            </a:r>
            <a:r>
              <a:rPr lang="tr-TR" spc="5" dirty="0"/>
              <a:t> </a:t>
            </a:r>
            <a:r>
              <a:rPr lang="tr-TR" spc="-10" dirty="0"/>
              <a:t>daha etkin,</a:t>
            </a:r>
            <a:r>
              <a:rPr lang="tr-TR" spc="5" dirty="0"/>
              <a:t> </a:t>
            </a:r>
            <a:r>
              <a:rPr lang="tr-TR" spc="-10" dirty="0"/>
              <a:t>verimli</a:t>
            </a:r>
            <a:r>
              <a:rPr lang="tr-TR" spc="5" dirty="0"/>
              <a:t> </a:t>
            </a:r>
            <a:r>
              <a:rPr lang="tr-TR" spc="-10" dirty="0"/>
              <a:t>ve</a:t>
            </a:r>
            <a:r>
              <a:rPr lang="tr-TR" dirty="0"/>
              <a:t> </a:t>
            </a:r>
            <a:r>
              <a:rPr lang="tr-TR" spc="-10" dirty="0"/>
              <a:t>memnuniyet</a:t>
            </a:r>
            <a:r>
              <a:rPr lang="tr-TR" spc="10" dirty="0"/>
              <a:t> </a:t>
            </a:r>
            <a:r>
              <a:rPr lang="tr-TR" spc="-5" dirty="0"/>
              <a:t>verici,</a:t>
            </a:r>
            <a:r>
              <a:rPr lang="tr-TR" spc="15" dirty="0"/>
              <a:t> </a:t>
            </a:r>
            <a:r>
              <a:rPr lang="tr-TR" spc="-5" dirty="0"/>
              <a:t>diğer</a:t>
            </a:r>
            <a:r>
              <a:rPr lang="tr-TR" spc="5" dirty="0"/>
              <a:t> </a:t>
            </a:r>
            <a:r>
              <a:rPr lang="tr-TR" spc="-5" dirty="0"/>
              <a:t>bir deyişle</a:t>
            </a:r>
            <a:r>
              <a:rPr lang="tr-TR" spc="5" dirty="0"/>
              <a:t> </a:t>
            </a:r>
            <a:r>
              <a:rPr lang="tr-TR" spc="-10" dirty="0"/>
              <a:t>kullanılabilir</a:t>
            </a:r>
            <a:r>
              <a:rPr lang="tr-TR" spc="-25" dirty="0"/>
              <a:t> </a:t>
            </a:r>
            <a:r>
              <a:rPr lang="tr-TR" spc="-10" dirty="0" err="1"/>
              <a:t>arayüzlerin</a:t>
            </a:r>
            <a:r>
              <a:rPr lang="tr-TR" dirty="0"/>
              <a:t> </a:t>
            </a:r>
            <a:r>
              <a:rPr lang="tr-TR" spc="-10" dirty="0"/>
              <a:t>oluşturulmasını</a:t>
            </a:r>
            <a:r>
              <a:rPr lang="tr-TR" spc="-35" dirty="0"/>
              <a:t> </a:t>
            </a:r>
            <a:r>
              <a:rPr lang="tr-TR" spc="-10" dirty="0"/>
              <a:t>hedefleyen</a:t>
            </a:r>
            <a:r>
              <a:rPr lang="tr-TR" spc="20" dirty="0"/>
              <a:t> </a:t>
            </a:r>
            <a:r>
              <a:rPr lang="tr-TR" spc="-5" dirty="0"/>
              <a:t>bir</a:t>
            </a:r>
            <a:r>
              <a:rPr lang="tr-TR" spc="-10" dirty="0"/>
              <a:t> </a:t>
            </a:r>
            <a:r>
              <a:rPr lang="tr-TR" spc="-25" dirty="0"/>
              <a:t>alandır.</a:t>
            </a:r>
            <a:endParaRPr lang="tr-TR" dirty="0"/>
          </a:p>
        </p:txBody>
      </p:sp>
      <p:sp>
        <p:nvSpPr>
          <p:cNvPr id="11" name="Rectangle 10">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1064" y="0"/>
            <a:ext cx="3602935" cy="5715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ject 4"/>
          <p:cNvPicPr/>
          <p:nvPr/>
        </p:nvPicPr>
        <p:blipFill>
          <a:blip r:embed="rId2" cstate="print"/>
          <a:stretch>
            <a:fillRect/>
          </a:stretch>
        </p:blipFill>
        <p:spPr>
          <a:xfrm>
            <a:off x="6018143" y="1210100"/>
            <a:ext cx="2589144" cy="3290370"/>
          </a:xfrm>
          <a:prstGeom prst="rect">
            <a:avLst/>
          </a:prstGeom>
        </p:spPr>
      </p:pic>
    </p:spTree>
    <p:extLst>
      <p:ext uri="{BB962C8B-B14F-4D97-AF65-F5344CB8AC3E}">
        <p14:creationId xmlns:p14="http://schemas.microsoft.com/office/powerpoint/2010/main" val="22912754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4" name="Arc 4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349015" y="533240"/>
            <a:ext cx="2489916"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Unvan 1"/>
          <p:cNvSpPr>
            <a:spLocks noGrp="1"/>
          </p:cNvSpPr>
          <p:nvPr>
            <p:ph type="title"/>
          </p:nvPr>
        </p:nvSpPr>
        <p:spPr>
          <a:xfrm>
            <a:off x="4421221" y="399577"/>
            <a:ext cx="4094129" cy="1104636"/>
          </a:xfrm>
        </p:spPr>
        <p:txBody>
          <a:bodyPr>
            <a:normAutofit/>
          </a:bodyPr>
          <a:lstStyle/>
          <a:p>
            <a:r>
              <a:rPr lang="tr-TR" sz="3200" dirty="0"/>
              <a:t>Kullanılabilirlik Kriterleri</a:t>
            </a:r>
          </a:p>
        </p:txBody>
      </p:sp>
      <p:sp>
        <p:nvSpPr>
          <p:cNvPr id="46" name="Freeform: Shape 45">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572000"/>
            <a:ext cx="2004647" cy="11430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Hedef merkezi">
            <a:extLst>
              <a:ext uri="{FF2B5EF4-FFF2-40B4-BE49-F238E27FC236}">
                <a16:creationId xmlns:a16="http://schemas.microsoft.com/office/drawing/2014/main" id="{8DA265FC-2806-F0F4-579E-EFDAABDD49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7386" y="995255"/>
            <a:ext cx="3583036" cy="358303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İçerik Yer Tutucusu 2"/>
          <p:cNvSpPr>
            <a:spLocks noGrp="1"/>
          </p:cNvSpPr>
          <p:nvPr>
            <p:ph idx="1"/>
          </p:nvPr>
        </p:nvSpPr>
        <p:spPr>
          <a:xfrm>
            <a:off x="4421221" y="1653702"/>
            <a:ext cx="4094129" cy="3493767"/>
          </a:xfrm>
        </p:spPr>
        <p:txBody>
          <a:bodyPr>
            <a:normAutofit/>
          </a:bodyPr>
          <a:lstStyle/>
          <a:p>
            <a:pPr marL="628650" lvl="1" indent="-171450">
              <a:lnSpc>
                <a:spcPct val="90000"/>
              </a:lnSpc>
              <a:spcAft>
                <a:spcPts val="600"/>
              </a:spcAft>
              <a:buSzPct val="100000"/>
              <a:buFont typeface="Arial" panose="020B0604020202020204" pitchFamily="34" charset="0"/>
              <a:buChar char="•"/>
            </a:pPr>
            <a:r>
              <a:rPr lang="tr-TR" altLang="tr-TR" sz="1300" dirty="0">
                <a:ea typeface="Verdana" panose="020B0604030504040204" pitchFamily="34" charset="0"/>
              </a:rPr>
              <a:t>Uygulamayı satın alacak müşteriler tarafından sözleşmeler ile,</a:t>
            </a:r>
          </a:p>
          <a:p>
            <a:pPr marL="628650" lvl="1" indent="-171450">
              <a:lnSpc>
                <a:spcPct val="90000"/>
              </a:lnSpc>
              <a:spcAft>
                <a:spcPts val="600"/>
              </a:spcAft>
              <a:buSzPct val="100000"/>
              <a:buFont typeface="Arial" panose="020B0604020202020204" pitchFamily="34" charset="0"/>
              <a:buChar char="•"/>
            </a:pPr>
            <a:r>
              <a:rPr lang="tr-TR" altLang="tr-TR" sz="1300" dirty="0">
                <a:ea typeface="Verdana" panose="020B0604030504040204" pitchFamily="34" charset="0"/>
              </a:rPr>
              <a:t>Uygulamayı geliştiren tasarımcılar tarafından uygulama için belirlenecek hedefler ile, </a:t>
            </a:r>
          </a:p>
          <a:p>
            <a:pPr marL="628650" lvl="1" indent="-171450">
              <a:lnSpc>
                <a:spcPct val="90000"/>
              </a:lnSpc>
              <a:spcAft>
                <a:spcPts val="600"/>
              </a:spcAft>
              <a:buSzPct val="100000"/>
              <a:buFont typeface="Arial" panose="020B0604020202020204" pitchFamily="34" charset="0"/>
              <a:buChar char="•"/>
            </a:pPr>
            <a:r>
              <a:rPr lang="tr-TR" altLang="tr-TR" sz="1300" dirty="0">
                <a:ea typeface="Verdana" panose="020B0604030504040204" pitchFamily="34" charset="0"/>
              </a:rPr>
              <a:t>Kullanılabilirlik değerlendirmesi yapan uzmanlar tarafından ya da </a:t>
            </a:r>
          </a:p>
          <a:p>
            <a:pPr marL="628650" lvl="1" indent="-171450">
              <a:lnSpc>
                <a:spcPct val="90000"/>
              </a:lnSpc>
              <a:spcAft>
                <a:spcPts val="600"/>
              </a:spcAft>
              <a:buSzPct val="100000"/>
              <a:buFont typeface="Arial" panose="020B0604020202020204" pitchFamily="34" charset="0"/>
              <a:buChar char="•"/>
            </a:pPr>
            <a:r>
              <a:rPr lang="tr-TR" altLang="tr-TR" sz="1300" dirty="0">
                <a:ea typeface="Verdana" panose="020B0604030504040204" pitchFamily="34" charset="0"/>
              </a:rPr>
              <a:t>Uygulamayı kullanacak kullanıcılar tarafından belirlenebilir.</a:t>
            </a:r>
          </a:p>
          <a:p>
            <a:pPr>
              <a:lnSpc>
                <a:spcPct val="90000"/>
              </a:lnSpc>
              <a:spcAft>
                <a:spcPts val="600"/>
              </a:spcAft>
              <a:buSzPct val="150000"/>
            </a:pPr>
            <a:r>
              <a:rPr lang="tr-TR" altLang="tr-TR" sz="1300" dirty="0">
                <a:ea typeface="Verdana" panose="020B0604030504040204" pitchFamily="34" charset="0"/>
              </a:rPr>
              <a:t>Kullanılabilirlik kriterlerinin hedef kullanıcı kitlesine, uygulamada belirlenen işlere ve çevre faktörlerine bağlı olarak belirlenmesi gerekir.</a:t>
            </a:r>
          </a:p>
          <a:p>
            <a:pPr>
              <a:lnSpc>
                <a:spcPct val="90000"/>
              </a:lnSpc>
              <a:spcAft>
                <a:spcPts val="600"/>
              </a:spcAft>
              <a:buSzPct val="150000"/>
            </a:pPr>
            <a:r>
              <a:rPr lang="tr-TR" altLang="tr-TR" sz="1300" dirty="0">
                <a:ea typeface="Verdana" panose="020B0604030504040204" pitchFamily="34" charset="0"/>
              </a:rPr>
              <a:t>Örneğin eskisine alternatif olarak geliştirilen bir ürünün kullanılabilirliği su örnek kriter ile belirlenebilir:</a:t>
            </a:r>
          </a:p>
          <a:p>
            <a:pPr>
              <a:lnSpc>
                <a:spcPct val="90000"/>
              </a:lnSpc>
              <a:spcAft>
                <a:spcPts val="600"/>
              </a:spcAft>
              <a:buSzPct val="150000"/>
              <a:buFont typeface="Georgia" panose="02040502050405020303" pitchFamily="18" charset="0"/>
              <a:buNone/>
            </a:pPr>
            <a:endParaRPr lang="tr-TR" altLang="tr-TR" sz="1300" dirty="0">
              <a:ea typeface="Verdana" panose="020B0604030504040204" pitchFamily="34" charset="0"/>
            </a:endParaRPr>
          </a:p>
          <a:p>
            <a:pPr>
              <a:lnSpc>
                <a:spcPct val="90000"/>
              </a:lnSpc>
              <a:spcAft>
                <a:spcPts val="600"/>
              </a:spcAft>
            </a:pPr>
            <a:endParaRPr lang="tr-TR" sz="1300" dirty="0"/>
          </a:p>
        </p:txBody>
      </p:sp>
    </p:spTree>
    <p:extLst>
      <p:ext uri="{BB962C8B-B14F-4D97-AF65-F5344CB8AC3E}">
        <p14:creationId xmlns:p14="http://schemas.microsoft.com/office/powerpoint/2010/main" val="263326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2852" y="673735"/>
            <a:ext cx="4643120"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000000"/>
                </a:solidFill>
              </a:rPr>
              <a:t>Kullanılabilirlik</a:t>
            </a:r>
            <a:r>
              <a:rPr sz="2800" spc="30" dirty="0">
                <a:solidFill>
                  <a:srgbClr val="000000"/>
                </a:solidFill>
              </a:rPr>
              <a:t> </a:t>
            </a:r>
            <a:r>
              <a:rPr sz="2800" spc="-5" dirty="0">
                <a:solidFill>
                  <a:srgbClr val="000000"/>
                </a:solidFill>
              </a:rPr>
              <a:t>kriterleri</a:t>
            </a:r>
            <a:r>
              <a:rPr sz="2800" spc="-30" dirty="0">
                <a:solidFill>
                  <a:srgbClr val="000000"/>
                </a:solidFill>
              </a:rPr>
              <a:t> </a:t>
            </a:r>
            <a:r>
              <a:rPr sz="2800" spc="-25" dirty="0">
                <a:solidFill>
                  <a:srgbClr val="000000"/>
                </a:solidFill>
              </a:rPr>
              <a:t>koymak</a:t>
            </a:r>
            <a:endParaRPr sz="2800"/>
          </a:p>
        </p:txBody>
      </p:sp>
      <p:sp>
        <p:nvSpPr>
          <p:cNvPr id="3" name="object 3"/>
          <p:cNvSpPr/>
          <p:nvPr/>
        </p:nvSpPr>
        <p:spPr>
          <a:xfrm>
            <a:off x="2610611" y="3494532"/>
            <a:ext cx="5378450" cy="18415"/>
          </a:xfrm>
          <a:custGeom>
            <a:avLst/>
            <a:gdLst/>
            <a:ahLst/>
            <a:cxnLst/>
            <a:rect l="l" t="t" r="r" b="b"/>
            <a:pathLst>
              <a:path w="5378450" h="18414">
                <a:moveTo>
                  <a:pt x="5378195" y="0"/>
                </a:moveTo>
                <a:lnTo>
                  <a:pt x="0" y="0"/>
                </a:lnTo>
                <a:lnTo>
                  <a:pt x="0" y="18288"/>
                </a:lnTo>
                <a:lnTo>
                  <a:pt x="5378195" y="18288"/>
                </a:lnTo>
                <a:lnTo>
                  <a:pt x="5378195" y="0"/>
                </a:lnTo>
                <a:close/>
              </a:path>
            </a:pathLst>
          </a:custGeom>
          <a:solidFill>
            <a:srgbClr val="585858"/>
          </a:solidFill>
        </p:spPr>
        <p:txBody>
          <a:bodyPr wrap="square" lIns="0" tIns="0" rIns="0" bIns="0" rtlCol="0"/>
          <a:lstStyle/>
          <a:p>
            <a:endParaRPr/>
          </a:p>
        </p:txBody>
      </p:sp>
      <p:sp>
        <p:nvSpPr>
          <p:cNvPr id="4" name="object 4"/>
          <p:cNvSpPr txBox="1"/>
          <p:nvPr/>
        </p:nvSpPr>
        <p:spPr>
          <a:xfrm>
            <a:off x="535940" y="1299489"/>
            <a:ext cx="7710805" cy="2799715"/>
          </a:xfrm>
          <a:prstGeom prst="rect">
            <a:avLst/>
          </a:prstGeom>
        </p:spPr>
        <p:txBody>
          <a:bodyPr vert="horz" wrap="square" lIns="0" tIns="12700" rIns="0" bIns="0" rtlCol="0">
            <a:spAutoFit/>
          </a:bodyPr>
          <a:lstStyle/>
          <a:p>
            <a:pPr marL="12700" marR="5080">
              <a:lnSpc>
                <a:spcPct val="130000"/>
              </a:lnSpc>
              <a:spcBef>
                <a:spcPts val="100"/>
              </a:spcBef>
            </a:pPr>
            <a:r>
              <a:rPr sz="2800" spc="-5" dirty="0">
                <a:solidFill>
                  <a:srgbClr val="585858"/>
                </a:solidFill>
                <a:latin typeface="Calibri"/>
                <a:cs typeface="Calibri"/>
              </a:rPr>
              <a:t>“Ürün</a:t>
            </a:r>
            <a:r>
              <a:rPr sz="2800" spc="15" dirty="0">
                <a:solidFill>
                  <a:srgbClr val="585858"/>
                </a:solidFill>
                <a:latin typeface="Calibri"/>
                <a:cs typeface="Calibri"/>
              </a:rPr>
              <a:t> </a:t>
            </a:r>
            <a:r>
              <a:rPr sz="2800" spc="-5" dirty="0">
                <a:solidFill>
                  <a:srgbClr val="585858"/>
                </a:solidFill>
                <a:latin typeface="Calibri"/>
                <a:cs typeface="Calibri"/>
              </a:rPr>
              <a:t>X, </a:t>
            </a:r>
            <a:r>
              <a:rPr sz="2800" spc="-10" dirty="0">
                <a:solidFill>
                  <a:srgbClr val="585858"/>
                </a:solidFill>
                <a:latin typeface="Calibri"/>
                <a:cs typeface="Calibri"/>
              </a:rPr>
              <a:t>kullanıcıların</a:t>
            </a:r>
            <a:r>
              <a:rPr sz="2800" spc="20" dirty="0">
                <a:solidFill>
                  <a:srgbClr val="585858"/>
                </a:solidFill>
                <a:latin typeface="Calibri"/>
                <a:cs typeface="Calibri"/>
              </a:rPr>
              <a:t> </a:t>
            </a:r>
            <a:r>
              <a:rPr sz="2800" dirty="0">
                <a:solidFill>
                  <a:srgbClr val="585858"/>
                </a:solidFill>
                <a:latin typeface="Calibri"/>
                <a:cs typeface="Calibri"/>
              </a:rPr>
              <a:t>%70’i</a:t>
            </a:r>
            <a:r>
              <a:rPr sz="2800" spc="20" dirty="0">
                <a:solidFill>
                  <a:srgbClr val="585858"/>
                </a:solidFill>
                <a:latin typeface="Calibri"/>
                <a:cs typeface="Calibri"/>
              </a:rPr>
              <a:t> </a:t>
            </a:r>
            <a:r>
              <a:rPr sz="2800" spc="-15" dirty="0">
                <a:solidFill>
                  <a:srgbClr val="585858"/>
                </a:solidFill>
                <a:latin typeface="Calibri"/>
                <a:cs typeface="Calibri"/>
              </a:rPr>
              <a:t>tarafından,</a:t>
            </a:r>
            <a:r>
              <a:rPr sz="2800" spc="25" dirty="0">
                <a:solidFill>
                  <a:srgbClr val="585858"/>
                </a:solidFill>
                <a:latin typeface="Calibri"/>
                <a:cs typeface="Calibri"/>
              </a:rPr>
              <a:t> </a:t>
            </a:r>
            <a:r>
              <a:rPr sz="2800" spc="-5" dirty="0">
                <a:solidFill>
                  <a:srgbClr val="585858"/>
                </a:solidFill>
                <a:latin typeface="Calibri"/>
                <a:cs typeface="Calibri"/>
              </a:rPr>
              <a:t>ek bir</a:t>
            </a:r>
            <a:r>
              <a:rPr sz="2800" dirty="0">
                <a:solidFill>
                  <a:srgbClr val="585858"/>
                </a:solidFill>
                <a:latin typeface="Calibri"/>
                <a:cs typeface="Calibri"/>
              </a:rPr>
              <a:t> </a:t>
            </a:r>
            <a:r>
              <a:rPr sz="2800" spc="-5" dirty="0">
                <a:solidFill>
                  <a:srgbClr val="585858"/>
                </a:solidFill>
                <a:latin typeface="Calibri"/>
                <a:cs typeface="Calibri"/>
              </a:rPr>
              <a:t>eğitim </a:t>
            </a:r>
            <a:r>
              <a:rPr sz="2800" dirty="0">
                <a:solidFill>
                  <a:srgbClr val="585858"/>
                </a:solidFill>
                <a:latin typeface="Calibri"/>
                <a:cs typeface="Calibri"/>
              </a:rPr>
              <a:t> </a:t>
            </a:r>
            <a:r>
              <a:rPr sz="2800" spc="-15" dirty="0">
                <a:solidFill>
                  <a:srgbClr val="585858"/>
                </a:solidFill>
                <a:latin typeface="Calibri"/>
                <a:cs typeface="Calibri"/>
              </a:rPr>
              <a:t>gerektirmeksizin,</a:t>
            </a:r>
            <a:r>
              <a:rPr sz="2800" spc="40" dirty="0">
                <a:solidFill>
                  <a:srgbClr val="585858"/>
                </a:solidFill>
                <a:latin typeface="Calibri"/>
                <a:cs typeface="Calibri"/>
              </a:rPr>
              <a:t> </a:t>
            </a:r>
            <a:r>
              <a:rPr sz="2800" u="heavy" spc="-10" dirty="0">
                <a:solidFill>
                  <a:srgbClr val="585858"/>
                </a:solidFill>
                <a:uFill>
                  <a:solidFill>
                    <a:srgbClr val="585858"/>
                  </a:solidFill>
                </a:uFill>
                <a:latin typeface="Calibri"/>
                <a:cs typeface="Calibri"/>
              </a:rPr>
              <a:t>bütün</a:t>
            </a:r>
            <a:r>
              <a:rPr sz="2800" u="heavy" spc="50" dirty="0">
                <a:solidFill>
                  <a:srgbClr val="585858"/>
                </a:solidFill>
                <a:uFill>
                  <a:solidFill>
                    <a:srgbClr val="585858"/>
                  </a:solidFill>
                </a:uFill>
                <a:latin typeface="Calibri"/>
                <a:cs typeface="Calibri"/>
              </a:rPr>
              <a:t> </a:t>
            </a:r>
            <a:r>
              <a:rPr sz="2800" u="heavy" spc="-15" dirty="0">
                <a:solidFill>
                  <a:srgbClr val="585858"/>
                </a:solidFill>
                <a:uFill>
                  <a:solidFill>
                    <a:srgbClr val="585858"/>
                  </a:solidFill>
                </a:uFill>
                <a:latin typeface="Calibri"/>
                <a:cs typeface="Calibri"/>
              </a:rPr>
              <a:t>görevleri</a:t>
            </a:r>
            <a:r>
              <a:rPr sz="2800" spc="-5" dirty="0">
                <a:solidFill>
                  <a:srgbClr val="585858"/>
                </a:solidFill>
                <a:latin typeface="Calibri"/>
                <a:cs typeface="Calibri"/>
              </a:rPr>
              <a:t> %95</a:t>
            </a:r>
            <a:r>
              <a:rPr sz="2800" spc="40" dirty="0">
                <a:solidFill>
                  <a:srgbClr val="585858"/>
                </a:solidFill>
                <a:latin typeface="Calibri"/>
                <a:cs typeface="Calibri"/>
              </a:rPr>
              <a:t> </a:t>
            </a:r>
            <a:r>
              <a:rPr sz="2800" spc="-10" dirty="0">
                <a:solidFill>
                  <a:srgbClr val="585858"/>
                </a:solidFill>
                <a:latin typeface="Calibri"/>
                <a:cs typeface="Calibri"/>
              </a:rPr>
              <a:t>dogrulukla,</a:t>
            </a:r>
            <a:r>
              <a:rPr sz="2800" spc="40" dirty="0">
                <a:solidFill>
                  <a:srgbClr val="585858"/>
                </a:solidFill>
                <a:latin typeface="Calibri"/>
                <a:cs typeface="Calibri"/>
              </a:rPr>
              <a:t> </a:t>
            </a:r>
            <a:r>
              <a:rPr sz="2800" spc="-15" dirty="0">
                <a:solidFill>
                  <a:srgbClr val="585858"/>
                </a:solidFill>
                <a:latin typeface="Calibri"/>
                <a:cs typeface="Calibri"/>
              </a:rPr>
              <a:t>var </a:t>
            </a:r>
            <a:r>
              <a:rPr sz="2800" spc="-615" dirty="0">
                <a:solidFill>
                  <a:srgbClr val="585858"/>
                </a:solidFill>
                <a:latin typeface="Calibri"/>
                <a:cs typeface="Calibri"/>
              </a:rPr>
              <a:t> </a:t>
            </a:r>
            <a:r>
              <a:rPr sz="2800" spc="-10" dirty="0">
                <a:solidFill>
                  <a:srgbClr val="585858"/>
                </a:solidFill>
                <a:latin typeface="Calibri"/>
                <a:cs typeface="Calibri"/>
              </a:rPr>
              <a:t>olan</a:t>
            </a:r>
            <a:r>
              <a:rPr sz="2800" dirty="0">
                <a:solidFill>
                  <a:srgbClr val="585858"/>
                </a:solidFill>
                <a:latin typeface="Calibri"/>
                <a:cs typeface="Calibri"/>
              </a:rPr>
              <a:t> </a:t>
            </a:r>
            <a:r>
              <a:rPr sz="2800" spc="-10" dirty="0">
                <a:solidFill>
                  <a:srgbClr val="585858"/>
                </a:solidFill>
                <a:latin typeface="Calibri"/>
                <a:cs typeface="Calibri"/>
              </a:rPr>
              <a:t>diger</a:t>
            </a:r>
            <a:r>
              <a:rPr sz="2800" spc="-5" dirty="0">
                <a:solidFill>
                  <a:srgbClr val="585858"/>
                </a:solidFill>
                <a:latin typeface="Calibri"/>
                <a:cs typeface="Calibri"/>
              </a:rPr>
              <a:t> </a:t>
            </a:r>
            <a:r>
              <a:rPr sz="2800" spc="-10" dirty="0">
                <a:solidFill>
                  <a:srgbClr val="585858"/>
                </a:solidFill>
                <a:latin typeface="Calibri"/>
                <a:cs typeface="Calibri"/>
              </a:rPr>
              <a:t>uygulamanın</a:t>
            </a:r>
            <a:r>
              <a:rPr sz="2800" spc="30" dirty="0">
                <a:solidFill>
                  <a:srgbClr val="585858"/>
                </a:solidFill>
                <a:latin typeface="Calibri"/>
                <a:cs typeface="Calibri"/>
              </a:rPr>
              <a:t> </a:t>
            </a:r>
            <a:r>
              <a:rPr sz="2800" spc="-10" dirty="0">
                <a:solidFill>
                  <a:srgbClr val="585858"/>
                </a:solidFill>
                <a:latin typeface="Calibri"/>
                <a:cs typeface="Calibri"/>
              </a:rPr>
              <a:t>kullanımından</a:t>
            </a:r>
            <a:r>
              <a:rPr sz="2800" spc="40" dirty="0">
                <a:solidFill>
                  <a:srgbClr val="585858"/>
                </a:solidFill>
                <a:latin typeface="Calibri"/>
                <a:cs typeface="Calibri"/>
              </a:rPr>
              <a:t> </a:t>
            </a:r>
            <a:r>
              <a:rPr sz="2800" spc="-5" dirty="0">
                <a:solidFill>
                  <a:srgbClr val="585858"/>
                </a:solidFill>
                <a:latin typeface="Calibri"/>
                <a:cs typeface="Calibri"/>
              </a:rPr>
              <a:t>%25</a:t>
            </a:r>
            <a:r>
              <a:rPr sz="2800" spc="40" dirty="0">
                <a:solidFill>
                  <a:srgbClr val="585858"/>
                </a:solidFill>
                <a:latin typeface="Calibri"/>
                <a:cs typeface="Calibri"/>
              </a:rPr>
              <a:t> </a:t>
            </a:r>
            <a:r>
              <a:rPr sz="2800" u="heavy" spc="-10" dirty="0">
                <a:solidFill>
                  <a:srgbClr val="585858"/>
                </a:solidFill>
                <a:uFill>
                  <a:solidFill>
                    <a:srgbClr val="585858"/>
                  </a:solidFill>
                </a:uFill>
                <a:latin typeface="Calibri"/>
                <a:cs typeface="Calibri"/>
              </a:rPr>
              <a:t>daha</a:t>
            </a:r>
            <a:r>
              <a:rPr sz="2800" u="heavy" spc="10" dirty="0">
                <a:solidFill>
                  <a:srgbClr val="585858"/>
                </a:solidFill>
                <a:uFill>
                  <a:solidFill>
                    <a:srgbClr val="585858"/>
                  </a:solidFill>
                </a:uFill>
                <a:latin typeface="Calibri"/>
                <a:cs typeface="Calibri"/>
              </a:rPr>
              <a:t> </a:t>
            </a:r>
            <a:r>
              <a:rPr sz="2800" u="heavy" spc="-10" dirty="0">
                <a:solidFill>
                  <a:srgbClr val="585858"/>
                </a:solidFill>
                <a:uFill>
                  <a:solidFill>
                    <a:srgbClr val="585858"/>
                  </a:solidFill>
                </a:uFill>
                <a:latin typeface="Calibri"/>
                <a:cs typeface="Calibri"/>
              </a:rPr>
              <a:t>hızlı </a:t>
            </a:r>
            <a:r>
              <a:rPr sz="2800" spc="-620" dirty="0">
                <a:solidFill>
                  <a:srgbClr val="585858"/>
                </a:solidFill>
                <a:latin typeface="Calibri"/>
                <a:cs typeface="Calibri"/>
              </a:rPr>
              <a:t> </a:t>
            </a:r>
            <a:r>
              <a:rPr sz="2800" spc="-20" dirty="0">
                <a:solidFill>
                  <a:srgbClr val="585858"/>
                </a:solidFill>
                <a:latin typeface="Calibri"/>
                <a:cs typeface="Calibri"/>
              </a:rPr>
              <a:t>ve</a:t>
            </a:r>
            <a:r>
              <a:rPr sz="2800" dirty="0">
                <a:solidFill>
                  <a:srgbClr val="585858"/>
                </a:solidFill>
                <a:latin typeface="Calibri"/>
                <a:cs typeface="Calibri"/>
              </a:rPr>
              <a:t> </a:t>
            </a:r>
            <a:r>
              <a:rPr sz="2800" spc="-5" dirty="0">
                <a:solidFill>
                  <a:srgbClr val="585858"/>
                </a:solidFill>
                <a:latin typeface="Calibri"/>
                <a:cs typeface="Calibri"/>
              </a:rPr>
              <a:t>en</a:t>
            </a:r>
            <a:r>
              <a:rPr sz="2800" dirty="0">
                <a:solidFill>
                  <a:srgbClr val="585858"/>
                </a:solidFill>
                <a:latin typeface="Calibri"/>
                <a:cs typeface="Calibri"/>
              </a:rPr>
              <a:t> </a:t>
            </a:r>
            <a:r>
              <a:rPr sz="2800" spc="-5" dirty="0">
                <a:solidFill>
                  <a:srgbClr val="585858"/>
                </a:solidFill>
                <a:latin typeface="Calibri"/>
                <a:cs typeface="Calibri"/>
              </a:rPr>
              <a:t>azından</a:t>
            </a:r>
            <a:r>
              <a:rPr sz="2800" spc="20" dirty="0">
                <a:solidFill>
                  <a:srgbClr val="585858"/>
                </a:solidFill>
                <a:latin typeface="Calibri"/>
                <a:cs typeface="Calibri"/>
              </a:rPr>
              <a:t> </a:t>
            </a:r>
            <a:r>
              <a:rPr sz="2800" spc="-5" dirty="0">
                <a:solidFill>
                  <a:srgbClr val="585858"/>
                </a:solidFill>
                <a:latin typeface="Calibri"/>
                <a:cs typeface="Calibri"/>
              </a:rPr>
              <a:t>eşit</a:t>
            </a:r>
            <a:r>
              <a:rPr sz="2800" spc="10" dirty="0">
                <a:solidFill>
                  <a:srgbClr val="585858"/>
                </a:solidFill>
                <a:latin typeface="Calibri"/>
                <a:cs typeface="Calibri"/>
              </a:rPr>
              <a:t> </a:t>
            </a:r>
            <a:r>
              <a:rPr sz="2800" spc="-15" dirty="0">
                <a:solidFill>
                  <a:srgbClr val="585858"/>
                </a:solidFill>
                <a:latin typeface="Calibri"/>
                <a:cs typeface="Calibri"/>
              </a:rPr>
              <a:t>seviyede</a:t>
            </a:r>
            <a:r>
              <a:rPr sz="2800" spc="15" dirty="0">
                <a:solidFill>
                  <a:srgbClr val="585858"/>
                </a:solidFill>
                <a:latin typeface="Calibri"/>
                <a:cs typeface="Calibri"/>
              </a:rPr>
              <a:t> </a:t>
            </a:r>
            <a:r>
              <a:rPr sz="2800" spc="-10" dirty="0">
                <a:solidFill>
                  <a:srgbClr val="585858"/>
                </a:solidFill>
                <a:latin typeface="Calibri"/>
                <a:cs typeface="Calibri"/>
              </a:rPr>
              <a:t>memnuniyet</a:t>
            </a:r>
            <a:r>
              <a:rPr sz="2800" spc="35" dirty="0">
                <a:solidFill>
                  <a:srgbClr val="585858"/>
                </a:solidFill>
                <a:latin typeface="Calibri"/>
                <a:cs typeface="Calibri"/>
              </a:rPr>
              <a:t> </a:t>
            </a:r>
            <a:r>
              <a:rPr sz="2800" spc="-20" dirty="0">
                <a:solidFill>
                  <a:srgbClr val="585858"/>
                </a:solidFill>
                <a:latin typeface="Calibri"/>
                <a:cs typeface="Calibri"/>
              </a:rPr>
              <a:t>göstererek </a:t>
            </a:r>
            <a:r>
              <a:rPr sz="2800" spc="-15" dirty="0">
                <a:solidFill>
                  <a:srgbClr val="585858"/>
                </a:solidFill>
                <a:latin typeface="Calibri"/>
                <a:cs typeface="Calibri"/>
              </a:rPr>
              <a:t> </a:t>
            </a:r>
            <a:r>
              <a:rPr sz="2800" spc="-40" dirty="0">
                <a:solidFill>
                  <a:srgbClr val="585858"/>
                </a:solidFill>
                <a:latin typeface="Calibri"/>
                <a:cs typeface="Calibri"/>
              </a:rPr>
              <a:t>kullanılmaktadır.”</a:t>
            </a:r>
            <a:endParaRPr sz="2800" dirty="0">
              <a:latin typeface="Calibri"/>
              <a:cs typeface="Calibri"/>
            </a:endParaRPr>
          </a:p>
        </p:txBody>
      </p:sp>
      <p:sp>
        <p:nvSpPr>
          <p:cNvPr id="5" name="object 5"/>
          <p:cNvSpPr/>
          <p:nvPr/>
        </p:nvSpPr>
        <p:spPr>
          <a:xfrm>
            <a:off x="6160007" y="2262302"/>
            <a:ext cx="1800860" cy="1515745"/>
          </a:xfrm>
          <a:custGeom>
            <a:avLst/>
            <a:gdLst/>
            <a:ahLst/>
            <a:cxnLst/>
            <a:rect l="l" t="t" r="r" b="b"/>
            <a:pathLst>
              <a:path w="1800859" h="1515745">
                <a:moveTo>
                  <a:pt x="62418" y="44105"/>
                </a:moveTo>
                <a:lnTo>
                  <a:pt x="54244" y="53846"/>
                </a:lnTo>
                <a:lnTo>
                  <a:pt x="1792731" y="1515148"/>
                </a:lnTo>
                <a:lnTo>
                  <a:pt x="1800859" y="1505419"/>
                </a:lnTo>
                <a:lnTo>
                  <a:pt x="62418" y="44105"/>
                </a:lnTo>
                <a:close/>
              </a:path>
              <a:path w="1800859" h="1515745">
                <a:moveTo>
                  <a:pt x="0" y="0"/>
                </a:moveTo>
                <a:lnTo>
                  <a:pt x="33781" y="78231"/>
                </a:lnTo>
                <a:lnTo>
                  <a:pt x="54244" y="53846"/>
                </a:lnTo>
                <a:lnTo>
                  <a:pt x="44576" y="45719"/>
                </a:lnTo>
                <a:lnTo>
                  <a:pt x="52704" y="35941"/>
                </a:lnTo>
                <a:lnTo>
                  <a:pt x="69269" y="35941"/>
                </a:lnTo>
                <a:lnTo>
                  <a:pt x="82803" y="19812"/>
                </a:lnTo>
                <a:lnTo>
                  <a:pt x="0" y="0"/>
                </a:lnTo>
                <a:close/>
              </a:path>
              <a:path w="1800859" h="1515745">
                <a:moveTo>
                  <a:pt x="52704" y="35941"/>
                </a:moveTo>
                <a:lnTo>
                  <a:pt x="44576" y="45719"/>
                </a:lnTo>
                <a:lnTo>
                  <a:pt x="54244" y="53846"/>
                </a:lnTo>
                <a:lnTo>
                  <a:pt x="62418" y="44105"/>
                </a:lnTo>
                <a:lnTo>
                  <a:pt x="52704" y="35941"/>
                </a:lnTo>
                <a:close/>
              </a:path>
              <a:path w="1800859" h="1515745">
                <a:moveTo>
                  <a:pt x="69269" y="35941"/>
                </a:moveTo>
                <a:lnTo>
                  <a:pt x="52704" y="35941"/>
                </a:lnTo>
                <a:lnTo>
                  <a:pt x="62418" y="44105"/>
                </a:lnTo>
                <a:lnTo>
                  <a:pt x="69269" y="35941"/>
                </a:lnTo>
                <a:close/>
              </a:path>
            </a:pathLst>
          </a:custGeom>
          <a:solidFill>
            <a:srgbClr val="000000"/>
          </a:solidFill>
        </p:spPr>
        <p:txBody>
          <a:bodyPr wrap="square" lIns="0" tIns="0" rIns="0" bIns="0" rtlCol="0"/>
          <a:lstStyle/>
          <a:p>
            <a:endParaRPr/>
          </a:p>
        </p:txBody>
      </p:sp>
      <p:sp>
        <p:nvSpPr>
          <p:cNvPr id="6" name="object 6"/>
          <p:cNvSpPr txBox="1"/>
          <p:nvPr/>
        </p:nvSpPr>
        <p:spPr>
          <a:xfrm>
            <a:off x="7939786" y="3810202"/>
            <a:ext cx="72199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MT"/>
                <a:cs typeface="Arial MT"/>
              </a:rPr>
              <a:t>Etkil</a:t>
            </a:r>
            <a:r>
              <a:rPr sz="1800" spc="-15" dirty="0">
                <a:latin typeface="Arial MT"/>
                <a:cs typeface="Arial MT"/>
              </a:rPr>
              <a:t>i</a:t>
            </a:r>
            <a:r>
              <a:rPr sz="1800" spc="-5" dirty="0">
                <a:latin typeface="Arial MT"/>
                <a:cs typeface="Arial MT"/>
              </a:rPr>
              <a:t>l</a:t>
            </a:r>
            <a:r>
              <a:rPr sz="1800" spc="-15" dirty="0">
                <a:latin typeface="Arial MT"/>
                <a:cs typeface="Arial MT"/>
              </a:rPr>
              <a:t>i</a:t>
            </a:r>
            <a:r>
              <a:rPr sz="1800" dirty="0">
                <a:latin typeface="Arial MT"/>
                <a:cs typeface="Arial MT"/>
              </a:rPr>
              <a:t>k</a:t>
            </a:r>
          </a:p>
        </p:txBody>
      </p:sp>
      <p:sp>
        <p:nvSpPr>
          <p:cNvPr id="7" name="object 7"/>
          <p:cNvSpPr/>
          <p:nvPr/>
        </p:nvSpPr>
        <p:spPr>
          <a:xfrm>
            <a:off x="6160007" y="2895878"/>
            <a:ext cx="940435" cy="1025525"/>
          </a:xfrm>
          <a:custGeom>
            <a:avLst/>
            <a:gdLst/>
            <a:ahLst/>
            <a:cxnLst/>
            <a:rect l="l" t="t" r="r" b="b"/>
            <a:pathLst>
              <a:path w="940434" h="1025525">
                <a:moveTo>
                  <a:pt x="56198" y="51900"/>
                </a:moveTo>
                <a:lnTo>
                  <a:pt x="46841" y="60454"/>
                </a:lnTo>
                <a:lnTo>
                  <a:pt x="931036" y="1025372"/>
                </a:lnTo>
                <a:lnTo>
                  <a:pt x="940434" y="1016787"/>
                </a:lnTo>
                <a:lnTo>
                  <a:pt x="56198" y="51900"/>
                </a:lnTo>
                <a:close/>
              </a:path>
              <a:path w="940434" h="1025525">
                <a:moveTo>
                  <a:pt x="0" y="0"/>
                </a:moveTo>
                <a:lnTo>
                  <a:pt x="23367" y="81915"/>
                </a:lnTo>
                <a:lnTo>
                  <a:pt x="46841" y="60454"/>
                </a:lnTo>
                <a:lnTo>
                  <a:pt x="38226" y="51054"/>
                </a:lnTo>
                <a:lnTo>
                  <a:pt x="47625" y="42544"/>
                </a:lnTo>
                <a:lnTo>
                  <a:pt x="66431" y="42544"/>
                </a:lnTo>
                <a:lnTo>
                  <a:pt x="79628" y="30480"/>
                </a:lnTo>
                <a:lnTo>
                  <a:pt x="0" y="0"/>
                </a:lnTo>
                <a:close/>
              </a:path>
              <a:path w="940434" h="1025525">
                <a:moveTo>
                  <a:pt x="47625" y="42544"/>
                </a:moveTo>
                <a:lnTo>
                  <a:pt x="38226" y="51054"/>
                </a:lnTo>
                <a:lnTo>
                  <a:pt x="46841" y="60454"/>
                </a:lnTo>
                <a:lnTo>
                  <a:pt x="56198" y="51900"/>
                </a:lnTo>
                <a:lnTo>
                  <a:pt x="47625" y="42544"/>
                </a:lnTo>
                <a:close/>
              </a:path>
              <a:path w="940434" h="1025525">
                <a:moveTo>
                  <a:pt x="66431" y="42544"/>
                </a:moveTo>
                <a:lnTo>
                  <a:pt x="47625" y="42544"/>
                </a:lnTo>
                <a:lnTo>
                  <a:pt x="56198" y="51900"/>
                </a:lnTo>
                <a:lnTo>
                  <a:pt x="66431" y="42544"/>
                </a:lnTo>
                <a:close/>
              </a:path>
            </a:pathLst>
          </a:custGeom>
          <a:solidFill>
            <a:srgbClr val="000000"/>
          </a:solidFill>
        </p:spPr>
        <p:txBody>
          <a:bodyPr wrap="square" lIns="0" tIns="0" rIns="0" bIns="0" rtlCol="0"/>
          <a:lstStyle/>
          <a:p>
            <a:endParaRPr dirty="0"/>
          </a:p>
        </p:txBody>
      </p:sp>
      <p:sp>
        <p:nvSpPr>
          <p:cNvPr id="8" name="object 8"/>
          <p:cNvSpPr txBox="1"/>
          <p:nvPr/>
        </p:nvSpPr>
        <p:spPr>
          <a:xfrm>
            <a:off x="6433692" y="3860444"/>
            <a:ext cx="924560" cy="299720"/>
          </a:xfrm>
          <a:prstGeom prst="rect">
            <a:avLst/>
          </a:prstGeom>
        </p:spPr>
        <p:txBody>
          <a:bodyPr vert="horz" wrap="square" lIns="0" tIns="12700" rIns="0" bIns="0" rtlCol="0">
            <a:spAutoFit/>
          </a:bodyPr>
          <a:lstStyle/>
          <a:p>
            <a:pPr marL="12700">
              <a:lnSpc>
                <a:spcPct val="100000"/>
              </a:lnSpc>
              <a:spcBef>
                <a:spcPts val="100"/>
              </a:spcBef>
            </a:pPr>
            <a:r>
              <a:rPr sz="1800" spc="-100" dirty="0">
                <a:latin typeface="Arial MT"/>
                <a:cs typeface="Arial MT"/>
              </a:rPr>
              <a:t>V</a:t>
            </a:r>
            <a:r>
              <a:rPr sz="1800" spc="-5" dirty="0">
                <a:latin typeface="Arial MT"/>
                <a:cs typeface="Arial MT"/>
              </a:rPr>
              <a:t>er</a:t>
            </a:r>
            <a:r>
              <a:rPr sz="1800" spc="-15" dirty="0">
                <a:latin typeface="Arial MT"/>
                <a:cs typeface="Arial MT"/>
              </a:rPr>
              <a:t>i</a:t>
            </a:r>
            <a:r>
              <a:rPr sz="1800" spc="-5" dirty="0">
                <a:latin typeface="Arial MT"/>
                <a:cs typeface="Arial MT"/>
              </a:rPr>
              <a:t>ml</a:t>
            </a:r>
            <a:r>
              <a:rPr sz="1800" spc="-15" dirty="0">
                <a:latin typeface="Arial MT"/>
                <a:cs typeface="Arial MT"/>
              </a:rPr>
              <a:t>i</a:t>
            </a:r>
            <a:r>
              <a:rPr sz="1800" spc="-5" dirty="0">
                <a:latin typeface="Arial MT"/>
                <a:cs typeface="Arial MT"/>
              </a:rPr>
              <a:t>l</a:t>
            </a:r>
            <a:r>
              <a:rPr sz="1800" spc="-15" dirty="0">
                <a:latin typeface="Arial MT"/>
                <a:cs typeface="Arial MT"/>
              </a:rPr>
              <a:t>i</a:t>
            </a:r>
            <a:r>
              <a:rPr sz="1800" dirty="0">
                <a:latin typeface="Arial MT"/>
                <a:cs typeface="Arial MT"/>
              </a:rPr>
              <a:t>k</a:t>
            </a:r>
          </a:p>
        </p:txBody>
      </p:sp>
      <p:sp>
        <p:nvSpPr>
          <p:cNvPr id="9" name="object 9"/>
          <p:cNvSpPr/>
          <p:nvPr/>
        </p:nvSpPr>
        <p:spPr>
          <a:xfrm>
            <a:off x="4800600" y="3494532"/>
            <a:ext cx="165100" cy="638810"/>
          </a:xfrm>
          <a:custGeom>
            <a:avLst/>
            <a:gdLst/>
            <a:ahLst/>
            <a:cxnLst/>
            <a:rect l="l" t="t" r="r" b="b"/>
            <a:pathLst>
              <a:path w="165100" h="638810">
                <a:moveTo>
                  <a:pt x="121145" y="73150"/>
                </a:moveTo>
                <a:lnTo>
                  <a:pt x="0" y="635698"/>
                </a:lnTo>
                <a:lnTo>
                  <a:pt x="12446" y="638365"/>
                </a:lnTo>
                <a:lnTo>
                  <a:pt x="133585" y="75841"/>
                </a:lnTo>
                <a:lnTo>
                  <a:pt x="121145" y="73150"/>
                </a:lnTo>
                <a:close/>
              </a:path>
              <a:path w="165100" h="638810">
                <a:moveTo>
                  <a:pt x="158979" y="60705"/>
                </a:moveTo>
                <a:lnTo>
                  <a:pt x="123825" y="60705"/>
                </a:lnTo>
                <a:lnTo>
                  <a:pt x="136271" y="63372"/>
                </a:lnTo>
                <a:lnTo>
                  <a:pt x="133585" y="75841"/>
                </a:lnTo>
                <a:lnTo>
                  <a:pt x="164592" y="82549"/>
                </a:lnTo>
                <a:lnTo>
                  <a:pt x="158979" y="60705"/>
                </a:lnTo>
                <a:close/>
              </a:path>
              <a:path w="165100" h="638810">
                <a:moveTo>
                  <a:pt x="123825" y="60705"/>
                </a:moveTo>
                <a:lnTo>
                  <a:pt x="121145" y="73150"/>
                </a:lnTo>
                <a:lnTo>
                  <a:pt x="133585" y="75841"/>
                </a:lnTo>
                <a:lnTo>
                  <a:pt x="136271" y="63372"/>
                </a:lnTo>
                <a:lnTo>
                  <a:pt x="123825" y="60705"/>
                </a:lnTo>
                <a:close/>
              </a:path>
              <a:path w="165100" h="638810">
                <a:moveTo>
                  <a:pt x="143383" y="0"/>
                </a:moveTo>
                <a:lnTo>
                  <a:pt x="90043" y="66420"/>
                </a:lnTo>
                <a:lnTo>
                  <a:pt x="121145" y="73150"/>
                </a:lnTo>
                <a:lnTo>
                  <a:pt x="123825" y="60705"/>
                </a:lnTo>
                <a:lnTo>
                  <a:pt x="158979" y="60705"/>
                </a:lnTo>
                <a:lnTo>
                  <a:pt x="143383" y="0"/>
                </a:lnTo>
                <a:close/>
              </a:path>
            </a:pathLst>
          </a:custGeom>
          <a:solidFill>
            <a:srgbClr val="000000"/>
          </a:solidFill>
        </p:spPr>
        <p:txBody>
          <a:bodyPr wrap="square" lIns="0" tIns="0" rIns="0" bIns="0" rtlCol="0"/>
          <a:lstStyle/>
          <a:p>
            <a:endParaRPr dirty="0"/>
          </a:p>
        </p:txBody>
      </p:sp>
      <p:sp>
        <p:nvSpPr>
          <p:cNvPr id="10" name="object 10"/>
          <p:cNvSpPr txBox="1"/>
          <p:nvPr/>
        </p:nvSpPr>
        <p:spPr>
          <a:xfrm>
            <a:off x="4054918" y="4092612"/>
            <a:ext cx="126492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MT"/>
                <a:cs typeface="Arial MT"/>
              </a:rPr>
              <a:t>Memnuniyet</a:t>
            </a:r>
            <a:endParaRPr sz="1800">
              <a:latin typeface="Arial MT"/>
              <a:cs typeface="Arial M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4" name="Group 13">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3998" cy="3555999"/>
            <a:chOff x="7467600" y="0"/>
            <a:chExt cx="4724400" cy="6858000"/>
          </a:xfrm>
        </p:grpSpPr>
        <p:sp>
          <p:nvSpPr>
            <p:cNvPr id="15" name="Rectangle 14">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8" name="Freeform: Shape 17">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5560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0" name="Rectangle 19">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381000"/>
            <a:ext cx="8458200" cy="4952999"/>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Unvan 1"/>
          <p:cNvSpPr>
            <a:spLocks noGrp="1"/>
          </p:cNvSpPr>
          <p:nvPr>
            <p:ph type="title"/>
          </p:nvPr>
        </p:nvSpPr>
        <p:spPr>
          <a:xfrm>
            <a:off x="857250" y="825499"/>
            <a:ext cx="7429500" cy="571500"/>
          </a:xfrm>
        </p:spPr>
        <p:txBody>
          <a:bodyPr anchor="t">
            <a:normAutofit/>
          </a:bodyPr>
          <a:lstStyle/>
          <a:p>
            <a:r>
              <a:rPr lang="tr-TR" altLang="tr-TR" sz="3200"/>
              <a:t>Nielsen’s Ten Usability Heuristics</a:t>
            </a:r>
            <a:endParaRPr lang="tr-TR" sz="3200"/>
          </a:p>
        </p:txBody>
      </p:sp>
      <p:sp>
        <p:nvSpPr>
          <p:cNvPr id="5" name="Dikdörtgen 4"/>
          <p:cNvSpPr/>
          <p:nvPr/>
        </p:nvSpPr>
        <p:spPr>
          <a:xfrm>
            <a:off x="685800" y="1344869"/>
            <a:ext cx="6505307" cy="400110"/>
          </a:xfrm>
          <a:prstGeom prst="rect">
            <a:avLst/>
          </a:prstGeom>
        </p:spPr>
        <p:txBody>
          <a:bodyPr wrap="none">
            <a:spAutoFit/>
          </a:bodyPr>
          <a:lstStyle/>
          <a:p>
            <a:pPr>
              <a:spcAft>
                <a:spcPts val="600"/>
              </a:spcAft>
              <a:buFont typeface="Georgia" panose="02040502050405020303" pitchFamily="18" charset="0"/>
              <a:buNone/>
              <a:defRPr/>
            </a:pPr>
            <a:r>
              <a:rPr lang="tr-TR" sz="2000" dirty="0" err="1">
                <a:solidFill>
                  <a:srgbClr val="002060"/>
                </a:solidFill>
                <a:latin typeface="Times New Roman" panose="02020603050405020304" pitchFamily="18" charset="0"/>
                <a:cs typeface="Times New Roman" panose="02020603050405020304" pitchFamily="18" charset="0"/>
              </a:rPr>
              <a:t>Nielsen’in</a:t>
            </a:r>
            <a:r>
              <a:rPr lang="tr-TR" sz="2000" dirty="0">
                <a:solidFill>
                  <a:srgbClr val="002060"/>
                </a:solidFill>
                <a:latin typeface="Times New Roman" panose="02020603050405020304" pitchFamily="18" charset="0"/>
                <a:cs typeface="Times New Roman" panose="02020603050405020304" pitchFamily="18" charset="0"/>
              </a:rPr>
              <a:t> </a:t>
            </a:r>
            <a:r>
              <a:rPr lang="tr-TR" sz="2000" dirty="0" err="1">
                <a:solidFill>
                  <a:srgbClr val="002060"/>
                </a:solidFill>
                <a:latin typeface="Times New Roman" panose="02020603050405020304" pitchFamily="18" charset="0"/>
                <a:cs typeface="Times New Roman" panose="02020603050405020304" pitchFamily="18" charset="0"/>
              </a:rPr>
              <a:t>arayüz</a:t>
            </a:r>
            <a:r>
              <a:rPr lang="tr-TR" sz="2000" dirty="0">
                <a:solidFill>
                  <a:srgbClr val="002060"/>
                </a:solidFill>
                <a:latin typeface="Times New Roman" panose="02020603050405020304" pitchFamily="18" charset="0"/>
                <a:cs typeface="Times New Roman" panose="02020603050405020304" pitchFamily="18" charset="0"/>
              </a:rPr>
              <a:t> tasarımı için kılavuz niteliğindeki önerileri:</a:t>
            </a:r>
          </a:p>
        </p:txBody>
      </p:sp>
      <p:sp>
        <p:nvSpPr>
          <p:cNvPr id="3" name="İçerik Yer Tutucusu 2"/>
          <p:cNvSpPr>
            <a:spLocks/>
          </p:cNvSpPr>
          <p:nvPr/>
        </p:nvSpPr>
        <p:spPr>
          <a:xfrm>
            <a:off x="514350" y="1905301"/>
            <a:ext cx="3965436" cy="1774796"/>
          </a:xfrm>
          <a:prstGeom prst="rect">
            <a:avLst/>
          </a:prstGeom>
        </p:spPr>
        <p:txBody>
          <a:bodyPr>
            <a:noAutofit/>
          </a:bodyPr>
          <a:lstStyle/>
          <a:p>
            <a:pPr marL="63794" indent="120873" defTabSz="859536">
              <a:spcAft>
                <a:spcPts val="600"/>
              </a:spcAft>
              <a:buFont typeface="Wingdings" panose="05000000000000000000" pitchFamily="2" charset="2"/>
              <a:buChar char="Ø"/>
              <a:defRPr/>
            </a:pPr>
            <a:r>
              <a:rPr lang="tr-TR" sz="1692" kern="1200">
                <a:solidFill>
                  <a:schemeClr val="tx1"/>
                </a:solidFill>
                <a:latin typeface="+mn-lt"/>
                <a:ea typeface="+mn-ea"/>
                <a:cs typeface="+mn-cs"/>
              </a:rPr>
              <a:t>Basit ve doğal diyalog kullanımı</a:t>
            </a:r>
          </a:p>
          <a:p>
            <a:pPr marL="63794" indent="120873" defTabSz="859536">
              <a:spcAft>
                <a:spcPts val="600"/>
              </a:spcAft>
              <a:buFont typeface="Wingdings" panose="05000000000000000000" pitchFamily="2" charset="2"/>
              <a:buChar char="Ø"/>
              <a:defRPr/>
            </a:pPr>
            <a:r>
              <a:rPr lang="tr-TR" sz="1692" kern="1200">
                <a:solidFill>
                  <a:schemeClr val="tx1"/>
                </a:solidFill>
                <a:latin typeface="+mn-lt"/>
                <a:ea typeface="+mn-ea"/>
                <a:cs typeface="+mn-cs"/>
              </a:rPr>
              <a:t>Kullanıcının diliyle konuşma</a:t>
            </a:r>
          </a:p>
          <a:p>
            <a:pPr marL="63794" indent="120873" defTabSz="859536">
              <a:spcAft>
                <a:spcPts val="600"/>
              </a:spcAft>
              <a:buFont typeface="Wingdings" panose="05000000000000000000" pitchFamily="2" charset="2"/>
              <a:buChar char="Ø"/>
              <a:defRPr/>
            </a:pPr>
            <a:r>
              <a:rPr lang="tr-TR" sz="1692" kern="1200">
                <a:solidFill>
                  <a:schemeClr val="tx1"/>
                </a:solidFill>
                <a:latin typeface="+mn-lt"/>
                <a:ea typeface="+mn-ea"/>
                <a:cs typeface="+mn-cs"/>
              </a:rPr>
              <a:t>Hafıza yükünün en aza indirilmesi</a:t>
            </a:r>
          </a:p>
          <a:p>
            <a:pPr marL="63794" indent="120873" defTabSz="859536">
              <a:spcAft>
                <a:spcPts val="600"/>
              </a:spcAft>
              <a:buFont typeface="Wingdings" panose="05000000000000000000" pitchFamily="2" charset="2"/>
              <a:buChar char="Ø"/>
              <a:defRPr/>
            </a:pPr>
            <a:r>
              <a:rPr lang="tr-TR" sz="1692" kern="1200">
                <a:solidFill>
                  <a:schemeClr val="tx1"/>
                </a:solidFill>
                <a:latin typeface="+mn-lt"/>
                <a:ea typeface="+mn-ea"/>
                <a:cs typeface="+mn-cs"/>
              </a:rPr>
              <a:t>Tutarlılık</a:t>
            </a:r>
          </a:p>
          <a:p>
            <a:pPr marL="63794" indent="120873" defTabSz="859536">
              <a:spcAft>
                <a:spcPts val="600"/>
              </a:spcAft>
              <a:buFont typeface="Wingdings" panose="05000000000000000000" pitchFamily="2" charset="2"/>
              <a:buChar char="Ø"/>
              <a:defRPr/>
            </a:pPr>
            <a:r>
              <a:rPr lang="tr-TR" sz="1692" kern="1200">
                <a:solidFill>
                  <a:schemeClr val="tx1"/>
                </a:solidFill>
                <a:latin typeface="+mn-lt"/>
                <a:ea typeface="+mn-ea"/>
                <a:cs typeface="+mn-cs"/>
              </a:rPr>
              <a:t>Geribildirim sağlanması </a:t>
            </a:r>
          </a:p>
          <a:p>
            <a:pPr marL="63794" indent="120873" defTabSz="859536">
              <a:spcAft>
                <a:spcPts val="600"/>
              </a:spcAft>
              <a:buFont typeface="Wingdings" panose="05000000000000000000" pitchFamily="2" charset="2"/>
              <a:buChar char="Ø"/>
              <a:defRPr/>
            </a:pPr>
            <a:r>
              <a:rPr lang="tr-TR" sz="1692" kern="1200">
                <a:solidFill>
                  <a:schemeClr val="tx1"/>
                </a:solidFill>
                <a:latin typeface="+mn-lt"/>
                <a:ea typeface="+mn-ea"/>
                <a:cs typeface="+mn-cs"/>
              </a:rPr>
              <a:t>Açıkça gösterilmiş çıkış ve işlem sonlandırma</a:t>
            </a:r>
          </a:p>
          <a:p>
            <a:pPr marL="63794" indent="120873" defTabSz="859536">
              <a:spcAft>
                <a:spcPts val="600"/>
              </a:spcAft>
              <a:buFont typeface="Wingdings" panose="05000000000000000000" pitchFamily="2" charset="2"/>
              <a:buChar char="Ø"/>
              <a:defRPr/>
            </a:pPr>
            <a:endParaRPr lang="tr-TR" sz="1692" kern="1200">
              <a:solidFill>
                <a:schemeClr val="tx1"/>
              </a:solidFill>
              <a:latin typeface="+mn-lt"/>
              <a:ea typeface="+mn-ea"/>
              <a:cs typeface="+mn-cs"/>
            </a:endParaRPr>
          </a:p>
          <a:p>
            <a:pPr marL="63794" indent="120873" defTabSz="859536">
              <a:spcAft>
                <a:spcPts val="600"/>
              </a:spcAft>
              <a:buFont typeface="Wingdings" panose="05000000000000000000" pitchFamily="2" charset="2"/>
              <a:buChar char="Ø"/>
              <a:defRPr/>
            </a:pPr>
            <a:endParaRPr lang="tr-TR" sz="1692" kern="1200">
              <a:solidFill>
                <a:schemeClr val="tx1"/>
              </a:solidFill>
              <a:latin typeface="+mn-lt"/>
              <a:ea typeface="+mn-ea"/>
              <a:cs typeface="+mn-cs"/>
            </a:endParaRPr>
          </a:p>
          <a:p>
            <a:pPr marL="67866" indent="128588">
              <a:spcAft>
                <a:spcPts val="600"/>
              </a:spcAft>
              <a:buFont typeface="Wingdings" panose="05000000000000000000" pitchFamily="2" charset="2"/>
              <a:buChar char="Ø"/>
            </a:pPr>
            <a:endParaRPr lang="tr-TR"/>
          </a:p>
        </p:txBody>
      </p:sp>
      <p:sp>
        <p:nvSpPr>
          <p:cNvPr id="4" name="İçerik Yer Tutucusu 2"/>
          <p:cNvSpPr txBox="1">
            <a:spLocks/>
          </p:cNvSpPr>
          <p:nvPr/>
        </p:nvSpPr>
        <p:spPr>
          <a:xfrm>
            <a:off x="4479786" y="1995997"/>
            <a:ext cx="4149864" cy="1949116"/>
          </a:xfrm>
          <a:prstGeom prst="rect">
            <a:avLst/>
          </a:prstGeom>
        </p:spPr>
        <p:txBody>
          <a:bodyPr vert="horz" lIns="0" tIns="34290" rIns="0" bIns="3429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2">
                    <a:lumMod val="25000"/>
                  </a:schemeClr>
                </a:solidFill>
                <a:latin typeface="Times New Roman" panose="02020603050405020304" pitchFamily="18" charset="0"/>
                <a:ea typeface="+mn-ea"/>
                <a:cs typeface="Times New Roman" panose="02020603050405020304" pitchFamily="18"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2">
                    <a:lumMod val="25000"/>
                  </a:schemeClr>
                </a:solidFill>
                <a:latin typeface="Times New Roman" panose="02020603050405020304" pitchFamily="18" charset="0"/>
                <a:ea typeface="+mn-ea"/>
                <a:cs typeface="Times New Roman" panose="02020603050405020304" pitchFamily="18"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2">
                    <a:lumMod val="25000"/>
                  </a:schemeClr>
                </a:solidFill>
                <a:latin typeface="Times New Roman" panose="02020603050405020304" pitchFamily="18" charset="0"/>
                <a:ea typeface="+mn-ea"/>
                <a:cs typeface="Times New Roman" panose="02020603050405020304" pitchFamily="18"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2">
                    <a:lumMod val="25000"/>
                  </a:schemeClr>
                </a:solidFill>
                <a:latin typeface="Times New Roman" panose="02020603050405020304" pitchFamily="18" charset="0"/>
                <a:ea typeface="+mn-ea"/>
                <a:cs typeface="Times New Roman" panose="02020603050405020304" pitchFamily="18"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2">
                    <a:lumMod val="25000"/>
                  </a:schemeClr>
                </a:solidFill>
                <a:latin typeface="Times New Roman" panose="02020603050405020304" pitchFamily="18" charset="0"/>
                <a:ea typeface="+mn-ea"/>
                <a:cs typeface="Times New Roman" panose="02020603050405020304" pitchFamily="18"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63794" indent="120873" defTabSz="859536">
              <a:spcBef>
                <a:spcPts val="1128"/>
              </a:spcBef>
              <a:spcAft>
                <a:spcPts val="188"/>
              </a:spcAft>
              <a:buFont typeface="Wingdings" panose="05000000000000000000" pitchFamily="2" charset="2"/>
              <a:buChar char="Ø"/>
              <a:defRPr/>
            </a:pPr>
            <a:r>
              <a:rPr lang="tr-TR" sz="2068" kern="1200" err="1">
                <a:solidFill>
                  <a:schemeClr val="bg2">
                    <a:lumMod val="25000"/>
                  </a:schemeClr>
                </a:solidFill>
                <a:latin typeface="Times New Roman" panose="02020603050405020304" pitchFamily="18" charset="0"/>
                <a:ea typeface="+mn-ea"/>
                <a:cs typeface="Times New Roman" panose="02020603050405020304" pitchFamily="18" charset="0"/>
              </a:rPr>
              <a:t>Kısayolların</a:t>
            </a:r>
            <a:r>
              <a:rPr lang="tr-TR" sz="2068" kern="1200">
                <a:solidFill>
                  <a:schemeClr val="bg2">
                    <a:lumMod val="25000"/>
                  </a:schemeClr>
                </a:solidFill>
                <a:latin typeface="Times New Roman" panose="02020603050405020304" pitchFamily="18" charset="0"/>
                <a:ea typeface="+mn-ea"/>
                <a:cs typeface="Times New Roman" panose="02020603050405020304" pitchFamily="18" charset="0"/>
              </a:rPr>
              <a:t> önerilmesi</a:t>
            </a:r>
          </a:p>
          <a:p>
            <a:pPr marL="63794" indent="120873" defTabSz="859536">
              <a:spcBef>
                <a:spcPts val="1128"/>
              </a:spcBef>
              <a:spcAft>
                <a:spcPts val="188"/>
              </a:spcAft>
              <a:buFont typeface="Wingdings" panose="05000000000000000000" pitchFamily="2" charset="2"/>
              <a:buChar char="Ø"/>
              <a:defRPr/>
            </a:pPr>
            <a:r>
              <a:rPr lang="tr-TR" sz="2068" kern="1200">
                <a:solidFill>
                  <a:schemeClr val="bg2">
                    <a:lumMod val="25000"/>
                  </a:schemeClr>
                </a:solidFill>
                <a:latin typeface="Times New Roman" panose="02020603050405020304" pitchFamily="18" charset="0"/>
                <a:ea typeface="+mn-ea"/>
                <a:cs typeface="Times New Roman" panose="02020603050405020304" pitchFamily="18" charset="0"/>
              </a:rPr>
              <a:t>Uygun hata mesajlarının tasarlanması</a:t>
            </a:r>
          </a:p>
          <a:p>
            <a:pPr marL="63794" indent="120873" defTabSz="859536">
              <a:spcBef>
                <a:spcPts val="1128"/>
              </a:spcBef>
              <a:spcAft>
                <a:spcPts val="188"/>
              </a:spcAft>
              <a:buFont typeface="Wingdings" panose="05000000000000000000" pitchFamily="2" charset="2"/>
              <a:buChar char="Ø"/>
              <a:defRPr/>
            </a:pPr>
            <a:r>
              <a:rPr lang="tr-TR" sz="2068" kern="1200">
                <a:solidFill>
                  <a:schemeClr val="bg2">
                    <a:lumMod val="25000"/>
                  </a:schemeClr>
                </a:solidFill>
                <a:latin typeface="Times New Roman" panose="02020603050405020304" pitchFamily="18" charset="0"/>
                <a:ea typeface="+mn-ea"/>
                <a:cs typeface="Times New Roman" panose="02020603050405020304" pitchFamily="18" charset="0"/>
              </a:rPr>
              <a:t>Hataların engellenmesi</a:t>
            </a:r>
          </a:p>
          <a:p>
            <a:pPr marL="63794" indent="120873" defTabSz="859536">
              <a:spcBef>
                <a:spcPts val="1128"/>
              </a:spcBef>
              <a:spcAft>
                <a:spcPts val="188"/>
              </a:spcAft>
              <a:buFont typeface="Wingdings" panose="05000000000000000000" pitchFamily="2" charset="2"/>
              <a:buChar char="Ø"/>
              <a:defRPr/>
            </a:pPr>
            <a:r>
              <a:rPr lang="tr-TR" sz="2068" kern="1200">
                <a:solidFill>
                  <a:schemeClr val="bg2">
                    <a:lumMod val="25000"/>
                  </a:schemeClr>
                </a:solidFill>
                <a:latin typeface="Times New Roman" panose="02020603050405020304" pitchFamily="18" charset="0"/>
                <a:ea typeface="+mn-ea"/>
                <a:cs typeface="Times New Roman" panose="02020603050405020304" pitchFamily="18" charset="0"/>
              </a:rPr>
              <a:t>Yardım ve belgeleme sağlanması</a:t>
            </a:r>
          </a:p>
          <a:p>
            <a:pPr marL="85954" indent="-85954" defTabSz="859536">
              <a:spcBef>
                <a:spcPts val="1128"/>
              </a:spcBef>
              <a:spcAft>
                <a:spcPts val="188"/>
              </a:spcAft>
              <a:buFont typeface="Wingdings" panose="05000000000000000000" pitchFamily="2" charset="2"/>
              <a:buChar char="Ø"/>
              <a:defRPr/>
            </a:pPr>
            <a:endParaRPr lang="tr-TR" sz="1410" kern="1200">
              <a:solidFill>
                <a:schemeClr val="bg2">
                  <a:lumMod val="25000"/>
                </a:schemeClr>
              </a:solidFill>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Ø"/>
            </a:pPr>
            <a:endParaRPr lang="tr-TR" sz="1500" dirty="0"/>
          </a:p>
        </p:txBody>
      </p:sp>
      <p:sp>
        <p:nvSpPr>
          <p:cNvPr id="6" name="Dikdörtgen 5"/>
          <p:cNvSpPr/>
          <p:nvPr/>
        </p:nvSpPr>
        <p:spPr>
          <a:xfrm>
            <a:off x="2998870" y="4483956"/>
            <a:ext cx="3883435" cy="287643"/>
          </a:xfrm>
          <a:prstGeom prst="rect">
            <a:avLst/>
          </a:prstGeom>
        </p:spPr>
        <p:txBody>
          <a:bodyPr wrap="none">
            <a:spAutoFit/>
          </a:bodyPr>
          <a:lstStyle/>
          <a:p>
            <a:pPr defTabSz="859536">
              <a:spcAft>
                <a:spcPts val="600"/>
              </a:spcAft>
            </a:pPr>
            <a:r>
              <a:rPr lang="tr-TR" sz="1269" kern="1200">
                <a:solidFill>
                  <a:srgbClr val="002060"/>
                </a:solidFill>
                <a:latin typeface="Times New Roman" panose="02020603050405020304" pitchFamily="18" charset="0"/>
                <a:ea typeface="+mn-ea"/>
                <a:cs typeface="Times New Roman" panose="02020603050405020304" pitchFamily="18" charset="0"/>
              </a:rPr>
              <a:t>http://www.useit.com/papers/heuristic/heuristic_list.html</a:t>
            </a:r>
            <a:endParaRPr lang="tr-TR" sz="135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081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5715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515125" y="961310"/>
            <a:ext cx="2400300" cy="3717635"/>
          </a:xfrm>
          <a:prstGeom prst="rect">
            <a:avLst/>
          </a:prstGeom>
        </p:spPr>
        <p:txBody>
          <a:bodyPr vert="horz" lIns="91440" tIns="45720" rIns="91440" bIns="45720" rtlCol="0" anchor="ctr">
            <a:normAutofit/>
          </a:bodyPr>
          <a:lstStyle/>
          <a:p>
            <a:pPr marL="12700" algn="l" rtl="0">
              <a:lnSpc>
                <a:spcPct val="90000"/>
              </a:lnSpc>
              <a:spcBef>
                <a:spcPct val="0"/>
              </a:spcBef>
            </a:pPr>
            <a:r>
              <a:rPr lang="en-US" sz="2400" b="1" kern="1200" spc="-5">
                <a:solidFill>
                  <a:srgbClr val="FFFFFF"/>
                </a:solidFill>
                <a:latin typeface="+mj-lt"/>
                <a:ea typeface="+mj-ea"/>
                <a:cs typeface="+mj-cs"/>
              </a:rPr>
              <a:t>Kullanılabilirliği</a:t>
            </a:r>
            <a:r>
              <a:rPr lang="en-US" sz="2400" b="1" kern="1200" spc="-35">
                <a:solidFill>
                  <a:srgbClr val="FFFFFF"/>
                </a:solidFill>
                <a:latin typeface="+mj-lt"/>
                <a:ea typeface="+mj-ea"/>
                <a:cs typeface="+mj-cs"/>
              </a:rPr>
              <a:t> </a:t>
            </a:r>
            <a:r>
              <a:rPr lang="en-US" sz="2400" b="1" kern="1200" spc="-5">
                <a:solidFill>
                  <a:srgbClr val="FFFFFF"/>
                </a:solidFill>
                <a:latin typeface="+mj-lt"/>
                <a:ea typeface="+mj-ea"/>
                <a:cs typeface="+mj-cs"/>
              </a:rPr>
              <a:t>yüksek</a:t>
            </a:r>
            <a:r>
              <a:rPr lang="en-US" sz="2400" b="1" kern="1200" spc="-25">
                <a:solidFill>
                  <a:srgbClr val="FFFFFF"/>
                </a:solidFill>
                <a:latin typeface="+mj-lt"/>
                <a:ea typeface="+mj-ea"/>
                <a:cs typeface="+mj-cs"/>
              </a:rPr>
              <a:t> </a:t>
            </a:r>
            <a:r>
              <a:rPr lang="en-US" sz="2400" b="1" kern="1200" spc="-5">
                <a:solidFill>
                  <a:srgbClr val="FFFFFF"/>
                </a:solidFill>
                <a:latin typeface="+mj-lt"/>
                <a:ea typeface="+mj-ea"/>
                <a:cs typeface="+mj-cs"/>
              </a:rPr>
              <a:t>olan</a:t>
            </a:r>
            <a:r>
              <a:rPr lang="en-US" sz="2400" b="1" kern="1200" spc="-15">
                <a:solidFill>
                  <a:srgbClr val="FFFFFF"/>
                </a:solidFill>
                <a:latin typeface="+mj-lt"/>
                <a:ea typeface="+mj-ea"/>
                <a:cs typeface="+mj-cs"/>
              </a:rPr>
              <a:t> </a:t>
            </a:r>
            <a:r>
              <a:rPr lang="en-US" sz="2400" b="1" kern="1200" spc="-5">
                <a:solidFill>
                  <a:srgbClr val="FFFFFF"/>
                </a:solidFill>
                <a:latin typeface="+mj-lt"/>
                <a:ea typeface="+mj-ea"/>
                <a:cs typeface="+mj-cs"/>
              </a:rPr>
              <a:t>ürünler:</a:t>
            </a:r>
            <a:endParaRPr lang="en-US" sz="2400" b="1" kern="1200" spc="-5" dirty="0">
              <a:solidFill>
                <a:srgbClr val="FFFFFF"/>
              </a:solidFill>
              <a:latin typeface="+mj-lt"/>
              <a:ea typeface="+mj-ea"/>
              <a:cs typeface="+mj-cs"/>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046232"/>
            <a:ext cx="3062575" cy="3402861"/>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object 3"/>
          <p:cNvSpPr txBox="1"/>
          <p:nvPr/>
        </p:nvSpPr>
        <p:spPr>
          <a:xfrm>
            <a:off x="3335481" y="492786"/>
            <a:ext cx="5179868" cy="4654683"/>
          </a:xfrm>
          <a:prstGeom prst="rect">
            <a:avLst/>
          </a:prstGeom>
        </p:spPr>
        <p:txBody>
          <a:bodyPr vert="horz" lIns="91440" tIns="45720" rIns="91440" bIns="45720" rtlCol="0" anchor="ctr">
            <a:normAutofit/>
          </a:bodyPr>
          <a:lstStyle/>
          <a:p>
            <a:pPr marL="299085" indent="-228600">
              <a:lnSpc>
                <a:spcPct val="90000"/>
              </a:lnSpc>
              <a:spcBef>
                <a:spcPts val="95"/>
              </a:spcBef>
              <a:buFont typeface="Arial" panose="020B0604020202020204" pitchFamily="34" charset="0"/>
              <a:buChar char="•"/>
              <a:tabLst>
                <a:tab pos="299720" algn="l"/>
              </a:tabLst>
            </a:pPr>
            <a:r>
              <a:rPr lang="tr-TR" spc="-15" dirty="0"/>
              <a:t>Verimli,</a:t>
            </a:r>
            <a:r>
              <a:rPr lang="tr-TR" spc="5" dirty="0"/>
              <a:t> </a:t>
            </a:r>
            <a:r>
              <a:rPr lang="tr-TR" spc="-10" dirty="0"/>
              <a:t>etkili ve</a:t>
            </a:r>
            <a:r>
              <a:rPr lang="tr-TR" dirty="0"/>
              <a:t> </a:t>
            </a:r>
            <a:r>
              <a:rPr lang="tr-TR" spc="-5" dirty="0"/>
              <a:t>memnun</a:t>
            </a:r>
            <a:r>
              <a:rPr lang="tr-TR" spc="5" dirty="0"/>
              <a:t> </a:t>
            </a:r>
            <a:r>
              <a:rPr lang="tr-TR" spc="-5" dirty="0"/>
              <a:t>edicidir</a:t>
            </a:r>
            <a:endParaRPr lang="tr-TR" dirty="0"/>
          </a:p>
          <a:p>
            <a:pPr marL="299085" indent="-228600">
              <a:lnSpc>
                <a:spcPct val="90000"/>
              </a:lnSpc>
              <a:spcBef>
                <a:spcPts val="1345"/>
              </a:spcBef>
              <a:buFont typeface="Arial" panose="020B0604020202020204" pitchFamily="34" charset="0"/>
              <a:buChar char="•"/>
              <a:tabLst>
                <a:tab pos="299720" algn="l"/>
              </a:tabLst>
            </a:pPr>
            <a:r>
              <a:rPr lang="tr-TR" spc="-15" dirty="0"/>
              <a:t>Kolay</a:t>
            </a:r>
            <a:r>
              <a:rPr lang="tr-TR" spc="-25" dirty="0"/>
              <a:t> </a:t>
            </a:r>
            <a:r>
              <a:rPr lang="tr-TR" spc="-10" dirty="0"/>
              <a:t>öğrenilir</a:t>
            </a:r>
            <a:endParaRPr lang="tr-TR" dirty="0"/>
          </a:p>
          <a:p>
            <a:pPr marL="299085" marR="5080" indent="-228600">
              <a:lnSpc>
                <a:spcPct val="90000"/>
              </a:lnSpc>
              <a:spcBef>
                <a:spcPts val="385"/>
              </a:spcBef>
              <a:buFont typeface="Arial" panose="020B0604020202020204" pitchFamily="34" charset="0"/>
              <a:buChar char="•"/>
              <a:tabLst>
                <a:tab pos="299720" algn="l"/>
              </a:tabLst>
            </a:pPr>
            <a:r>
              <a:rPr lang="tr-TR" spc="-10" dirty="0"/>
              <a:t>Uzun</a:t>
            </a:r>
            <a:r>
              <a:rPr lang="tr-TR" spc="25" dirty="0"/>
              <a:t> </a:t>
            </a:r>
            <a:r>
              <a:rPr lang="tr-TR" spc="-15" dirty="0"/>
              <a:t>süre</a:t>
            </a:r>
            <a:r>
              <a:rPr lang="tr-TR" spc="35" dirty="0"/>
              <a:t> </a:t>
            </a:r>
            <a:r>
              <a:rPr lang="tr-TR" spc="-10" dirty="0"/>
              <a:t>kullanımına</a:t>
            </a:r>
            <a:r>
              <a:rPr lang="tr-TR" spc="-15" dirty="0"/>
              <a:t> </a:t>
            </a:r>
            <a:r>
              <a:rPr lang="tr-TR" spc="-20" dirty="0"/>
              <a:t>ara</a:t>
            </a:r>
            <a:r>
              <a:rPr lang="tr-TR" spc="15" dirty="0"/>
              <a:t> </a:t>
            </a:r>
            <a:r>
              <a:rPr lang="tr-TR" spc="-10" dirty="0"/>
              <a:t>verilse</a:t>
            </a:r>
            <a:r>
              <a:rPr lang="tr-TR" spc="25" dirty="0"/>
              <a:t> </a:t>
            </a:r>
            <a:r>
              <a:rPr lang="tr-TR" spc="-5" dirty="0"/>
              <a:t>bile,</a:t>
            </a:r>
            <a:r>
              <a:rPr lang="tr-TR" spc="10" dirty="0"/>
              <a:t> </a:t>
            </a:r>
            <a:r>
              <a:rPr lang="tr-TR" spc="-10" dirty="0"/>
              <a:t>kullanımı</a:t>
            </a:r>
            <a:r>
              <a:rPr lang="tr-TR" spc="-15" dirty="0"/>
              <a:t> kolaylıkla </a:t>
            </a:r>
            <a:r>
              <a:rPr lang="tr-TR" spc="-350" dirty="0"/>
              <a:t> </a:t>
            </a:r>
            <a:r>
              <a:rPr lang="tr-TR" spc="-5" dirty="0"/>
              <a:t>hatırlanır</a:t>
            </a:r>
            <a:endParaRPr lang="tr-TR" dirty="0"/>
          </a:p>
          <a:p>
            <a:pPr marL="299085" indent="-228600">
              <a:lnSpc>
                <a:spcPct val="90000"/>
              </a:lnSpc>
              <a:spcBef>
                <a:spcPts val="1345"/>
              </a:spcBef>
              <a:buFont typeface="Arial" panose="020B0604020202020204" pitchFamily="34" charset="0"/>
              <a:buChar char="•"/>
              <a:tabLst>
                <a:tab pos="299720" algn="l"/>
              </a:tabLst>
            </a:pPr>
            <a:r>
              <a:rPr lang="tr-TR" spc="-5" dirty="0"/>
              <a:t>Kullanıcının</a:t>
            </a:r>
            <a:r>
              <a:rPr lang="tr-TR" spc="-35" dirty="0"/>
              <a:t> </a:t>
            </a:r>
            <a:r>
              <a:rPr lang="tr-TR" spc="-15" dirty="0"/>
              <a:t>hata </a:t>
            </a:r>
            <a:r>
              <a:rPr lang="tr-TR" spc="-5" dirty="0"/>
              <a:t>yapmasına</a:t>
            </a:r>
            <a:r>
              <a:rPr lang="tr-TR" spc="-20" dirty="0"/>
              <a:t> </a:t>
            </a:r>
            <a:r>
              <a:rPr lang="tr-TR" spc="-15" dirty="0"/>
              <a:t>yol</a:t>
            </a:r>
            <a:r>
              <a:rPr lang="tr-TR" spc="15" dirty="0"/>
              <a:t> </a:t>
            </a:r>
            <a:r>
              <a:rPr lang="tr-TR" spc="-5" dirty="0"/>
              <a:t>açmaz,</a:t>
            </a:r>
            <a:r>
              <a:rPr lang="tr-TR" spc="5" dirty="0"/>
              <a:t> </a:t>
            </a:r>
            <a:r>
              <a:rPr lang="tr-TR" spc="-15" dirty="0"/>
              <a:t>hata</a:t>
            </a:r>
            <a:r>
              <a:rPr lang="tr-TR" spc="-20" dirty="0"/>
              <a:t> </a:t>
            </a:r>
            <a:r>
              <a:rPr lang="tr-TR" spc="-10" dirty="0"/>
              <a:t>yapsa</a:t>
            </a:r>
            <a:r>
              <a:rPr lang="tr-TR" dirty="0"/>
              <a:t> </a:t>
            </a:r>
            <a:r>
              <a:rPr lang="tr-TR" spc="-5" dirty="0"/>
              <a:t>bile </a:t>
            </a:r>
            <a:r>
              <a:rPr lang="tr-TR" spc="-10" dirty="0"/>
              <a:t>hatadan</a:t>
            </a:r>
            <a:r>
              <a:rPr lang="tr-TR" spc="-25" dirty="0"/>
              <a:t> </a:t>
            </a:r>
            <a:r>
              <a:rPr lang="tr-TR" spc="-10" dirty="0"/>
              <a:t>kurtulması</a:t>
            </a:r>
            <a:r>
              <a:rPr lang="tr-TR" spc="5" dirty="0"/>
              <a:t> </a:t>
            </a:r>
            <a:r>
              <a:rPr lang="tr-TR" spc="-5" dirty="0"/>
              <a:t>için</a:t>
            </a:r>
            <a:r>
              <a:rPr lang="tr-TR" spc="-25" dirty="0"/>
              <a:t> </a:t>
            </a:r>
            <a:r>
              <a:rPr lang="tr-TR" spc="-15" dirty="0"/>
              <a:t>çözüm</a:t>
            </a:r>
            <a:r>
              <a:rPr lang="tr-TR" spc="25" dirty="0"/>
              <a:t> </a:t>
            </a:r>
            <a:r>
              <a:rPr lang="tr-TR" spc="-5" dirty="0"/>
              <a:t>sunar</a:t>
            </a:r>
            <a:endParaRPr lang="tr-T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title"/>
          </p:nvPr>
        </p:nvSpPr>
        <p:spPr>
          <a:xfrm>
            <a:off x="442170" y="713483"/>
            <a:ext cx="3420438" cy="940057"/>
          </a:xfrm>
          <a:prstGeom prst="rect">
            <a:avLst/>
          </a:prstGeom>
        </p:spPr>
        <p:txBody>
          <a:bodyPr vert="horz" lIns="91440" tIns="45720" rIns="91440" bIns="45720" rtlCol="0" anchor="ctr">
            <a:normAutofit/>
          </a:bodyPr>
          <a:lstStyle/>
          <a:p>
            <a:pPr marL="12700" algn="l" rtl="0">
              <a:lnSpc>
                <a:spcPct val="90000"/>
              </a:lnSpc>
              <a:spcBef>
                <a:spcPct val="0"/>
              </a:spcBef>
            </a:pPr>
            <a:r>
              <a:rPr lang="en-US" sz="3200" kern="1200" spc="-10">
                <a:solidFill>
                  <a:schemeClr val="tx1"/>
                </a:solidFill>
                <a:latin typeface="+mj-lt"/>
                <a:cs typeface="+mj-cs"/>
              </a:rPr>
              <a:t>Kullanılabilirlik</a:t>
            </a:r>
            <a:endParaRPr lang="en-US" sz="3200" kern="1200">
              <a:solidFill>
                <a:schemeClr val="tx1"/>
              </a:solidFill>
              <a:latin typeface="+mj-lt"/>
              <a:cs typeface="+mj-cs"/>
            </a:endParaRPr>
          </a:p>
        </p:txBody>
      </p:sp>
      <p:grpSp>
        <p:nvGrpSpPr>
          <p:cNvPr id="26" name="Group 2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902903"/>
            <a:ext cx="266396" cy="561217"/>
            <a:chOff x="0" y="823811"/>
            <a:chExt cx="355196" cy="673460"/>
          </a:xfrm>
        </p:grpSpPr>
        <p:sp>
          <p:nvSpPr>
            <p:cNvPr id="27" name="Rectangle 2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8813" y="1742140"/>
            <a:ext cx="3223260" cy="228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p:nvPr/>
        </p:nvSpPr>
        <p:spPr>
          <a:xfrm>
            <a:off x="443039" y="1942087"/>
            <a:ext cx="3419569" cy="3316321"/>
          </a:xfrm>
          <a:prstGeom prst="rect">
            <a:avLst/>
          </a:prstGeom>
        </p:spPr>
        <p:txBody>
          <a:bodyPr vert="horz" lIns="91440" tIns="45720" rIns="91440" bIns="45720" rtlCol="0" anchor="ctr">
            <a:normAutofit/>
          </a:bodyPr>
          <a:lstStyle/>
          <a:p>
            <a:pPr marL="12700" marR="5080" indent="-228600">
              <a:lnSpc>
                <a:spcPct val="90000"/>
              </a:lnSpc>
              <a:spcBef>
                <a:spcPts val="100"/>
              </a:spcBef>
              <a:buFont typeface="Arial" panose="020B0604020202020204" pitchFamily="34" charset="0"/>
              <a:buChar char="•"/>
            </a:pPr>
            <a:r>
              <a:rPr lang="en-US" sz="1600" spc="-15" dirty="0" err="1"/>
              <a:t>Kullanım</a:t>
            </a:r>
            <a:r>
              <a:rPr lang="en-US" sz="1600" spc="-15" dirty="0"/>
              <a:t> </a:t>
            </a:r>
            <a:r>
              <a:rPr lang="en-US" sz="1600" spc="-15" dirty="0" err="1"/>
              <a:t>kolaylıgı</a:t>
            </a:r>
            <a:r>
              <a:rPr lang="en-US" sz="1600" spc="-15" dirty="0"/>
              <a:t> </a:t>
            </a:r>
            <a:r>
              <a:rPr lang="en-US" sz="1600" spc="-10" dirty="0"/>
              <a:t> </a:t>
            </a:r>
          </a:p>
          <a:p>
            <a:pPr marL="12700" marR="5080" indent="-228600">
              <a:lnSpc>
                <a:spcPct val="90000"/>
              </a:lnSpc>
              <a:spcBef>
                <a:spcPts val="100"/>
              </a:spcBef>
              <a:buFont typeface="Arial" panose="020B0604020202020204" pitchFamily="34" charset="0"/>
              <a:buChar char="•"/>
            </a:pPr>
            <a:r>
              <a:rPr lang="en-US" sz="1600" spc="-10" dirty="0" err="1"/>
              <a:t>Kullanımdaki</a:t>
            </a:r>
            <a:r>
              <a:rPr lang="en-US" sz="1600" spc="-50" dirty="0"/>
              <a:t> </a:t>
            </a:r>
            <a:r>
              <a:rPr lang="en-US" sz="1600" spc="-5" dirty="0" err="1"/>
              <a:t>başarı</a:t>
            </a:r>
            <a:r>
              <a:rPr lang="en-US" sz="1600" spc="-35" dirty="0"/>
              <a:t> </a:t>
            </a:r>
            <a:r>
              <a:rPr lang="en-US" sz="1600" spc="-15" dirty="0" err="1"/>
              <a:t>ve</a:t>
            </a:r>
            <a:r>
              <a:rPr lang="en-US" sz="1600" spc="-25" dirty="0"/>
              <a:t> </a:t>
            </a:r>
            <a:r>
              <a:rPr lang="en-US" sz="1600" spc="-5" dirty="0" err="1"/>
              <a:t>hız</a:t>
            </a:r>
            <a:r>
              <a:rPr lang="en-US" sz="1600" spc="-5" dirty="0"/>
              <a:t> </a:t>
            </a:r>
            <a:r>
              <a:rPr lang="en-US" sz="1600" spc="-480" dirty="0"/>
              <a:t> </a:t>
            </a:r>
            <a:r>
              <a:rPr lang="en-US" sz="1600" spc="-20" dirty="0" err="1"/>
              <a:t>Hata</a:t>
            </a:r>
            <a:r>
              <a:rPr lang="en-US" sz="1600" dirty="0"/>
              <a:t> </a:t>
            </a:r>
            <a:r>
              <a:rPr lang="en-US" sz="1600" spc="-10" dirty="0" err="1"/>
              <a:t>sayısı</a:t>
            </a:r>
            <a:endParaRPr lang="en-US" sz="1600" dirty="0"/>
          </a:p>
          <a:p>
            <a:pPr marL="12700" marR="5080" indent="-228600">
              <a:lnSpc>
                <a:spcPct val="90000"/>
              </a:lnSpc>
              <a:spcBef>
                <a:spcPts val="100"/>
              </a:spcBef>
              <a:buFont typeface="Arial" panose="020B0604020202020204" pitchFamily="34" charset="0"/>
              <a:buChar char="•"/>
            </a:pPr>
            <a:r>
              <a:rPr lang="en-US" sz="1600" spc="-10" dirty="0" err="1"/>
              <a:t>Ögrenme</a:t>
            </a:r>
            <a:r>
              <a:rPr lang="en-US" sz="1600" spc="-10" dirty="0"/>
              <a:t> </a:t>
            </a:r>
            <a:r>
              <a:rPr lang="en-US" sz="1600" spc="-15" dirty="0" err="1"/>
              <a:t>kolaylıgı</a:t>
            </a:r>
            <a:endParaRPr lang="en-US" sz="1600" dirty="0"/>
          </a:p>
          <a:p>
            <a:pPr marL="12700" marR="5080" indent="-228600">
              <a:lnSpc>
                <a:spcPct val="90000"/>
              </a:lnSpc>
              <a:spcBef>
                <a:spcPts val="100"/>
              </a:spcBef>
              <a:buFont typeface="Arial" panose="020B0604020202020204" pitchFamily="34" charset="0"/>
              <a:buChar char="•"/>
            </a:pPr>
            <a:r>
              <a:rPr lang="en-US" sz="1600" spc="-10" dirty="0" err="1"/>
              <a:t>Kalıcılık</a:t>
            </a:r>
            <a:endParaRPr lang="en-US" sz="1600" dirty="0"/>
          </a:p>
          <a:p>
            <a:pPr marL="12700" marR="5080" indent="-228600">
              <a:lnSpc>
                <a:spcPct val="90000"/>
              </a:lnSpc>
              <a:spcBef>
                <a:spcPts val="100"/>
              </a:spcBef>
              <a:buFont typeface="Arial" panose="020B0604020202020204" pitchFamily="34" charset="0"/>
              <a:buChar char="•"/>
            </a:pPr>
            <a:r>
              <a:rPr lang="en-US" sz="1600" spc="-10" dirty="0" err="1"/>
              <a:t>Kullanıcı</a:t>
            </a:r>
            <a:r>
              <a:rPr lang="en-US" sz="1600" spc="-65" dirty="0"/>
              <a:t> </a:t>
            </a:r>
            <a:r>
              <a:rPr lang="en-US" sz="1600" spc="-10" dirty="0" err="1"/>
              <a:t>memnuniyeti</a:t>
            </a:r>
            <a:endParaRPr lang="en-US" sz="1600" dirty="0"/>
          </a:p>
        </p:txBody>
      </p:sp>
      <p:sp>
        <p:nvSpPr>
          <p:cNvPr id="32" name="Rectangle 3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5715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428210"/>
            <a:ext cx="4507025" cy="48621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object 4"/>
          <p:cNvPicPr/>
          <p:nvPr/>
        </p:nvPicPr>
        <p:blipFill rotWithShape="1">
          <a:blip r:embed="rId2" cstate="print"/>
          <a:srcRect l="5382" r="1773" b="-3"/>
          <a:stretch/>
        </p:blipFill>
        <p:spPr>
          <a:xfrm>
            <a:off x="4483341" y="666126"/>
            <a:ext cx="4069057" cy="438274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7E5499B-AC4D-4A4A-8703-C49F282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57144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p:cNvSpPr txBox="1">
            <a:spLocks noGrp="1"/>
          </p:cNvSpPr>
          <p:nvPr>
            <p:ph type="title"/>
          </p:nvPr>
        </p:nvSpPr>
        <p:spPr>
          <a:xfrm>
            <a:off x="5042748" y="566441"/>
            <a:ext cx="3584785" cy="3277274"/>
          </a:xfrm>
          <a:prstGeom prst="rect">
            <a:avLst/>
          </a:prstGeom>
        </p:spPr>
        <p:txBody>
          <a:bodyPr vert="horz" lIns="91440" tIns="45720" rIns="91440" bIns="45720" rtlCol="0" anchor="b">
            <a:normAutofit/>
          </a:bodyPr>
          <a:lstStyle/>
          <a:p>
            <a:pPr marL="12700" algn="l" rtl="0">
              <a:lnSpc>
                <a:spcPct val="90000"/>
              </a:lnSpc>
              <a:spcBef>
                <a:spcPct val="0"/>
              </a:spcBef>
            </a:pPr>
            <a:r>
              <a:rPr lang="en-US" sz="3800" b="1" kern="1200" spc="-25">
                <a:solidFill>
                  <a:schemeClr val="tx1"/>
                </a:solidFill>
                <a:latin typeface="+mj-lt"/>
                <a:cs typeface="+mj-cs"/>
              </a:rPr>
              <a:t>Kolay</a:t>
            </a:r>
            <a:r>
              <a:rPr lang="en-US" sz="3800" b="1" kern="1200" spc="10">
                <a:solidFill>
                  <a:schemeClr val="tx1"/>
                </a:solidFill>
                <a:latin typeface="+mj-lt"/>
                <a:cs typeface="+mj-cs"/>
              </a:rPr>
              <a:t> </a:t>
            </a:r>
            <a:r>
              <a:rPr lang="en-US" sz="3800" b="1" kern="1200" spc="-10">
                <a:solidFill>
                  <a:schemeClr val="tx1"/>
                </a:solidFill>
                <a:latin typeface="+mj-lt"/>
                <a:cs typeface="+mj-cs"/>
              </a:rPr>
              <a:t>Kullanılabilirlik,</a:t>
            </a:r>
            <a:endParaRPr lang="en-US" sz="3800" kern="1200">
              <a:solidFill>
                <a:schemeClr val="tx1"/>
              </a:solidFill>
              <a:latin typeface="+mj-lt"/>
              <a:cs typeface="+mj-cs"/>
            </a:endParaRPr>
          </a:p>
        </p:txBody>
      </p:sp>
      <p:grpSp>
        <p:nvGrpSpPr>
          <p:cNvPr id="13" name="Group 12">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330400" y="1796539"/>
            <a:ext cx="1117008" cy="5777807"/>
            <a:chOff x="329184" y="2"/>
            <a:chExt cx="524256" cy="5777807"/>
          </a:xfrm>
        </p:grpSpPr>
        <p:cxnSp>
          <p:nvCxnSpPr>
            <p:cNvPr id="14" name="Straight Connector 13">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6468" y="224437"/>
            <a:ext cx="4009812" cy="51432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2" cstate="print"/>
          <a:stretch>
            <a:fillRect/>
          </a:stretch>
        </p:blipFill>
        <p:spPr>
          <a:xfrm>
            <a:off x="685800" y="410412"/>
            <a:ext cx="3676830" cy="2226143"/>
          </a:xfrm>
          <a:prstGeom prst="rect">
            <a:avLst/>
          </a:prstGeom>
        </p:spPr>
      </p:pic>
      <p:grpSp>
        <p:nvGrpSpPr>
          <p:cNvPr id="4" name="object 4"/>
          <p:cNvGrpSpPr/>
          <p:nvPr/>
        </p:nvGrpSpPr>
        <p:grpSpPr>
          <a:xfrm>
            <a:off x="685799" y="3371612"/>
            <a:ext cx="3676829" cy="1344397"/>
            <a:chOff x="2021077" y="2251201"/>
            <a:chExt cx="5253101" cy="1920748"/>
          </a:xfrm>
        </p:grpSpPr>
        <p:pic>
          <p:nvPicPr>
            <p:cNvPr id="5" name="object 5"/>
            <p:cNvPicPr/>
            <p:nvPr/>
          </p:nvPicPr>
          <p:blipFill>
            <a:blip r:embed="rId3" cstate="print"/>
            <a:stretch>
              <a:fillRect/>
            </a:stretch>
          </p:blipFill>
          <p:spPr>
            <a:xfrm>
              <a:off x="2021077" y="2251201"/>
              <a:ext cx="1535430" cy="863854"/>
            </a:xfrm>
            <a:prstGeom prst="rect">
              <a:avLst/>
            </a:prstGeom>
          </p:spPr>
        </p:pic>
        <p:pic>
          <p:nvPicPr>
            <p:cNvPr id="6" name="object 6"/>
            <p:cNvPicPr/>
            <p:nvPr/>
          </p:nvPicPr>
          <p:blipFill>
            <a:blip r:embed="rId4" cstate="print"/>
            <a:stretch>
              <a:fillRect/>
            </a:stretch>
          </p:blipFill>
          <p:spPr>
            <a:xfrm>
              <a:off x="4584573" y="3117655"/>
              <a:ext cx="2689605" cy="1054294"/>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AB83C82-30AD-4DF2-A9AD-CE1547FDE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1946" y="124107"/>
            <a:ext cx="4920107" cy="5466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object 2"/>
          <p:cNvSpPr txBox="1">
            <a:spLocks noGrp="1"/>
          </p:cNvSpPr>
          <p:nvPr>
            <p:ph type="title"/>
          </p:nvPr>
        </p:nvSpPr>
        <p:spPr>
          <a:xfrm>
            <a:off x="2486273" y="1150628"/>
            <a:ext cx="4171453" cy="2094597"/>
          </a:xfrm>
          <a:prstGeom prst="rect">
            <a:avLst/>
          </a:prstGeom>
        </p:spPr>
        <p:txBody>
          <a:bodyPr vert="horz" lIns="91440" tIns="45720" rIns="91440" bIns="45720" rtlCol="0" anchor="b">
            <a:normAutofit/>
          </a:bodyPr>
          <a:lstStyle/>
          <a:p>
            <a:pPr marL="12700" algn="ctr" rtl="0">
              <a:lnSpc>
                <a:spcPct val="90000"/>
              </a:lnSpc>
              <a:spcBef>
                <a:spcPct val="0"/>
              </a:spcBef>
            </a:pPr>
            <a:r>
              <a:rPr lang="en-US" sz="6000" kern="1200" spc="-10">
                <a:solidFill>
                  <a:srgbClr val="FFFFFF"/>
                </a:solidFill>
                <a:latin typeface="+mj-lt"/>
                <a:ea typeface="+mj-ea"/>
                <a:cs typeface="+mj-cs"/>
              </a:rPr>
              <a:t>Simple</a:t>
            </a:r>
            <a:r>
              <a:rPr lang="en-US" sz="6000" kern="1200" spc="-30">
                <a:solidFill>
                  <a:srgbClr val="FFFFFF"/>
                </a:solidFill>
                <a:latin typeface="+mj-lt"/>
                <a:ea typeface="+mj-ea"/>
                <a:cs typeface="+mj-cs"/>
              </a:rPr>
              <a:t> </a:t>
            </a:r>
            <a:r>
              <a:rPr lang="en-US" sz="6000" kern="1200" spc="-5">
                <a:solidFill>
                  <a:srgbClr val="FFFFFF"/>
                </a:solidFill>
                <a:latin typeface="+mj-lt"/>
                <a:ea typeface="+mj-ea"/>
                <a:cs typeface="+mj-cs"/>
              </a:rPr>
              <a:t>is</a:t>
            </a:r>
            <a:r>
              <a:rPr lang="en-US" sz="6000" kern="1200" spc="-25">
                <a:solidFill>
                  <a:srgbClr val="FFFFFF"/>
                </a:solidFill>
                <a:latin typeface="+mj-lt"/>
                <a:ea typeface="+mj-ea"/>
                <a:cs typeface="+mj-cs"/>
              </a:rPr>
              <a:t> </a:t>
            </a:r>
            <a:r>
              <a:rPr lang="en-US" sz="6000" kern="1200" spc="-5">
                <a:solidFill>
                  <a:srgbClr val="FFFFFF"/>
                </a:solidFill>
                <a:latin typeface="+mj-lt"/>
                <a:ea typeface="+mj-ea"/>
                <a:cs typeface="+mj-cs"/>
              </a:rPr>
              <a:t>beautiful.</a:t>
            </a:r>
            <a:endParaRPr lang="en-US" sz="6000" kern="1200">
              <a:solidFill>
                <a:srgbClr val="FFFFFF"/>
              </a:solidFill>
              <a:latin typeface="+mj-lt"/>
              <a:ea typeface="+mj-ea"/>
              <a:cs typeface="+mj-cs"/>
            </a:endParaRPr>
          </a:p>
        </p:txBody>
      </p:sp>
      <p:sp>
        <p:nvSpPr>
          <p:cNvPr id="13" name="Arc 12">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1870589" y="-23751"/>
            <a:ext cx="5112196" cy="568021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Oval 14">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4062" y="4368323"/>
            <a:ext cx="569553" cy="61566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55"/>
            <a:ext cx="9144000" cy="57149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7107" y="183496"/>
            <a:ext cx="7066893" cy="5531505"/>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521" y="2778988"/>
            <a:ext cx="1456681" cy="157462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981363" y="1038174"/>
            <a:ext cx="2489916" cy="2240924"/>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object 2"/>
          <p:cNvSpPr txBox="1">
            <a:spLocks noGrp="1"/>
          </p:cNvSpPr>
          <p:nvPr>
            <p:ph type="title"/>
          </p:nvPr>
        </p:nvSpPr>
        <p:spPr>
          <a:xfrm>
            <a:off x="3028950" y="1615965"/>
            <a:ext cx="5733470" cy="2292572"/>
          </a:xfrm>
          <a:prstGeom prst="rect">
            <a:avLst/>
          </a:prstGeom>
        </p:spPr>
        <p:txBody>
          <a:bodyPr vert="horz" lIns="91440" tIns="45720" rIns="91440" bIns="45720" rtlCol="0" anchor="b">
            <a:normAutofit/>
          </a:bodyPr>
          <a:lstStyle/>
          <a:p>
            <a:pPr marL="12700" algn="r" rtl="0">
              <a:lnSpc>
                <a:spcPct val="90000"/>
              </a:lnSpc>
              <a:spcBef>
                <a:spcPct val="0"/>
              </a:spcBef>
            </a:pPr>
            <a:r>
              <a:rPr lang="en-US" sz="6000" b="1" kern="1200" spc="-35">
                <a:solidFill>
                  <a:schemeClr val="tx1"/>
                </a:solidFill>
                <a:latin typeface="+mj-lt"/>
                <a:ea typeface="+mj-ea"/>
                <a:cs typeface="+mj-cs"/>
              </a:rPr>
              <a:t>Türkiye’deki</a:t>
            </a:r>
            <a:r>
              <a:rPr lang="en-US" sz="6000" b="1" kern="1200" spc="-15">
                <a:solidFill>
                  <a:schemeClr val="tx1"/>
                </a:solidFill>
                <a:latin typeface="+mj-lt"/>
                <a:ea typeface="+mj-ea"/>
                <a:cs typeface="+mj-cs"/>
              </a:rPr>
              <a:t> </a:t>
            </a:r>
            <a:r>
              <a:rPr lang="en-US" sz="6000" b="1" kern="1200" spc="-5">
                <a:solidFill>
                  <a:schemeClr val="tx1"/>
                </a:solidFill>
                <a:latin typeface="+mj-lt"/>
                <a:ea typeface="+mj-ea"/>
                <a:cs typeface="+mj-cs"/>
              </a:rPr>
              <a:t>Gelişmeler</a:t>
            </a:r>
            <a:endParaRPr lang="en-US" sz="6000" kern="1200">
              <a:solidFill>
                <a:schemeClr val="tx1"/>
              </a:solidFill>
              <a:latin typeface="+mj-lt"/>
              <a:ea typeface="+mj-ea"/>
              <a:cs typeface="+mj-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
            <a:ext cx="7086600" cy="3771900"/>
            <a:chOff x="0" y="0"/>
            <a:chExt cx="7616190" cy="5066665"/>
          </a:xfrm>
        </p:grpSpPr>
        <p:pic>
          <p:nvPicPr>
            <p:cNvPr id="3" name="object 3"/>
            <p:cNvPicPr/>
            <p:nvPr/>
          </p:nvPicPr>
          <p:blipFill>
            <a:blip r:embed="rId2" cstate="print"/>
            <a:stretch>
              <a:fillRect/>
            </a:stretch>
          </p:blipFill>
          <p:spPr>
            <a:xfrm>
              <a:off x="0" y="0"/>
              <a:ext cx="7616190" cy="4604769"/>
            </a:xfrm>
            <a:prstGeom prst="rect">
              <a:avLst/>
            </a:prstGeom>
          </p:spPr>
        </p:pic>
        <p:pic>
          <p:nvPicPr>
            <p:cNvPr id="4" name="object 4"/>
            <p:cNvPicPr/>
            <p:nvPr/>
          </p:nvPicPr>
          <p:blipFill>
            <a:blip r:embed="rId3" cstate="print"/>
            <a:stretch>
              <a:fillRect/>
            </a:stretch>
          </p:blipFill>
          <p:spPr>
            <a:xfrm>
              <a:off x="2284476" y="1789176"/>
              <a:ext cx="4344162" cy="3277362"/>
            </a:xfrm>
            <a:prstGeom prst="rect">
              <a:avLst/>
            </a:prstGeom>
          </p:spPr>
        </p:pic>
      </p:grpSp>
      <p:sp>
        <p:nvSpPr>
          <p:cNvPr id="5" name="object 5"/>
          <p:cNvSpPr txBox="1"/>
          <p:nvPr/>
        </p:nvSpPr>
        <p:spPr>
          <a:xfrm>
            <a:off x="2362199" y="3124315"/>
            <a:ext cx="5480050" cy="2172335"/>
          </a:xfrm>
          <a:prstGeom prst="rect">
            <a:avLst/>
          </a:prstGeom>
          <a:solidFill>
            <a:schemeClr val="bg2"/>
          </a:solidFill>
        </p:spPr>
        <p:txBody>
          <a:bodyPr vert="horz" wrap="square" lIns="0" tIns="12700" rIns="0" bIns="0" rtlCol="0">
            <a:spAutoFit/>
          </a:bodyPr>
          <a:lstStyle/>
          <a:p>
            <a:pPr marL="12700" marR="5080">
              <a:lnSpc>
                <a:spcPct val="140000"/>
              </a:lnSpc>
              <a:spcBef>
                <a:spcPts val="100"/>
              </a:spcBef>
            </a:pPr>
            <a:r>
              <a:rPr lang="tr-TR" sz="1600" spc="-5" dirty="0">
                <a:solidFill>
                  <a:srgbClr val="585858"/>
                </a:solidFill>
                <a:latin typeface="Calibri"/>
                <a:cs typeface="Calibri"/>
              </a:rPr>
              <a:t>İ</a:t>
            </a:r>
            <a:r>
              <a:rPr sz="1600" spc="-5" dirty="0" err="1">
                <a:solidFill>
                  <a:srgbClr val="585858"/>
                </a:solidFill>
                <a:latin typeface="Calibri"/>
                <a:cs typeface="Calibri"/>
              </a:rPr>
              <a:t>nsan</a:t>
            </a:r>
            <a:r>
              <a:rPr sz="1600" spc="-5" dirty="0">
                <a:solidFill>
                  <a:srgbClr val="585858"/>
                </a:solidFill>
                <a:latin typeface="Calibri"/>
                <a:cs typeface="Calibri"/>
              </a:rPr>
              <a:t> -</a:t>
            </a:r>
            <a:r>
              <a:rPr sz="1600" dirty="0">
                <a:solidFill>
                  <a:srgbClr val="585858"/>
                </a:solidFill>
                <a:latin typeface="Calibri"/>
                <a:cs typeface="Calibri"/>
              </a:rPr>
              <a:t> </a:t>
            </a:r>
            <a:r>
              <a:rPr sz="1600" spc="-10" dirty="0">
                <a:solidFill>
                  <a:srgbClr val="585858"/>
                </a:solidFill>
                <a:latin typeface="Calibri"/>
                <a:cs typeface="Calibri"/>
              </a:rPr>
              <a:t>bilgisayar</a:t>
            </a:r>
            <a:r>
              <a:rPr sz="1600" spc="-5" dirty="0">
                <a:solidFill>
                  <a:srgbClr val="585858"/>
                </a:solidFill>
                <a:latin typeface="Calibri"/>
                <a:cs typeface="Calibri"/>
              </a:rPr>
              <a:t> etkileşimi alanındaki </a:t>
            </a:r>
            <a:r>
              <a:rPr sz="1600" spc="-10" dirty="0">
                <a:solidFill>
                  <a:srgbClr val="585858"/>
                </a:solidFill>
                <a:latin typeface="Calibri"/>
                <a:cs typeface="Calibri"/>
              </a:rPr>
              <a:t>çalışmalar </a:t>
            </a:r>
            <a:r>
              <a:rPr sz="1600" spc="-15" dirty="0">
                <a:solidFill>
                  <a:srgbClr val="585858"/>
                </a:solidFill>
                <a:latin typeface="Calibri"/>
                <a:cs typeface="Calibri"/>
              </a:rPr>
              <a:t>ülkemizde </a:t>
            </a:r>
            <a:r>
              <a:rPr sz="1600" spc="-350" dirty="0">
                <a:solidFill>
                  <a:srgbClr val="585858"/>
                </a:solidFill>
                <a:latin typeface="Calibri"/>
                <a:cs typeface="Calibri"/>
              </a:rPr>
              <a:t> </a:t>
            </a:r>
            <a:r>
              <a:rPr sz="1600" spc="-15" dirty="0">
                <a:solidFill>
                  <a:srgbClr val="585858"/>
                </a:solidFill>
                <a:latin typeface="Calibri"/>
                <a:cs typeface="Calibri"/>
              </a:rPr>
              <a:t>oldukça</a:t>
            </a:r>
            <a:r>
              <a:rPr sz="1600" spc="-10" dirty="0">
                <a:solidFill>
                  <a:srgbClr val="585858"/>
                </a:solidFill>
                <a:latin typeface="Calibri"/>
                <a:cs typeface="Calibri"/>
              </a:rPr>
              <a:t> </a:t>
            </a:r>
            <a:r>
              <a:rPr sz="1600" spc="-5" dirty="0">
                <a:solidFill>
                  <a:srgbClr val="585858"/>
                </a:solidFill>
                <a:latin typeface="Calibri"/>
                <a:cs typeface="Calibri"/>
              </a:rPr>
              <a:t>geç </a:t>
            </a:r>
            <a:r>
              <a:rPr sz="1600" spc="-20" dirty="0">
                <a:solidFill>
                  <a:srgbClr val="585858"/>
                </a:solidFill>
                <a:latin typeface="Calibri"/>
                <a:cs typeface="Calibri"/>
              </a:rPr>
              <a:t>başlamıştır.</a:t>
            </a:r>
            <a:endParaRPr sz="1600" dirty="0">
              <a:latin typeface="Calibri"/>
              <a:cs typeface="Calibri"/>
            </a:endParaRPr>
          </a:p>
          <a:p>
            <a:pPr>
              <a:lnSpc>
                <a:spcPct val="100000"/>
              </a:lnSpc>
            </a:pPr>
            <a:endParaRPr sz="1600" dirty="0">
              <a:latin typeface="Calibri"/>
              <a:cs typeface="Calibri"/>
            </a:endParaRPr>
          </a:p>
          <a:p>
            <a:pPr>
              <a:lnSpc>
                <a:spcPct val="100000"/>
              </a:lnSpc>
              <a:spcBef>
                <a:spcPts val="35"/>
              </a:spcBef>
            </a:pPr>
            <a:endParaRPr sz="1200" dirty="0">
              <a:latin typeface="Calibri"/>
              <a:cs typeface="Calibri"/>
            </a:endParaRPr>
          </a:p>
          <a:p>
            <a:pPr marL="12700" marR="113664" algn="just">
              <a:lnSpc>
                <a:spcPct val="140100"/>
              </a:lnSpc>
              <a:spcBef>
                <a:spcPts val="5"/>
              </a:spcBef>
            </a:pPr>
            <a:r>
              <a:rPr sz="1600" spc="-5" dirty="0">
                <a:solidFill>
                  <a:srgbClr val="585858"/>
                </a:solidFill>
                <a:latin typeface="Calibri"/>
                <a:cs typeface="Calibri"/>
              </a:rPr>
              <a:t>İBE</a:t>
            </a:r>
            <a:r>
              <a:rPr sz="1600" spc="15" dirty="0">
                <a:solidFill>
                  <a:srgbClr val="585858"/>
                </a:solidFill>
                <a:latin typeface="Calibri"/>
                <a:cs typeface="Calibri"/>
              </a:rPr>
              <a:t> </a:t>
            </a:r>
            <a:r>
              <a:rPr sz="1600" spc="-15" dirty="0">
                <a:solidFill>
                  <a:srgbClr val="585858"/>
                </a:solidFill>
                <a:latin typeface="Calibri"/>
                <a:cs typeface="Calibri"/>
              </a:rPr>
              <a:t>konusundaki</a:t>
            </a:r>
            <a:r>
              <a:rPr sz="1600" dirty="0">
                <a:solidFill>
                  <a:srgbClr val="585858"/>
                </a:solidFill>
                <a:latin typeface="Calibri"/>
                <a:cs typeface="Calibri"/>
              </a:rPr>
              <a:t> </a:t>
            </a:r>
            <a:r>
              <a:rPr sz="1600" spc="-10" dirty="0">
                <a:solidFill>
                  <a:srgbClr val="585858"/>
                </a:solidFill>
                <a:latin typeface="Calibri"/>
                <a:cs typeface="Calibri"/>
              </a:rPr>
              <a:t>akademik</a:t>
            </a:r>
            <a:r>
              <a:rPr sz="1600" spc="5" dirty="0">
                <a:solidFill>
                  <a:srgbClr val="585858"/>
                </a:solidFill>
                <a:latin typeface="Calibri"/>
                <a:cs typeface="Calibri"/>
              </a:rPr>
              <a:t> </a:t>
            </a:r>
            <a:r>
              <a:rPr sz="1600" spc="-20" dirty="0">
                <a:solidFill>
                  <a:srgbClr val="585858"/>
                </a:solidFill>
                <a:latin typeface="Calibri"/>
                <a:cs typeface="Calibri"/>
              </a:rPr>
              <a:t>çalışmalar, </a:t>
            </a:r>
            <a:r>
              <a:rPr sz="1600" spc="-10" dirty="0">
                <a:solidFill>
                  <a:srgbClr val="585858"/>
                </a:solidFill>
                <a:latin typeface="Calibri"/>
                <a:cs typeface="Calibri"/>
              </a:rPr>
              <a:t>özellikle</a:t>
            </a:r>
            <a:r>
              <a:rPr sz="1600" spc="15" dirty="0">
                <a:solidFill>
                  <a:srgbClr val="585858"/>
                </a:solidFill>
                <a:latin typeface="Calibri"/>
                <a:cs typeface="Calibri"/>
              </a:rPr>
              <a:t> </a:t>
            </a:r>
            <a:r>
              <a:rPr sz="1600" spc="-10" dirty="0">
                <a:solidFill>
                  <a:srgbClr val="585858"/>
                </a:solidFill>
                <a:latin typeface="Calibri"/>
                <a:cs typeface="Calibri"/>
              </a:rPr>
              <a:t>yurt</a:t>
            </a:r>
            <a:r>
              <a:rPr sz="1600" spc="20" dirty="0">
                <a:solidFill>
                  <a:srgbClr val="585858"/>
                </a:solidFill>
                <a:latin typeface="Calibri"/>
                <a:cs typeface="Calibri"/>
              </a:rPr>
              <a:t> </a:t>
            </a:r>
            <a:r>
              <a:rPr sz="1600" spc="-10" dirty="0" err="1">
                <a:solidFill>
                  <a:srgbClr val="585858"/>
                </a:solidFill>
                <a:latin typeface="Calibri"/>
                <a:cs typeface="Calibri"/>
              </a:rPr>
              <a:t>dışında</a:t>
            </a:r>
            <a:r>
              <a:rPr lang="tr-TR" sz="1600" spc="-10" dirty="0">
                <a:solidFill>
                  <a:srgbClr val="585858"/>
                </a:solidFill>
                <a:latin typeface="Calibri"/>
                <a:cs typeface="Calibri"/>
              </a:rPr>
              <a:t> </a:t>
            </a:r>
            <a:r>
              <a:rPr sz="1600" spc="-5" dirty="0" err="1">
                <a:solidFill>
                  <a:srgbClr val="585858"/>
                </a:solidFill>
                <a:latin typeface="Calibri"/>
                <a:cs typeface="Calibri"/>
              </a:rPr>
              <a:t>eğitimlerini</a:t>
            </a:r>
            <a:r>
              <a:rPr sz="1600" spc="-15" dirty="0">
                <a:solidFill>
                  <a:srgbClr val="585858"/>
                </a:solidFill>
                <a:latin typeface="Calibri"/>
                <a:cs typeface="Calibri"/>
              </a:rPr>
              <a:t> </a:t>
            </a:r>
            <a:r>
              <a:rPr sz="1600" spc="-10" dirty="0">
                <a:solidFill>
                  <a:srgbClr val="585858"/>
                </a:solidFill>
                <a:latin typeface="Calibri"/>
                <a:cs typeface="Calibri"/>
              </a:rPr>
              <a:t>tamamlayıp,</a:t>
            </a:r>
            <a:r>
              <a:rPr sz="1600" spc="-15" dirty="0">
                <a:solidFill>
                  <a:srgbClr val="585858"/>
                </a:solidFill>
                <a:latin typeface="Calibri"/>
                <a:cs typeface="Calibri"/>
              </a:rPr>
              <a:t> orada</a:t>
            </a:r>
            <a:r>
              <a:rPr sz="1600" spc="25" dirty="0">
                <a:solidFill>
                  <a:srgbClr val="585858"/>
                </a:solidFill>
                <a:latin typeface="Calibri"/>
                <a:cs typeface="Calibri"/>
              </a:rPr>
              <a:t> </a:t>
            </a:r>
            <a:r>
              <a:rPr sz="1600" spc="-10" dirty="0">
                <a:solidFill>
                  <a:srgbClr val="585858"/>
                </a:solidFill>
                <a:latin typeface="Calibri"/>
                <a:cs typeface="Calibri"/>
              </a:rPr>
              <a:t>yapılan</a:t>
            </a:r>
            <a:r>
              <a:rPr sz="1600" spc="-15" dirty="0">
                <a:solidFill>
                  <a:srgbClr val="585858"/>
                </a:solidFill>
                <a:latin typeface="Calibri"/>
                <a:cs typeface="Calibri"/>
              </a:rPr>
              <a:t> </a:t>
            </a:r>
            <a:r>
              <a:rPr sz="1600" spc="-10" dirty="0">
                <a:solidFill>
                  <a:srgbClr val="585858"/>
                </a:solidFill>
                <a:latin typeface="Calibri"/>
                <a:cs typeface="Calibri"/>
              </a:rPr>
              <a:t>çalışmaları</a:t>
            </a:r>
            <a:r>
              <a:rPr sz="1600" spc="-15" dirty="0">
                <a:solidFill>
                  <a:srgbClr val="585858"/>
                </a:solidFill>
                <a:latin typeface="Calibri"/>
                <a:cs typeface="Calibri"/>
              </a:rPr>
              <a:t> görerek </a:t>
            </a:r>
            <a:r>
              <a:rPr sz="1600" spc="-10" dirty="0">
                <a:solidFill>
                  <a:srgbClr val="585858"/>
                </a:solidFill>
                <a:latin typeface="Calibri"/>
                <a:cs typeface="Calibri"/>
              </a:rPr>
              <a:t> </a:t>
            </a:r>
            <a:r>
              <a:rPr sz="1600" spc="-15" dirty="0">
                <a:solidFill>
                  <a:srgbClr val="585858"/>
                </a:solidFill>
                <a:latin typeface="Calibri"/>
                <a:cs typeface="Calibri"/>
              </a:rPr>
              <a:t>konunun</a:t>
            </a:r>
            <a:r>
              <a:rPr sz="1600" dirty="0">
                <a:solidFill>
                  <a:srgbClr val="585858"/>
                </a:solidFill>
                <a:latin typeface="Calibri"/>
                <a:cs typeface="Calibri"/>
              </a:rPr>
              <a:t> </a:t>
            </a:r>
            <a:r>
              <a:rPr sz="1600" spc="-10" dirty="0">
                <a:solidFill>
                  <a:srgbClr val="585858"/>
                </a:solidFill>
                <a:latin typeface="Calibri"/>
                <a:cs typeface="Calibri"/>
              </a:rPr>
              <a:t>önemini</a:t>
            </a:r>
            <a:r>
              <a:rPr sz="1600" spc="5" dirty="0">
                <a:solidFill>
                  <a:srgbClr val="585858"/>
                </a:solidFill>
                <a:latin typeface="Calibri"/>
                <a:cs typeface="Calibri"/>
              </a:rPr>
              <a:t> </a:t>
            </a:r>
            <a:r>
              <a:rPr sz="1600" spc="-25" dirty="0">
                <a:solidFill>
                  <a:srgbClr val="585858"/>
                </a:solidFill>
                <a:latin typeface="Calibri"/>
                <a:cs typeface="Calibri"/>
              </a:rPr>
              <a:t>kavrayan</a:t>
            </a:r>
            <a:r>
              <a:rPr sz="1600" spc="5" dirty="0">
                <a:solidFill>
                  <a:srgbClr val="585858"/>
                </a:solidFill>
                <a:latin typeface="Calibri"/>
                <a:cs typeface="Calibri"/>
              </a:rPr>
              <a:t> </a:t>
            </a:r>
            <a:r>
              <a:rPr sz="1600" spc="-5" dirty="0">
                <a:solidFill>
                  <a:srgbClr val="585858"/>
                </a:solidFill>
                <a:latin typeface="Calibri"/>
                <a:cs typeface="Calibri"/>
              </a:rPr>
              <a:t>araştırmacılarla</a:t>
            </a:r>
            <a:r>
              <a:rPr sz="1600" spc="-30" dirty="0">
                <a:solidFill>
                  <a:srgbClr val="585858"/>
                </a:solidFill>
                <a:latin typeface="Calibri"/>
                <a:cs typeface="Calibri"/>
              </a:rPr>
              <a:t> </a:t>
            </a:r>
            <a:r>
              <a:rPr sz="1600" spc="-20" dirty="0">
                <a:solidFill>
                  <a:srgbClr val="585858"/>
                </a:solidFill>
                <a:latin typeface="Calibri"/>
                <a:cs typeface="Calibri"/>
              </a:rPr>
              <a:t>başlatılmıştır.</a:t>
            </a:r>
            <a:endParaRPr sz="1600" dirty="0">
              <a:latin typeface="Calibri"/>
              <a:cs typeface="Calibri"/>
            </a:endParaRPr>
          </a:p>
        </p:txBody>
      </p:sp>
      <p:sp>
        <p:nvSpPr>
          <p:cNvPr id="6" name="object 6"/>
          <p:cNvSpPr txBox="1"/>
          <p:nvPr/>
        </p:nvSpPr>
        <p:spPr>
          <a:xfrm>
            <a:off x="154938" y="4941823"/>
            <a:ext cx="2207261" cy="635000"/>
          </a:xfrm>
          <a:prstGeom prst="rect">
            <a:avLst/>
          </a:prstGeom>
        </p:spPr>
        <p:txBody>
          <a:bodyPr vert="horz" wrap="square" lIns="0" tIns="12065" rIns="0" bIns="0" rtlCol="0">
            <a:spAutoFit/>
          </a:bodyPr>
          <a:lstStyle/>
          <a:p>
            <a:pPr marL="12700" marR="370205">
              <a:lnSpc>
                <a:spcPct val="100000"/>
              </a:lnSpc>
              <a:spcBef>
                <a:spcPts val="95"/>
              </a:spcBef>
            </a:pPr>
            <a:r>
              <a:rPr sz="1000" i="1" spc="-10" dirty="0">
                <a:latin typeface="Calibri"/>
                <a:cs typeface="Calibri"/>
              </a:rPr>
              <a:t>ODTÜ </a:t>
            </a:r>
            <a:r>
              <a:rPr sz="1000" i="1" spc="-5" dirty="0">
                <a:latin typeface="Calibri"/>
                <a:cs typeface="Calibri"/>
              </a:rPr>
              <a:t>insan bilgisayar </a:t>
            </a:r>
            <a:r>
              <a:rPr sz="1000" i="1" spc="-215" dirty="0">
                <a:latin typeface="Calibri"/>
                <a:cs typeface="Calibri"/>
              </a:rPr>
              <a:t> </a:t>
            </a:r>
            <a:r>
              <a:rPr sz="1000" i="1" spc="-5" dirty="0">
                <a:latin typeface="Calibri"/>
                <a:cs typeface="Calibri"/>
              </a:rPr>
              <a:t>etkileşimi</a:t>
            </a:r>
            <a:r>
              <a:rPr sz="1000" i="1" spc="-45" dirty="0">
                <a:latin typeface="Calibri"/>
                <a:cs typeface="Calibri"/>
              </a:rPr>
              <a:t> </a:t>
            </a:r>
            <a:r>
              <a:rPr sz="1000" i="1" spc="-5" dirty="0">
                <a:latin typeface="Calibri"/>
                <a:cs typeface="Calibri"/>
              </a:rPr>
              <a:t>araştırma</a:t>
            </a:r>
            <a:endParaRPr sz="1000" dirty="0">
              <a:latin typeface="Calibri"/>
              <a:cs typeface="Calibri"/>
            </a:endParaRPr>
          </a:p>
          <a:p>
            <a:pPr marL="12700">
              <a:lnSpc>
                <a:spcPct val="100000"/>
              </a:lnSpc>
            </a:pPr>
            <a:r>
              <a:rPr sz="1000" i="1" spc="-5" dirty="0">
                <a:latin typeface="Calibri"/>
                <a:cs typeface="Calibri"/>
              </a:rPr>
              <a:t>laboratuarı</a:t>
            </a:r>
            <a:r>
              <a:rPr sz="1000" i="1" spc="-40" dirty="0">
                <a:latin typeface="Calibri"/>
                <a:cs typeface="Calibri"/>
              </a:rPr>
              <a:t> </a:t>
            </a:r>
            <a:r>
              <a:rPr sz="1000" i="1" spc="-5" dirty="0">
                <a:latin typeface="Calibri"/>
                <a:cs typeface="Calibri"/>
              </a:rPr>
              <a:t>internet</a:t>
            </a:r>
            <a:r>
              <a:rPr sz="1000" i="1" spc="-30" dirty="0">
                <a:latin typeface="Calibri"/>
                <a:cs typeface="Calibri"/>
              </a:rPr>
              <a:t> </a:t>
            </a:r>
            <a:r>
              <a:rPr sz="1000" i="1" spc="-5" dirty="0">
                <a:latin typeface="Calibri"/>
                <a:cs typeface="Calibri"/>
              </a:rPr>
              <a:t>sitesi</a:t>
            </a:r>
            <a:endParaRPr sz="1000" dirty="0">
              <a:latin typeface="Calibri"/>
              <a:cs typeface="Calibri"/>
            </a:endParaRPr>
          </a:p>
          <a:p>
            <a:pPr marL="12700">
              <a:lnSpc>
                <a:spcPct val="100000"/>
              </a:lnSpc>
            </a:pPr>
            <a:r>
              <a:rPr sz="1000" i="1" spc="-5" dirty="0">
                <a:latin typeface="Calibri"/>
                <a:cs typeface="Calibri"/>
              </a:rPr>
              <a:t>(</a:t>
            </a:r>
            <a:r>
              <a:rPr sz="1000" i="1" u="sng" spc="-5" dirty="0">
                <a:solidFill>
                  <a:srgbClr val="0000FF"/>
                </a:solidFill>
                <a:uFill>
                  <a:solidFill>
                    <a:srgbClr val="0000FF"/>
                  </a:solidFill>
                </a:uFill>
                <a:latin typeface="Calibri"/>
                <a:cs typeface="Calibri"/>
                <a:hlinkClick r:id="rId4"/>
              </a:rPr>
              <a:t>http://ibe.bidb.odtu.edu.tr/</a:t>
            </a:r>
            <a:r>
              <a:rPr sz="1000" i="1" spc="-5" dirty="0">
                <a:latin typeface="Calibri"/>
                <a:cs typeface="Calibri"/>
              </a:rPr>
              <a:t>)</a:t>
            </a:r>
            <a:endParaRPr sz="1000" dirty="0">
              <a:latin typeface="Calibri"/>
              <a:cs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0240" y="289940"/>
            <a:ext cx="8036560" cy="3073405"/>
          </a:xfrm>
          <a:prstGeom prst="rect">
            <a:avLst/>
          </a:prstGeom>
        </p:spPr>
        <p:txBody>
          <a:bodyPr vert="horz" wrap="square" lIns="0" tIns="12700" rIns="0" bIns="0" rtlCol="0">
            <a:spAutoFit/>
          </a:bodyPr>
          <a:lstStyle/>
          <a:p>
            <a:pPr marL="12700" marR="57785">
              <a:lnSpc>
                <a:spcPct val="130000"/>
              </a:lnSpc>
              <a:spcBef>
                <a:spcPts val="100"/>
              </a:spcBef>
            </a:pPr>
            <a:r>
              <a:rPr sz="1500" spc="-15" dirty="0">
                <a:solidFill>
                  <a:srgbClr val="585858"/>
                </a:solidFill>
                <a:latin typeface="Calibri"/>
                <a:cs typeface="Calibri"/>
              </a:rPr>
              <a:t>Kolay</a:t>
            </a:r>
            <a:r>
              <a:rPr sz="1500" spc="15" dirty="0">
                <a:solidFill>
                  <a:srgbClr val="585858"/>
                </a:solidFill>
                <a:latin typeface="Calibri"/>
                <a:cs typeface="Calibri"/>
              </a:rPr>
              <a:t> </a:t>
            </a:r>
            <a:r>
              <a:rPr sz="1500" spc="-5" dirty="0">
                <a:solidFill>
                  <a:srgbClr val="585858"/>
                </a:solidFill>
                <a:latin typeface="Calibri"/>
                <a:cs typeface="Calibri"/>
              </a:rPr>
              <a:t>kullanılabilir</a:t>
            </a:r>
            <a:r>
              <a:rPr sz="1500" spc="-30" dirty="0">
                <a:solidFill>
                  <a:srgbClr val="585858"/>
                </a:solidFill>
                <a:latin typeface="Calibri"/>
                <a:cs typeface="Calibri"/>
              </a:rPr>
              <a:t> </a:t>
            </a:r>
            <a:r>
              <a:rPr sz="1500" dirty="0">
                <a:solidFill>
                  <a:srgbClr val="585858"/>
                </a:solidFill>
                <a:latin typeface="Calibri"/>
                <a:cs typeface="Calibri"/>
              </a:rPr>
              <a:t>bilişim</a:t>
            </a:r>
            <a:r>
              <a:rPr sz="1500" spc="15" dirty="0">
                <a:solidFill>
                  <a:srgbClr val="585858"/>
                </a:solidFill>
                <a:latin typeface="Calibri"/>
                <a:cs typeface="Calibri"/>
              </a:rPr>
              <a:t> </a:t>
            </a:r>
            <a:r>
              <a:rPr sz="1500" spc="-5" dirty="0">
                <a:solidFill>
                  <a:srgbClr val="585858"/>
                </a:solidFill>
                <a:latin typeface="Calibri"/>
                <a:cs typeface="Calibri"/>
              </a:rPr>
              <a:t>sistemlerinin</a:t>
            </a:r>
            <a:r>
              <a:rPr sz="1500" spc="5" dirty="0">
                <a:solidFill>
                  <a:srgbClr val="585858"/>
                </a:solidFill>
                <a:latin typeface="Calibri"/>
                <a:cs typeface="Calibri"/>
              </a:rPr>
              <a:t> </a:t>
            </a:r>
            <a:r>
              <a:rPr sz="1500" spc="-20" dirty="0">
                <a:solidFill>
                  <a:srgbClr val="585858"/>
                </a:solidFill>
                <a:latin typeface="Calibri"/>
                <a:cs typeface="Calibri"/>
              </a:rPr>
              <a:t>Türkiye’de</a:t>
            </a:r>
            <a:r>
              <a:rPr sz="1500" spc="-15" dirty="0">
                <a:solidFill>
                  <a:srgbClr val="585858"/>
                </a:solidFill>
                <a:latin typeface="Calibri"/>
                <a:cs typeface="Calibri"/>
              </a:rPr>
              <a:t> </a:t>
            </a:r>
            <a:r>
              <a:rPr sz="1500" spc="-5" dirty="0">
                <a:solidFill>
                  <a:srgbClr val="585858"/>
                </a:solidFill>
                <a:latin typeface="Calibri"/>
                <a:cs typeface="Calibri"/>
              </a:rPr>
              <a:t>ulusal politika</a:t>
            </a:r>
            <a:r>
              <a:rPr sz="1500" spc="20" dirty="0">
                <a:solidFill>
                  <a:srgbClr val="585858"/>
                </a:solidFill>
                <a:latin typeface="Calibri"/>
                <a:cs typeface="Calibri"/>
              </a:rPr>
              <a:t> </a:t>
            </a:r>
            <a:r>
              <a:rPr sz="1500" spc="-5" dirty="0">
                <a:solidFill>
                  <a:srgbClr val="585858"/>
                </a:solidFill>
                <a:latin typeface="Calibri"/>
                <a:cs typeface="Calibri"/>
              </a:rPr>
              <a:t>dökümanlarına</a:t>
            </a:r>
            <a:r>
              <a:rPr sz="1500" spc="-20" dirty="0">
                <a:solidFill>
                  <a:srgbClr val="585858"/>
                </a:solidFill>
                <a:latin typeface="Calibri"/>
                <a:cs typeface="Calibri"/>
              </a:rPr>
              <a:t> </a:t>
            </a:r>
            <a:r>
              <a:rPr sz="1500" spc="-5" dirty="0">
                <a:solidFill>
                  <a:srgbClr val="585858"/>
                </a:solidFill>
                <a:latin typeface="Calibri"/>
                <a:cs typeface="Calibri"/>
              </a:rPr>
              <a:t>girmesi,</a:t>
            </a:r>
            <a:r>
              <a:rPr sz="1500" spc="15" dirty="0">
                <a:solidFill>
                  <a:srgbClr val="585858"/>
                </a:solidFill>
                <a:latin typeface="Calibri"/>
                <a:cs typeface="Calibri"/>
              </a:rPr>
              <a:t> </a:t>
            </a:r>
            <a:r>
              <a:rPr sz="1500" dirty="0">
                <a:solidFill>
                  <a:srgbClr val="585858"/>
                </a:solidFill>
                <a:latin typeface="Calibri"/>
                <a:cs typeface="Calibri"/>
              </a:rPr>
              <a:t>2003 </a:t>
            </a:r>
            <a:r>
              <a:rPr sz="1500" spc="-254" dirty="0">
                <a:solidFill>
                  <a:srgbClr val="585858"/>
                </a:solidFill>
                <a:latin typeface="Calibri"/>
                <a:cs typeface="Calibri"/>
              </a:rPr>
              <a:t> </a:t>
            </a:r>
            <a:r>
              <a:rPr sz="1500" dirty="0">
                <a:solidFill>
                  <a:srgbClr val="585858"/>
                </a:solidFill>
                <a:latin typeface="Calibri"/>
                <a:cs typeface="Calibri"/>
              </a:rPr>
              <a:t>yılında</a:t>
            </a:r>
            <a:r>
              <a:rPr sz="1500" spc="-20" dirty="0">
                <a:solidFill>
                  <a:srgbClr val="585858"/>
                </a:solidFill>
                <a:latin typeface="Calibri"/>
                <a:cs typeface="Calibri"/>
              </a:rPr>
              <a:t> </a:t>
            </a:r>
            <a:r>
              <a:rPr sz="1500" spc="-15" dirty="0">
                <a:solidFill>
                  <a:srgbClr val="585858"/>
                </a:solidFill>
                <a:latin typeface="Calibri"/>
                <a:cs typeface="Calibri"/>
              </a:rPr>
              <a:t>gerçekleşmiştir.</a:t>
            </a:r>
            <a:endParaRPr sz="1500" dirty="0">
              <a:latin typeface="Calibri"/>
              <a:cs typeface="Calibri"/>
            </a:endParaRPr>
          </a:p>
          <a:p>
            <a:pPr>
              <a:lnSpc>
                <a:spcPct val="100000"/>
              </a:lnSpc>
            </a:pPr>
            <a:endParaRPr sz="1500" dirty="0">
              <a:latin typeface="Calibri"/>
              <a:cs typeface="Calibri"/>
            </a:endParaRPr>
          </a:p>
          <a:p>
            <a:pPr marL="12700" marR="19685">
              <a:lnSpc>
                <a:spcPct val="130000"/>
              </a:lnSpc>
              <a:spcBef>
                <a:spcPts val="985"/>
              </a:spcBef>
            </a:pPr>
            <a:r>
              <a:rPr sz="1500" b="1" spc="-15" dirty="0">
                <a:solidFill>
                  <a:srgbClr val="FF0000"/>
                </a:solidFill>
                <a:latin typeface="Calibri"/>
                <a:cs typeface="Calibri"/>
              </a:rPr>
              <a:t>TÜBİTAK </a:t>
            </a:r>
            <a:r>
              <a:rPr sz="1500" spc="-10" dirty="0">
                <a:solidFill>
                  <a:srgbClr val="585858"/>
                </a:solidFill>
                <a:latin typeface="Calibri"/>
                <a:cs typeface="Calibri"/>
              </a:rPr>
              <a:t>tarafından </a:t>
            </a:r>
            <a:r>
              <a:rPr sz="1500" spc="-5" dirty="0">
                <a:solidFill>
                  <a:srgbClr val="585858"/>
                </a:solidFill>
                <a:latin typeface="Calibri"/>
                <a:cs typeface="Calibri"/>
              </a:rPr>
              <a:t>yayınlanan </a:t>
            </a:r>
            <a:r>
              <a:rPr sz="1500" spc="-10" dirty="0">
                <a:solidFill>
                  <a:srgbClr val="585858"/>
                </a:solidFill>
                <a:latin typeface="Calibri"/>
                <a:cs typeface="Calibri"/>
              </a:rPr>
              <a:t>vizyon </a:t>
            </a:r>
            <a:r>
              <a:rPr sz="1500" dirty="0">
                <a:solidFill>
                  <a:srgbClr val="585858"/>
                </a:solidFill>
                <a:latin typeface="Calibri"/>
                <a:cs typeface="Calibri"/>
              </a:rPr>
              <a:t>2023 </a:t>
            </a:r>
            <a:r>
              <a:rPr sz="1500" spc="-5" dirty="0">
                <a:solidFill>
                  <a:srgbClr val="585858"/>
                </a:solidFill>
                <a:latin typeface="Calibri"/>
                <a:cs typeface="Calibri"/>
              </a:rPr>
              <a:t>raporunda </a:t>
            </a:r>
            <a:r>
              <a:rPr sz="1500" dirty="0">
                <a:solidFill>
                  <a:srgbClr val="585858"/>
                </a:solidFill>
                <a:latin typeface="Calibri"/>
                <a:cs typeface="Calibri"/>
              </a:rPr>
              <a:t>Cumhuriyet’in </a:t>
            </a:r>
            <a:r>
              <a:rPr sz="1500" spc="-5" dirty="0">
                <a:solidFill>
                  <a:srgbClr val="585858"/>
                </a:solidFill>
                <a:latin typeface="Calibri"/>
                <a:cs typeface="Calibri"/>
              </a:rPr>
              <a:t>100’üncü </a:t>
            </a:r>
            <a:r>
              <a:rPr sz="1500" dirty="0">
                <a:solidFill>
                  <a:srgbClr val="585858"/>
                </a:solidFill>
                <a:latin typeface="Calibri"/>
                <a:cs typeface="Calibri"/>
              </a:rPr>
              <a:t>yılında </a:t>
            </a:r>
            <a:r>
              <a:rPr sz="1500" spc="-10" dirty="0">
                <a:solidFill>
                  <a:srgbClr val="585858"/>
                </a:solidFill>
                <a:latin typeface="Calibri"/>
                <a:cs typeface="Calibri"/>
              </a:rPr>
              <a:t>ülkenin </a:t>
            </a:r>
            <a:r>
              <a:rPr sz="1500" spc="-260" dirty="0">
                <a:solidFill>
                  <a:srgbClr val="585858"/>
                </a:solidFill>
                <a:latin typeface="Calibri"/>
                <a:cs typeface="Calibri"/>
              </a:rPr>
              <a:t> </a:t>
            </a:r>
            <a:r>
              <a:rPr sz="1500" spc="-5" dirty="0">
                <a:solidFill>
                  <a:srgbClr val="585858"/>
                </a:solidFill>
                <a:latin typeface="Calibri"/>
                <a:cs typeface="Calibri"/>
              </a:rPr>
              <a:t>bulunması</a:t>
            </a:r>
            <a:r>
              <a:rPr sz="1500" spc="-10" dirty="0">
                <a:solidFill>
                  <a:srgbClr val="585858"/>
                </a:solidFill>
                <a:latin typeface="Calibri"/>
                <a:cs typeface="Calibri"/>
              </a:rPr>
              <a:t> </a:t>
            </a:r>
            <a:r>
              <a:rPr sz="1500" spc="-5" dirty="0">
                <a:solidFill>
                  <a:srgbClr val="585858"/>
                </a:solidFill>
                <a:latin typeface="Calibri"/>
                <a:cs typeface="Calibri"/>
              </a:rPr>
              <a:t>hedeflenen</a:t>
            </a:r>
            <a:r>
              <a:rPr sz="1500" spc="-30" dirty="0">
                <a:solidFill>
                  <a:srgbClr val="585858"/>
                </a:solidFill>
                <a:latin typeface="Calibri"/>
                <a:cs typeface="Calibri"/>
              </a:rPr>
              <a:t> </a:t>
            </a:r>
            <a:r>
              <a:rPr sz="1500" spc="-5" dirty="0">
                <a:solidFill>
                  <a:srgbClr val="585858"/>
                </a:solidFill>
                <a:latin typeface="Calibri"/>
                <a:cs typeface="Calibri"/>
              </a:rPr>
              <a:t>yerden</a:t>
            </a:r>
            <a:r>
              <a:rPr sz="1500" spc="-10" dirty="0">
                <a:solidFill>
                  <a:srgbClr val="585858"/>
                </a:solidFill>
                <a:latin typeface="Calibri"/>
                <a:cs typeface="Calibri"/>
              </a:rPr>
              <a:t> </a:t>
            </a:r>
            <a:r>
              <a:rPr sz="1500" spc="-5" dirty="0">
                <a:solidFill>
                  <a:srgbClr val="585858"/>
                </a:solidFill>
                <a:latin typeface="Calibri"/>
                <a:cs typeface="Calibri"/>
              </a:rPr>
              <a:t>bahsedilirken</a:t>
            </a:r>
            <a:r>
              <a:rPr sz="1500" spc="-15" dirty="0">
                <a:solidFill>
                  <a:srgbClr val="585858"/>
                </a:solidFill>
                <a:latin typeface="Calibri"/>
                <a:cs typeface="Calibri"/>
              </a:rPr>
              <a:t> </a:t>
            </a:r>
            <a:r>
              <a:rPr sz="1500" b="1" spc="-5" dirty="0">
                <a:solidFill>
                  <a:srgbClr val="FF0000"/>
                </a:solidFill>
                <a:latin typeface="Calibri"/>
                <a:cs typeface="Calibri"/>
              </a:rPr>
              <a:t>“Kullanımı</a:t>
            </a:r>
            <a:r>
              <a:rPr sz="1500" b="1" spc="25" dirty="0">
                <a:solidFill>
                  <a:srgbClr val="FF0000"/>
                </a:solidFill>
                <a:latin typeface="Calibri"/>
                <a:cs typeface="Calibri"/>
              </a:rPr>
              <a:t> </a:t>
            </a:r>
            <a:r>
              <a:rPr sz="1500" b="1" spc="-5" dirty="0">
                <a:solidFill>
                  <a:srgbClr val="FF0000"/>
                </a:solidFill>
                <a:latin typeface="Calibri"/>
                <a:cs typeface="Calibri"/>
              </a:rPr>
              <a:t>eğitim</a:t>
            </a:r>
            <a:r>
              <a:rPr sz="1500" b="1" spc="5" dirty="0">
                <a:solidFill>
                  <a:srgbClr val="FF0000"/>
                </a:solidFill>
                <a:latin typeface="Calibri"/>
                <a:cs typeface="Calibri"/>
              </a:rPr>
              <a:t> </a:t>
            </a:r>
            <a:r>
              <a:rPr sz="1500" b="1" spc="-10" dirty="0">
                <a:solidFill>
                  <a:srgbClr val="FF0000"/>
                </a:solidFill>
                <a:latin typeface="Calibri"/>
                <a:cs typeface="Calibri"/>
              </a:rPr>
              <a:t>gerektirmeyen</a:t>
            </a:r>
            <a:r>
              <a:rPr sz="1500" b="1" spc="5" dirty="0">
                <a:solidFill>
                  <a:srgbClr val="FF0000"/>
                </a:solidFill>
                <a:latin typeface="Calibri"/>
                <a:cs typeface="Calibri"/>
              </a:rPr>
              <a:t> </a:t>
            </a:r>
            <a:r>
              <a:rPr sz="1500" b="1" spc="-5" dirty="0">
                <a:solidFill>
                  <a:srgbClr val="FF0000"/>
                </a:solidFill>
                <a:latin typeface="Calibri"/>
                <a:cs typeface="Calibri"/>
              </a:rPr>
              <a:t>bilgisayarların </a:t>
            </a:r>
            <a:r>
              <a:rPr sz="1500" b="1" dirty="0">
                <a:solidFill>
                  <a:srgbClr val="FF0000"/>
                </a:solidFill>
                <a:latin typeface="Calibri"/>
                <a:cs typeface="Calibri"/>
              </a:rPr>
              <a:t> </a:t>
            </a:r>
            <a:r>
              <a:rPr sz="1500" b="1" spc="-5" dirty="0">
                <a:solidFill>
                  <a:srgbClr val="FF0000"/>
                </a:solidFill>
                <a:latin typeface="Calibri"/>
                <a:cs typeface="Calibri"/>
              </a:rPr>
              <a:t>geliştirilmesi”</a:t>
            </a:r>
            <a:r>
              <a:rPr sz="1500" b="1" spc="5" dirty="0">
                <a:solidFill>
                  <a:srgbClr val="FF0000"/>
                </a:solidFill>
                <a:latin typeface="Calibri"/>
                <a:cs typeface="Calibri"/>
              </a:rPr>
              <a:t> </a:t>
            </a:r>
            <a:r>
              <a:rPr sz="1500" spc="-10" dirty="0">
                <a:solidFill>
                  <a:srgbClr val="585858"/>
                </a:solidFill>
                <a:latin typeface="Calibri"/>
                <a:cs typeface="Calibri"/>
              </a:rPr>
              <a:t>konusu</a:t>
            </a:r>
            <a:r>
              <a:rPr sz="1500" spc="-20" dirty="0">
                <a:solidFill>
                  <a:srgbClr val="585858"/>
                </a:solidFill>
                <a:latin typeface="Calibri"/>
                <a:cs typeface="Calibri"/>
              </a:rPr>
              <a:t> </a:t>
            </a:r>
            <a:r>
              <a:rPr sz="1500" dirty="0">
                <a:solidFill>
                  <a:srgbClr val="585858"/>
                </a:solidFill>
                <a:latin typeface="Calibri"/>
                <a:cs typeface="Calibri"/>
              </a:rPr>
              <a:t>da</a:t>
            </a:r>
            <a:r>
              <a:rPr sz="1500" spc="-5" dirty="0">
                <a:solidFill>
                  <a:srgbClr val="585858"/>
                </a:solidFill>
                <a:latin typeface="Calibri"/>
                <a:cs typeface="Calibri"/>
              </a:rPr>
              <a:t> öncelikli</a:t>
            </a:r>
            <a:r>
              <a:rPr sz="1500" dirty="0">
                <a:solidFill>
                  <a:srgbClr val="585858"/>
                </a:solidFill>
                <a:latin typeface="Calibri"/>
                <a:cs typeface="Calibri"/>
              </a:rPr>
              <a:t> </a:t>
            </a:r>
            <a:r>
              <a:rPr sz="1500" spc="-5" dirty="0">
                <a:solidFill>
                  <a:srgbClr val="585858"/>
                </a:solidFill>
                <a:latin typeface="Calibri"/>
                <a:cs typeface="Calibri"/>
              </a:rPr>
              <a:t>hedeflerden</a:t>
            </a:r>
            <a:r>
              <a:rPr sz="1500" spc="-30" dirty="0">
                <a:solidFill>
                  <a:srgbClr val="585858"/>
                </a:solidFill>
                <a:latin typeface="Calibri"/>
                <a:cs typeface="Calibri"/>
              </a:rPr>
              <a:t> </a:t>
            </a:r>
            <a:r>
              <a:rPr sz="1500" dirty="0">
                <a:solidFill>
                  <a:srgbClr val="585858"/>
                </a:solidFill>
                <a:latin typeface="Calibri"/>
                <a:cs typeface="Calibri"/>
              </a:rPr>
              <a:t>birisi</a:t>
            </a:r>
            <a:r>
              <a:rPr sz="1500" spc="-10" dirty="0">
                <a:solidFill>
                  <a:srgbClr val="585858"/>
                </a:solidFill>
                <a:latin typeface="Calibri"/>
                <a:cs typeface="Calibri"/>
              </a:rPr>
              <a:t> olarak</a:t>
            </a:r>
            <a:r>
              <a:rPr sz="1500" spc="-5" dirty="0">
                <a:solidFill>
                  <a:srgbClr val="585858"/>
                </a:solidFill>
                <a:latin typeface="Calibri"/>
                <a:cs typeface="Calibri"/>
              </a:rPr>
              <a:t> </a:t>
            </a:r>
            <a:r>
              <a:rPr sz="1500" spc="-10" dirty="0">
                <a:solidFill>
                  <a:srgbClr val="585858"/>
                </a:solidFill>
                <a:latin typeface="Calibri"/>
                <a:cs typeface="Calibri"/>
              </a:rPr>
              <a:t>belirtilmektedir.</a:t>
            </a:r>
            <a:endParaRPr sz="1500" dirty="0">
              <a:latin typeface="Calibri"/>
              <a:cs typeface="Calibri"/>
            </a:endParaRPr>
          </a:p>
          <a:p>
            <a:pPr marL="12700" marR="5080">
              <a:lnSpc>
                <a:spcPct val="80000"/>
              </a:lnSpc>
              <a:spcBef>
                <a:spcPts val="480"/>
              </a:spcBef>
            </a:pPr>
            <a:r>
              <a:rPr sz="1500" b="1" dirty="0">
                <a:solidFill>
                  <a:srgbClr val="585858"/>
                </a:solidFill>
                <a:latin typeface="Arial"/>
                <a:cs typeface="Arial"/>
              </a:rPr>
              <a:t>“</a:t>
            </a:r>
            <a:r>
              <a:rPr sz="1500" b="1" u="sng" dirty="0">
                <a:solidFill>
                  <a:srgbClr val="585858"/>
                </a:solidFill>
                <a:uFill>
                  <a:solidFill>
                    <a:srgbClr val="585858"/>
                  </a:solidFill>
                </a:uFill>
                <a:latin typeface="Arial"/>
                <a:cs typeface="Arial"/>
              </a:rPr>
              <a:t>İnsanlar</a:t>
            </a:r>
            <a:r>
              <a:rPr sz="1500" b="1" u="sng" spc="-25" dirty="0">
                <a:solidFill>
                  <a:srgbClr val="585858"/>
                </a:solidFill>
                <a:uFill>
                  <a:solidFill>
                    <a:srgbClr val="585858"/>
                  </a:solidFill>
                </a:uFill>
                <a:latin typeface="Arial"/>
                <a:cs typeface="Arial"/>
              </a:rPr>
              <a:t> </a:t>
            </a:r>
            <a:r>
              <a:rPr sz="1500" b="1" u="sng" spc="-5" dirty="0">
                <a:solidFill>
                  <a:srgbClr val="585858"/>
                </a:solidFill>
                <a:uFill>
                  <a:solidFill>
                    <a:srgbClr val="585858"/>
                  </a:solidFill>
                </a:uFill>
                <a:latin typeface="Arial"/>
                <a:cs typeface="Arial"/>
              </a:rPr>
              <a:t>bilgisayara</a:t>
            </a:r>
            <a:r>
              <a:rPr sz="1500" b="1" u="sng" spc="5" dirty="0">
                <a:solidFill>
                  <a:srgbClr val="585858"/>
                </a:solidFill>
                <a:uFill>
                  <a:solidFill>
                    <a:srgbClr val="585858"/>
                  </a:solidFill>
                </a:uFill>
                <a:latin typeface="Arial"/>
                <a:cs typeface="Arial"/>
              </a:rPr>
              <a:t> </a:t>
            </a:r>
            <a:r>
              <a:rPr sz="1500" b="1" u="sng" spc="-10" dirty="0">
                <a:solidFill>
                  <a:srgbClr val="585858"/>
                </a:solidFill>
                <a:uFill>
                  <a:solidFill>
                    <a:srgbClr val="585858"/>
                  </a:solidFill>
                </a:uFill>
                <a:latin typeface="Arial"/>
                <a:cs typeface="Arial"/>
              </a:rPr>
              <a:t>ayak</a:t>
            </a:r>
            <a:r>
              <a:rPr sz="1500" b="1" u="sng" dirty="0">
                <a:solidFill>
                  <a:srgbClr val="585858"/>
                </a:solidFill>
                <a:uFill>
                  <a:solidFill>
                    <a:srgbClr val="585858"/>
                  </a:solidFill>
                </a:uFill>
                <a:latin typeface="Arial"/>
                <a:cs typeface="Arial"/>
              </a:rPr>
              <a:t> </a:t>
            </a:r>
            <a:r>
              <a:rPr sz="1500" b="1" u="sng" spc="-5" dirty="0">
                <a:solidFill>
                  <a:srgbClr val="585858"/>
                </a:solidFill>
                <a:uFill>
                  <a:solidFill>
                    <a:srgbClr val="585858"/>
                  </a:solidFill>
                </a:uFill>
                <a:latin typeface="Arial"/>
                <a:cs typeface="Arial"/>
              </a:rPr>
              <a:t>uyduracağına,</a:t>
            </a:r>
            <a:r>
              <a:rPr sz="1500" b="1" u="sng" spc="30" dirty="0">
                <a:solidFill>
                  <a:srgbClr val="585858"/>
                </a:solidFill>
                <a:uFill>
                  <a:solidFill>
                    <a:srgbClr val="585858"/>
                  </a:solidFill>
                </a:uFill>
                <a:latin typeface="Arial"/>
                <a:cs typeface="Arial"/>
              </a:rPr>
              <a:t> </a:t>
            </a:r>
            <a:r>
              <a:rPr sz="1500" b="1" u="sng" spc="-5" dirty="0">
                <a:solidFill>
                  <a:srgbClr val="585858"/>
                </a:solidFill>
                <a:uFill>
                  <a:solidFill>
                    <a:srgbClr val="585858"/>
                  </a:solidFill>
                </a:uFill>
                <a:latin typeface="Arial"/>
                <a:cs typeface="Arial"/>
              </a:rPr>
              <a:t>bilgisayarlar</a:t>
            </a:r>
            <a:r>
              <a:rPr sz="1500" b="1" u="sng" spc="-10" dirty="0">
                <a:solidFill>
                  <a:srgbClr val="585858"/>
                </a:solidFill>
                <a:uFill>
                  <a:solidFill>
                    <a:srgbClr val="585858"/>
                  </a:solidFill>
                </a:uFill>
                <a:latin typeface="Arial"/>
                <a:cs typeface="Arial"/>
              </a:rPr>
              <a:t> </a:t>
            </a:r>
            <a:r>
              <a:rPr sz="1500" b="1" u="sng" dirty="0">
                <a:solidFill>
                  <a:srgbClr val="585858"/>
                </a:solidFill>
                <a:uFill>
                  <a:solidFill>
                    <a:srgbClr val="585858"/>
                  </a:solidFill>
                </a:uFill>
                <a:latin typeface="Arial"/>
                <a:cs typeface="Arial"/>
              </a:rPr>
              <a:t>insanlara</a:t>
            </a:r>
            <a:r>
              <a:rPr sz="1500" b="1" u="sng" spc="-15" dirty="0">
                <a:solidFill>
                  <a:srgbClr val="585858"/>
                </a:solidFill>
                <a:uFill>
                  <a:solidFill>
                    <a:srgbClr val="585858"/>
                  </a:solidFill>
                </a:uFill>
                <a:latin typeface="Arial"/>
                <a:cs typeface="Arial"/>
              </a:rPr>
              <a:t> </a:t>
            </a:r>
            <a:r>
              <a:rPr sz="1500" b="1" u="sng" spc="-10" dirty="0">
                <a:solidFill>
                  <a:srgbClr val="585858"/>
                </a:solidFill>
                <a:uFill>
                  <a:solidFill>
                    <a:srgbClr val="585858"/>
                  </a:solidFill>
                </a:uFill>
                <a:latin typeface="Arial"/>
                <a:cs typeface="Arial"/>
              </a:rPr>
              <a:t>ayak</a:t>
            </a:r>
            <a:r>
              <a:rPr sz="1500" b="1" u="sng" dirty="0">
                <a:solidFill>
                  <a:srgbClr val="585858"/>
                </a:solidFill>
                <a:uFill>
                  <a:solidFill>
                    <a:srgbClr val="585858"/>
                  </a:solidFill>
                </a:uFill>
                <a:latin typeface="Arial"/>
                <a:cs typeface="Arial"/>
              </a:rPr>
              <a:t> uydurmalı</a:t>
            </a:r>
            <a:r>
              <a:rPr sz="1500" u="sng" dirty="0">
                <a:solidFill>
                  <a:srgbClr val="585858"/>
                </a:solidFill>
                <a:uFill>
                  <a:solidFill>
                    <a:srgbClr val="585858"/>
                  </a:solidFill>
                </a:uFill>
                <a:latin typeface="Arial MT"/>
                <a:cs typeface="Arial MT"/>
              </a:rPr>
              <a:t>; </a:t>
            </a:r>
            <a:r>
              <a:rPr sz="1500" spc="-320" dirty="0">
                <a:solidFill>
                  <a:srgbClr val="585858"/>
                </a:solidFill>
                <a:latin typeface="Arial MT"/>
                <a:cs typeface="Arial MT"/>
              </a:rPr>
              <a:t> </a:t>
            </a:r>
            <a:r>
              <a:rPr sz="1500" u="sng" spc="-5" dirty="0">
                <a:solidFill>
                  <a:srgbClr val="585858"/>
                </a:solidFill>
                <a:uFill>
                  <a:solidFill>
                    <a:srgbClr val="585858"/>
                  </a:solidFill>
                </a:uFill>
                <a:latin typeface="Arial MT"/>
                <a:cs typeface="Arial MT"/>
              </a:rPr>
              <a:t>bir </a:t>
            </a:r>
            <a:r>
              <a:rPr sz="1500" u="sng" spc="-125" dirty="0">
                <a:solidFill>
                  <a:srgbClr val="585858"/>
                </a:solidFill>
                <a:uFill>
                  <a:solidFill>
                    <a:srgbClr val="585858"/>
                  </a:solidFill>
                </a:uFill>
                <a:latin typeface="Arial MT"/>
                <a:cs typeface="Arial MT"/>
              </a:rPr>
              <a:t>başka</a:t>
            </a:r>
            <a:r>
              <a:rPr sz="1500" u="sng" spc="-25" dirty="0">
                <a:solidFill>
                  <a:srgbClr val="585858"/>
                </a:solidFill>
                <a:uFill>
                  <a:solidFill>
                    <a:srgbClr val="585858"/>
                  </a:solidFill>
                </a:uFill>
                <a:latin typeface="Arial MT"/>
                <a:cs typeface="Arial MT"/>
              </a:rPr>
              <a:t> </a:t>
            </a:r>
            <a:r>
              <a:rPr sz="1500" u="sng" spc="-80" dirty="0">
                <a:solidFill>
                  <a:srgbClr val="585858"/>
                </a:solidFill>
                <a:uFill>
                  <a:solidFill>
                    <a:srgbClr val="585858"/>
                  </a:solidFill>
                </a:uFill>
                <a:latin typeface="Arial MT"/>
                <a:cs typeface="Arial MT"/>
              </a:rPr>
              <a:t>deyişle,</a:t>
            </a:r>
            <a:r>
              <a:rPr sz="1500" u="sng" spc="-10" dirty="0">
                <a:solidFill>
                  <a:srgbClr val="585858"/>
                </a:solidFill>
                <a:uFill>
                  <a:solidFill>
                    <a:srgbClr val="585858"/>
                  </a:solidFill>
                </a:uFill>
                <a:latin typeface="Arial MT"/>
                <a:cs typeface="Arial MT"/>
              </a:rPr>
              <a:t> </a:t>
            </a:r>
            <a:r>
              <a:rPr sz="1500" u="sng" spc="-5" dirty="0">
                <a:solidFill>
                  <a:srgbClr val="585858"/>
                </a:solidFill>
                <a:uFill>
                  <a:solidFill>
                    <a:srgbClr val="585858"/>
                  </a:solidFill>
                </a:uFill>
                <a:latin typeface="Arial MT"/>
                <a:cs typeface="Arial MT"/>
              </a:rPr>
              <a:t>“insan</a:t>
            </a:r>
            <a:r>
              <a:rPr sz="1500" u="sng" spc="-15" dirty="0">
                <a:solidFill>
                  <a:srgbClr val="585858"/>
                </a:solidFill>
                <a:uFill>
                  <a:solidFill>
                    <a:srgbClr val="585858"/>
                  </a:solidFill>
                </a:uFill>
                <a:latin typeface="Arial MT"/>
                <a:cs typeface="Arial MT"/>
              </a:rPr>
              <a:t> </a:t>
            </a:r>
            <a:r>
              <a:rPr sz="1500" u="sng" spc="-45" dirty="0">
                <a:solidFill>
                  <a:srgbClr val="585858"/>
                </a:solidFill>
                <a:uFill>
                  <a:solidFill>
                    <a:srgbClr val="585858"/>
                  </a:solidFill>
                </a:uFill>
                <a:latin typeface="Arial MT"/>
                <a:cs typeface="Arial MT"/>
              </a:rPr>
              <a:t>okur-yazarlığı”</a:t>
            </a:r>
            <a:r>
              <a:rPr sz="1500" u="sng" spc="35" dirty="0">
                <a:solidFill>
                  <a:srgbClr val="585858"/>
                </a:solidFill>
                <a:uFill>
                  <a:solidFill>
                    <a:srgbClr val="585858"/>
                  </a:solidFill>
                </a:uFill>
                <a:latin typeface="Arial MT"/>
                <a:cs typeface="Arial MT"/>
              </a:rPr>
              <a:t> </a:t>
            </a:r>
            <a:r>
              <a:rPr sz="1500" u="sng" spc="-5" dirty="0">
                <a:solidFill>
                  <a:srgbClr val="585858"/>
                </a:solidFill>
                <a:uFill>
                  <a:solidFill>
                    <a:srgbClr val="585858"/>
                  </a:solidFill>
                </a:uFill>
                <a:latin typeface="Arial MT"/>
                <a:cs typeface="Arial MT"/>
              </a:rPr>
              <a:t>olan</a:t>
            </a:r>
            <a:r>
              <a:rPr sz="1500" u="sng" spc="-35" dirty="0">
                <a:solidFill>
                  <a:srgbClr val="585858"/>
                </a:solidFill>
                <a:uFill>
                  <a:solidFill>
                    <a:srgbClr val="585858"/>
                  </a:solidFill>
                </a:uFill>
                <a:latin typeface="Arial MT"/>
                <a:cs typeface="Arial MT"/>
              </a:rPr>
              <a:t> </a:t>
            </a:r>
            <a:r>
              <a:rPr sz="1500" u="sng" spc="-5" dirty="0">
                <a:solidFill>
                  <a:srgbClr val="585858"/>
                </a:solidFill>
                <a:uFill>
                  <a:solidFill>
                    <a:srgbClr val="585858"/>
                  </a:solidFill>
                </a:uFill>
                <a:latin typeface="Arial MT"/>
                <a:cs typeface="Arial MT"/>
              </a:rPr>
              <a:t>bilgisayarlar</a:t>
            </a:r>
            <a:r>
              <a:rPr sz="1500" u="sng" spc="-20" dirty="0">
                <a:solidFill>
                  <a:srgbClr val="585858"/>
                </a:solidFill>
                <a:uFill>
                  <a:solidFill>
                    <a:srgbClr val="585858"/>
                  </a:solidFill>
                </a:uFill>
                <a:latin typeface="Arial MT"/>
                <a:cs typeface="Arial MT"/>
              </a:rPr>
              <a:t> </a:t>
            </a:r>
            <a:r>
              <a:rPr sz="1500" u="sng" spc="-5" dirty="0">
                <a:solidFill>
                  <a:srgbClr val="585858"/>
                </a:solidFill>
                <a:uFill>
                  <a:solidFill>
                    <a:srgbClr val="585858"/>
                  </a:solidFill>
                </a:uFill>
                <a:latin typeface="Arial MT"/>
                <a:cs typeface="Arial MT"/>
              </a:rPr>
              <a:t>yapılmalı</a:t>
            </a:r>
            <a:r>
              <a:rPr sz="1500" spc="-5" dirty="0">
                <a:solidFill>
                  <a:srgbClr val="585858"/>
                </a:solidFill>
                <a:latin typeface="Arial MT"/>
                <a:cs typeface="Arial MT"/>
              </a:rPr>
              <a:t>”.</a:t>
            </a:r>
            <a:r>
              <a:rPr sz="1500" spc="20" dirty="0">
                <a:solidFill>
                  <a:srgbClr val="585858"/>
                </a:solidFill>
                <a:latin typeface="Arial MT"/>
                <a:cs typeface="Arial MT"/>
              </a:rPr>
              <a:t> </a:t>
            </a:r>
            <a:r>
              <a:rPr sz="1500" spc="-5" dirty="0">
                <a:solidFill>
                  <a:srgbClr val="585858"/>
                </a:solidFill>
                <a:latin typeface="Arial MT"/>
                <a:cs typeface="Arial MT"/>
              </a:rPr>
              <a:t>Hem </a:t>
            </a:r>
            <a:r>
              <a:rPr sz="1500" spc="-125" dirty="0">
                <a:solidFill>
                  <a:srgbClr val="585858"/>
                </a:solidFill>
                <a:latin typeface="Arial MT"/>
                <a:cs typeface="Arial MT"/>
              </a:rPr>
              <a:t>yaşam </a:t>
            </a:r>
            <a:r>
              <a:rPr sz="1500" spc="-120" dirty="0">
                <a:solidFill>
                  <a:srgbClr val="585858"/>
                </a:solidFill>
                <a:latin typeface="Arial MT"/>
                <a:cs typeface="Arial MT"/>
              </a:rPr>
              <a:t> </a:t>
            </a:r>
            <a:r>
              <a:rPr sz="1500" spc="-5" dirty="0">
                <a:solidFill>
                  <a:srgbClr val="585858"/>
                </a:solidFill>
                <a:latin typeface="Arial MT"/>
                <a:cs typeface="Arial MT"/>
              </a:rPr>
              <a:t>düzeyine,</a:t>
            </a:r>
            <a:r>
              <a:rPr sz="1500" spc="-20" dirty="0">
                <a:solidFill>
                  <a:srgbClr val="585858"/>
                </a:solidFill>
                <a:latin typeface="Arial MT"/>
                <a:cs typeface="Arial MT"/>
              </a:rPr>
              <a:t> </a:t>
            </a:r>
            <a:r>
              <a:rPr sz="1500" dirty="0">
                <a:solidFill>
                  <a:srgbClr val="585858"/>
                </a:solidFill>
                <a:latin typeface="Arial MT"/>
                <a:cs typeface="Arial MT"/>
              </a:rPr>
              <a:t>hem</a:t>
            </a:r>
            <a:r>
              <a:rPr sz="1500" spc="-10" dirty="0">
                <a:solidFill>
                  <a:srgbClr val="585858"/>
                </a:solidFill>
                <a:latin typeface="Arial MT"/>
                <a:cs typeface="Arial MT"/>
              </a:rPr>
              <a:t> </a:t>
            </a:r>
            <a:r>
              <a:rPr sz="1500" spc="-5" dirty="0">
                <a:solidFill>
                  <a:srgbClr val="585858"/>
                </a:solidFill>
                <a:latin typeface="Arial MT"/>
                <a:cs typeface="Arial MT"/>
              </a:rPr>
              <a:t>ulusal</a:t>
            </a:r>
            <a:r>
              <a:rPr sz="1500" spc="-20" dirty="0">
                <a:solidFill>
                  <a:srgbClr val="585858"/>
                </a:solidFill>
                <a:latin typeface="Arial MT"/>
                <a:cs typeface="Arial MT"/>
              </a:rPr>
              <a:t> </a:t>
            </a:r>
            <a:r>
              <a:rPr sz="1500" dirty="0">
                <a:solidFill>
                  <a:srgbClr val="585858"/>
                </a:solidFill>
                <a:latin typeface="Arial MT"/>
                <a:cs typeface="Arial MT"/>
              </a:rPr>
              <a:t>katma</a:t>
            </a:r>
            <a:r>
              <a:rPr sz="1500" spc="-15" dirty="0">
                <a:solidFill>
                  <a:srgbClr val="585858"/>
                </a:solidFill>
                <a:latin typeface="Arial MT"/>
                <a:cs typeface="Arial MT"/>
              </a:rPr>
              <a:t> </a:t>
            </a:r>
            <a:r>
              <a:rPr sz="1500" spc="-95" dirty="0">
                <a:solidFill>
                  <a:srgbClr val="585858"/>
                </a:solidFill>
                <a:latin typeface="Arial MT"/>
                <a:cs typeface="Arial MT"/>
              </a:rPr>
              <a:t>değere</a:t>
            </a:r>
            <a:r>
              <a:rPr sz="1500" spc="-30" dirty="0">
                <a:solidFill>
                  <a:srgbClr val="585858"/>
                </a:solidFill>
                <a:latin typeface="Arial MT"/>
                <a:cs typeface="Arial MT"/>
              </a:rPr>
              <a:t> </a:t>
            </a:r>
            <a:r>
              <a:rPr sz="1500" spc="-5" dirty="0">
                <a:solidFill>
                  <a:srgbClr val="585858"/>
                </a:solidFill>
                <a:latin typeface="Arial MT"/>
                <a:cs typeface="Arial MT"/>
              </a:rPr>
              <a:t>katkısı</a:t>
            </a:r>
            <a:r>
              <a:rPr sz="1500" spc="15" dirty="0">
                <a:solidFill>
                  <a:srgbClr val="585858"/>
                </a:solidFill>
                <a:latin typeface="Arial MT"/>
                <a:cs typeface="Arial MT"/>
              </a:rPr>
              <a:t> </a:t>
            </a:r>
            <a:r>
              <a:rPr sz="1500" spc="-50" dirty="0">
                <a:solidFill>
                  <a:srgbClr val="585858"/>
                </a:solidFill>
                <a:latin typeface="Arial MT"/>
                <a:cs typeface="Arial MT"/>
              </a:rPr>
              <a:t>olacağından,</a:t>
            </a:r>
            <a:r>
              <a:rPr sz="1500" spc="-15" dirty="0">
                <a:solidFill>
                  <a:srgbClr val="585858"/>
                </a:solidFill>
                <a:latin typeface="Arial MT"/>
                <a:cs typeface="Arial MT"/>
              </a:rPr>
              <a:t> </a:t>
            </a:r>
            <a:r>
              <a:rPr sz="1500" spc="-5" dirty="0">
                <a:solidFill>
                  <a:srgbClr val="585858"/>
                </a:solidFill>
                <a:latin typeface="Arial MT"/>
                <a:cs typeface="Arial MT"/>
              </a:rPr>
              <a:t>bilgisayarı</a:t>
            </a:r>
            <a:r>
              <a:rPr sz="1500" spc="-10" dirty="0">
                <a:solidFill>
                  <a:srgbClr val="585858"/>
                </a:solidFill>
                <a:latin typeface="Arial MT"/>
                <a:cs typeface="Arial MT"/>
              </a:rPr>
              <a:t> </a:t>
            </a:r>
            <a:r>
              <a:rPr sz="1500" spc="-5" dirty="0">
                <a:solidFill>
                  <a:srgbClr val="585858"/>
                </a:solidFill>
                <a:latin typeface="Arial MT"/>
                <a:cs typeface="Arial MT"/>
              </a:rPr>
              <a:t>“akıllı”</a:t>
            </a:r>
            <a:r>
              <a:rPr sz="1500" spc="25" dirty="0">
                <a:solidFill>
                  <a:srgbClr val="585858"/>
                </a:solidFill>
                <a:latin typeface="Arial MT"/>
                <a:cs typeface="Arial MT"/>
              </a:rPr>
              <a:t> </a:t>
            </a:r>
            <a:r>
              <a:rPr sz="1500" spc="-5" dirty="0">
                <a:solidFill>
                  <a:srgbClr val="585858"/>
                </a:solidFill>
                <a:latin typeface="Arial MT"/>
                <a:cs typeface="Arial MT"/>
              </a:rPr>
              <a:t>kılacak olan </a:t>
            </a:r>
            <a:r>
              <a:rPr sz="1500" spc="-320" dirty="0">
                <a:solidFill>
                  <a:srgbClr val="585858"/>
                </a:solidFill>
                <a:latin typeface="Arial MT"/>
                <a:cs typeface="Arial MT"/>
              </a:rPr>
              <a:t> </a:t>
            </a:r>
            <a:r>
              <a:rPr sz="1500" spc="-10" dirty="0">
                <a:solidFill>
                  <a:srgbClr val="585858"/>
                </a:solidFill>
                <a:latin typeface="Arial MT"/>
                <a:cs typeface="Arial MT"/>
              </a:rPr>
              <a:t>yazılım</a:t>
            </a:r>
            <a:r>
              <a:rPr sz="1500" spc="35" dirty="0">
                <a:solidFill>
                  <a:srgbClr val="585858"/>
                </a:solidFill>
                <a:latin typeface="Arial MT"/>
                <a:cs typeface="Arial MT"/>
              </a:rPr>
              <a:t> </a:t>
            </a:r>
            <a:r>
              <a:rPr sz="1500" spc="-10" dirty="0">
                <a:solidFill>
                  <a:srgbClr val="585858"/>
                </a:solidFill>
                <a:latin typeface="Arial MT"/>
                <a:cs typeface="Arial MT"/>
              </a:rPr>
              <a:t>ve</a:t>
            </a:r>
            <a:r>
              <a:rPr sz="1500" dirty="0">
                <a:solidFill>
                  <a:srgbClr val="585858"/>
                </a:solidFill>
                <a:latin typeface="Arial MT"/>
                <a:cs typeface="Arial MT"/>
              </a:rPr>
              <a:t> </a:t>
            </a:r>
            <a:r>
              <a:rPr sz="1500" spc="-5" dirty="0">
                <a:solidFill>
                  <a:srgbClr val="585858"/>
                </a:solidFill>
                <a:latin typeface="Arial MT"/>
                <a:cs typeface="Arial MT"/>
              </a:rPr>
              <a:t>donanımların</a:t>
            </a:r>
            <a:r>
              <a:rPr sz="1500" spc="-20" dirty="0">
                <a:solidFill>
                  <a:srgbClr val="585858"/>
                </a:solidFill>
                <a:latin typeface="Arial MT"/>
                <a:cs typeface="Arial MT"/>
              </a:rPr>
              <a:t> </a:t>
            </a:r>
            <a:r>
              <a:rPr sz="1500" spc="-5" dirty="0">
                <a:solidFill>
                  <a:srgbClr val="585858"/>
                </a:solidFill>
                <a:latin typeface="Arial MT"/>
                <a:cs typeface="Arial MT"/>
              </a:rPr>
              <a:t>ülkemizde</a:t>
            </a:r>
            <a:r>
              <a:rPr sz="1500" spc="-10" dirty="0">
                <a:solidFill>
                  <a:srgbClr val="585858"/>
                </a:solidFill>
                <a:latin typeface="Arial MT"/>
                <a:cs typeface="Arial MT"/>
              </a:rPr>
              <a:t> </a:t>
            </a:r>
            <a:r>
              <a:rPr sz="1500" spc="-5" dirty="0">
                <a:solidFill>
                  <a:srgbClr val="585858"/>
                </a:solidFill>
                <a:latin typeface="Arial MT"/>
                <a:cs typeface="Arial MT"/>
              </a:rPr>
              <a:t>tasarlanması,</a:t>
            </a:r>
            <a:r>
              <a:rPr sz="1500" spc="-10" dirty="0">
                <a:solidFill>
                  <a:srgbClr val="585858"/>
                </a:solidFill>
                <a:latin typeface="Arial MT"/>
                <a:cs typeface="Arial MT"/>
              </a:rPr>
              <a:t> </a:t>
            </a:r>
            <a:r>
              <a:rPr sz="1500" dirty="0">
                <a:solidFill>
                  <a:srgbClr val="585858"/>
                </a:solidFill>
                <a:latin typeface="Arial MT"/>
                <a:cs typeface="Arial MT"/>
              </a:rPr>
              <a:t>üretilmesi</a:t>
            </a:r>
            <a:r>
              <a:rPr sz="1500" spc="-40" dirty="0">
                <a:solidFill>
                  <a:srgbClr val="585858"/>
                </a:solidFill>
                <a:latin typeface="Arial MT"/>
                <a:cs typeface="Arial MT"/>
              </a:rPr>
              <a:t> </a:t>
            </a:r>
            <a:r>
              <a:rPr sz="1500" spc="-10" dirty="0">
                <a:solidFill>
                  <a:srgbClr val="585858"/>
                </a:solidFill>
                <a:latin typeface="Arial MT"/>
                <a:cs typeface="Arial MT"/>
              </a:rPr>
              <a:t>ve</a:t>
            </a:r>
            <a:r>
              <a:rPr sz="1500" dirty="0">
                <a:solidFill>
                  <a:srgbClr val="585858"/>
                </a:solidFill>
                <a:latin typeface="Arial MT"/>
                <a:cs typeface="Arial MT"/>
              </a:rPr>
              <a:t> </a:t>
            </a:r>
            <a:r>
              <a:rPr sz="1500" spc="-5" dirty="0">
                <a:solidFill>
                  <a:srgbClr val="585858"/>
                </a:solidFill>
                <a:latin typeface="Arial MT"/>
                <a:cs typeface="Arial MT"/>
              </a:rPr>
              <a:t>ayrıca</a:t>
            </a:r>
            <a:r>
              <a:rPr sz="1500" spc="15" dirty="0">
                <a:solidFill>
                  <a:srgbClr val="585858"/>
                </a:solidFill>
                <a:latin typeface="Arial MT"/>
                <a:cs typeface="Arial MT"/>
              </a:rPr>
              <a:t> </a:t>
            </a:r>
            <a:r>
              <a:rPr sz="1500" spc="-70" dirty="0">
                <a:solidFill>
                  <a:srgbClr val="585858"/>
                </a:solidFill>
                <a:latin typeface="Arial MT"/>
                <a:cs typeface="Arial MT"/>
              </a:rPr>
              <a:t>dışsatımı </a:t>
            </a:r>
            <a:r>
              <a:rPr sz="1500" spc="-65" dirty="0">
                <a:solidFill>
                  <a:srgbClr val="585858"/>
                </a:solidFill>
                <a:latin typeface="Arial MT"/>
                <a:cs typeface="Arial MT"/>
              </a:rPr>
              <a:t> </a:t>
            </a:r>
            <a:r>
              <a:rPr sz="1500" spc="-10" dirty="0">
                <a:solidFill>
                  <a:srgbClr val="585858"/>
                </a:solidFill>
                <a:latin typeface="Arial MT"/>
                <a:cs typeface="Arial MT"/>
              </a:rPr>
              <a:t>hedeflenmektedir.</a:t>
            </a:r>
            <a:r>
              <a:rPr sz="1500" spc="-35" dirty="0">
                <a:solidFill>
                  <a:srgbClr val="585858"/>
                </a:solidFill>
                <a:latin typeface="Arial MT"/>
                <a:cs typeface="Arial MT"/>
              </a:rPr>
              <a:t> </a:t>
            </a:r>
            <a:r>
              <a:rPr sz="1500" spc="-5" dirty="0">
                <a:solidFill>
                  <a:srgbClr val="585858"/>
                </a:solidFill>
                <a:latin typeface="Arial MT"/>
                <a:cs typeface="Arial MT"/>
              </a:rPr>
              <a:t>(Sayfa</a:t>
            </a:r>
            <a:r>
              <a:rPr sz="1500" spc="-10" dirty="0">
                <a:solidFill>
                  <a:srgbClr val="585858"/>
                </a:solidFill>
                <a:latin typeface="Arial MT"/>
                <a:cs typeface="Arial MT"/>
              </a:rPr>
              <a:t> </a:t>
            </a:r>
            <a:r>
              <a:rPr sz="1500" spc="-5" dirty="0">
                <a:solidFill>
                  <a:srgbClr val="585858"/>
                </a:solidFill>
                <a:latin typeface="Arial MT"/>
                <a:cs typeface="Arial MT"/>
              </a:rPr>
              <a:t>73)</a:t>
            </a:r>
            <a:endParaRPr lang="tr-TR" sz="1500" spc="-5" dirty="0">
              <a:solidFill>
                <a:srgbClr val="585858"/>
              </a:solidFill>
              <a:latin typeface="Arial MT"/>
              <a:cs typeface="Arial MT"/>
            </a:endParaRPr>
          </a:p>
          <a:p>
            <a:pPr marL="12700" marR="5080">
              <a:lnSpc>
                <a:spcPct val="80000"/>
              </a:lnSpc>
              <a:spcBef>
                <a:spcPts val="480"/>
              </a:spcBef>
            </a:pPr>
            <a:endParaRPr sz="1500" dirty="0">
              <a:latin typeface="Arial MT"/>
              <a:cs typeface="Arial MT"/>
            </a:endParaRPr>
          </a:p>
          <a:p>
            <a:pPr marL="12700">
              <a:lnSpc>
                <a:spcPts val="1120"/>
              </a:lnSpc>
            </a:pPr>
            <a:r>
              <a:rPr sz="1500" spc="-5" dirty="0">
                <a:solidFill>
                  <a:srgbClr val="585858"/>
                </a:solidFill>
                <a:latin typeface="Arial MT"/>
                <a:cs typeface="Arial MT"/>
                <a:hlinkClick r:id="rId2"/>
              </a:rPr>
              <a:t>http://vizyon2023.tubitak.gov.tr/Strateji_Belgesi-V211.pdf</a:t>
            </a:r>
            <a:endParaRPr sz="1500" dirty="0">
              <a:latin typeface="Arial MT"/>
              <a:cs typeface="Arial MT"/>
            </a:endParaRPr>
          </a:p>
        </p:txBody>
      </p:sp>
      <p:sp>
        <p:nvSpPr>
          <p:cNvPr id="3" name="object 3"/>
          <p:cNvSpPr txBox="1"/>
          <p:nvPr/>
        </p:nvSpPr>
        <p:spPr>
          <a:xfrm>
            <a:off x="716598" y="3644926"/>
            <a:ext cx="5770245" cy="1763395"/>
          </a:xfrm>
          <a:prstGeom prst="rect">
            <a:avLst/>
          </a:prstGeom>
        </p:spPr>
        <p:txBody>
          <a:bodyPr vert="horz" wrap="square" lIns="0" tIns="12700" rIns="0" bIns="0" rtlCol="0">
            <a:spAutoFit/>
          </a:bodyPr>
          <a:lstStyle/>
          <a:p>
            <a:pPr marL="12700" marR="573405">
              <a:lnSpc>
                <a:spcPct val="130000"/>
              </a:lnSpc>
              <a:spcBef>
                <a:spcPts val="100"/>
              </a:spcBef>
            </a:pPr>
            <a:r>
              <a:rPr sz="1200" spc="-15" dirty="0">
                <a:solidFill>
                  <a:srgbClr val="585858"/>
                </a:solidFill>
                <a:latin typeface="Calibri"/>
                <a:cs typeface="Calibri"/>
              </a:rPr>
              <a:t>Türkiye’ </a:t>
            </a:r>
            <a:r>
              <a:rPr sz="1200" dirty="0">
                <a:solidFill>
                  <a:srgbClr val="585858"/>
                </a:solidFill>
                <a:latin typeface="Calibri"/>
                <a:cs typeface="Calibri"/>
              </a:rPr>
              <a:t>de e-dönüşüm</a:t>
            </a:r>
            <a:r>
              <a:rPr sz="1200" spc="-25" dirty="0">
                <a:solidFill>
                  <a:srgbClr val="585858"/>
                </a:solidFill>
                <a:latin typeface="Calibri"/>
                <a:cs typeface="Calibri"/>
              </a:rPr>
              <a:t> </a:t>
            </a:r>
            <a:r>
              <a:rPr sz="1200" spc="-5" dirty="0">
                <a:solidFill>
                  <a:srgbClr val="585858"/>
                </a:solidFill>
                <a:latin typeface="Calibri"/>
                <a:cs typeface="Calibri"/>
              </a:rPr>
              <a:t>çalışmalarının</a:t>
            </a:r>
            <a:r>
              <a:rPr sz="1200" spc="-10" dirty="0">
                <a:solidFill>
                  <a:srgbClr val="585858"/>
                </a:solidFill>
                <a:latin typeface="Calibri"/>
                <a:cs typeface="Calibri"/>
              </a:rPr>
              <a:t> </a:t>
            </a:r>
            <a:r>
              <a:rPr sz="1200" spc="-5" dirty="0">
                <a:solidFill>
                  <a:srgbClr val="585858"/>
                </a:solidFill>
                <a:latin typeface="Calibri"/>
                <a:cs typeface="Calibri"/>
              </a:rPr>
              <a:t>başlaması</a:t>
            </a:r>
            <a:r>
              <a:rPr sz="1200" spc="5" dirty="0">
                <a:solidFill>
                  <a:srgbClr val="585858"/>
                </a:solidFill>
                <a:latin typeface="Calibri"/>
                <a:cs typeface="Calibri"/>
              </a:rPr>
              <a:t> </a:t>
            </a:r>
            <a:r>
              <a:rPr sz="1200" dirty="0">
                <a:solidFill>
                  <a:srgbClr val="585858"/>
                </a:solidFill>
                <a:latin typeface="Calibri"/>
                <a:cs typeface="Calibri"/>
              </a:rPr>
              <a:t>ile,</a:t>
            </a:r>
            <a:r>
              <a:rPr sz="1200" spc="10" dirty="0">
                <a:solidFill>
                  <a:srgbClr val="585858"/>
                </a:solidFill>
                <a:latin typeface="Calibri"/>
                <a:cs typeface="Calibri"/>
              </a:rPr>
              <a:t> </a:t>
            </a:r>
            <a:r>
              <a:rPr sz="1200" dirty="0">
                <a:solidFill>
                  <a:srgbClr val="585858"/>
                </a:solidFill>
                <a:latin typeface="Calibri"/>
                <a:cs typeface="Calibri"/>
              </a:rPr>
              <a:t>çeşitli</a:t>
            </a:r>
            <a:r>
              <a:rPr sz="1200" spc="5" dirty="0">
                <a:solidFill>
                  <a:srgbClr val="585858"/>
                </a:solidFill>
                <a:latin typeface="Calibri"/>
                <a:cs typeface="Calibri"/>
              </a:rPr>
              <a:t> </a:t>
            </a:r>
            <a:r>
              <a:rPr sz="1200" spc="-5" dirty="0">
                <a:solidFill>
                  <a:srgbClr val="585858"/>
                </a:solidFill>
                <a:latin typeface="Calibri"/>
                <a:cs typeface="Calibri"/>
              </a:rPr>
              <a:t>raporlarda</a:t>
            </a:r>
            <a:r>
              <a:rPr sz="1200" spc="-30" dirty="0">
                <a:solidFill>
                  <a:srgbClr val="585858"/>
                </a:solidFill>
                <a:latin typeface="Calibri"/>
                <a:cs typeface="Calibri"/>
              </a:rPr>
              <a:t> </a:t>
            </a:r>
            <a:r>
              <a:rPr sz="1200" spc="-5" dirty="0">
                <a:solidFill>
                  <a:srgbClr val="585858"/>
                </a:solidFill>
                <a:latin typeface="Calibri"/>
                <a:cs typeface="Calibri"/>
              </a:rPr>
              <a:t>İBE</a:t>
            </a:r>
            <a:r>
              <a:rPr sz="1200" spc="10" dirty="0">
                <a:solidFill>
                  <a:srgbClr val="585858"/>
                </a:solidFill>
                <a:latin typeface="Calibri"/>
                <a:cs typeface="Calibri"/>
              </a:rPr>
              <a:t> </a:t>
            </a:r>
            <a:r>
              <a:rPr sz="1200" spc="-10" dirty="0">
                <a:solidFill>
                  <a:srgbClr val="585858"/>
                </a:solidFill>
                <a:latin typeface="Calibri"/>
                <a:cs typeface="Calibri"/>
              </a:rPr>
              <a:t>ve</a:t>
            </a:r>
            <a:r>
              <a:rPr sz="1200" spc="10" dirty="0">
                <a:solidFill>
                  <a:srgbClr val="585858"/>
                </a:solidFill>
                <a:latin typeface="Calibri"/>
                <a:cs typeface="Calibri"/>
              </a:rPr>
              <a:t> </a:t>
            </a:r>
            <a:r>
              <a:rPr sz="1200" spc="-5" dirty="0">
                <a:solidFill>
                  <a:srgbClr val="585858"/>
                </a:solidFill>
                <a:latin typeface="Calibri"/>
                <a:cs typeface="Calibri"/>
              </a:rPr>
              <a:t>özellikle </a:t>
            </a:r>
            <a:r>
              <a:rPr sz="1200" spc="-254" dirty="0">
                <a:solidFill>
                  <a:srgbClr val="585858"/>
                </a:solidFill>
                <a:latin typeface="Calibri"/>
                <a:cs typeface="Calibri"/>
              </a:rPr>
              <a:t> </a:t>
            </a:r>
            <a:r>
              <a:rPr sz="1200" spc="-5" dirty="0">
                <a:solidFill>
                  <a:srgbClr val="585858"/>
                </a:solidFill>
                <a:latin typeface="Calibri"/>
                <a:cs typeface="Calibri"/>
              </a:rPr>
              <a:t>kullanılabilirlik</a:t>
            </a:r>
            <a:r>
              <a:rPr sz="1200" spc="-25" dirty="0">
                <a:solidFill>
                  <a:srgbClr val="585858"/>
                </a:solidFill>
                <a:latin typeface="Calibri"/>
                <a:cs typeface="Calibri"/>
              </a:rPr>
              <a:t> </a:t>
            </a:r>
            <a:r>
              <a:rPr sz="1200" spc="-10" dirty="0">
                <a:solidFill>
                  <a:srgbClr val="585858"/>
                </a:solidFill>
                <a:latin typeface="Calibri"/>
                <a:cs typeface="Calibri"/>
              </a:rPr>
              <a:t>konuları</a:t>
            </a:r>
            <a:r>
              <a:rPr sz="1200" spc="-20" dirty="0">
                <a:solidFill>
                  <a:srgbClr val="585858"/>
                </a:solidFill>
                <a:latin typeface="Calibri"/>
                <a:cs typeface="Calibri"/>
              </a:rPr>
              <a:t> </a:t>
            </a:r>
            <a:r>
              <a:rPr sz="1200" spc="-5" dirty="0">
                <a:solidFill>
                  <a:srgbClr val="585858"/>
                </a:solidFill>
                <a:latin typeface="Calibri"/>
                <a:cs typeface="Calibri"/>
              </a:rPr>
              <a:t>sık</a:t>
            </a:r>
            <a:r>
              <a:rPr sz="1200" spc="5" dirty="0">
                <a:solidFill>
                  <a:srgbClr val="585858"/>
                </a:solidFill>
                <a:latin typeface="Calibri"/>
                <a:cs typeface="Calibri"/>
              </a:rPr>
              <a:t> </a:t>
            </a:r>
            <a:r>
              <a:rPr sz="1200" spc="-5" dirty="0">
                <a:solidFill>
                  <a:srgbClr val="585858"/>
                </a:solidFill>
                <a:latin typeface="Calibri"/>
                <a:cs typeface="Calibri"/>
              </a:rPr>
              <a:t>sık</a:t>
            </a:r>
            <a:r>
              <a:rPr sz="1200" spc="10" dirty="0">
                <a:solidFill>
                  <a:srgbClr val="585858"/>
                </a:solidFill>
                <a:latin typeface="Calibri"/>
                <a:cs typeface="Calibri"/>
              </a:rPr>
              <a:t> </a:t>
            </a:r>
            <a:r>
              <a:rPr sz="1200" dirty="0">
                <a:solidFill>
                  <a:srgbClr val="585858"/>
                </a:solidFill>
                <a:latin typeface="Calibri"/>
                <a:cs typeface="Calibri"/>
              </a:rPr>
              <a:t>gündeme</a:t>
            </a:r>
            <a:r>
              <a:rPr sz="1200" spc="-15" dirty="0">
                <a:solidFill>
                  <a:srgbClr val="585858"/>
                </a:solidFill>
                <a:latin typeface="Calibri"/>
                <a:cs typeface="Calibri"/>
              </a:rPr>
              <a:t> </a:t>
            </a:r>
            <a:r>
              <a:rPr sz="1200" spc="-10" dirty="0">
                <a:solidFill>
                  <a:srgbClr val="585858"/>
                </a:solidFill>
                <a:latin typeface="Calibri"/>
                <a:cs typeface="Calibri"/>
              </a:rPr>
              <a:t>gelmeye</a:t>
            </a:r>
            <a:r>
              <a:rPr sz="1200" spc="5" dirty="0">
                <a:solidFill>
                  <a:srgbClr val="585858"/>
                </a:solidFill>
                <a:latin typeface="Calibri"/>
                <a:cs typeface="Calibri"/>
              </a:rPr>
              <a:t> </a:t>
            </a:r>
            <a:r>
              <a:rPr sz="1200" spc="-15" dirty="0">
                <a:solidFill>
                  <a:srgbClr val="585858"/>
                </a:solidFill>
                <a:latin typeface="Calibri"/>
                <a:cs typeface="Calibri"/>
              </a:rPr>
              <a:t>başlamıştır.</a:t>
            </a:r>
            <a:endParaRPr sz="1200" dirty="0">
              <a:latin typeface="Calibri"/>
              <a:cs typeface="Calibri"/>
            </a:endParaRPr>
          </a:p>
          <a:p>
            <a:pPr>
              <a:lnSpc>
                <a:spcPct val="100000"/>
              </a:lnSpc>
            </a:pPr>
            <a:endParaRPr sz="1200" dirty="0">
              <a:latin typeface="Calibri"/>
              <a:cs typeface="Calibri"/>
            </a:endParaRPr>
          </a:p>
          <a:p>
            <a:pPr>
              <a:lnSpc>
                <a:spcPct val="100000"/>
              </a:lnSpc>
              <a:spcBef>
                <a:spcPts val="10"/>
              </a:spcBef>
            </a:pPr>
            <a:endParaRPr sz="1150" dirty="0">
              <a:latin typeface="Calibri"/>
              <a:cs typeface="Calibri"/>
            </a:endParaRPr>
          </a:p>
          <a:p>
            <a:pPr marL="12700" algn="just">
              <a:lnSpc>
                <a:spcPct val="100000"/>
              </a:lnSpc>
            </a:pPr>
            <a:r>
              <a:rPr sz="1200" b="1" spc="-10" dirty="0">
                <a:solidFill>
                  <a:srgbClr val="585858"/>
                </a:solidFill>
                <a:latin typeface="Calibri"/>
                <a:cs typeface="Calibri"/>
              </a:rPr>
              <a:t>Kamu</a:t>
            </a:r>
            <a:r>
              <a:rPr sz="1200" b="1" spc="15" dirty="0">
                <a:solidFill>
                  <a:srgbClr val="585858"/>
                </a:solidFill>
                <a:latin typeface="Calibri"/>
                <a:cs typeface="Calibri"/>
              </a:rPr>
              <a:t> </a:t>
            </a:r>
            <a:r>
              <a:rPr sz="1200" b="1" spc="-5" dirty="0">
                <a:solidFill>
                  <a:srgbClr val="585858"/>
                </a:solidFill>
                <a:latin typeface="Calibri"/>
                <a:cs typeface="Calibri"/>
              </a:rPr>
              <a:t>İnternet</a:t>
            </a:r>
            <a:r>
              <a:rPr sz="1200" b="1" spc="10" dirty="0">
                <a:solidFill>
                  <a:srgbClr val="585858"/>
                </a:solidFill>
                <a:latin typeface="Calibri"/>
                <a:cs typeface="Calibri"/>
              </a:rPr>
              <a:t> </a:t>
            </a:r>
            <a:r>
              <a:rPr sz="1200" b="1" spc="-5" dirty="0">
                <a:solidFill>
                  <a:srgbClr val="585858"/>
                </a:solidFill>
                <a:latin typeface="Calibri"/>
                <a:cs typeface="Calibri"/>
              </a:rPr>
              <a:t>Siteleri </a:t>
            </a:r>
            <a:r>
              <a:rPr sz="1200" b="1" spc="-10" dirty="0">
                <a:solidFill>
                  <a:srgbClr val="585858"/>
                </a:solidFill>
                <a:latin typeface="Calibri"/>
                <a:cs typeface="Calibri"/>
              </a:rPr>
              <a:t>Standardizasyonu</a:t>
            </a:r>
            <a:r>
              <a:rPr sz="1200" b="1" dirty="0">
                <a:solidFill>
                  <a:srgbClr val="585858"/>
                </a:solidFill>
                <a:latin typeface="Calibri"/>
                <a:cs typeface="Calibri"/>
              </a:rPr>
              <a:t> </a:t>
            </a:r>
            <a:r>
              <a:rPr sz="1200" b="1" spc="-10" dirty="0">
                <a:solidFill>
                  <a:srgbClr val="585858"/>
                </a:solidFill>
                <a:latin typeface="Calibri"/>
                <a:cs typeface="Calibri"/>
              </a:rPr>
              <a:t>Destek</a:t>
            </a:r>
            <a:r>
              <a:rPr sz="1200" b="1" dirty="0">
                <a:solidFill>
                  <a:srgbClr val="585858"/>
                </a:solidFill>
                <a:latin typeface="Calibri"/>
                <a:cs typeface="Calibri"/>
              </a:rPr>
              <a:t> Sitesi</a:t>
            </a:r>
            <a:r>
              <a:rPr sz="1200" dirty="0">
                <a:solidFill>
                  <a:srgbClr val="585858"/>
                </a:solidFill>
                <a:latin typeface="Calibri"/>
                <a:cs typeface="Calibri"/>
              </a:rPr>
              <a:t>,</a:t>
            </a:r>
            <a:r>
              <a:rPr sz="1200" spc="-5" dirty="0">
                <a:solidFill>
                  <a:srgbClr val="585858"/>
                </a:solidFill>
                <a:latin typeface="Calibri"/>
                <a:cs typeface="Calibri"/>
              </a:rPr>
              <a:t> </a:t>
            </a:r>
            <a:r>
              <a:rPr sz="1200" dirty="0">
                <a:solidFill>
                  <a:srgbClr val="585858"/>
                </a:solidFill>
                <a:latin typeface="Calibri"/>
                <a:cs typeface="Calibri"/>
              </a:rPr>
              <a:t>tüm </a:t>
            </a:r>
            <a:r>
              <a:rPr sz="1200" spc="-10" dirty="0">
                <a:solidFill>
                  <a:srgbClr val="585858"/>
                </a:solidFill>
                <a:latin typeface="Calibri"/>
                <a:cs typeface="Calibri"/>
              </a:rPr>
              <a:t>kamu</a:t>
            </a:r>
            <a:r>
              <a:rPr sz="1200" spc="20" dirty="0">
                <a:solidFill>
                  <a:srgbClr val="585858"/>
                </a:solidFill>
                <a:latin typeface="Calibri"/>
                <a:cs typeface="Calibri"/>
              </a:rPr>
              <a:t> </a:t>
            </a:r>
            <a:r>
              <a:rPr sz="1200" spc="-5" dirty="0">
                <a:solidFill>
                  <a:srgbClr val="585858"/>
                </a:solidFill>
                <a:latin typeface="Calibri"/>
                <a:cs typeface="Calibri"/>
              </a:rPr>
              <a:t>kurumlarının</a:t>
            </a:r>
            <a:r>
              <a:rPr sz="1200" spc="-30" dirty="0">
                <a:solidFill>
                  <a:srgbClr val="585858"/>
                </a:solidFill>
                <a:latin typeface="Calibri"/>
                <a:cs typeface="Calibri"/>
              </a:rPr>
              <a:t> </a:t>
            </a:r>
            <a:r>
              <a:rPr sz="1200" spc="-5" dirty="0">
                <a:solidFill>
                  <a:srgbClr val="585858"/>
                </a:solidFill>
                <a:latin typeface="Calibri"/>
                <a:cs typeface="Calibri"/>
              </a:rPr>
              <a:t>çevrimiçi</a:t>
            </a:r>
            <a:endParaRPr sz="1200" dirty="0">
              <a:latin typeface="Calibri"/>
              <a:cs typeface="Calibri"/>
            </a:endParaRPr>
          </a:p>
          <a:p>
            <a:pPr marL="12700" marR="5080" algn="just">
              <a:lnSpc>
                <a:spcPct val="130000"/>
              </a:lnSpc>
              <a:spcBef>
                <a:spcPts val="5"/>
              </a:spcBef>
            </a:pPr>
            <a:r>
              <a:rPr sz="1200" spc="-5" dirty="0">
                <a:solidFill>
                  <a:srgbClr val="585858"/>
                </a:solidFill>
                <a:latin typeface="Calibri"/>
                <a:cs typeface="Calibri"/>
              </a:rPr>
              <a:t>hizmet uygulamalarına destek </a:t>
            </a:r>
            <a:r>
              <a:rPr sz="1200" dirty="0">
                <a:solidFill>
                  <a:srgbClr val="585858"/>
                </a:solidFill>
                <a:latin typeface="Calibri"/>
                <a:cs typeface="Calibri"/>
              </a:rPr>
              <a:t>olma </a:t>
            </a:r>
            <a:r>
              <a:rPr sz="1200" spc="-10" dirty="0">
                <a:solidFill>
                  <a:srgbClr val="585858"/>
                </a:solidFill>
                <a:latin typeface="Calibri"/>
                <a:cs typeface="Calibri"/>
              </a:rPr>
              <a:t>ve kamu </a:t>
            </a:r>
            <a:r>
              <a:rPr sz="1200" spc="-5" dirty="0">
                <a:solidFill>
                  <a:srgbClr val="585858"/>
                </a:solidFill>
                <a:latin typeface="Calibri"/>
                <a:cs typeface="Calibri"/>
              </a:rPr>
              <a:t>kurumlarında </a:t>
            </a:r>
            <a:r>
              <a:rPr sz="1200" dirty="0">
                <a:solidFill>
                  <a:srgbClr val="585858"/>
                </a:solidFill>
                <a:latin typeface="Calibri"/>
                <a:cs typeface="Calibri"/>
              </a:rPr>
              <a:t>e-devlet </a:t>
            </a:r>
            <a:r>
              <a:rPr sz="1200" spc="-5" dirty="0">
                <a:solidFill>
                  <a:srgbClr val="585858"/>
                </a:solidFill>
                <a:latin typeface="Calibri"/>
                <a:cs typeface="Calibri"/>
              </a:rPr>
              <a:t>uygulamalarını geliştiren </a:t>
            </a:r>
            <a:r>
              <a:rPr sz="1200" dirty="0">
                <a:solidFill>
                  <a:srgbClr val="585858"/>
                </a:solidFill>
                <a:latin typeface="Calibri"/>
                <a:cs typeface="Calibri"/>
              </a:rPr>
              <a:t> </a:t>
            </a:r>
            <a:r>
              <a:rPr sz="1200" spc="-10" dirty="0">
                <a:solidFill>
                  <a:srgbClr val="585858"/>
                </a:solidFill>
                <a:latin typeface="Calibri"/>
                <a:cs typeface="Calibri"/>
              </a:rPr>
              <a:t>web </a:t>
            </a:r>
            <a:r>
              <a:rPr sz="1200" spc="-5" dirty="0">
                <a:solidFill>
                  <a:srgbClr val="585858"/>
                </a:solidFill>
                <a:latin typeface="Calibri"/>
                <a:cs typeface="Calibri"/>
              </a:rPr>
              <a:t>tasarımcıların yararlanabilecekleri </a:t>
            </a:r>
            <a:r>
              <a:rPr sz="1200" dirty="0">
                <a:solidFill>
                  <a:srgbClr val="585858"/>
                </a:solidFill>
                <a:latin typeface="Calibri"/>
                <a:cs typeface="Calibri"/>
              </a:rPr>
              <a:t>bir </a:t>
            </a:r>
            <a:r>
              <a:rPr sz="1200" spc="-10" dirty="0">
                <a:solidFill>
                  <a:srgbClr val="585858"/>
                </a:solidFill>
                <a:latin typeface="Calibri"/>
                <a:cs typeface="Calibri"/>
              </a:rPr>
              <a:t>kaynak </a:t>
            </a:r>
            <a:r>
              <a:rPr sz="1200" spc="-5" dirty="0">
                <a:solidFill>
                  <a:srgbClr val="585858"/>
                </a:solidFill>
                <a:latin typeface="Calibri"/>
                <a:cs typeface="Calibri"/>
              </a:rPr>
              <a:t>olma amacıyla </a:t>
            </a:r>
            <a:r>
              <a:rPr sz="1200" dirty="0">
                <a:solidFill>
                  <a:srgbClr val="585858"/>
                </a:solidFill>
                <a:latin typeface="Calibri"/>
                <a:cs typeface="Calibri"/>
              </a:rPr>
              <a:t>hazırlanmış </a:t>
            </a:r>
            <a:r>
              <a:rPr sz="1200" spc="-5" dirty="0">
                <a:solidFill>
                  <a:srgbClr val="585858"/>
                </a:solidFill>
                <a:latin typeface="Calibri"/>
                <a:cs typeface="Calibri"/>
              </a:rPr>
              <a:t>çevrimiçi destek </a:t>
            </a:r>
            <a:r>
              <a:rPr sz="1200" spc="-260" dirty="0">
                <a:solidFill>
                  <a:srgbClr val="585858"/>
                </a:solidFill>
                <a:latin typeface="Calibri"/>
                <a:cs typeface="Calibri"/>
              </a:rPr>
              <a:t> </a:t>
            </a:r>
            <a:r>
              <a:rPr sz="1200" spc="-5" dirty="0">
                <a:solidFill>
                  <a:srgbClr val="585858"/>
                </a:solidFill>
                <a:latin typeface="Calibri"/>
                <a:cs typeface="Calibri"/>
              </a:rPr>
              <a:t>internet</a:t>
            </a:r>
            <a:r>
              <a:rPr sz="1200" spc="-45" dirty="0">
                <a:solidFill>
                  <a:srgbClr val="585858"/>
                </a:solidFill>
                <a:latin typeface="Calibri"/>
                <a:cs typeface="Calibri"/>
              </a:rPr>
              <a:t> </a:t>
            </a:r>
            <a:r>
              <a:rPr sz="1200" spc="-15" dirty="0">
                <a:solidFill>
                  <a:srgbClr val="585858"/>
                </a:solidFill>
                <a:latin typeface="Calibri"/>
                <a:cs typeface="Calibri"/>
              </a:rPr>
              <a:t>sitesidir.</a:t>
            </a:r>
            <a:endParaRPr sz="1200" dirty="0">
              <a:latin typeface="Calibri"/>
              <a:cs typeface="Calibri"/>
            </a:endParaRPr>
          </a:p>
        </p:txBody>
      </p:sp>
      <p:pic>
        <p:nvPicPr>
          <p:cNvPr id="4" name="object 4"/>
          <p:cNvPicPr/>
          <p:nvPr/>
        </p:nvPicPr>
        <p:blipFill>
          <a:blip r:embed="rId3" cstate="print"/>
          <a:stretch>
            <a:fillRect/>
          </a:stretch>
        </p:blipFill>
        <p:spPr>
          <a:xfrm>
            <a:off x="6553200" y="3272151"/>
            <a:ext cx="2438400" cy="160020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00050"/>
            <a:ext cx="8428482" cy="49149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bject 2"/>
          <p:cNvPicPr/>
          <p:nvPr/>
        </p:nvPicPr>
        <p:blipFill>
          <a:blip r:embed="rId2" cstate="print"/>
          <a:stretch>
            <a:fillRect/>
          </a:stretch>
        </p:blipFill>
        <p:spPr>
          <a:xfrm>
            <a:off x="1524180" y="536222"/>
            <a:ext cx="6095638" cy="464255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61031" y="803959"/>
            <a:ext cx="5199991" cy="3935934"/>
          </a:xfrm>
          <a:prstGeom prst="rect">
            <a:avLst/>
          </a:prstGeom>
        </p:spPr>
      </p:pic>
      <p:sp>
        <p:nvSpPr>
          <p:cNvPr id="3" name="Metin kutusu 2">
            <a:extLst>
              <a:ext uri="{FF2B5EF4-FFF2-40B4-BE49-F238E27FC236}">
                <a16:creationId xmlns:a16="http://schemas.microsoft.com/office/drawing/2014/main" id="{A4783950-E305-EA59-375E-CD10A4E38E3A}"/>
              </a:ext>
            </a:extLst>
          </p:cNvPr>
          <p:cNvSpPr txBox="1"/>
          <p:nvPr/>
        </p:nvSpPr>
        <p:spPr>
          <a:xfrm>
            <a:off x="7543800" y="3619500"/>
            <a:ext cx="1219200" cy="369332"/>
          </a:xfrm>
          <a:prstGeom prst="rect">
            <a:avLst/>
          </a:prstGeom>
          <a:noFill/>
        </p:spPr>
        <p:txBody>
          <a:bodyPr wrap="square" rtlCol="0">
            <a:spAutoFit/>
          </a:bodyPr>
          <a:lstStyle/>
          <a:p>
            <a:r>
              <a:rPr lang="tr-TR" dirty="0"/>
              <a:t>DWORAK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BDAC5B6-20CE-447F-8BA1-F2274AC7A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1D22B31-BF8F-446B-9009-8A251FB17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custGeom>
            <a:avLst/>
            <a:gdLst>
              <a:gd name="connsiteX0" fmla="*/ 3094406 w 12192000"/>
              <a:gd name="connsiteY0" fmla="*/ 283966 h 6858000"/>
              <a:gd name="connsiteX1" fmla="*/ 3038833 w 12192000"/>
              <a:gd name="connsiteY1" fmla="*/ 309661 h 6858000"/>
              <a:gd name="connsiteX2" fmla="*/ 3348384 w 12192000"/>
              <a:gd name="connsiteY2" fmla="*/ 406000 h 6858000"/>
              <a:gd name="connsiteX3" fmla="*/ 2864309 w 12192000"/>
              <a:gd name="connsiteY3" fmla="*/ 355295 h 6858000"/>
              <a:gd name="connsiteX4" fmla="*/ 2856039 w 12192000"/>
              <a:gd name="connsiteY4" fmla="*/ 388058 h 6858000"/>
              <a:gd name="connsiteX5" fmla="*/ 3405794 w 12192000"/>
              <a:gd name="connsiteY5" fmla="*/ 512089 h 6858000"/>
              <a:gd name="connsiteX6" fmla="*/ 3356651 w 12192000"/>
              <a:gd name="connsiteY6" fmla="*/ 531204 h 6858000"/>
              <a:gd name="connsiteX7" fmla="*/ 3064552 w 12192000"/>
              <a:gd name="connsiteY7" fmla="*/ 483228 h 6858000"/>
              <a:gd name="connsiteX8" fmla="*/ 3005765 w 12192000"/>
              <a:gd name="connsiteY8" fmla="*/ 495708 h 6858000"/>
              <a:gd name="connsiteX9" fmla="*/ 3034700 w 12192000"/>
              <a:gd name="connsiteY9" fmla="*/ 553823 h 6858000"/>
              <a:gd name="connsiteX10" fmla="*/ 3161459 w 12192000"/>
              <a:gd name="connsiteY10" fmla="*/ 576445 h 6858000"/>
              <a:gd name="connsiteX11" fmla="*/ 3358949 w 12192000"/>
              <a:gd name="connsiteY11" fmla="*/ 712961 h 6858000"/>
              <a:gd name="connsiteX12" fmla="*/ 3059960 w 12192000"/>
              <a:gd name="connsiteY12" fmla="*/ 696576 h 6858000"/>
              <a:gd name="connsiteX13" fmla="*/ 3007143 w 12192000"/>
              <a:gd name="connsiteY13" fmla="*/ 729732 h 6858000"/>
              <a:gd name="connsiteX14" fmla="*/ 2986935 w 12192000"/>
              <a:gd name="connsiteY14" fmla="*/ 772635 h 6858000"/>
              <a:gd name="connsiteX15" fmla="*/ 2871197 w 12192000"/>
              <a:gd name="connsiteY15" fmla="*/ 808127 h 6858000"/>
              <a:gd name="connsiteX16" fmla="*/ 3053071 w 12192000"/>
              <a:gd name="connsiteY16" fmla="*/ 847913 h 6858000"/>
              <a:gd name="connsiteX17" fmla="*/ 2858796 w 12192000"/>
              <a:gd name="connsiteY17" fmla="*/ 847913 h 6858000"/>
              <a:gd name="connsiteX18" fmla="*/ 2635588 w 12192000"/>
              <a:gd name="connsiteY18" fmla="*/ 820611 h 6858000"/>
              <a:gd name="connsiteX19" fmla="*/ 2397683 w 12192000"/>
              <a:gd name="connsiteY19" fmla="*/ 829190 h 6858000"/>
              <a:gd name="connsiteX20" fmla="*/ 1921874 w 12192000"/>
              <a:gd name="connsiteY20" fmla="*/ 778877 h 6858000"/>
              <a:gd name="connsiteX21" fmla="*/ 1695450 w 12192000"/>
              <a:gd name="connsiteY21" fmla="*/ 782386 h 6858000"/>
              <a:gd name="connsiteX22" fmla="*/ 2954324 w 12192000"/>
              <a:gd name="connsiteY22" fmla="*/ 1120940 h 6858000"/>
              <a:gd name="connsiteX23" fmla="*/ 2890028 w 12192000"/>
              <a:gd name="connsiteY23" fmla="*/ 1195435 h 6858000"/>
              <a:gd name="connsiteX24" fmla="*/ 3153652 w 12192000"/>
              <a:gd name="connsiteY24" fmla="*/ 1276563 h 6858000"/>
              <a:gd name="connsiteX25" fmla="*/ 3218410 w 12192000"/>
              <a:gd name="connsiteY25" fmla="*/ 1356911 h 6858000"/>
              <a:gd name="connsiteX26" fmla="*/ 3137118 w 12192000"/>
              <a:gd name="connsiteY26" fmla="*/ 1349891 h 6858000"/>
              <a:gd name="connsiteX27" fmla="*/ 3067309 w 12192000"/>
              <a:gd name="connsiteY27" fmla="*/ 1365102 h 6858000"/>
              <a:gd name="connsiteX28" fmla="*/ 3096243 w 12192000"/>
              <a:gd name="connsiteY28" fmla="*/ 1467292 h 6858000"/>
              <a:gd name="connsiteX29" fmla="*/ 3468716 w 12192000"/>
              <a:gd name="connsiteY29" fmla="*/ 1599125 h 6858000"/>
              <a:gd name="connsiteX30" fmla="*/ 3502241 w 12192000"/>
              <a:gd name="connsiteY30" fmla="*/ 1642029 h 6858000"/>
              <a:gd name="connsiteX31" fmla="*/ 3457692 w 12192000"/>
              <a:gd name="connsiteY31" fmla="*/ 1672453 h 6858000"/>
              <a:gd name="connsiteX32" fmla="*/ 3337362 w 12192000"/>
              <a:gd name="connsiteY32" fmla="*/ 1688053 h 6858000"/>
              <a:gd name="connsiteX33" fmla="*/ 3505915 w 12192000"/>
              <a:gd name="connsiteY33" fmla="*/ 1834318 h 6858000"/>
              <a:gd name="connsiteX34" fmla="*/ 3567458 w 12192000"/>
              <a:gd name="connsiteY34" fmla="*/ 1874880 h 6858000"/>
              <a:gd name="connsiteX35" fmla="*/ 3672634 w 12192000"/>
              <a:gd name="connsiteY35" fmla="*/ 1937678 h 6858000"/>
              <a:gd name="connsiteX36" fmla="*/ 3674470 w 12192000"/>
              <a:gd name="connsiteY36" fmla="*/ 1956789 h 6858000"/>
              <a:gd name="connsiteX37" fmla="*/ 3531176 w 12192000"/>
              <a:gd name="connsiteY37" fmla="*/ 2024266 h 6858000"/>
              <a:gd name="connsiteX38" fmla="*/ 3272604 w 12192000"/>
              <a:gd name="connsiteY38" fmla="*/ 2005933 h 6858000"/>
              <a:gd name="connsiteX39" fmla="*/ 3654720 w 12192000"/>
              <a:gd name="connsiteY39" fmla="*/ 2106564 h 6858000"/>
              <a:gd name="connsiteX40" fmla="*/ 2417892 w 12192000"/>
              <a:gd name="connsiteY40" fmla="*/ 1866690 h 6858000"/>
              <a:gd name="connsiteX41" fmla="*/ 2496888 w 12192000"/>
              <a:gd name="connsiteY41" fmla="*/ 1929487 h 6858000"/>
              <a:gd name="connsiteX42" fmla="*/ 2929526 w 12192000"/>
              <a:gd name="connsiteY42" fmla="*/ 2094862 h 6858000"/>
              <a:gd name="connsiteX43" fmla="*/ 3052152 w 12192000"/>
              <a:gd name="connsiteY43" fmla="*/ 2198613 h 6858000"/>
              <a:gd name="connsiteX44" fmla="*/ 3180748 w 12192000"/>
              <a:gd name="connsiteY44" fmla="*/ 2255948 h 6858000"/>
              <a:gd name="connsiteX45" fmla="*/ 3361244 w 12192000"/>
              <a:gd name="connsiteY45" fmla="*/ 2254777 h 6858000"/>
              <a:gd name="connsiteX46" fmla="*/ 3489382 w 12192000"/>
              <a:gd name="connsiteY46" fmla="*/ 2342926 h 6858000"/>
              <a:gd name="connsiteX47" fmla="*/ 3355733 w 12192000"/>
              <a:gd name="connsiteY47" fmla="*/ 2361649 h 6858000"/>
              <a:gd name="connsiteX48" fmla="*/ 3199121 w 12192000"/>
              <a:gd name="connsiteY48" fmla="*/ 2347216 h 6858000"/>
              <a:gd name="connsiteX49" fmla="*/ 2861091 w 12192000"/>
              <a:gd name="connsiteY49" fmla="*/ 2351896 h 6858000"/>
              <a:gd name="connsiteX50" fmla="*/ 2667278 w 12192000"/>
              <a:gd name="connsiteY50" fmla="*/ 2369058 h 6858000"/>
              <a:gd name="connsiteX51" fmla="*/ 2221781 w 12192000"/>
              <a:gd name="connsiteY51" fmla="*/ 2339805 h 6858000"/>
              <a:gd name="connsiteX52" fmla="*/ 2247961 w 12192000"/>
              <a:gd name="connsiteY52" fmla="*/ 2414693 h 6858000"/>
              <a:gd name="connsiteX53" fmla="*/ 2231425 w 12192000"/>
              <a:gd name="connsiteY53" fmla="*/ 2479828 h 6858000"/>
              <a:gd name="connsiteX54" fmla="*/ 2224996 w 12192000"/>
              <a:gd name="connsiteY54" fmla="*/ 2621414 h 6858000"/>
              <a:gd name="connsiteX55" fmla="*/ 2229131 w 12192000"/>
              <a:gd name="connsiteY55" fmla="*/ 2644426 h 6858000"/>
              <a:gd name="connsiteX56" fmla="*/ 2129466 w 12192000"/>
              <a:gd name="connsiteY56" fmla="*/ 2659247 h 6858000"/>
              <a:gd name="connsiteX57" fmla="*/ 2723312 w 12192000"/>
              <a:gd name="connsiteY57" fmla="*/ 2953726 h 6858000"/>
              <a:gd name="connsiteX58" fmla="*/ 2326496 w 12192000"/>
              <a:gd name="connsiteY58" fmla="*/ 2878838 h 6858000"/>
              <a:gd name="connsiteX59" fmla="*/ 2272759 w 12192000"/>
              <a:gd name="connsiteY59" fmla="*/ 3002480 h 6858000"/>
              <a:gd name="connsiteX60" fmla="*/ 2459226 w 12192000"/>
              <a:gd name="connsiteY60" fmla="*/ 3112471 h 6858000"/>
              <a:gd name="connsiteX61" fmla="*/ 2528117 w 12192000"/>
              <a:gd name="connsiteY61" fmla="*/ 3330111 h 6858000"/>
              <a:gd name="connsiteX62" fmla="*/ 2494590 w 12192000"/>
              <a:gd name="connsiteY62" fmla="*/ 3529029 h 6858000"/>
              <a:gd name="connsiteX63" fmla="*/ 2414677 w 12192000"/>
              <a:gd name="connsiteY63" fmla="*/ 3592215 h 6858000"/>
              <a:gd name="connsiteX64" fmla="*/ 2298940 w 12192000"/>
              <a:gd name="connsiteY64" fmla="*/ 3705716 h 6858000"/>
              <a:gd name="connsiteX65" fmla="*/ 2227294 w 12192000"/>
              <a:gd name="connsiteY65" fmla="*/ 3775921 h 6858000"/>
              <a:gd name="connsiteX66" fmla="*/ 1978366 w 12192000"/>
              <a:gd name="connsiteY66" fmla="*/ 3748620 h 6858000"/>
              <a:gd name="connsiteX67" fmla="*/ 2310421 w 12192000"/>
              <a:gd name="connsiteY67" fmla="*/ 3926868 h 6858000"/>
              <a:gd name="connsiteX68" fmla="*/ 2041285 w 12192000"/>
              <a:gd name="connsiteY68" fmla="*/ 3904635 h 6858000"/>
              <a:gd name="connsiteX69" fmla="*/ 1953565 w 12192000"/>
              <a:gd name="connsiteY69" fmla="*/ 3917116 h 6858000"/>
              <a:gd name="connsiteX70" fmla="*/ 2003623 w 12192000"/>
              <a:gd name="connsiteY70" fmla="*/ 3974842 h 6858000"/>
              <a:gd name="connsiteX71" fmla="*/ 2201114 w 12192000"/>
              <a:gd name="connsiteY71" fmla="*/ 4072742 h 6858000"/>
              <a:gd name="connsiteX72" fmla="*/ 2608032 w 12192000"/>
              <a:gd name="connsiteY72" fmla="*/ 4337967 h 6858000"/>
              <a:gd name="connsiteX73" fmla="*/ 2213973 w 12192000"/>
              <a:gd name="connsiteY73" fmla="*/ 4216277 h 6858000"/>
              <a:gd name="connsiteX74" fmla="*/ 2629158 w 12192000"/>
              <a:gd name="connsiteY74" fmla="*/ 4488911 h 6858000"/>
              <a:gd name="connsiteX75" fmla="*/ 2721471 w 12192000"/>
              <a:gd name="connsiteY75" fmla="*/ 4579399 h 6858000"/>
              <a:gd name="connsiteX76" fmla="*/ 2907939 w 12192000"/>
              <a:gd name="connsiteY76" fmla="*/ 4804062 h 6858000"/>
              <a:gd name="connsiteX77" fmla="*/ 2898753 w 12192000"/>
              <a:gd name="connsiteY77" fmla="*/ 4829414 h 6858000"/>
              <a:gd name="connsiteX78" fmla="*/ 2683352 w 12192000"/>
              <a:gd name="connsiteY78" fmla="*/ 4793141 h 6858000"/>
              <a:gd name="connsiteX79" fmla="*/ 2962594 w 12192000"/>
              <a:gd name="connsiteY79" fmla="*/ 4981920 h 6858000"/>
              <a:gd name="connsiteX80" fmla="*/ 3251019 w 12192000"/>
              <a:gd name="connsiteY80" fmla="*/ 5127012 h 6858000"/>
              <a:gd name="connsiteX81" fmla="*/ 3046180 w 12192000"/>
              <a:gd name="connsiteY81" fmla="*/ 5104781 h 6858000"/>
              <a:gd name="connsiteX82" fmla="*/ 2764646 w 12192000"/>
              <a:gd name="connsiteY82" fmla="*/ 5021703 h 6858000"/>
              <a:gd name="connsiteX83" fmla="*/ 2666820 w 12192000"/>
              <a:gd name="connsiteY83" fmla="*/ 5052905 h 6858000"/>
              <a:gd name="connsiteX84" fmla="*/ 2933657 w 12192000"/>
              <a:gd name="connsiteY84" fmla="*/ 5190198 h 6858000"/>
              <a:gd name="connsiteX85" fmla="*/ 3086598 w 12192000"/>
              <a:gd name="connsiteY85" fmla="*/ 5253776 h 6858000"/>
              <a:gd name="connsiteX86" fmla="*/ 3147680 w 12192000"/>
              <a:gd name="connsiteY86" fmla="*/ 5302531 h 6858000"/>
              <a:gd name="connsiteX87" fmla="*/ 3322204 w 12192000"/>
              <a:gd name="connsiteY87" fmla="*/ 5476487 h 6858000"/>
              <a:gd name="connsiteX88" fmla="*/ 3834758 w 12192000"/>
              <a:gd name="connsiteY88" fmla="*/ 5666434 h 6858000"/>
              <a:gd name="connsiteX89" fmla="*/ 4314240 w 12192000"/>
              <a:gd name="connsiteY89" fmla="*/ 5902409 h 6858000"/>
              <a:gd name="connsiteX90" fmla="*/ 4688552 w 12192000"/>
              <a:gd name="connsiteY90" fmla="*/ 6049453 h 6858000"/>
              <a:gd name="connsiteX91" fmla="*/ 5634660 w 12192000"/>
              <a:gd name="connsiteY91" fmla="*/ 6238620 h 6858000"/>
              <a:gd name="connsiteX92" fmla="*/ 9222980 w 12192000"/>
              <a:gd name="connsiteY92" fmla="*/ 4955397 h 6858000"/>
              <a:gd name="connsiteX93" fmla="*/ 9268448 w 12192000"/>
              <a:gd name="connsiteY93" fmla="*/ 4917173 h 6858000"/>
              <a:gd name="connsiteX94" fmla="*/ 9442512 w 12192000"/>
              <a:gd name="connsiteY94" fmla="*/ 4773251 h 6858000"/>
              <a:gd name="connsiteX95" fmla="*/ 9590400 w 12192000"/>
              <a:gd name="connsiteY95" fmla="*/ 4643756 h 6858000"/>
              <a:gd name="connsiteX96" fmla="*/ 9513242 w 12192000"/>
              <a:gd name="connsiteY96" fmla="*/ 4600073 h 6858000"/>
              <a:gd name="connsiteX97" fmla="*/ 9617498 w 12192000"/>
              <a:gd name="connsiteY97" fmla="*/ 4476430 h 6858000"/>
              <a:gd name="connsiteX98" fmla="*/ 9949094 w 12192000"/>
              <a:gd name="connsiteY98" fmla="*/ 4095364 h 6858000"/>
              <a:gd name="connsiteX99" fmla="*/ 10094686 w 12192000"/>
              <a:gd name="connsiteY99" fmla="*/ 4011507 h 6858000"/>
              <a:gd name="connsiteX100" fmla="*/ 10271967 w 12192000"/>
              <a:gd name="connsiteY100" fmla="*/ 3800497 h 6858000"/>
              <a:gd name="connsiteX101" fmla="*/ 10297226 w 12192000"/>
              <a:gd name="connsiteY101" fmla="*/ 3751742 h 6858000"/>
              <a:gd name="connsiteX102" fmla="*/ 10260943 w 12192000"/>
              <a:gd name="connsiteY102" fmla="*/ 3689723 h 6858000"/>
              <a:gd name="connsiteX103" fmla="*/ 10233847 w 12192000"/>
              <a:gd name="connsiteY103" fmla="*/ 3627319 h 6858000"/>
              <a:gd name="connsiteX104" fmla="*/ 10269209 w 12192000"/>
              <a:gd name="connsiteY104" fmla="*/ 3608986 h 6858000"/>
              <a:gd name="connsiteX105" fmla="*/ 10496550 w 12192000"/>
              <a:gd name="connsiteY105" fmla="*/ 3577393 h 6858000"/>
              <a:gd name="connsiteX106" fmla="*/ 10364738 w 12192000"/>
              <a:gd name="connsiteY106" fmla="*/ 3458823 h 6858000"/>
              <a:gd name="connsiteX107" fmla="*/ 10132346 w 12192000"/>
              <a:gd name="connsiteY107" fmla="*/ 3282137 h 6858000"/>
              <a:gd name="connsiteX108" fmla="*/ 10026712 w 12192000"/>
              <a:gd name="connsiteY108" fmla="*/ 3156543 h 6858000"/>
              <a:gd name="connsiteX109" fmla="*/ 10014312 w 12192000"/>
              <a:gd name="connsiteY109" fmla="*/ 3044213 h 6858000"/>
              <a:gd name="connsiteX110" fmla="*/ 9806718 w 12192000"/>
              <a:gd name="connsiteY110" fmla="*/ 2977907 h 6858000"/>
              <a:gd name="connsiteX111" fmla="*/ 10001912 w 12192000"/>
              <a:gd name="connsiteY111" fmla="*/ 2740374 h 6858000"/>
              <a:gd name="connsiteX112" fmla="*/ 10021662 w 12192000"/>
              <a:gd name="connsiteY112" fmla="*/ 2691231 h 6858000"/>
              <a:gd name="connsiteX113" fmla="*/ 9904546 w 12192000"/>
              <a:gd name="connsiteY113" fmla="*/ 2515322 h 6858000"/>
              <a:gd name="connsiteX114" fmla="*/ 9885256 w 12192000"/>
              <a:gd name="connsiteY114" fmla="*/ 2487240 h 6858000"/>
              <a:gd name="connsiteX115" fmla="*/ 9842085 w 12192000"/>
              <a:gd name="connsiteY115" fmla="*/ 2431074 h 6858000"/>
              <a:gd name="connsiteX116" fmla="*/ 9718078 w 12192000"/>
              <a:gd name="connsiteY116" fmla="*/ 2417424 h 6858000"/>
              <a:gd name="connsiteX117" fmla="*/ 9782378 w 12192000"/>
              <a:gd name="connsiteY117" fmla="*/ 2377641 h 6858000"/>
              <a:gd name="connsiteX118" fmla="*/ 9907302 w 12192000"/>
              <a:gd name="connsiteY118" fmla="*/ 2243078 h 6858000"/>
              <a:gd name="connsiteX119" fmla="*/ 9824171 w 12192000"/>
              <a:gd name="connsiteY119" fmla="*/ 2114365 h 6858000"/>
              <a:gd name="connsiteX120" fmla="*/ 9818662 w 12192000"/>
              <a:gd name="connsiteY120" fmla="*/ 2043377 h 6858000"/>
              <a:gd name="connsiteX121" fmla="*/ 9958740 w 12192000"/>
              <a:gd name="connsiteY121" fmla="*/ 1952499 h 6858000"/>
              <a:gd name="connsiteX122" fmla="*/ 10064374 w 12192000"/>
              <a:gd name="connsiteY122" fmla="*/ 1916615 h 6858000"/>
              <a:gd name="connsiteX123" fmla="*/ 10113055 w 12192000"/>
              <a:gd name="connsiteY123" fmla="*/ 1865131 h 6858000"/>
              <a:gd name="connsiteX124" fmla="*/ 10055646 w 12192000"/>
              <a:gd name="connsiteY124" fmla="*/ 1822227 h 6858000"/>
              <a:gd name="connsiteX125" fmla="*/ 9800748 w 12192000"/>
              <a:gd name="connsiteY125" fmla="*/ 1720036 h 6858000"/>
              <a:gd name="connsiteX126" fmla="*/ 9938071 w 12192000"/>
              <a:gd name="connsiteY126" fmla="*/ 1634617 h 6858000"/>
              <a:gd name="connsiteX127" fmla="*/ 9220224 w 12192000"/>
              <a:gd name="connsiteY127" fmla="*/ 1231709 h 6858000"/>
              <a:gd name="connsiteX128" fmla="*/ 9133419 w 12192000"/>
              <a:gd name="connsiteY128" fmla="*/ 1170083 h 6858000"/>
              <a:gd name="connsiteX129" fmla="*/ 8672768 w 12192000"/>
              <a:gd name="connsiteY129" fmla="*/ 1020699 h 6858000"/>
              <a:gd name="connsiteX130" fmla="*/ 8198797 w 12192000"/>
              <a:gd name="connsiteY130" fmla="*/ 915000 h 6858000"/>
              <a:gd name="connsiteX131" fmla="*/ 8528095 w 12192000"/>
              <a:gd name="connsiteY131" fmla="*/ 691898 h 6858000"/>
              <a:gd name="connsiteX132" fmla="*/ 8025190 w 12192000"/>
              <a:gd name="connsiteY132" fmla="*/ 640021 h 6858000"/>
              <a:gd name="connsiteX133" fmla="*/ 7976047 w 12192000"/>
              <a:gd name="connsiteY133" fmla="*/ 641584 h 6858000"/>
              <a:gd name="connsiteX134" fmla="*/ 6988604 w 12192000"/>
              <a:gd name="connsiteY134" fmla="*/ 607260 h 6858000"/>
              <a:gd name="connsiteX135" fmla="*/ 5573116 w 12192000"/>
              <a:gd name="connsiteY135" fmla="*/ 493368 h 6858000"/>
              <a:gd name="connsiteX136" fmla="*/ 4401503 w 12192000"/>
              <a:gd name="connsiteY136" fmla="*/ 425112 h 6858000"/>
              <a:gd name="connsiteX137" fmla="*/ 3154109 w 12192000"/>
              <a:gd name="connsiteY137" fmla="*/ 292499 h 6858000"/>
              <a:gd name="connsiteX138" fmla="*/ 3094406 w 12192000"/>
              <a:gd name="connsiteY138" fmla="*/ 283966 h 6858000"/>
              <a:gd name="connsiteX139" fmla="*/ 0 w 12192000"/>
              <a:gd name="connsiteY139" fmla="*/ 0 h 6858000"/>
              <a:gd name="connsiteX140" fmla="*/ 12192000 w 12192000"/>
              <a:gd name="connsiteY140" fmla="*/ 0 h 6858000"/>
              <a:gd name="connsiteX141" fmla="*/ 12192000 w 12192000"/>
              <a:gd name="connsiteY141" fmla="*/ 6858000 h 6858000"/>
              <a:gd name="connsiteX142" fmla="*/ 0 w 12192000"/>
              <a:gd name="connsiteY1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2192000" h="6858000">
                <a:moveTo>
                  <a:pt x="3094406" y="283966"/>
                </a:moveTo>
                <a:cubicBezTo>
                  <a:pt x="3074312" y="283528"/>
                  <a:pt x="3054907" y="288795"/>
                  <a:pt x="3038833" y="309661"/>
                </a:cubicBezTo>
                <a:cubicBezTo>
                  <a:pt x="3124259" y="364657"/>
                  <a:pt x="3233105" y="343983"/>
                  <a:pt x="3348384" y="406000"/>
                </a:cubicBezTo>
                <a:cubicBezTo>
                  <a:pt x="3161001" y="386497"/>
                  <a:pt x="3012653" y="370896"/>
                  <a:pt x="2864309" y="355295"/>
                </a:cubicBezTo>
                <a:cubicBezTo>
                  <a:pt x="2861553" y="366216"/>
                  <a:pt x="2858796" y="377136"/>
                  <a:pt x="2856039" y="388058"/>
                </a:cubicBezTo>
                <a:cubicBezTo>
                  <a:pt x="3045722" y="411070"/>
                  <a:pt x="3221166" y="470356"/>
                  <a:pt x="3405794" y="512089"/>
                </a:cubicBezTo>
                <a:cubicBezTo>
                  <a:pt x="3388799" y="537835"/>
                  <a:pt x="3371808" y="532763"/>
                  <a:pt x="3356651" y="531204"/>
                </a:cubicBezTo>
                <a:cubicBezTo>
                  <a:pt x="3257907" y="521062"/>
                  <a:pt x="3159164" y="510922"/>
                  <a:pt x="3064552" y="483228"/>
                </a:cubicBezTo>
                <a:cubicBezTo>
                  <a:pt x="3043427" y="476987"/>
                  <a:pt x="3017704" y="476987"/>
                  <a:pt x="3005765" y="495708"/>
                </a:cubicBezTo>
                <a:cubicBezTo>
                  <a:pt x="2988771" y="522231"/>
                  <a:pt x="3013113" y="539393"/>
                  <a:pt x="3034700" y="553823"/>
                </a:cubicBezTo>
                <a:cubicBezTo>
                  <a:pt x="3072360" y="578787"/>
                  <a:pt x="3117827" y="571767"/>
                  <a:pt x="3161459" y="576445"/>
                </a:cubicBezTo>
                <a:cubicBezTo>
                  <a:pt x="3277655" y="588537"/>
                  <a:pt x="3333228" y="626370"/>
                  <a:pt x="3358949" y="712961"/>
                </a:cubicBezTo>
                <a:cubicBezTo>
                  <a:pt x="3256987" y="677857"/>
                  <a:pt x="3158703" y="721151"/>
                  <a:pt x="3059960" y="696576"/>
                </a:cubicBezTo>
                <a:cubicBezTo>
                  <a:pt x="3034240" y="690338"/>
                  <a:pt x="2993364" y="699698"/>
                  <a:pt x="3007143" y="729732"/>
                </a:cubicBezTo>
                <a:cubicBezTo>
                  <a:pt x="3020003" y="757814"/>
                  <a:pt x="3062716" y="778096"/>
                  <a:pt x="2986935" y="772635"/>
                </a:cubicBezTo>
                <a:cubicBezTo>
                  <a:pt x="2932740" y="768735"/>
                  <a:pt x="2826647" y="800329"/>
                  <a:pt x="2871197" y="808127"/>
                </a:cubicBezTo>
                <a:cubicBezTo>
                  <a:pt x="2927228" y="817881"/>
                  <a:pt x="2981883" y="831921"/>
                  <a:pt x="3053071" y="847913"/>
                </a:cubicBezTo>
                <a:cubicBezTo>
                  <a:pt x="2974533" y="874043"/>
                  <a:pt x="2918042" y="868584"/>
                  <a:pt x="2858796" y="847913"/>
                </a:cubicBezTo>
                <a:cubicBezTo>
                  <a:pt x="2787150" y="822949"/>
                  <a:pt x="2693916" y="792528"/>
                  <a:pt x="2635588" y="820611"/>
                </a:cubicBezTo>
                <a:cubicBezTo>
                  <a:pt x="2548326" y="862734"/>
                  <a:pt x="2475760" y="836211"/>
                  <a:pt x="2397683" y="829190"/>
                </a:cubicBezTo>
                <a:cubicBezTo>
                  <a:pt x="2238775" y="814759"/>
                  <a:pt x="2081241" y="790576"/>
                  <a:pt x="1921874" y="778877"/>
                </a:cubicBezTo>
                <a:cubicBezTo>
                  <a:pt x="1858036" y="774195"/>
                  <a:pt x="1789143" y="751964"/>
                  <a:pt x="1695450" y="782386"/>
                </a:cubicBezTo>
                <a:cubicBezTo>
                  <a:pt x="2119822" y="938012"/>
                  <a:pt x="2575423" y="928262"/>
                  <a:pt x="2954324" y="1120940"/>
                </a:cubicBezTo>
                <a:cubicBezTo>
                  <a:pt x="2938251" y="1139269"/>
                  <a:pt x="2856502" y="1191535"/>
                  <a:pt x="2890028" y="1195435"/>
                </a:cubicBezTo>
                <a:cubicBezTo>
                  <a:pt x="2984178" y="1206748"/>
                  <a:pt x="3067767" y="1244971"/>
                  <a:pt x="3153652" y="1276563"/>
                </a:cubicBezTo>
                <a:cubicBezTo>
                  <a:pt x="3190855" y="1290216"/>
                  <a:pt x="3235862" y="1308157"/>
                  <a:pt x="3218410" y="1356911"/>
                </a:cubicBezTo>
                <a:cubicBezTo>
                  <a:pt x="3186719" y="1370562"/>
                  <a:pt x="3163296" y="1351451"/>
                  <a:pt x="3137118" y="1349891"/>
                </a:cubicBezTo>
                <a:cubicBezTo>
                  <a:pt x="3110480" y="1348331"/>
                  <a:pt x="3050773" y="1358471"/>
                  <a:pt x="3067309" y="1365102"/>
                </a:cubicBezTo>
                <a:cubicBezTo>
                  <a:pt x="3142629" y="1395136"/>
                  <a:pt x="3007143" y="1467292"/>
                  <a:pt x="3096243" y="1467292"/>
                </a:cubicBezTo>
                <a:cubicBezTo>
                  <a:pt x="3245506" y="1467681"/>
                  <a:pt x="3324961" y="1595613"/>
                  <a:pt x="3468716" y="1599125"/>
                </a:cubicBezTo>
                <a:cubicBezTo>
                  <a:pt x="3491677" y="1599513"/>
                  <a:pt x="3502700" y="1622137"/>
                  <a:pt x="3502241" y="1642029"/>
                </a:cubicBezTo>
                <a:cubicBezTo>
                  <a:pt x="3502241" y="1665822"/>
                  <a:pt x="3481116" y="1670112"/>
                  <a:pt x="3457692" y="1672453"/>
                </a:cubicBezTo>
                <a:cubicBezTo>
                  <a:pt x="3421868" y="1675962"/>
                  <a:pt x="3384667" y="1642029"/>
                  <a:pt x="3337362" y="1688053"/>
                </a:cubicBezTo>
                <a:cubicBezTo>
                  <a:pt x="3422329" y="1714966"/>
                  <a:pt x="3507294" y="1741878"/>
                  <a:pt x="3505915" y="1834318"/>
                </a:cubicBezTo>
                <a:cubicBezTo>
                  <a:pt x="3505457" y="1859279"/>
                  <a:pt x="3540820" y="1868640"/>
                  <a:pt x="3567458" y="1874880"/>
                </a:cubicBezTo>
                <a:cubicBezTo>
                  <a:pt x="3611549" y="1885023"/>
                  <a:pt x="3648750" y="1902965"/>
                  <a:pt x="3672634" y="1937678"/>
                </a:cubicBezTo>
                <a:cubicBezTo>
                  <a:pt x="3672172" y="1944308"/>
                  <a:pt x="3671715" y="1951329"/>
                  <a:pt x="3674470" y="1956789"/>
                </a:cubicBezTo>
                <a:cubicBezTo>
                  <a:pt x="3666664" y="2040646"/>
                  <a:pt x="3602363" y="2038306"/>
                  <a:pt x="3531176" y="2024266"/>
                </a:cubicBezTo>
                <a:cubicBezTo>
                  <a:pt x="3446211" y="2007103"/>
                  <a:pt x="3362164" y="1975900"/>
                  <a:pt x="3272604" y="2005933"/>
                </a:cubicBezTo>
                <a:cubicBezTo>
                  <a:pt x="3398905" y="2046107"/>
                  <a:pt x="3536229" y="2049228"/>
                  <a:pt x="3654720" y="2106564"/>
                </a:cubicBezTo>
                <a:cubicBezTo>
                  <a:pt x="3221166" y="2117095"/>
                  <a:pt x="2838130" y="1936116"/>
                  <a:pt x="2417892" y="1866690"/>
                </a:cubicBezTo>
                <a:cubicBezTo>
                  <a:pt x="2432130" y="1913105"/>
                  <a:pt x="2466114" y="1922465"/>
                  <a:pt x="2496888" y="1929487"/>
                </a:cubicBezTo>
                <a:cubicBezTo>
                  <a:pt x="2652123" y="1964590"/>
                  <a:pt x="2788067" y="2034408"/>
                  <a:pt x="2929526" y="2094862"/>
                </a:cubicBezTo>
                <a:cubicBezTo>
                  <a:pt x="2987851" y="2119825"/>
                  <a:pt x="3030106" y="2144789"/>
                  <a:pt x="3052152" y="2198613"/>
                </a:cubicBezTo>
                <a:cubicBezTo>
                  <a:pt x="3071903" y="2247367"/>
                  <a:pt x="3110021" y="2269990"/>
                  <a:pt x="3180748" y="2255948"/>
                </a:cubicBezTo>
                <a:cubicBezTo>
                  <a:pt x="3238157" y="2244246"/>
                  <a:pt x="3301078" y="2250487"/>
                  <a:pt x="3361244" y="2254777"/>
                </a:cubicBezTo>
                <a:cubicBezTo>
                  <a:pt x="3430596" y="2259459"/>
                  <a:pt x="3508213" y="2314455"/>
                  <a:pt x="3489382" y="2342926"/>
                </a:cubicBezTo>
                <a:cubicBezTo>
                  <a:pt x="3457233" y="2391292"/>
                  <a:pt x="3403498" y="2367110"/>
                  <a:pt x="3355733" y="2361649"/>
                </a:cubicBezTo>
                <a:cubicBezTo>
                  <a:pt x="3301537" y="2355018"/>
                  <a:pt x="3200957" y="2341367"/>
                  <a:pt x="3199121" y="2347216"/>
                </a:cubicBezTo>
                <a:cubicBezTo>
                  <a:pt x="3163754" y="2468518"/>
                  <a:pt x="2914827" y="2362819"/>
                  <a:pt x="2861091" y="2351896"/>
                </a:cubicBezTo>
                <a:cubicBezTo>
                  <a:pt x="2794038" y="2338245"/>
                  <a:pt x="2731116" y="2363208"/>
                  <a:pt x="2667278" y="2369058"/>
                </a:cubicBezTo>
                <a:cubicBezTo>
                  <a:pt x="2610328" y="2374518"/>
                  <a:pt x="2288376" y="2391292"/>
                  <a:pt x="2221781" y="2339805"/>
                </a:cubicBezTo>
                <a:cubicBezTo>
                  <a:pt x="2212595" y="2379978"/>
                  <a:pt x="2231884" y="2396361"/>
                  <a:pt x="2247961" y="2414693"/>
                </a:cubicBezTo>
                <a:cubicBezTo>
                  <a:pt x="2270465" y="2440824"/>
                  <a:pt x="2274138" y="2459157"/>
                  <a:pt x="2231425" y="2479828"/>
                </a:cubicBezTo>
                <a:cubicBezTo>
                  <a:pt x="2109717" y="2539115"/>
                  <a:pt x="2111557" y="2541065"/>
                  <a:pt x="2224996" y="2621414"/>
                </a:cubicBezTo>
                <a:cubicBezTo>
                  <a:pt x="2230509" y="2624923"/>
                  <a:pt x="2228211" y="2636624"/>
                  <a:pt x="2229131" y="2644426"/>
                </a:cubicBezTo>
                <a:cubicBezTo>
                  <a:pt x="2199276" y="2656906"/>
                  <a:pt x="2164373" y="2625703"/>
                  <a:pt x="2129466" y="2659247"/>
                </a:cubicBezTo>
                <a:cubicBezTo>
                  <a:pt x="2281487" y="2806680"/>
                  <a:pt x="2513421" y="2842953"/>
                  <a:pt x="2723312" y="2953726"/>
                </a:cubicBezTo>
                <a:cubicBezTo>
                  <a:pt x="2553377" y="2990389"/>
                  <a:pt x="2451419" y="2862456"/>
                  <a:pt x="2326496" y="2878838"/>
                </a:cubicBezTo>
                <a:cubicBezTo>
                  <a:pt x="2264036" y="2919012"/>
                  <a:pt x="2449582" y="2983367"/>
                  <a:pt x="2272759" y="3002480"/>
                </a:cubicBezTo>
                <a:cubicBezTo>
                  <a:pt x="2349461" y="3037583"/>
                  <a:pt x="2406411" y="3071905"/>
                  <a:pt x="2459226" y="3112471"/>
                </a:cubicBezTo>
                <a:cubicBezTo>
                  <a:pt x="2553377" y="3185016"/>
                  <a:pt x="2571749" y="3232602"/>
                  <a:pt x="2528117" y="3330111"/>
                </a:cubicBezTo>
                <a:cubicBezTo>
                  <a:pt x="2499642" y="3394076"/>
                  <a:pt x="2457848" y="3452973"/>
                  <a:pt x="2494590" y="3529029"/>
                </a:cubicBezTo>
                <a:cubicBezTo>
                  <a:pt x="2520308" y="3581294"/>
                  <a:pt x="2510206" y="3615617"/>
                  <a:pt x="2414677" y="3592215"/>
                </a:cubicBezTo>
                <a:cubicBezTo>
                  <a:pt x="2311799" y="3567251"/>
                  <a:pt x="2273221" y="3614057"/>
                  <a:pt x="2298940" y="3705716"/>
                </a:cubicBezTo>
                <a:cubicBezTo>
                  <a:pt x="2315473" y="3764612"/>
                  <a:pt x="2298020" y="3782553"/>
                  <a:pt x="2227294" y="3775921"/>
                </a:cubicBezTo>
                <a:cubicBezTo>
                  <a:pt x="2149215" y="3768512"/>
                  <a:pt x="2074811" y="3729898"/>
                  <a:pt x="1978366" y="3748620"/>
                </a:cubicBezTo>
                <a:cubicBezTo>
                  <a:pt x="2055522" y="3855492"/>
                  <a:pt x="2220403" y="3825068"/>
                  <a:pt x="2310421" y="3926868"/>
                </a:cubicBezTo>
                <a:cubicBezTo>
                  <a:pt x="2202950" y="3927259"/>
                  <a:pt x="2120739" y="3926868"/>
                  <a:pt x="2041285" y="3904635"/>
                </a:cubicBezTo>
                <a:cubicBezTo>
                  <a:pt x="2008216" y="3895664"/>
                  <a:pt x="1971934" y="3886305"/>
                  <a:pt x="1953565" y="3917116"/>
                </a:cubicBezTo>
                <a:cubicBezTo>
                  <a:pt x="1931978" y="3954170"/>
                  <a:pt x="1976527" y="3968211"/>
                  <a:pt x="2003623" y="3974842"/>
                </a:cubicBezTo>
                <a:cubicBezTo>
                  <a:pt x="2079866" y="3993563"/>
                  <a:pt x="2138192" y="4038028"/>
                  <a:pt x="2201114" y="4072742"/>
                </a:cubicBezTo>
                <a:cubicBezTo>
                  <a:pt x="2339356" y="4148800"/>
                  <a:pt x="2490917" y="4212375"/>
                  <a:pt x="2608032" y="4337967"/>
                </a:cubicBezTo>
                <a:cubicBezTo>
                  <a:pt x="2460606" y="4305983"/>
                  <a:pt x="2350838" y="4231487"/>
                  <a:pt x="2213973" y="4216277"/>
                </a:cubicBezTo>
                <a:cubicBezTo>
                  <a:pt x="2332467" y="4330557"/>
                  <a:pt x="2484945" y="4405834"/>
                  <a:pt x="2629158" y="4488911"/>
                </a:cubicBezTo>
                <a:cubicBezTo>
                  <a:pt x="2670494" y="4512315"/>
                  <a:pt x="2712289" y="4528306"/>
                  <a:pt x="2721471" y="4579399"/>
                </a:cubicBezTo>
                <a:cubicBezTo>
                  <a:pt x="2739385" y="4678470"/>
                  <a:pt x="2793121" y="4760378"/>
                  <a:pt x="2907939" y="4804062"/>
                </a:cubicBezTo>
                <a:cubicBezTo>
                  <a:pt x="2908859" y="4804452"/>
                  <a:pt x="2902428" y="4819274"/>
                  <a:pt x="2898753" y="4829414"/>
                </a:cubicBezTo>
                <a:cubicBezTo>
                  <a:pt x="2828485" y="4832536"/>
                  <a:pt x="2772912" y="4774028"/>
                  <a:pt x="2683352" y="4793141"/>
                </a:cubicBezTo>
                <a:cubicBezTo>
                  <a:pt x="2769239" y="4872708"/>
                  <a:pt x="2840885" y="4944087"/>
                  <a:pt x="2962594" y="4981920"/>
                </a:cubicBezTo>
                <a:cubicBezTo>
                  <a:pt x="3059960" y="5011952"/>
                  <a:pt x="3180289" y="5029503"/>
                  <a:pt x="3251019" y="5127012"/>
                </a:cubicBezTo>
                <a:cubicBezTo>
                  <a:pt x="3168808" y="5146126"/>
                  <a:pt x="3107723" y="5121944"/>
                  <a:pt x="3046180" y="5104781"/>
                </a:cubicBezTo>
                <a:cubicBezTo>
                  <a:pt x="2952030" y="5078258"/>
                  <a:pt x="2858796" y="5048226"/>
                  <a:pt x="2764646" y="5021703"/>
                </a:cubicBezTo>
                <a:cubicBezTo>
                  <a:pt x="2728821" y="5011563"/>
                  <a:pt x="2689782" y="5004540"/>
                  <a:pt x="2666820" y="5052905"/>
                </a:cubicBezTo>
                <a:cubicBezTo>
                  <a:pt x="2786691" y="5063047"/>
                  <a:pt x="2858337" y="5128575"/>
                  <a:pt x="2933657" y="5190198"/>
                </a:cubicBezTo>
                <a:cubicBezTo>
                  <a:pt x="2975911" y="5224912"/>
                  <a:pt x="3010358" y="5271328"/>
                  <a:pt x="3086598" y="5253776"/>
                </a:cubicBezTo>
                <a:cubicBezTo>
                  <a:pt x="3126554" y="5244415"/>
                  <a:pt x="3151814" y="5270547"/>
                  <a:pt x="3147680" y="5302531"/>
                </a:cubicBezTo>
                <a:cubicBezTo>
                  <a:pt x="3132525" y="5415251"/>
                  <a:pt x="3225759" y="5454645"/>
                  <a:pt x="3322204" y="5476487"/>
                </a:cubicBezTo>
                <a:cubicBezTo>
                  <a:pt x="3504998" y="5517440"/>
                  <a:pt x="3657018" y="5613779"/>
                  <a:pt x="3834758" y="5666434"/>
                </a:cubicBezTo>
                <a:cubicBezTo>
                  <a:pt x="4007445" y="5717529"/>
                  <a:pt x="4141095" y="5838830"/>
                  <a:pt x="4314240" y="5902409"/>
                </a:cubicBezTo>
                <a:cubicBezTo>
                  <a:pt x="4439624" y="5948433"/>
                  <a:pt x="4559494" y="6007718"/>
                  <a:pt x="4688552" y="6049453"/>
                </a:cubicBezTo>
                <a:cubicBezTo>
                  <a:pt x="4993968" y="6148131"/>
                  <a:pt x="5305360" y="6227308"/>
                  <a:pt x="5634660" y="6238620"/>
                </a:cubicBezTo>
                <a:cubicBezTo>
                  <a:pt x="5906549" y="6247590"/>
                  <a:pt x="8264931" y="6239010"/>
                  <a:pt x="9222980" y="4955397"/>
                </a:cubicBezTo>
                <a:cubicBezTo>
                  <a:pt x="9241350" y="4949155"/>
                  <a:pt x="9262017" y="4932775"/>
                  <a:pt x="9268448" y="4917173"/>
                </a:cubicBezTo>
                <a:cubicBezTo>
                  <a:pt x="9299220" y="4844235"/>
                  <a:pt x="9374540" y="4812644"/>
                  <a:pt x="9442512" y="4773251"/>
                </a:cubicBezTo>
                <a:cubicBezTo>
                  <a:pt x="9502220" y="4738536"/>
                  <a:pt x="9565600" y="4702263"/>
                  <a:pt x="9590400" y="4643756"/>
                </a:cubicBezTo>
                <a:cubicBezTo>
                  <a:pt x="9623008" y="4565749"/>
                  <a:pt x="9530236" y="4629716"/>
                  <a:pt x="9513242" y="4600073"/>
                </a:cubicBezTo>
                <a:cubicBezTo>
                  <a:pt x="9548605" y="4559509"/>
                  <a:pt x="9603261" y="4522454"/>
                  <a:pt x="9617498" y="4476430"/>
                </a:cubicBezTo>
                <a:cubicBezTo>
                  <a:pt x="9669394" y="4310276"/>
                  <a:pt x="9781460" y="4189364"/>
                  <a:pt x="9949094" y="4095364"/>
                </a:cubicBezTo>
                <a:cubicBezTo>
                  <a:pt x="9997318" y="4068452"/>
                  <a:pt x="10029007" y="4019306"/>
                  <a:pt x="10094686" y="4011507"/>
                </a:cubicBezTo>
                <a:cubicBezTo>
                  <a:pt x="10240735" y="3994345"/>
                  <a:pt x="10194808" y="3860171"/>
                  <a:pt x="10271967" y="3800497"/>
                </a:cubicBezTo>
                <a:cubicBezTo>
                  <a:pt x="10286662" y="3789184"/>
                  <a:pt x="10299980" y="3766953"/>
                  <a:pt x="10297226" y="3751742"/>
                </a:cubicBezTo>
                <a:cubicBezTo>
                  <a:pt x="10293091" y="3729898"/>
                  <a:pt x="10275639" y="3709227"/>
                  <a:pt x="10260943" y="3689723"/>
                </a:cubicBezTo>
                <a:cubicBezTo>
                  <a:pt x="10245786" y="3670222"/>
                  <a:pt x="10222825" y="3653061"/>
                  <a:pt x="10233847" y="3627319"/>
                </a:cubicBezTo>
                <a:cubicBezTo>
                  <a:pt x="10238437" y="3616788"/>
                  <a:pt x="10235225" y="3580125"/>
                  <a:pt x="10269209" y="3608986"/>
                </a:cubicBezTo>
                <a:cubicBezTo>
                  <a:pt x="10362443" y="3688165"/>
                  <a:pt x="10416637" y="3613279"/>
                  <a:pt x="10496550" y="3577393"/>
                </a:cubicBezTo>
                <a:cubicBezTo>
                  <a:pt x="10432253" y="3540340"/>
                  <a:pt x="10374383" y="3514208"/>
                  <a:pt x="10364738" y="3458823"/>
                </a:cubicBezTo>
                <a:cubicBezTo>
                  <a:pt x="10344991" y="3344542"/>
                  <a:pt x="10260485" y="3292277"/>
                  <a:pt x="10132346" y="3282137"/>
                </a:cubicBezTo>
                <a:cubicBezTo>
                  <a:pt x="10179650" y="3171757"/>
                  <a:pt x="10179650" y="3171757"/>
                  <a:pt x="10026712" y="3156543"/>
                </a:cubicBezTo>
                <a:cubicBezTo>
                  <a:pt x="10085499" y="3086337"/>
                  <a:pt x="10085499" y="3068396"/>
                  <a:pt x="10014312" y="3044213"/>
                </a:cubicBezTo>
                <a:cubicBezTo>
                  <a:pt x="9945880" y="3021201"/>
                  <a:pt x="9870100" y="3013401"/>
                  <a:pt x="9806718" y="2977907"/>
                </a:cubicBezTo>
                <a:cubicBezTo>
                  <a:pt x="9865047" y="2888199"/>
                  <a:pt x="9881580" y="2784060"/>
                  <a:pt x="10001912" y="2740374"/>
                </a:cubicBezTo>
                <a:cubicBezTo>
                  <a:pt x="10020741" y="2733743"/>
                  <a:pt x="10033600" y="2706830"/>
                  <a:pt x="10021662" y="2691231"/>
                </a:cubicBezTo>
                <a:cubicBezTo>
                  <a:pt x="9978030" y="2634675"/>
                  <a:pt x="10040492" y="2527414"/>
                  <a:pt x="9904546" y="2515322"/>
                </a:cubicBezTo>
                <a:cubicBezTo>
                  <a:pt x="9887552" y="2514152"/>
                  <a:pt x="9871936" y="2502450"/>
                  <a:pt x="9885256" y="2487240"/>
                </a:cubicBezTo>
                <a:cubicBezTo>
                  <a:pt x="9931184" y="2434196"/>
                  <a:pt x="9875611" y="2437706"/>
                  <a:pt x="9842085" y="2431074"/>
                </a:cubicBezTo>
                <a:cubicBezTo>
                  <a:pt x="9801668" y="2422884"/>
                  <a:pt x="9755740" y="2446287"/>
                  <a:pt x="9718078" y="2417424"/>
                </a:cubicBezTo>
                <a:cubicBezTo>
                  <a:pt x="9726806" y="2386999"/>
                  <a:pt x="9759413" y="2387390"/>
                  <a:pt x="9782378" y="2377641"/>
                </a:cubicBezTo>
                <a:cubicBezTo>
                  <a:pt x="9849430" y="2349558"/>
                  <a:pt x="9904086" y="2316013"/>
                  <a:pt x="9907302" y="2243078"/>
                </a:cubicBezTo>
                <a:cubicBezTo>
                  <a:pt x="9909596" y="2184182"/>
                  <a:pt x="9916946" y="2132305"/>
                  <a:pt x="9824171" y="2114365"/>
                </a:cubicBezTo>
                <a:cubicBezTo>
                  <a:pt x="9785593" y="2106953"/>
                  <a:pt x="9796616" y="2064440"/>
                  <a:pt x="9818662" y="2043377"/>
                </a:cubicBezTo>
                <a:cubicBezTo>
                  <a:pt x="9858160" y="2005933"/>
                  <a:pt x="9890766" y="1956008"/>
                  <a:pt x="9958740" y="1952499"/>
                </a:cubicBezTo>
                <a:cubicBezTo>
                  <a:pt x="10000075" y="1950158"/>
                  <a:pt x="10031764" y="1934556"/>
                  <a:pt x="10064374" y="1916615"/>
                </a:cubicBezTo>
                <a:cubicBezTo>
                  <a:pt x="10087795" y="1903743"/>
                  <a:pt x="10115810" y="1892823"/>
                  <a:pt x="10113055" y="1865131"/>
                </a:cubicBezTo>
                <a:cubicBezTo>
                  <a:pt x="10110302" y="1838607"/>
                  <a:pt x="10083203" y="1827686"/>
                  <a:pt x="10055646" y="1822227"/>
                </a:cubicBezTo>
                <a:cubicBezTo>
                  <a:pt x="9963792" y="1804675"/>
                  <a:pt x="9877448" y="1778933"/>
                  <a:pt x="9800748" y="1720036"/>
                </a:cubicBezTo>
                <a:cubicBezTo>
                  <a:pt x="9851726" y="1688834"/>
                  <a:pt x="9900410" y="1666211"/>
                  <a:pt x="9938071" y="1634617"/>
                </a:cubicBezTo>
                <a:cubicBezTo>
                  <a:pt x="10029007" y="1558172"/>
                  <a:pt x="9258802" y="1317517"/>
                  <a:pt x="9220224" y="1231709"/>
                </a:cubicBezTo>
                <a:cubicBezTo>
                  <a:pt x="9208284" y="1205187"/>
                  <a:pt x="9167410" y="1177883"/>
                  <a:pt x="9133419" y="1170083"/>
                </a:cubicBezTo>
                <a:cubicBezTo>
                  <a:pt x="8974052" y="1133420"/>
                  <a:pt x="8835810" y="1051123"/>
                  <a:pt x="8672768" y="1020699"/>
                </a:cubicBezTo>
                <a:cubicBezTo>
                  <a:pt x="8518912" y="991837"/>
                  <a:pt x="8367350" y="953222"/>
                  <a:pt x="8198797" y="915000"/>
                </a:cubicBezTo>
                <a:cubicBezTo>
                  <a:pt x="8302134" y="819048"/>
                  <a:pt x="8485382" y="830361"/>
                  <a:pt x="8528095" y="691898"/>
                </a:cubicBezTo>
                <a:cubicBezTo>
                  <a:pt x="8361379" y="656013"/>
                  <a:pt x="8185937" y="696968"/>
                  <a:pt x="8025190" y="640021"/>
                </a:cubicBezTo>
                <a:cubicBezTo>
                  <a:pt x="8011411" y="634954"/>
                  <a:pt x="7992579" y="640021"/>
                  <a:pt x="7976047" y="641584"/>
                </a:cubicBezTo>
                <a:cubicBezTo>
                  <a:pt x="7644909" y="672005"/>
                  <a:pt x="7315149" y="645484"/>
                  <a:pt x="6988604" y="607260"/>
                </a:cubicBezTo>
                <a:cubicBezTo>
                  <a:pt x="6518305" y="552656"/>
                  <a:pt x="6046170" y="517941"/>
                  <a:pt x="5573116" y="493368"/>
                </a:cubicBezTo>
                <a:cubicBezTo>
                  <a:pt x="5182272" y="473086"/>
                  <a:pt x="4790511" y="464116"/>
                  <a:pt x="4401503" y="425112"/>
                </a:cubicBezTo>
                <a:cubicBezTo>
                  <a:pt x="3985401" y="383379"/>
                  <a:pt x="3569756" y="336184"/>
                  <a:pt x="3154109" y="292499"/>
                </a:cubicBezTo>
                <a:cubicBezTo>
                  <a:pt x="3135280" y="290549"/>
                  <a:pt x="3114499" y="284406"/>
                  <a:pt x="3094406" y="283966"/>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8" name="Resim 7" descr="daktilo, ofis ekipmanı, ofis malzemesi içeren bir resim&#10;&#10;Açıklama otomatik olarak oluşturuldu">
            <a:extLst>
              <a:ext uri="{FF2B5EF4-FFF2-40B4-BE49-F238E27FC236}">
                <a16:creationId xmlns:a16="http://schemas.microsoft.com/office/drawing/2014/main" id="{C1657079-9895-BDCC-A861-F92B6BB2820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62000" y="457200"/>
            <a:ext cx="7010400" cy="5257800"/>
          </a:xfrm>
          <a:prstGeom prst="rect">
            <a:avLst/>
          </a:prstGeom>
        </p:spPr>
      </p:pic>
      <p:sp>
        <p:nvSpPr>
          <p:cNvPr id="9" name="Metin kutusu 8">
            <a:extLst>
              <a:ext uri="{FF2B5EF4-FFF2-40B4-BE49-F238E27FC236}">
                <a16:creationId xmlns:a16="http://schemas.microsoft.com/office/drawing/2014/main" id="{565DA54C-8FB4-9308-3D4E-E0D31C75A789}"/>
              </a:ext>
            </a:extLst>
          </p:cNvPr>
          <p:cNvSpPr txBox="1"/>
          <p:nvPr/>
        </p:nvSpPr>
        <p:spPr>
          <a:xfrm>
            <a:off x="762000" y="5830416"/>
            <a:ext cx="4191000" cy="230832"/>
          </a:xfrm>
          <a:prstGeom prst="rect">
            <a:avLst/>
          </a:prstGeom>
          <a:noFill/>
        </p:spPr>
        <p:txBody>
          <a:bodyPr wrap="square" rtlCol="0">
            <a:spAutoFit/>
          </a:bodyPr>
          <a:lstStyle/>
          <a:p>
            <a:r>
              <a:rPr lang="tr-TR" sz="900">
                <a:hlinkClick r:id="rId3" tooltip="https://www.historylink.org/File/20997"/>
              </a:rPr>
              <a:t>Bu Fotoğraf</a:t>
            </a:r>
            <a:r>
              <a:rPr lang="tr-TR" sz="900"/>
              <a:t>, Bilinmeyen Yazar, </a:t>
            </a:r>
            <a:r>
              <a:rPr lang="tr-TR" sz="900">
                <a:hlinkClick r:id="rId4" tooltip="https://creativecommons.org/licenses/by-nc-nd/3.0/"/>
              </a:rPr>
              <a:t>CC BY-NC-ND</a:t>
            </a:r>
            <a:r>
              <a:rPr lang="tr-TR" sz="900"/>
              <a:t> altında lisanslanmıştır</a:t>
            </a:r>
          </a:p>
        </p:txBody>
      </p:sp>
    </p:spTree>
    <p:extLst>
      <p:ext uri="{BB962C8B-B14F-4D97-AF65-F5344CB8AC3E}">
        <p14:creationId xmlns:p14="http://schemas.microsoft.com/office/powerpoint/2010/main" val="41750642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2"/>
          <p:cNvSpPr txBox="1">
            <a:spLocks noGrp="1"/>
          </p:cNvSpPr>
          <p:nvPr>
            <p:ph type="title"/>
          </p:nvPr>
        </p:nvSpPr>
        <p:spPr>
          <a:xfrm>
            <a:off x="628650" y="4465117"/>
            <a:ext cx="7886700" cy="785553"/>
          </a:xfrm>
          <a:prstGeom prst="rect">
            <a:avLst/>
          </a:prstGeom>
        </p:spPr>
        <p:txBody>
          <a:bodyPr vert="horz" lIns="91440" tIns="45720" rIns="91440" bIns="45720" rtlCol="0" anchor="ctr">
            <a:normAutofit/>
          </a:bodyPr>
          <a:lstStyle/>
          <a:p>
            <a:pPr marL="12700" algn="ctr" rtl="0">
              <a:lnSpc>
                <a:spcPct val="90000"/>
              </a:lnSpc>
              <a:spcBef>
                <a:spcPct val="0"/>
              </a:spcBef>
            </a:pPr>
            <a:r>
              <a:rPr lang="en-US" sz="4100" kern="1200" spc="-20">
                <a:solidFill>
                  <a:schemeClr val="tx1"/>
                </a:solidFill>
                <a:latin typeface="+mj-lt"/>
                <a:ea typeface="+mj-ea"/>
                <a:cs typeface="+mj-cs"/>
              </a:rPr>
              <a:t>Peki</a:t>
            </a:r>
            <a:r>
              <a:rPr lang="en-US" sz="4100" kern="1200" spc="-50">
                <a:solidFill>
                  <a:schemeClr val="tx1"/>
                </a:solidFill>
                <a:latin typeface="+mj-lt"/>
                <a:ea typeface="+mj-ea"/>
                <a:cs typeface="+mj-cs"/>
              </a:rPr>
              <a:t> </a:t>
            </a:r>
            <a:r>
              <a:rPr lang="en-US" sz="4100" kern="1200" spc="-25">
                <a:solidFill>
                  <a:schemeClr val="tx1"/>
                </a:solidFill>
                <a:latin typeface="+mj-lt"/>
                <a:ea typeface="+mj-ea"/>
                <a:cs typeface="+mj-cs"/>
              </a:rPr>
              <a:t>ya</a:t>
            </a:r>
            <a:r>
              <a:rPr lang="en-US" sz="4100" kern="1200" spc="-30">
                <a:solidFill>
                  <a:schemeClr val="tx1"/>
                </a:solidFill>
                <a:latin typeface="+mj-lt"/>
                <a:ea typeface="+mj-ea"/>
                <a:cs typeface="+mj-cs"/>
              </a:rPr>
              <a:t> </a:t>
            </a:r>
            <a:r>
              <a:rPr lang="en-US" sz="4100" kern="1200" spc="-5">
                <a:solidFill>
                  <a:schemeClr val="tx1"/>
                </a:solidFill>
                <a:latin typeface="+mj-lt"/>
                <a:ea typeface="+mj-ea"/>
                <a:cs typeface="+mj-cs"/>
              </a:rPr>
              <a:t>bu?</a:t>
            </a:r>
            <a:endParaRPr lang="en-US" sz="4100" kern="1200">
              <a:solidFill>
                <a:schemeClr val="tx1"/>
              </a:solidFill>
              <a:latin typeface="+mj-lt"/>
              <a:ea typeface="+mj-ea"/>
              <a:cs typeface="+mj-cs"/>
            </a:endParaRPr>
          </a:p>
        </p:txBody>
      </p:sp>
      <p:pic>
        <p:nvPicPr>
          <p:cNvPr id="3" name="object 3"/>
          <p:cNvPicPr/>
          <p:nvPr/>
        </p:nvPicPr>
        <p:blipFill>
          <a:blip r:embed="rId2" cstate="print"/>
          <a:stretch>
            <a:fillRect/>
          </a:stretch>
        </p:blipFill>
        <p:spPr>
          <a:xfrm>
            <a:off x="482600" y="1001603"/>
            <a:ext cx="8178799" cy="2783137"/>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461793"/>
            <a:ext cx="4306641" cy="4785157"/>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a:spLocks noGrp="1"/>
          </p:cNvSpPr>
          <p:nvPr>
            <p:ph type="ctrTitle"/>
          </p:nvPr>
        </p:nvSpPr>
        <p:spPr>
          <a:xfrm>
            <a:off x="933804" y="1074804"/>
            <a:ext cx="2738325" cy="3559136"/>
          </a:xfrm>
          <a:prstGeom prst="rect">
            <a:avLst/>
          </a:prstGeom>
        </p:spPr>
        <p:txBody>
          <a:bodyPr vert="horz" lIns="91440" tIns="45720" rIns="91440" bIns="45720" rtlCol="0" anchor="ctr">
            <a:normAutofit/>
          </a:bodyPr>
          <a:lstStyle/>
          <a:p>
            <a:pPr marL="13335" algn="ctr" rtl="0">
              <a:lnSpc>
                <a:spcPct val="90000"/>
              </a:lnSpc>
              <a:spcBef>
                <a:spcPct val="0"/>
              </a:spcBef>
            </a:pPr>
            <a:r>
              <a:rPr lang="en-US" sz="4400" kern="1200" spc="-10">
                <a:solidFill>
                  <a:srgbClr val="FFFFFF"/>
                </a:solidFill>
                <a:latin typeface="+mj-lt"/>
                <a:ea typeface="+mj-ea"/>
                <a:cs typeface="+mj-cs"/>
              </a:rPr>
              <a:t>Sonuç</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11995"/>
            <a:ext cx="128637" cy="142929"/>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903755"/>
            <a:ext cx="118159" cy="131288"/>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object 3"/>
          <p:cNvSpPr txBox="1"/>
          <p:nvPr/>
        </p:nvSpPr>
        <p:spPr>
          <a:xfrm>
            <a:off x="4722924" y="432000"/>
            <a:ext cx="3578706" cy="4864957"/>
          </a:xfrm>
          <a:prstGeom prst="rect">
            <a:avLst/>
          </a:prstGeom>
        </p:spPr>
        <p:txBody>
          <a:bodyPr vert="horz" lIns="91440" tIns="45720" rIns="91440" bIns="45720" rtlCol="0" anchor="ctr">
            <a:normAutofit/>
          </a:bodyPr>
          <a:lstStyle/>
          <a:p>
            <a:pPr marL="12700" indent="-228600">
              <a:lnSpc>
                <a:spcPct val="90000"/>
              </a:lnSpc>
              <a:spcBef>
                <a:spcPts val="100"/>
              </a:spcBef>
              <a:buFont typeface="Arial" panose="020B0604020202020204" pitchFamily="34" charset="0"/>
              <a:buChar char="•"/>
            </a:pPr>
            <a:r>
              <a:rPr lang="en-US" sz="1600" spc="-5">
                <a:solidFill>
                  <a:schemeClr val="tx1">
                    <a:alpha val="80000"/>
                  </a:schemeClr>
                </a:solidFill>
              </a:rPr>
              <a:t>İyiler</a:t>
            </a:r>
            <a:r>
              <a:rPr lang="en-US" sz="1600" spc="-15">
                <a:solidFill>
                  <a:schemeClr val="tx1">
                    <a:alpha val="80000"/>
                  </a:schemeClr>
                </a:solidFill>
              </a:rPr>
              <a:t> </a:t>
            </a:r>
            <a:r>
              <a:rPr lang="en-US" sz="1600">
                <a:solidFill>
                  <a:schemeClr val="tx1">
                    <a:alpha val="80000"/>
                  </a:schemeClr>
                </a:solidFill>
              </a:rPr>
              <a:t>Her</a:t>
            </a:r>
            <a:r>
              <a:rPr lang="en-US" sz="1600" spc="-15">
                <a:solidFill>
                  <a:schemeClr val="tx1">
                    <a:alpha val="80000"/>
                  </a:schemeClr>
                </a:solidFill>
              </a:rPr>
              <a:t> </a:t>
            </a:r>
            <a:r>
              <a:rPr lang="en-US" sz="1600" spc="-5">
                <a:solidFill>
                  <a:schemeClr val="tx1">
                    <a:alpha val="80000"/>
                  </a:schemeClr>
                </a:solidFill>
              </a:rPr>
              <a:t>Zaman</a:t>
            </a:r>
            <a:r>
              <a:rPr lang="en-US" sz="1600" spc="-15">
                <a:solidFill>
                  <a:schemeClr val="tx1">
                    <a:alpha val="80000"/>
                  </a:schemeClr>
                </a:solidFill>
              </a:rPr>
              <a:t> Kazanmaz!</a:t>
            </a:r>
            <a:endParaRPr lang="en-US" sz="16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4793183"/>
            <a:ext cx="84319" cy="93688"/>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008661"/>
            <a:ext cx="0" cy="2698940"/>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438783"/>
            <a:ext cx="2942590" cy="68326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585858"/>
                </a:solidFill>
                <a:latin typeface="Calibri"/>
                <a:cs typeface="Calibri"/>
              </a:rPr>
              <a:t>Kaynakça:</a:t>
            </a:r>
            <a:endParaRPr sz="1600">
              <a:latin typeface="Calibri"/>
              <a:cs typeface="Calibri"/>
            </a:endParaRPr>
          </a:p>
          <a:p>
            <a:pPr marL="12700">
              <a:lnSpc>
                <a:spcPct val="100000"/>
              </a:lnSpc>
              <a:spcBef>
                <a:spcPts val="1345"/>
              </a:spcBef>
            </a:pPr>
            <a:r>
              <a:rPr sz="1600" spc="-30" dirty="0">
                <a:solidFill>
                  <a:srgbClr val="585858"/>
                </a:solidFill>
                <a:latin typeface="Calibri"/>
                <a:cs typeface="Calibri"/>
              </a:rPr>
              <a:t>Prof.</a:t>
            </a:r>
            <a:r>
              <a:rPr sz="1600" dirty="0">
                <a:solidFill>
                  <a:srgbClr val="585858"/>
                </a:solidFill>
                <a:latin typeface="Calibri"/>
                <a:cs typeface="Calibri"/>
              </a:rPr>
              <a:t> </a:t>
            </a:r>
            <a:r>
              <a:rPr sz="1600" spc="-60" dirty="0">
                <a:solidFill>
                  <a:srgbClr val="585858"/>
                </a:solidFill>
                <a:latin typeface="Calibri"/>
                <a:cs typeface="Calibri"/>
              </a:rPr>
              <a:t>Dr.</a:t>
            </a:r>
            <a:r>
              <a:rPr sz="1600" dirty="0">
                <a:solidFill>
                  <a:srgbClr val="585858"/>
                </a:solidFill>
                <a:latin typeface="Calibri"/>
                <a:cs typeface="Calibri"/>
              </a:rPr>
              <a:t> </a:t>
            </a:r>
            <a:r>
              <a:rPr sz="1600" spc="-15" dirty="0">
                <a:solidFill>
                  <a:srgbClr val="585858"/>
                </a:solidFill>
                <a:latin typeface="Calibri"/>
                <a:cs typeface="Calibri"/>
              </a:rPr>
              <a:t>Kürşat</a:t>
            </a:r>
            <a:r>
              <a:rPr sz="1600" spc="-5" dirty="0">
                <a:solidFill>
                  <a:srgbClr val="585858"/>
                </a:solidFill>
                <a:latin typeface="Calibri"/>
                <a:cs typeface="Calibri"/>
              </a:rPr>
              <a:t> </a:t>
            </a:r>
            <a:r>
              <a:rPr sz="1600" spc="-10" dirty="0">
                <a:solidFill>
                  <a:srgbClr val="585858"/>
                </a:solidFill>
                <a:latin typeface="Calibri"/>
                <a:cs typeface="Calibri"/>
              </a:rPr>
              <a:t>Çağıltay</a:t>
            </a:r>
            <a:r>
              <a:rPr sz="1600" spc="-30" dirty="0">
                <a:solidFill>
                  <a:srgbClr val="585858"/>
                </a:solidFill>
                <a:latin typeface="Calibri"/>
                <a:cs typeface="Calibri"/>
              </a:rPr>
              <a:t> </a:t>
            </a:r>
            <a:r>
              <a:rPr sz="1600" spc="-15" dirty="0">
                <a:solidFill>
                  <a:srgbClr val="585858"/>
                </a:solidFill>
                <a:latin typeface="Calibri"/>
                <a:cs typeface="Calibri"/>
              </a:rPr>
              <a:t>Ders</a:t>
            </a:r>
            <a:r>
              <a:rPr sz="1600" dirty="0">
                <a:solidFill>
                  <a:srgbClr val="585858"/>
                </a:solidFill>
                <a:latin typeface="Calibri"/>
                <a:cs typeface="Calibri"/>
              </a:rPr>
              <a:t> </a:t>
            </a:r>
            <a:r>
              <a:rPr sz="1600" spc="-5" dirty="0">
                <a:solidFill>
                  <a:srgbClr val="585858"/>
                </a:solidFill>
                <a:latin typeface="Calibri"/>
                <a:cs typeface="Calibri"/>
              </a:rPr>
              <a:t>notları</a:t>
            </a:r>
            <a:endParaRPr sz="1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4062</TotalTime>
  <Words>2593</Words>
  <Application>Microsoft Macintosh PowerPoint</Application>
  <PresentationFormat>Ekran Gösterisi (16:10)</PresentationFormat>
  <Paragraphs>278</Paragraphs>
  <Slides>75</Slides>
  <Notes>2</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75</vt:i4>
      </vt:variant>
    </vt:vector>
  </HeadingPairs>
  <TitlesOfParts>
    <vt:vector size="83" baseType="lpstr">
      <vt:lpstr>Yu Gothic</vt:lpstr>
      <vt:lpstr>Arial</vt:lpstr>
      <vt:lpstr>Arial MT</vt:lpstr>
      <vt:lpstr>Calibri</vt:lpstr>
      <vt:lpstr>Georgia</vt:lpstr>
      <vt:lpstr>Times New Roman</vt:lpstr>
      <vt:lpstr>Wingdings</vt:lpstr>
      <vt:lpstr>Office Theme</vt:lpstr>
      <vt:lpstr>İnsan Bilgisayar Etkileşimi Alanına Genel Bakış</vt:lpstr>
      <vt:lpstr>İnsan Bilgisayar Etkileşimi (İBE) sisteminin amacı bilgisayarı daha hızlı ve insana daha doğal gelecek yollarla kullanılabilir hale getirmektir.   İnsan Bilgisayar Etkileşimi, etkileşimli teknolojilerin tasarımı, değerlendirmesi ve uygulaması ile ilgilenen çok disiplinli (Multi-disciplinary) bir çalışma alanıdır.   1980lerin basında ortaya çıkmış bir kavram.   2. Dünya savası sırasında insanlar ve makineler arasındaki ilişkiler daha iyi silahlar üretimi için ilgi çekiyor.  Odaklandığı temel konu insan makine etkileşimi(man-machine interaction) iken zamanla insan bilgisayar etkileşimi (human-computer interaction) haline dönüşmüştür. </vt:lpstr>
      <vt:lpstr>PowerPoint Sunusu</vt:lpstr>
      <vt:lpstr>Nedeni de klasiktir:</vt:lpstr>
      <vt:lpstr>PowerPoint Sunusu</vt:lpstr>
      <vt:lpstr>PowerPoint Sunusu</vt:lpstr>
      <vt:lpstr>PowerPoint Sunusu</vt:lpstr>
      <vt:lpstr>İnsan Bilgisayar Etkileşimi Çalışmalarının Önemi </vt:lpstr>
      <vt:lpstr>İBE Bileşenleri </vt:lpstr>
      <vt:lpstr>İBE Çalışmaları</vt:lpstr>
      <vt:lpstr>İBE Çalışmaları </vt:lpstr>
      <vt:lpstr>İnsan Bilgisayar Etkileşiminin Temelleri</vt:lpstr>
      <vt:lpstr>PowerPoint Sunusu</vt:lpstr>
      <vt:lpstr>İBE’nin Olmazsa Olmazı</vt:lpstr>
      <vt:lpstr>PowerPoint Sunusu</vt:lpstr>
      <vt:lpstr>İBE ve İlişkili Disiplinler</vt:lpstr>
      <vt:lpstr>Avantajdır!  İçerdiği/ uğraştığı problemler tek bir disiplin kapsamında çözülemeyecek karmaşıklıktadır.  Dezavantajdır! Birden fazla görüş açısını barındırabilmek için İBE  alanında çalışan kişilerin farklı disiplinler hakkında  yeterli seviyede bilgi sahibi olmasını gerektirir.  </vt:lpstr>
      <vt:lpstr>İBE Nedir?</vt:lpstr>
      <vt:lpstr>İnsan Bilgisayar Etkileşimi</vt:lpstr>
      <vt:lpstr>PowerPoint Sunusu</vt:lpstr>
      <vt:lpstr>Kişisel bilgisayarların gelişiminden itibaren bu durum değişmiş ve  bilgisayar kullanımı yaygınlaşmıştır.</vt:lpstr>
      <vt:lpstr>Kısaca… İBE’nin günümüzde neden öneminin arttığı:</vt:lpstr>
      <vt:lpstr>PowerPoint Sunusu</vt:lpstr>
      <vt:lpstr>İBE’nin kökleri nereden geliyor?</vt:lpstr>
      <vt:lpstr>Atlantic  1945</vt:lpstr>
      <vt:lpstr>PowerPoint Sunusu</vt:lpstr>
      <vt:lpstr>PowerPoint Sunusu</vt:lpstr>
      <vt:lpstr>İngiltere’den Brian Schakel, İBE alanında görülen önemli akademik  çalışmaları başlatan kişi olarak karşımıza çıkmaktadır.</vt:lpstr>
      <vt:lpstr>Licklider tarafından 1960 yılında öne sürülen “Man-Computer  Symbosis – insan bilgisayar bütünleşmesi” fikri ise hala hayata  geçirilememiş devrimci fikirlerden biridir.</vt:lpstr>
      <vt:lpstr>Bunun benzeri bir yaklaşım daha sonra Lucy Schuman tarafından da  gündeme getirilmiştir.</vt:lpstr>
      <vt:lpstr>PowerPoint Sunusu</vt:lpstr>
      <vt:lpstr>PowerPoint Sunusu</vt:lpstr>
      <vt:lpstr>PowerPoint Sunusu</vt:lpstr>
      <vt:lpstr>“İnsanın teknolojiye değil,  teknolojinin insana uymasını  hedeflemektedir.”</vt:lpstr>
      <vt:lpstr>Cep telefonu örneği</vt:lpstr>
      <vt:lpstr>Banka</vt:lpstr>
      <vt:lpstr>Alışveriş Sitesi</vt:lpstr>
      <vt:lpstr>Ölümcül Tasarım problemi:</vt:lpstr>
      <vt:lpstr>Ölümcül Tasarım problemi:</vt:lpstr>
      <vt:lpstr>PowerPoint Sunusu</vt:lpstr>
      <vt:lpstr>Singapur Havayolları Kazası</vt:lpstr>
      <vt:lpstr>Singapur Havayolları Kazası</vt:lpstr>
      <vt:lpstr>Alınan Dersler</vt:lpstr>
      <vt:lpstr>Şehirler ve Tasarım Problemi</vt:lpstr>
      <vt:lpstr>Zararsız problem</vt:lpstr>
      <vt:lpstr>Zararsız problem</vt:lpstr>
      <vt:lpstr>ABD 2000 Seçimleri - Florida</vt:lpstr>
      <vt:lpstr>PowerPoint Sunusu</vt:lpstr>
      <vt:lpstr>Bu arada teknolojinin ve bilgisayarların  sıradan insanların hayatlarına girmeleri  nedeni ile günlük basında da kullanılabilirlik  konusu gündeme gelmeye başlamıştır.</vt:lpstr>
      <vt:lpstr>Kullanılabilirlik Kavramı</vt:lpstr>
      <vt:lpstr>“Kullanabilirlik” ya da “Kolay Kullanılabilir”:</vt:lpstr>
      <vt:lpstr>Kullanılabilirlik (Usability) Nedir?</vt:lpstr>
      <vt:lpstr>Etkinlik, Verimlilik ve Kullanıcı Tatmini</vt:lpstr>
      <vt:lpstr>Kullanılabilirlik Testleri</vt:lpstr>
      <vt:lpstr>Kullanılabilirlik Test Yöntemleri</vt:lpstr>
      <vt:lpstr>Kullanılabilirlik Ölçümü</vt:lpstr>
      <vt:lpstr>PowerPoint Sunusu</vt:lpstr>
      <vt:lpstr>PowerPoint Sunusu</vt:lpstr>
      <vt:lpstr>PowerPoint Sunusu</vt:lpstr>
      <vt:lpstr>Kullanılabilirlik Kriterleri</vt:lpstr>
      <vt:lpstr>Kullanılabilirlik kriterleri koymak</vt:lpstr>
      <vt:lpstr>Nielsen’s Ten Usability Heuristics</vt:lpstr>
      <vt:lpstr>Kullanılabilirliği yüksek olan ürünler:</vt:lpstr>
      <vt:lpstr>Kullanılabilirlik</vt:lpstr>
      <vt:lpstr>Kolay Kullanılabilirlik,</vt:lpstr>
      <vt:lpstr>Simple is beautiful.</vt:lpstr>
      <vt:lpstr>Türkiye’deki Gelişmeler</vt:lpstr>
      <vt:lpstr>PowerPoint Sunusu</vt:lpstr>
      <vt:lpstr>PowerPoint Sunusu</vt:lpstr>
      <vt:lpstr>PowerPoint Sunusu</vt:lpstr>
      <vt:lpstr>PowerPoint Sunusu</vt:lpstr>
      <vt:lpstr>PowerPoint Sunusu</vt:lpstr>
      <vt:lpstr>Peki ya bu?</vt:lpstr>
      <vt:lpstr>Sonuç</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RAINVOSTRO</dc:creator>
  <cp:lastModifiedBy>Fatih Çallı</cp:lastModifiedBy>
  <cp:revision>7</cp:revision>
  <dcterms:created xsi:type="dcterms:W3CDTF">2023-11-16T19:41:12Z</dcterms:created>
  <dcterms:modified xsi:type="dcterms:W3CDTF">2024-11-14T18:39:22Z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2020-11-18T00:00:00Z</vt:filetime>
  </property>
  <property fmtid="{D5CDD505-2E9C-101B-9397-08002B2CF9AE}" pid="3" name="Creator">
    <vt:lpwstr>Microsoft® PowerPoint® Microsoft 365 için</vt:lpwstr>
  </property>
  <property fmtid="{D5CDD505-2E9C-101B-9397-08002B2CF9AE}" pid="4" name="LastSaved">
    <vt:filetime>2023-11-16T00:00:00Z</vt:filetime>
  </property>
</Properties>
</file>