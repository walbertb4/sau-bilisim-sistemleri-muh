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2.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10" r:id="rId2"/>
  </p:sldMasterIdLst>
  <p:notesMasterIdLst>
    <p:notesMasterId r:id="rId60"/>
  </p:notesMasterIdLst>
  <p:sldIdLst>
    <p:sldId id="256" r:id="rId3"/>
    <p:sldId id="319" r:id="rId4"/>
    <p:sldId id="320" r:id="rId5"/>
    <p:sldId id="321" r:id="rId6"/>
    <p:sldId id="330" r:id="rId7"/>
    <p:sldId id="327" r:id="rId8"/>
    <p:sldId id="326" r:id="rId9"/>
    <p:sldId id="328" r:id="rId10"/>
    <p:sldId id="329" r:id="rId11"/>
    <p:sldId id="325" r:id="rId12"/>
    <p:sldId id="342" r:id="rId13"/>
    <p:sldId id="344" r:id="rId14"/>
    <p:sldId id="345" r:id="rId15"/>
    <p:sldId id="346" r:id="rId16"/>
    <p:sldId id="347" r:id="rId17"/>
    <p:sldId id="348" r:id="rId18"/>
    <p:sldId id="349" r:id="rId19"/>
    <p:sldId id="350" r:id="rId20"/>
    <p:sldId id="351" r:id="rId21"/>
    <p:sldId id="352" r:id="rId22"/>
    <p:sldId id="353" r:id="rId23"/>
    <p:sldId id="306" r:id="rId24"/>
    <p:sldId id="297" r:id="rId25"/>
    <p:sldId id="302" r:id="rId26"/>
    <p:sldId id="307" r:id="rId27"/>
    <p:sldId id="337" r:id="rId28"/>
    <p:sldId id="336" r:id="rId29"/>
    <p:sldId id="309" r:id="rId30"/>
    <p:sldId id="310" r:id="rId31"/>
    <p:sldId id="300" r:id="rId32"/>
    <p:sldId id="311" r:id="rId33"/>
    <p:sldId id="312" r:id="rId34"/>
    <p:sldId id="313" r:id="rId35"/>
    <p:sldId id="354" r:id="rId36"/>
    <p:sldId id="331" r:id="rId37"/>
    <p:sldId id="296" r:id="rId38"/>
    <p:sldId id="332" r:id="rId39"/>
    <p:sldId id="355" r:id="rId40"/>
    <p:sldId id="356" r:id="rId41"/>
    <p:sldId id="317" r:id="rId42"/>
    <p:sldId id="318" r:id="rId43"/>
    <p:sldId id="334" r:id="rId44"/>
    <p:sldId id="333" r:id="rId45"/>
    <p:sldId id="335" r:id="rId46"/>
    <p:sldId id="341" r:id="rId47"/>
    <p:sldId id="340" r:id="rId48"/>
    <p:sldId id="357" r:id="rId49"/>
    <p:sldId id="358" r:id="rId50"/>
    <p:sldId id="359" r:id="rId51"/>
    <p:sldId id="360" r:id="rId52"/>
    <p:sldId id="361" r:id="rId53"/>
    <p:sldId id="362" r:id="rId54"/>
    <p:sldId id="363" r:id="rId55"/>
    <p:sldId id="364" r:id="rId56"/>
    <p:sldId id="365" r:id="rId57"/>
    <p:sldId id="366" r:id="rId58"/>
    <p:sldId id="338" r:id="rId5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00"/>
    <p:restoredTop sz="94708"/>
  </p:normalViewPr>
  <p:slideViewPr>
    <p:cSldViewPr>
      <p:cViewPr varScale="1">
        <p:scale>
          <a:sx n="80" d="100"/>
          <a:sy n="80" d="100"/>
        </p:scale>
        <p:origin x="1686" y="25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1.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61"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s>
</file>

<file path=ppt/diagrams/_rels/data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image" Target="../media/image7.png"/><Relationship Id="rId4" Type="http://schemas.openxmlformats.org/officeDocument/2006/relationships/image" Target="../media/image10.svg"/></Relationships>
</file>

<file path=ppt/diagrams/_rels/drawing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image" Target="../media/image7.png"/><Relationship Id="rId4" Type="http://schemas.openxmlformats.org/officeDocument/2006/relationships/image" Target="../media/image10.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EC12410-14A6-4F7B-A021-5A41D8459EFC}" type="doc">
      <dgm:prSet loTypeId="urn:microsoft.com/office/officeart/2005/8/layout/vList2" loCatId="list" qsTypeId="urn:microsoft.com/office/officeart/2005/8/quickstyle/simple2" qsCatId="simple" csTypeId="urn:microsoft.com/office/officeart/2005/8/colors/colorful2" csCatId="colorful" phldr="1"/>
      <dgm:spPr/>
      <dgm:t>
        <a:bodyPr/>
        <a:lstStyle/>
        <a:p>
          <a:endParaRPr lang="en-US"/>
        </a:p>
      </dgm:t>
    </dgm:pt>
    <dgm:pt modelId="{49D7388A-8D63-47AF-8173-7BE936CA3AC8}">
      <dgm:prSet/>
      <dgm:spPr/>
      <dgm:t>
        <a:bodyPr/>
        <a:lstStyle/>
        <a:p>
          <a:r>
            <a:rPr lang="tr-TR" b="1"/>
            <a:t>Ağ</a:t>
          </a:r>
          <a:r>
            <a:rPr lang="tr-TR"/>
            <a:t>, küçük bir alan içerisindeki, uzak mesafelerdeki bilgisayarların veya iletişim cihazlarının iletişim hatları aracılığıyla birbirine bağlandığı, dolayısıyla bilgi ve sistem kaynaklarının farklı kullanıcılar tarafından paylaşıldığı, bir yerden başka bir yere veri aktarımının mümkün olduğu iletişim sistemi olarak tanımlanmaktadır.  </a:t>
          </a:r>
          <a:endParaRPr lang="en-US"/>
        </a:p>
      </dgm:t>
    </dgm:pt>
    <dgm:pt modelId="{732B487F-3324-40B3-B650-8DB976D9C7D5}" type="parTrans" cxnId="{7D7C1724-EB91-4C4F-B0CB-2F58F6D31FC4}">
      <dgm:prSet/>
      <dgm:spPr/>
      <dgm:t>
        <a:bodyPr/>
        <a:lstStyle/>
        <a:p>
          <a:endParaRPr lang="en-US"/>
        </a:p>
      </dgm:t>
    </dgm:pt>
    <dgm:pt modelId="{4B5DD867-0C25-4733-B6EF-D299A8FD6B5A}" type="sibTrans" cxnId="{7D7C1724-EB91-4C4F-B0CB-2F58F6D31FC4}">
      <dgm:prSet/>
      <dgm:spPr/>
      <dgm:t>
        <a:bodyPr/>
        <a:lstStyle/>
        <a:p>
          <a:endParaRPr lang="en-US"/>
        </a:p>
      </dgm:t>
    </dgm:pt>
    <dgm:pt modelId="{20F6B15B-9E04-4F1D-9791-53E02CB8D0E8}">
      <dgm:prSet/>
      <dgm:spPr/>
      <dgm:t>
        <a:bodyPr/>
        <a:lstStyle/>
        <a:p>
          <a:r>
            <a:rPr lang="tr-TR"/>
            <a:t>En çok bilinen ve en büyük </a:t>
          </a:r>
          <a:r>
            <a:rPr lang="tr-TR" b="1"/>
            <a:t>bilgisayar ağı</a:t>
          </a:r>
          <a:r>
            <a:rPr lang="tr-TR"/>
            <a:t>, İnternettir.</a:t>
          </a:r>
          <a:endParaRPr lang="en-US"/>
        </a:p>
      </dgm:t>
    </dgm:pt>
    <dgm:pt modelId="{499D1F88-A289-4C2B-A792-80E5C77B815F}" type="parTrans" cxnId="{8117C3AE-FBDB-4A69-8227-462027F47434}">
      <dgm:prSet/>
      <dgm:spPr/>
      <dgm:t>
        <a:bodyPr/>
        <a:lstStyle/>
        <a:p>
          <a:endParaRPr lang="en-US"/>
        </a:p>
      </dgm:t>
    </dgm:pt>
    <dgm:pt modelId="{44F41FB9-7D82-4348-B7A7-69BD7DC500A2}" type="sibTrans" cxnId="{8117C3AE-FBDB-4A69-8227-462027F47434}">
      <dgm:prSet/>
      <dgm:spPr/>
      <dgm:t>
        <a:bodyPr/>
        <a:lstStyle/>
        <a:p>
          <a:endParaRPr lang="en-US"/>
        </a:p>
      </dgm:t>
    </dgm:pt>
    <dgm:pt modelId="{26566177-EB45-40BD-8EE1-B2A20D0E0BA2}" type="pres">
      <dgm:prSet presAssocID="{BEC12410-14A6-4F7B-A021-5A41D8459EFC}" presName="linear" presStyleCnt="0">
        <dgm:presLayoutVars>
          <dgm:animLvl val="lvl"/>
          <dgm:resizeHandles val="exact"/>
        </dgm:presLayoutVars>
      </dgm:prSet>
      <dgm:spPr/>
    </dgm:pt>
    <dgm:pt modelId="{B3BE4345-9402-4E9A-ACB0-515FA7634514}" type="pres">
      <dgm:prSet presAssocID="{49D7388A-8D63-47AF-8173-7BE936CA3AC8}" presName="parentText" presStyleLbl="node1" presStyleIdx="0" presStyleCnt="2">
        <dgm:presLayoutVars>
          <dgm:chMax val="0"/>
          <dgm:bulletEnabled val="1"/>
        </dgm:presLayoutVars>
      </dgm:prSet>
      <dgm:spPr/>
    </dgm:pt>
    <dgm:pt modelId="{7C9766D0-DF33-4FDD-AF7E-509CADFDF733}" type="pres">
      <dgm:prSet presAssocID="{4B5DD867-0C25-4733-B6EF-D299A8FD6B5A}" presName="spacer" presStyleCnt="0"/>
      <dgm:spPr/>
    </dgm:pt>
    <dgm:pt modelId="{779357E0-6B27-4D51-B0E2-4A83F059CBD4}" type="pres">
      <dgm:prSet presAssocID="{20F6B15B-9E04-4F1D-9791-53E02CB8D0E8}" presName="parentText" presStyleLbl="node1" presStyleIdx="1" presStyleCnt="2">
        <dgm:presLayoutVars>
          <dgm:chMax val="0"/>
          <dgm:bulletEnabled val="1"/>
        </dgm:presLayoutVars>
      </dgm:prSet>
      <dgm:spPr/>
    </dgm:pt>
  </dgm:ptLst>
  <dgm:cxnLst>
    <dgm:cxn modelId="{2C1D5E1A-3AA1-41F7-ACD9-4F8B29F69799}" type="presOf" srcId="{20F6B15B-9E04-4F1D-9791-53E02CB8D0E8}" destId="{779357E0-6B27-4D51-B0E2-4A83F059CBD4}" srcOrd="0" destOrd="0" presId="urn:microsoft.com/office/officeart/2005/8/layout/vList2"/>
    <dgm:cxn modelId="{7D7C1724-EB91-4C4F-B0CB-2F58F6D31FC4}" srcId="{BEC12410-14A6-4F7B-A021-5A41D8459EFC}" destId="{49D7388A-8D63-47AF-8173-7BE936CA3AC8}" srcOrd="0" destOrd="0" parTransId="{732B487F-3324-40B3-B650-8DB976D9C7D5}" sibTransId="{4B5DD867-0C25-4733-B6EF-D299A8FD6B5A}"/>
    <dgm:cxn modelId="{8117C3AE-FBDB-4A69-8227-462027F47434}" srcId="{BEC12410-14A6-4F7B-A021-5A41D8459EFC}" destId="{20F6B15B-9E04-4F1D-9791-53E02CB8D0E8}" srcOrd="1" destOrd="0" parTransId="{499D1F88-A289-4C2B-A792-80E5C77B815F}" sibTransId="{44F41FB9-7D82-4348-B7A7-69BD7DC500A2}"/>
    <dgm:cxn modelId="{431F46C9-F9AB-41E9-977A-03ECAB4E8D24}" type="presOf" srcId="{49D7388A-8D63-47AF-8173-7BE936CA3AC8}" destId="{B3BE4345-9402-4E9A-ACB0-515FA7634514}" srcOrd="0" destOrd="0" presId="urn:microsoft.com/office/officeart/2005/8/layout/vList2"/>
    <dgm:cxn modelId="{E21827EC-7A6F-48DB-8A56-9F366181A664}" type="presOf" srcId="{BEC12410-14A6-4F7B-A021-5A41D8459EFC}" destId="{26566177-EB45-40BD-8EE1-B2A20D0E0BA2}" srcOrd="0" destOrd="0" presId="urn:microsoft.com/office/officeart/2005/8/layout/vList2"/>
    <dgm:cxn modelId="{42572E5B-8CEF-4656-B66A-54B6C762EDCD}" type="presParOf" srcId="{26566177-EB45-40BD-8EE1-B2A20D0E0BA2}" destId="{B3BE4345-9402-4E9A-ACB0-515FA7634514}" srcOrd="0" destOrd="0" presId="urn:microsoft.com/office/officeart/2005/8/layout/vList2"/>
    <dgm:cxn modelId="{340C1D63-BC24-4D9C-AB75-3276552FC3BB}" type="presParOf" srcId="{26566177-EB45-40BD-8EE1-B2A20D0E0BA2}" destId="{7C9766D0-DF33-4FDD-AF7E-509CADFDF733}" srcOrd="1" destOrd="0" presId="urn:microsoft.com/office/officeart/2005/8/layout/vList2"/>
    <dgm:cxn modelId="{362C29A8-3B6C-4C76-967C-7C683D4602F4}" type="presParOf" srcId="{26566177-EB45-40BD-8EE1-B2A20D0E0BA2}" destId="{779357E0-6B27-4D51-B0E2-4A83F059CBD4}" srcOrd="2"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B3B9BAE-9DFC-4F06-AF38-CBDE7991AA40}" type="doc">
      <dgm:prSet loTypeId="urn:microsoft.com/office/officeart/2005/8/layout/process4" loCatId="process" qsTypeId="urn:microsoft.com/office/officeart/2005/8/quickstyle/simple1" qsCatId="simple" csTypeId="urn:microsoft.com/office/officeart/2005/8/colors/colorful1" csCatId="colorful"/>
      <dgm:spPr/>
      <dgm:t>
        <a:bodyPr/>
        <a:lstStyle/>
        <a:p>
          <a:endParaRPr lang="en-US"/>
        </a:p>
      </dgm:t>
    </dgm:pt>
    <dgm:pt modelId="{13499483-85EB-44EB-A999-68A0EE1FDC72}">
      <dgm:prSet/>
      <dgm:spPr/>
      <dgm:t>
        <a:bodyPr/>
        <a:lstStyle/>
        <a:p>
          <a:r>
            <a:rPr lang="tr-TR" b="1"/>
            <a:t>Ağ Çeşitleri Nelerdir?</a:t>
          </a:r>
          <a:endParaRPr lang="en-US"/>
        </a:p>
      </dgm:t>
    </dgm:pt>
    <dgm:pt modelId="{316D8CAB-EC00-4E95-A7D5-BDF6FE9DB6F5}" type="parTrans" cxnId="{163A11ED-1353-459F-BBFB-E16A1F38BB6E}">
      <dgm:prSet/>
      <dgm:spPr/>
      <dgm:t>
        <a:bodyPr/>
        <a:lstStyle/>
        <a:p>
          <a:endParaRPr lang="en-US"/>
        </a:p>
      </dgm:t>
    </dgm:pt>
    <dgm:pt modelId="{9469300C-E001-4A3F-807E-38E285A250AE}" type="sibTrans" cxnId="{163A11ED-1353-459F-BBFB-E16A1F38BB6E}">
      <dgm:prSet/>
      <dgm:spPr/>
      <dgm:t>
        <a:bodyPr/>
        <a:lstStyle/>
        <a:p>
          <a:endParaRPr lang="en-US"/>
        </a:p>
      </dgm:t>
    </dgm:pt>
    <dgm:pt modelId="{3535FB46-9FE2-4B95-BBE7-CAF5AACD07D4}">
      <dgm:prSet/>
      <dgm:spPr/>
      <dgm:t>
        <a:bodyPr/>
        <a:lstStyle/>
        <a:p>
          <a:r>
            <a:rPr lang="tr-TR"/>
            <a:t>Bilgisayar ağları büyüklüklerine, topolojilerine ve ortamlarına göre üçe ayrılırlar.</a:t>
          </a:r>
          <a:endParaRPr lang="en-US"/>
        </a:p>
      </dgm:t>
    </dgm:pt>
    <dgm:pt modelId="{03D4EB81-747C-4AE2-A615-44F1FF50C267}" type="parTrans" cxnId="{874BFE94-1BD7-4293-8A04-C2D9B9C67F8F}">
      <dgm:prSet/>
      <dgm:spPr/>
      <dgm:t>
        <a:bodyPr/>
        <a:lstStyle/>
        <a:p>
          <a:endParaRPr lang="en-US"/>
        </a:p>
      </dgm:t>
    </dgm:pt>
    <dgm:pt modelId="{DCB8BB67-18C1-46F7-BB90-531CF5B9D665}" type="sibTrans" cxnId="{874BFE94-1BD7-4293-8A04-C2D9B9C67F8F}">
      <dgm:prSet/>
      <dgm:spPr/>
      <dgm:t>
        <a:bodyPr/>
        <a:lstStyle/>
        <a:p>
          <a:endParaRPr lang="en-US"/>
        </a:p>
      </dgm:t>
    </dgm:pt>
    <dgm:pt modelId="{0DD74981-144E-42F9-BF38-378123DAF347}" type="pres">
      <dgm:prSet presAssocID="{2B3B9BAE-9DFC-4F06-AF38-CBDE7991AA40}" presName="Name0" presStyleCnt="0">
        <dgm:presLayoutVars>
          <dgm:dir/>
          <dgm:animLvl val="lvl"/>
          <dgm:resizeHandles val="exact"/>
        </dgm:presLayoutVars>
      </dgm:prSet>
      <dgm:spPr/>
    </dgm:pt>
    <dgm:pt modelId="{6340F570-1C6C-446C-B6DA-CA132383D6F0}" type="pres">
      <dgm:prSet presAssocID="{3535FB46-9FE2-4B95-BBE7-CAF5AACD07D4}" presName="boxAndChildren" presStyleCnt="0"/>
      <dgm:spPr/>
    </dgm:pt>
    <dgm:pt modelId="{67416297-D96E-4233-B713-5087CC101649}" type="pres">
      <dgm:prSet presAssocID="{3535FB46-9FE2-4B95-BBE7-CAF5AACD07D4}" presName="parentTextBox" presStyleLbl="node1" presStyleIdx="0" presStyleCnt="2"/>
      <dgm:spPr/>
    </dgm:pt>
    <dgm:pt modelId="{85ECDBC8-70F0-4CBF-9C7F-C73056A50EEA}" type="pres">
      <dgm:prSet presAssocID="{9469300C-E001-4A3F-807E-38E285A250AE}" presName="sp" presStyleCnt="0"/>
      <dgm:spPr/>
    </dgm:pt>
    <dgm:pt modelId="{819A358D-9DDE-4C4E-A8C2-9D996B7F6554}" type="pres">
      <dgm:prSet presAssocID="{13499483-85EB-44EB-A999-68A0EE1FDC72}" presName="arrowAndChildren" presStyleCnt="0"/>
      <dgm:spPr/>
    </dgm:pt>
    <dgm:pt modelId="{3BE7ADAA-03DD-469C-B792-40165245712D}" type="pres">
      <dgm:prSet presAssocID="{13499483-85EB-44EB-A999-68A0EE1FDC72}" presName="parentTextArrow" presStyleLbl="node1" presStyleIdx="1" presStyleCnt="2"/>
      <dgm:spPr/>
    </dgm:pt>
  </dgm:ptLst>
  <dgm:cxnLst>
    <dgm:cxn modelId="{F5968E85-5D81-46B1-B9E6-4965436CAF04}" type="presOf" srcId="{13499483-85EB-44EB-A999-68A0EE1FDC72}" destId="{3BE7ADAA-03DD-469C-B792-40165245712D}" srcOrd="0" destOrd="0" presId="urn:microsoft.com/office/officeart/2005/8/layout/process4"/>
    <dgm:cxn modelId="{874BFE94-1BD7-4293-8A04-C2D9B9C67F8F}" srcId="{2B3B9BAE-9DFC-4F06-AF38-CBDE7991AA40}" destId="{3535FB46-9FE2-4B95-BBE7-CAF5AACD07D4}" srcOrd="1" destOrd="0" parTransId="{03D4EB81-747C-4AE2-A615-44F1FF50C267}" sibTransId="{DCB8BB67-18C1-46F7-BB90-531CF5B9D665}"/>
    <dgm:cxn modelId="{74E749BF-4AF6-437C-AB58-A53D26F23C72}" type="presOf" srcId="{2B3B9BAE-9DFC-4F06-AF38-CBDE7991AA40}" destId="{0DD74981-144E-42F9-BF38-378123DAF347}" srcOrd="0" destOrd="0" presId="urn:microsoft.com/office/officeart/2005/8/layout/process4"/>
    <dgm:cxn modelId="{714F94C3-F3C3-46FA-82D2-1956A11D9354}" type="presOf" srcId="{3535FB46-9FE2-4B95-BBE7-CAF5AACD07D4}" destId="{67416297-D96E-4233-B713-5087CC101649}" srcOrd="0" destOrd="0" presId="urn:microsoft.com/office/officeart/2005/8/layout/process4"/>
    <dgm:cxn modelId="{163A11ED-1353-459F-BBFB-E16A1F38BB6E}" srcId="{2B3B9BAE-9DFC-4F06-AF38-CBDE7991AA40}" destId="{13499483-85EB-44EB-A999-68A0EE1FDC72}" srcOrd="0" destOrd="0" parTransId="{316D8CAB-EC00-4E95-A7D5-BDF6FE9DB6F5}" sibTransId="{9469300C-E001-4A3F-807E-38E285A250AE}"/>
    <dgm:cxn modelId="{9263CA6A-56D3-4C94-BA62-ED41E4600F9A}" type="presParOf" srcId="{0DD74981-144E-42F9-BF38-378123DAF347}" destId="{6340F570-1C6C-446C-B6DA-CA132383D6F0}" srcOrd="0" destOrd="0" presId="urn:microsoft.com/office/officeart/2005/8/layout/process4"/>
    <dgm:cxn modelId="{8F0B40CC-1231-432B-8E98-56406514DC17}" type="presParOf" srcId="{6340F570-1C6C-446C-B6DA-CA132383D6F0}" destId="{67416297-D96E-4233-B713-5087CC101649}" srcOrd="0" destOrd="0" presId="urn:microsoft.com/office/officeart/2005/8/layout/process4"/>
    <dgm:cxn modelId="{4C0E07B4-8AD1-49BE-999B-2B36BED38C81}" type="presParOf" srcId="{0DD74981-144E-42F9-BF38-378123DAF347}" destId="{85ECDBC8-70F0-4CBF-9C7F-C73056A50EEA}" srcOrd="1" destOrd="0" presId="urn:microsoft.com/office/officeart/2005/8/layout/process4"/>
    <dgm:cxn modelId="{64E7E796-0C99-4BDE-AED3-3B391939F6F4}" type="presParOf" srcId="{0DD74981-144E-42F9-BF38-378123DAF347}" destId="{819A358D-9DDE-4C4E-A8C2-9D996B7F6554}" srcOrd="2" destOrd="0" presId="urn:microsoft.com/office/officeart/2005/8/layout/process4"/>
    <dgm:cxn modelId="{2D80BB78-D57A-4C5D-B9FB-A1F0E1E5F6D9}" type="presParOf" srcId="{819A358D-9DDE-4C4E-A8C2-9D996B7F6554}" destId="{3BE7ADAA-03DD-469C-B792-40165245712D}"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C481ADA-263E-41AE-9FC5-979719C5EFAA}"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7792498A-FD23-4A1B-A134-999C787F3776}">
      <dgm:prSet/>
      <dgm:spPr/>
      <dgm:t>
        <a:bodyPr/>
        <a:lstStyle/>
        <a:p>
          <a:r>
            <a:rPr lang="tr-TR" b="1"/>
            <a:t>Büyüklüklerine Göre Bilgisayar Ağları</a:t>
          </a:r>
          <a:endParaRPr lang="en-US"/>
        </a:p>
      </dgm:t>
    </dgm:pt>
    <dgm:pt modelId="{BC3547DC-8661-49A4-A4E2-BC51E396D340}" type="parTrans" cxnId="{7951450E-8039-487C-95C0-D74FE6BFB54E}">
      <dgm:prSet/>
      <dgm:spPr/>
      <dgm:t>
        <a:bodyPr/>
        <a:lstStyle/>
        <a:p>
          <a:endParaRPr lang="en-US"/>
        </a:p>
      </dgm:t>
    </dgm:pt>
    <dgm:pt modelId="{5FCD5099-912D-4931-B445-0A994AD88960}" type="sibTrans" cxnId="{7951450E-8039-487C-95C0-D74FE6BFB54E}">
      <dgm:prSet/>
      <dgm:spPr/>
      <dgm:t>
        <a:bodyPr/>
        <a:lstStyle/>
        <a:p>
          <a:endParaRPr lang="en-US"/>
        </a:p>
      </dgm:t>
    </dgm:pt>
    <dgm:pt modelId="{EA02ED31-581D-4266-9000-7E55D787793E}">
      <dgm:prSet/>
      <dgm:spPr/>
      <dgm:t>
        <a:bodyPr/>
        <a:lstStyle/>
        <a:p>
          <a:r>
            <a:rPr lang="tr-TR"/>
            <a:t>BAN – Body Area Network</a:t>
          </a:r>
          <a:endParaRPr lang="en-US"/>
        </a:p>
      </dgm:t>
    </dgm:pt>
    <dgm:pt modelId="{F7BA6A05-FB66-4C4A-B463-7A79AE9151E3}" type="parTrans" cxnId="{9116479E-E955-4409-AEF4-0766735581F5}">
      <dgm:prSet/>
      <dgm:spPr/>
      <dgm:t>
        <a:bodyPr/>
        <a:lstStyle/>
        <a:p>
          <a:endParaRPr lang="en-US"/>
        </a:p>
      </dgm:t>
    </dgm:pt>
    <dgm:pt modelId="{F1F66B8C-AF07-490E-9ED5-1CAA4C77F057}" type="sibTrans" cxnId="{9116479E-E955-4409-AEF4-0766735581F5}">
      <dgm:prSet/>
      <dgm:spPr/>
      <dgm:t>
        <a:bodyPr/>
        <a:lstStyle/>
        <a:p>
          <a:endParaRPr lang="en-US"/>
        </a:p>
      </dgm:t>
    </dgm:pt>
    <dgm:pt modelId="{BD336B7C-AA0E-4549-8159-8225E4E96A6E}">
      <dgm:prSet/>
      <dgm:spPr/>
      <dgm:t>
        <a:bodyPr/>
        <a:lstStyle/>
        <a:p>
          <a:r>
            <a:rPr lang="tr-TR"/>
            <a:t>PAN - Personal Area Network</a:t>
          </a:r>
          <a:endParaRPr lang="en-US"/>
        </a:p>
      </dgm:t>
    </dgm:pt>
    <dgm:pt modelId="{E619FF2E-C347-48F0-9777-5B6140BCC2DD}" type="parTrans" cxnId="{52ABE5FF-6D01-4DBA-A193-E3FBBB402BBC}">
      <dgm:prSet/>
      <dgm:spPr/>
      <dgm:t>
        <a:bodyPr/>
        <a:lstStyle/>
        <a:p>
          <a:endParaRPr lang="en-US"/>
        </a:p>
      </dgm:t>
    </dgm:pt>
    <dgm:pt modelId="{26B2E71C-5D3F-459F-A498-268FD12BC21E}" type="sibTrans" cxnId="{52ABE5FF-6D01-4DBA-A193-E3FBBB402BBC}">
      <dgm:prSet/>
      <dgm:spPr/>
      <dgm:t>
        <a:bodyPr/>
        <a:lstStyle/>
        <a:p>
          <a:endParaRPr lang="en-US"/>
        </a:p>
      </dgm:t>
    </dgm:pt>
    <dgm:pt modelId="{A5CF6E54-BAE5-4240-8626-4D72D68F574F}">
      <dgm:prSet/>
      <dgm:spPr/>
      <dgm:t>
        <a:bodyPr/>
        <a:lstStyle/>
        <a:p>
          <a:r>
            <a:rPr lang="tr-TR"/>
            <a:t>LAN - Local Area Network</a:t>
          </a:r>
          <a:endParaRPr lang="en-US"/>
        </a:p>
      </dgm:t>
    </dgm:pt>
    <dgm:pt modelId="{29B906C7-BA51-4D69-BEFE-70EB39F04404}" type="parTrans" cxnId="{A4F7D8D3-469F-4A97-A79D-74C56E8AAD90}">
      <dgm:prSet/>
      <dgm:spPr/>
      <dgm:t>
        <a:bodyPr/>
        <a:lstStyle/>
        <a:p>
          <a:endParaRPr lang="en-US"/>
        </a:p>
      </dgm:t>
    </dgm:pt>
    <dgm:pt modelId="{33C9850F-539C-4F0B-AAA3-E437FEBF790D}" type="sibTrans" cxnId="{A4F7D8D3-469F-4A97-A79D-74C56E8AAD90}">
      <dgm:prSet/>
      <dgm:spPr/>
      <dgm:t>
        <a:bodyPr/>
        <a:lstStyle/>
        <a:p>
          <a:endParaRPr lang="en-US"/>
        </a:p>
      </dgm:t>
    </dgm:pt>
    <dgm:pt modelId="{0FC08978-1F01-4EBA-8F1B-F3A1F5304BD0}">
      <dgm:prSet/>
      <dgm:spPr/>
      <dgm:t>
        <a:bodyPr/>
        <a:lstStyle/>
        <a:p>
          <a:r>
            <a:rPr lang="tr-TR"/>
            <a:t>MAN - Metropolitan Area Network</a:t>
          </a:r>
          <a:endParaRPr lang="en-US"/>
        </a:p>
      </dgm:t>
    </dgm:pt>
    <dgm:pt modelId="{57B44CE5-6A9E-4B77-8F4F-97C7CB6BC50D}" type="parTrans" cxnId="{F2C0DB23-2428-4949-A712-62FEBE58EC4F}">
      <dgm:prSet/>
      <dgm:spPr/>
      <dgm:t>
        <a:bodyPr/>
        <a:lstStyle/>
        <a:p>
          <a:endParaRPr lang="en-US"/>
        </a:p>
      </dgm:t>
    </dgm:pt>
    <dgm:pt modelId="{3691A0E1-28D0-49AE-A76A-639C8E457888}" type="sibTrans" cxnId="{F2C0DB23-2428-4949-A712-62FEBE58EC4F}">
      <dgm:prSet/>
      <dgm:spPr/>
      <dgm:t>
        <a:bodyPr/>
        <a:lstStyle/>
        <a:p>
          <a:endParaRPr lang="en-US"/>
        </a:p>
      </dgm:t>
    </dgm:pt>
    <dgm:pt modelId="{5708FA55-9979-4109-B737-CBCA4471B031}">
      <dgm:prSet/>
      <dgm:spPr/>
      <dgm:t>
        <a:bodyPr/>
        <a:lstStyle/>
        <a:p>
          <a:r>
            <a:rPr lang="tr-TR"/>
            <a:t>WAN - Wide Area Network</a:t>
          </a:r>
          <a:endParaRPr lang="en-US"/>
        </a:p>
      </dgm:t>
    </dgm:pt>
    <dgm:pt modelId="{2B0D95F5-5C5F-451A-9783-811F268DFB72}" type="parTrans" cxnId="{B8AD0958-AC54-47FA-AF23-19A85D11DE46}">
      <dgm:prSet/>
      <dgm:spPr/>
      <dgm:t>
        <a:bodyPr/>
        <a:lstStyle/>
        <a:p>
          <a:endParaRPr lang="en-US"/>
        </a:p>
      </dgm:t>
    </dgm:pt>
    <dgm:pt modelId="{0E93FD36-3BED-457C-BDB6-70C8CA76881A}" type="sibTrans" cxnId="{B8AD0958-AC54-47FA-AF23-19A85D11DE46}">
      <dgm:prSet/>
      <dgm:spPr/>
      <dgm:t>
        <a:bodyPr/>
        <a:lstStyle/>
        <a:p>
          <a:endParaRPr lang="en-US"/>
        </a:p>
      </dgm:t>
    </dgm:pt>
    <dgm:pt modelId="{D0C5FB90-4A49-1743-A19B-081C32483081}" type="pres">
      <dgm:prSet presAssocID="{AC481ADA-263E-41AE-9FC5-979719C5EFAA}" presName="vert0" presStyleCnt="0">
        <dgm:presLayoutVars>
          <dgm:dir/>
          <dgm:animOne val="branch"/>
          <dgm:animLvl val="lvl"/>
        </dgm:presLayoutVars>
      </dgm:prSet>
      <dgm:spPr/>
    </dgm:pt>
    <dgm:pt modelId="{544FE5A8-CF1E-3941-8433-2F24CBB693CF}" type="pres">
      <dgm:prSet presAssocID="{7792498A-FD23-4A1B-A134-999C787F3776}" presName="thickLine" presStyleLbl="alignNode1" presStyleIdx="0" presStyleCnt="6"/>
      <dgm:spPr/>
    </dgm:pt>
    <dgm:pt modelId="{2072788B-C1B4-564A-A41C-358F612BFC77}" type="pres">
      <dgm:prSet presAssocID="{7792498A-FD23-4A1B-A134-999C787F3776}" presName="horz1" presStyleCnt="0"/>
      <dgm:spPr/>
    </dgm:pt>
    <dgm:pt modelId="{01E32C22-3F72-6449-BC09-19EA651CEC09}" type="pres">
      <dgm:prSet presAssocID="{7792498A-FD23-4A1B-A134-999C787F3776}" presName="tx1" presStyleLbl="revTx" presStyleIdx="0" presStyleCnt="6"/>
      <dgm:spPr/>
    </dgm:pt>
    <dgm:pt modelId="{6A8C1652-0755-944A-9DCC-BB5EE202B988}" type="pres">
      <dgm:prSet presAssocID="{7792498A-FD23-4A1B-A134-999C787F3776}" presName="vert1" presStyleCnt="0"/>
      <dgm:spPr/>
    </dgm:pt>
    <dgm:pt modelId="{F0E6FBEF-7AE3-3C43-A8AC-1CB6C128C9BA}" type="pres">
      <dgm:prSet presAssocID="{EA02ED31-581D-4266-9000-7E55D787793E}" presName="thickLine" presStyleLbl="alignNode1" presStyleIdx="1" presStyleCnt="6"/>
      <dgm:spPr/>
    </dgm:pt>
    <dgm:pt modelId="{B6F756EF-D946-7B4A-881C-6BFFD6463985}" type="pres">
      <dgm:prSet presAssocID="{EA02ED31-581D-4266-9000-7E55D787793E}" presName="horz1" presStyleCnt="0"/>
      <dgm:spPr/>
    </dgm:pt>
    <dgm:pt modelId="{6841A241-3EA0-B14C-B745-4A91E6A1ADCD}" type="pres">
      <dgm:prSet presAssocID="{EA02ED31-581D-4266-9000-7E55D787793E}" presName="tx1" presStyleLbl="revTx" presStyleIdx="1" presStyleCnt="6"/>
      <dgm:spPr/>
    </dgm:pt>
    <dgm:pt modelId="{E3E688A1-3475-EA42-90D5-7CDEF28DB779}" type="pres">
      <dgm:prSet presAssocID="{EA02ED31-581D-4266-9000-7E55D787793E}" presName="vert1" presStyleCnt="0"/>
      <dgm:spPr/>
    </dgm:pt>
    <dgm:pt modelId="{4F607FF9-29B9-CD41-81E4-FE7D106766C9}" type="pres">
      <dgm:prSet presAssocID="{BD336B7C-AA0E-4549-8159-8225E4E96A6E}" presName="thickLine" presStyleLbl="alignNode1" presStyleIdx="2" presStyleCnt="6"/>
      <dgm:spPr/>
    </dgm:pt>
    <dgm:pt modelId="{0F596B8A-AA54-244F-A968-753353830736}" type="pres">
      <dgm:prSet presAssocID="{BD336B7C-AA0E-4549-8159-8225E4E96A6E}" presName="horz1" presStyleCnt="0"/>
      <dgm:spPr/>
    </dgm:pt>
    <dgm:pt modelId="{DAC1077B-D551-5241-893F-9784FB2EB5AB}" type="pres">
      <dgm:prSet presAssocID="{BD336B7C-AA0E-4549-8159-8225E4E96A6E}" presName="tx1" presStyleLbl="revTx" presStyleIdx="2" presStyleCnt="6"/>
      <dgm:spPr/>
    </dgm:pt>
    <dgm:pt modelId="{CF343977-4909-7E4A-81B4-F5EEF06059AD}" type="pres">
      <dgm:prSet presAssocID="{BD336B7C-AA0E-4549-8159-8225E4E96A6E}" presName="vert1" presStyleCnt="0"/>
      <dgm:spPr/>
    </dgm:pt>
    <dgm:pt modelId="{E3BCFEA7-E6CA-8F46-9C67-63B3B93B8FC2}" type="pres">
      <dgm:prSet presAssocID="{A5CF6E54-BAE5-4240-8626-4D72D68F574F}" presName="thickLine" presStyleLbl="alignNode1" presStyleIdx="3" presStyleCnt="6"/>
      <dgm:spPr/>
    </dgm:pt>
    <dgm:pt modelId="{133A2B5B-CF7B-954B-8EEB-9F435B5E9AF7}" type="pres">
      <dgm:prSet presAssocID="{A5CF6E54-BAE5-4240-8626-4D72D68F574F}" presName="horz1" presStyleCnt="0"/>
      <dgm:spPr/>
    </dgm:pt>
    <dgm:pt modelId="{20CD1175-C503-DE45-8939-521FA4E7E997}" type="pres">
      <dgm:prSet presAssocID="{A5CF6E54-BAE5-4240-8626-4D72D68F574F}" presName="tx1" presStyleLbl="revTx" presStyleIdx="3" presStyleCnt="6"/>
      <dgm:spPr/>
    </dgm:pt>
    <dgm:pt modelId="{2870198B-8016-314A-AC64-1AD012722052}" type="pres">
      <dgm:prSet presAssocID="{A5CF6E54-BAE5-4240-8626-4D72D68F574F}" presName="vert1" presStyleCnt="0"/>
      <dgm:spPr/>
    </dgm:pt>
    <dgm:pt modelId="{BB324E0D-8D7F-9442-AA64-F144C99CF23E}" type="pres">
      <dgm:prSet presAssocID="{0FC08978-1F01-4EBA-8F1B-F3A1F5304BD0}" presName="thickLine" presStyleLbl="alignNode1" presStyleIdx="4" presStyleCnt="6"/>
      <dgm:spPr/>
    </dgm:pt>
    <dgm:pt modelId="{87744376-AAD1-F14C-9491-1C32E4EBD7C9}" type="pres">
      <dgm:prSet presAssocID="{0FC08978-1F01-4EBA-8F1B-F3A1F5304BD0}" presName="horz1" presStyleCnt="0"/>
      <dgm:spPr/>
    </dgm:pt>
    <dgm:pt modelId="{C6484E3F-2BE6-334F-BC1A-393A96D647EF}" type="pres">
      <dgm:prSet presAssocID="{0FC08978-1F01-4EBA-8F1B-F3A1F5304BD0}" presName="tx1" presStyleLbl="revTx" presStyleIdx="4" presStyleCnt="6"/>
      <dgm:spPr/>
    </dgm:pt>
    <dgm:pt modelId="{3C2E4EDD-5DC1-B44E-B8EB-83BF99AF9B03}" type="pres">
      <dgm:prSet presAssocID="{0FC08978-1F01-4EBA-8F1B-F3A1F5304BD0}" presName="vert1" presStyleCnt="0"/>
      <dgm:spPr/>
    </dgm:pt>
    <dgm:pt modelId="{B3A6847E-D486-874A-9A97-6F40A58407A4}" type="pres">
      <dgm:prSet presAssocID="{5708FA55-9979-4109-B737-CBCA4471B031}" presName="thickLine" presStyleLbl="alignNode1" presStyleIdx="5" presStyleCnt="6"/>
      <dgm:spPr/>
    </dgm:pt>
    <dgm:pt modelId="{1B5D1EF8-97F0-B944-AF33-BA416D39A39F}" type="pres">
      <dgm:prSet presAssocID="{5708FA55-9979-4109-B737-CBCA4471B031}" presName="horz1" presStyleCnt="0"/>
      <dgm:spPr/>
    </dgm:pt>
    <dgm:pt modelId="{83D44C02-5B07-8B40-A294-D844900DF429}" type="pres">
      <dgm:prSet presAssocID="{5708FA55-9979-4109-B737-CBCA4471B031}" presName="tx1" presStyleLbl="revTx" presStyleIdx="5" presStyleCnt="6"/>
      <dgm:spPr/>
    </dgm:pt>
    <dgm:pt modelId="{647FFE6D-9A02-D94D-ABE9-1F4953105888}" type="pres">
      <dgm:prSet presAssocID="{5708FA55-9979-4109-B737-CBCA4471B031}" presName="vert1" presStyleCnt="0"/>
      <dgm:spPr/>
    </dgm:pt>
  </dgm:ptLst>
  <dgm:cxnLst>
    <dgm:cxn modelId="{7951450E-8039-487C-95C0-D74FE6BFB54E}" srcId="{AC481ADA-263E-41AE-9FC5-979719C5EFAA}" destId="{7792498A-FD23-4A1B-A134-999C787F3776}" srcOrd="0" destOrd="0" parTransId="{BC3547DC-8661-49A4-A4E2-BC51E396D340}" sibTransId="{5FCD5099-912D-4931-B445-0A994AD88960}"/>
    <dgm:cxn modelId="{F2C0DB23-2428-4949-A712-62FEBE58EC4F}" srcId="{AC481ADA-263E-41AE-9FC5-979719C5EFAA}" destId="{0FC08978-1F01-4EBA-8F1B-F3A1F5304BD0}" srcOrd="4" destOrd="0" parTransId="{57B44CE5-6A9E-4B77-8F4F-97C7CB6BC50D}" sibTransId="{3691A0E1-28D0-49AE-A76A-639C8E457888}"/>
    <dgm:cxn modelId="{B5706563-3B01-E442-8774-B3BFD2C2472A}" type="presOf" srcId="{A5CF6E54-BAE5-4240-8626-4D72D68F574F}" destId="{20CD1175-C503-DE45-8939-521FA4E7E997}" srcOrd="0" destOrd="0" presId="urn:microsoft.com/office/officeart/2008/layout/LinedList"/>
    <dgm:cxn modelId="{B8AD0958-AC54-47FA-AF23-19A85D11DE46}" srcId="{AC481ADA-263E-41AE-9FC5-979719C5EFAA}" destId="{5708FA55-9979-4109-B737-CBCA4471B031}" srcOrd="5" destOrd="0" parTransId="{2B0D95F5-5C5F-451A-9783-811F268DFB72}" sibTransId="{0E93FD36-3BED-457C-BDB6-70C8CA76881A}"/>
    <dgm:cxn modelId="{4C287B81-C73B-DE48-87F4-A887F38D142B}" type="presOf" srcId="{EA02ED31-581D-4266-9000-7E55D787793E}" destId="{6841A241-3EA0-B14C-B745-4A91E6A1ADCD}" srcOrd="0" destOrd="0" presId="urn:microsoft.com/office/officeart/2008/layout/LinedList"/>
    <dgm:cxn modelId="{8315408F-331F-EF4D-9553-63CA5F51E4ED}" type="presOf" srcId="{BD336B7C-AA0E-4549-8159-8225E4E96A6E}" destId="{DAC1077B-D551-5241-893F-9784FB2EB5AB}" srcOrd="0" destOrd="0" presId="urn:microsoft.com/office/officeart/2008/layout/LinedList"/>
    <dgm:cxn modelId="{9116479E-E955-4409-AEF4-0766735581F5}" srcId="{AC481ADA-263E-41AE-9FC5-979719C5EFAA}" destId="{EA02ED31-581D-4266-9000-7E55D787793E}" srcOrd="1" destOrd="0" parTransId="{F7BA6A05-FB66-4C4A-B463-7A79AE9151E3}" sibTransId="{F1F66B8C-AF07-490E-9ED5-1CAA4C77F057}"/>
    <dgm:cxn modelId="{C97212B2-6B1F-1948-8237-6497D8934AB0}" type="presOf" srcId="{AC481ADA-263E-41AE-9FC5-979719C5EFAA}" destId="{D0C5FB90-4A49-1743-A19B-081C32483081}" srcOrd="0" destOrd="0" presId="urn:microsoft.com/office/officeart/2008/layout/LinedList"/>
    <dgm:cxn modelId="{3AABF6CC-8114-044D-908B-8B08F45ECCB7}" type="presOf" srcId="{5708FA55-9979-4109-B737-CBCA4471B031}" destId="{83D44C02-5B07-8B40-A294-D844900DF429}" srcOrd="0" destOrd="0" presId="urn:microsoft.com/office/officeart/2008/layout/LinedList"/>
    <dgm:cxn modelId="{A4F7D8D3-469F-4A97-A79D-74C56E8AAD90}" srcId="{AC481ADA-263E-41AE-9FC5-979719C5EFAA}" destId="{A5CF6E54-BAE5-4240-8626-4D72D68F574F}" srcOrd="3" destOrd="0" parTransId="{29B906C7-BA51-4D69-BEFE-70EB39F04404}" sibTransId="{33C9850F-539C-4F0B-AAA3-E437FEBF790D}"/>
    <dgm:cxn modelId="{546FCFF4-9D46-BE4D-AD67-96CF78EB36CB}" type="presOf" srcId="{7792498A-FD23-4A1B-A134-999C787F3776}" destId="{01E32C22-3F72-6449-BC09-19EA651CEC09}" srcOrd="0" destOrd="0" presId="urn:microsoft.com/office/officeart/2008/layout/LinedList"/>
    <dgm:cxn modelId="{C4B67CFA-EBFD-3C47-8894-6C3B5AEBD7D5}" type="presOf" srcId="{0FC08978-1F01-4EBA-8F1B-F3A1F5304BD0}" destId="{C6484E3F-2BE6-334F-BC1A-393A96D647EF}" srcOrd="0" destOrd="0" presId="urn:microsoft.com/office/officeart/2008/layout/LinedList"/>
    <dgm:cxn modelId="{52ABE5FF-6D01-4DBA-A193-E3FBBB402BBC}" srcId="{AC481ADA-263E-41AE-9FC5-979719C5EFAA}" destId="{BD336B7C-AA0E-4549-8159-8225E4E96A6E}" srcOrd="2" destOrd="0" parTransId="{E619FF2E-C347-48F0-9777-5B6140BCC2DD}" sibTransId="{26B2E71C-5D3F-459F-A498-268FD12BC21E}"/>
    <dgm:cxn modelId="{227C5DD3-23E3-EB4F-B8C9-4CA8A459F34E}" type="presParOf" srcId="{D0C5FB90-4A49-1743-A19B-081C32483081}" destId="{544FE5A8-CF1E-3941-8433-2F24CBB693CF}" srcOrd="0" destOrd="0" presId="urn:microsoft.com/office/officeart/2008/layout/LinedList"/>
    <dgm:cxn modelId="{68D21CE4-2ED6-DF42-B7BE-3D5058A8B685}" type="presParOf" srcId="{D0C5FB90-4A49-1743-A19B-081C32483081}" destId="{2072788B-C1B4-564A-A41C-358F612BFC77}" srcOrd="1" destOrd="0" presId="urn:microsoft.com/office/officeart/2008/layout/LinedList"/>
    <dgm:cxn modelId="{F9011075-5EDC-9D49-84E0-795814D54E3E}" type="presParOf" srcId="{2072788B-C1B4-564A-A41C-358F612BFC77}" destId="{01E32C22-3F72-6449-BC09-19EA651CEC09}" srcOrd="0" destOrd="0" presId="urn:microsoft.com/office/officeart/2008/layout/LinedList"/>
    <dgm:cxn modelId="{2906BB63-B325-5F47-8E0F-19169E3C41F4}" type="presParOf" srcId="{2072788B-C1B4-564A-A41C-358F612BFC77}" destId="{6A8C1652-0755-944A-9DCC-BB5EE202B988}" srcOrd="1" destOrd="0" presId="urn:microsoft.com/office/officeart/2008/layout/LinedList"/>
    <dgm:cxn modelId="{F29702B7-2AC6-F44C-869D-F053774CACF3}" type="presParOf" srcId="{D0C5FB90-4A49-1743-A19B-081C32483081}" destId="{F0E6FBEF-7AE3-3C43-A8AC-1CB6C128C9BA}" srcOrd="2" destOrd="0" presId="urn:microsoft.com/office/officeart/2008/layout/LinedList"/>
    <dgm:cxn modelId="{262971EC-EC56-3A49-AD80-14F69A57DAFF}" type="presParOf" srcId="{D0C5FB90-4A49-1743-A19B-081C32483081}" destId="{B6F756EF-D946-7B4A-881C-6BFFD6463985}" srcOrd="3" destOrd="0" presId="urn:microsoft.com/office/officeart/2008/layout/LinedList"/>
    <dgm:cxn modelId="{2FE452B9-9397-6141-8DFD-A8F9D0379898}" type="presParOf" srcId="{B6F756EF-D946-7B4A-881C-6BFFD6463985}" destId="{6841A241-3EA0-B14C-B745-4A91E6A1ADCD}" srcOrd="0" destOrd="0" presId="urn:microsoft.com/office/officeart/2008/layout/LinedList"/>
    <dgm:cxn modelId="{4F9F99E4-4650-D74C-AFDA-EED7F0712250}" type="presParOf" srcId="{B6F756EF-D946-7B4A-881C-6BFFD6463985}" destId="{E3E688A1-3475-EA42-90D5-7CDEF28DB779}" srcOrd="1" destOrd="0" presId="urn:microsoft.com/office/officeart/2008/layout/LinedList"/>
    <dgm:cxn modelId="{C84F4DA5-19CE-8B41-8CEC-F372DB06CB49}" type="presParOf" srcId="{D0C5FB90-4A49-1743-A19B-081C32483081}" destId="{4F607FF9-29B9-CD41-81E4-FE7D106766C9}" srcOrd="4" destOrd="0" presId="urn:microsoft.com/office/officeart/2008/layout/LinedList"/>
    <dgm:cxn modelId="{73AAB107-8057-F94F-AFC1-549499372E01}" type="presParOf" srcId="{D0C5FB90-4A49-1743-A19B-081C32483081}" destId="{0F596B8A-AA54-244F-A968-753353830736}" srcOrd="5" destOrd="0" presId="urn:microsoft.com/office/officeart/2008/layout/LinedList"/>
    <dgm:cxn modelId="{B2D6868F-9B46-A14C-82EF-EF8DE90B418A}" type="presParOf" srcId="{0F596B8A-AA54-244F-A968-753353830736}" destId="{DAC1077B-D551-5241-893F-9784FB2EB5AB}" srcOrd="0" destOrd="0" presId="urn:microsoft.com/office/officeart/2008/layout/LinedList"/>
    <dgm:cxn modelId="{2A160344-7435-294B-9AD6-9A8E949C920B}" type="presParOf" srcId="{0F596B8A-AA54-244F-A968-753353830736}" destId="{CF343977-4909-7E4A-81B4-F5EEF06059AD}" srcOrd="1" destOrd="0" presId="urn:microsoft.com/office/officeart/2008/layout/LinedList"/>
    <dgm:cxn modelId="{EFD9312B-AE25-5D48-B624-EE9A87BA33C4}" type="presParOf" srcId="{D0C5FB90-4A49-1743-A19B-081C32483081}" destId="{E3BCFEA7-E6CA-8F46-9C67-63B3B93B8FC2}" srcOrd="6" destOrd="0" presId="urn:microsoft.com/office/officeart/2008/layout/LinedList"/>
    <dgm:cxn modelId="{8B590F62-4EC1-D645-9695-8FDF7F4F6CCB}" type="presParOf" srcId="{D0C5FB90-4A49-1743-A19B-081C32483081}" destId="{133A2B5B-CF7B-954B-8EEB-9F435B5E9AF7}" srcOrd="7" destOrd="0" presId="urn:microsoft.com/office/officeart/2008/layout/LinedList"/>
    <dgm:cxn modelId="{94932194-B2CB-294B-8531-F88AAA77ED2F}" type="presParOf" srcId="{133A2B5B-CF7B-954B-8EEB-9F435B5E9AF7}" destId="{20CD1175-C503-DE45-8939-521FA4E7E997}" srcOrd="0" destOrd="0" presId="urn:microsoft.com/office/officeart/2008/layout/LinedList"/>
    <dgm:cxn modelId="{E30BD8A7-329F-7740-BD53-5BCC78F2CCCA}" type="presParOf" srcId="{133A2B5B-CF7B-954B-8EEB-9F435B5E9AF7}" destId="{2870198B-8016-314A-AC64-1AD012722052}" srcOrd="1" destOrd="0" presId="urn:microsoft.com/office/officeart/2008/layout/LinedList"/>
    <dgm:cxn modelId="{5FAA7CA4-CDE7-914D-9403-CE39DFD8B016}" type="presParOf" srcId="{D0C5FB90-4A49-1743-A19B-081C32483081}" destId="{BB324E0D-8D7F-9442-AA64-F144C99CF23E}" srcOrd="8" destOrd="0" presId="urn:microsoft.com/office/officeart/2008/layout/LinedList"/>
    <dgm:cxn modelId="{BF81950A-67EF-904B-9816-B929FCAFB4D0}" type="presParOf" srcId="{D0C5FB90-4A49-1743-A19B-081C32483081}" destId="{87744376-AAD1-F14C-9491-1C32E4EBD7C9}" srcOrd="9" destOrd="0" presId="urn:microsoft.com/office/officeart/2008/layout/LinedList"/>
    <dgm:cxn modelId="{CC00734F-8A5B-364A-A646-1BCEF1DB6102}" type="presParOf" srcId="{87744376-AAD1-F14C-9491-1C32E4EBD7C9}" destId="{C6484E3F-2BE6-334F-BC1A-393A96D647EF}" srcOrd="0" destOrd="0" presId="urn:microsoft.com/office/officeart/2008/layout/LinedList"/>
    <dgm:cxn modelId="{F6ECEC13-DAF6-D042-BFA1-13EA99D6869C}" type="presParOf" srcId="{87744376-AAD1-F14C-9491-1C32E4EBD7C9}" destId="{3C2E4EDD-5DC1-B44E-B8EB-83BF99AF9B03}" srcOrd="1" destOrd="0" presId="urn:microsoft.com/office/officeart/2008/layout/LinedList"/>
    <dgm:cxn modelId="{9CD110C7-2B9D-EA48-BA00-3F4FD6233C13}" type="presParOf" srcId="{D0C5FB90-4A49-1743-A19B-081C32483081}" destId="{B3A6847E-D486-874A-9A97-6F40A58407A4}" srcOrd="10" destOrd="0" presId="urn:microsoft.com/office/officeart/2008/layout/LinedList"/>
    <dgm:cxn modelId="{C2AB7C68-6452-D440-9C70-0BC70416A66D}" type="presParOf" srcId="{D0C5FB90-4A49-1743-A19B-081C32483081}" destId="{1B5D1EF8-97F0-B944-AF33-BA416D39A39F}" srcOrd="11" destOrd="0" presId="urn:microsoft.com/office/officeart/2008/layout/LinedList"/>
    <dgm:cxn modelId="{10B327BC-ACFF-9D4A-B2E9-DB8A99F9959F}" type="presParOf" srcId="{1B5D1EF8-97F0-B944-AF33-BA416D39A39F}" destId="{83D44C02-5B07-8B40-A294-D844900DF429}" srcOrd="0" destOrd="0" presId="urn:microsoft.com/office/officeart/2008/layout/LinedList"/>
    <dgm:cxn modelId="{07558E10-0DFF-F941-9EA9-AC4367C21B7B}" type="presParOf" srcId="{1B5D1EF8-97F0-B944-AF33-BA416D39A39F}" destId="{647FFE6D-9A02-D94D-ABE9-1F4953105888}"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089C988-3641-4C80-ACED-50F3F25EA4AD}" type="doc">
      <dgm:prSet loTypeId="urn:microsoft.com/office/officeart/2005/8/layout/hierarchy1" loCatId="hierarchy" qsTypeId="urn:microsoft.com/office/officeart/2005/8/quickstyle/simple5" qsCatId="simple" csTypeId="urn:microsoft.com/office/officeart/2005/8/colors/colorful1" csCatId="colorful" phldr="1"/>
      <dgm:spPr/>
      <dgm:t>
        <a:bodyPr/>
        <a:lstStyle/>
        <a:p>
          <a:endParaRPr lang="en-US"/>
        </a:p>
      </dgm:t>
    </dgm:pt>
    <dgm:pt modelId="{4DA3A1AB-1D38-4BF4-9145-3E641E83CE24}">
      <dgm:prSet/>
      <dgm:spPr/>
      <dgm:t>
        <a:bodyPr/>
        <a:lstStyle/>
        <a:p>
          <a:r>
            <a:rPr lang="tr-TR" b="1"/>
            <a:t>Beden Alanı Ağı (BAN) nedir?</a:t>
          </a:r>
          <a:endParaRPr lang="en-US"/>
        </a:p>
      </dgm:t>
    </dgm:pt>
    <dgm:pt modelId="{0EA82274-73ED-47A7-AC51-C687C8539AF4}" type="parTrans" cxnId="{CF2C4C58-8CCE-449D-9CC8-95225E252B5F}">
      <dgm:prSet/>
      <dgm:spPr/>
      <dgm:t>
        <a:bodyPr/>
        <a:lstStyle/>
        <a:p>
          <a:endParaRPr lang="en-US"/>
        </a:p>
      </dgm:t>
    </dgm:pt>
    <dgm:pt modelId="{84F9F387-1A6B-4F1B-A219-4A7E4CB0D89A}" type="sibTrans" cxnId="{CF2C4C58-8CCE-449D-9CC8-95225E252B5F}">
      <dgm:prSet/>
      <dgm:spPr/>
      <dgm:t>
        <a:bodyPr/>
        <a:lstStyle/>
        <a:p>
          <a:endParaRPr lang="en-US"/>
        </a:p>
      </dgm:t>
    </dgm:pt>
    <dgm:pt modelId="{E886389A-7FFF-4570-B063-9958953362A9}">
      <dgm:prSet/>
      <dgm:spPr/>
      <dgm:t>
        <a:bodyPr/>
        <a:lstStyle/>
        <a:p>
          <a:r>
            <a:rPr lang="tr-TR"/>
            <a:t>Akıllı saatler, fitness bandları, biyometrik RFID implantları ve kalp pilleri gibi vücuda yerleştirilen tıbbi cihazlar gibi giyilebilir cihazları kullanarak bir vücut alanı ağı oluşturabilirsiniz. Kablosuz BAN, bu tür ağları oluşturmak için kullanılan temel formdur. İnsan vücudu içerisinde veya yakınında kısa menzilli, aşırı düşük güç kablosuz iletişimi tanımlayan IEEE 802.15.6 standardına göre tanımlanır.</a:t>
          </a:r>
          <a:endParaRPr lang="en-US"/>
        </a:p>
      </dgm:t>
    </dgm:pt>
    <dgm:pt modelId="{5A372A88-A3B5-4DF0-88A2-7C6E1DB9C5AD}" type="parTrans" cxnId="{158F4CAE-D51B-4CF7-AB52-EC2BBFCD7DF9}">
      <dgm:prSet/>
      <dgm:spPr/>
      <dgm:t>
        <a:bodyPr/>
        <a:lstStyle/>
        <a:p>
          <a:endParaRPr lang="en-US"/>
        </a:p>
      </dgm:t>
    </dgm:pt>
    <dgm:pt modelId="{F2BC7E65-462E-49F3-95CA-F5DB8E22D4EA}" type="sibTrans" cxnId="{158F4CAE-D51B-4CF7-AB52-EC2BBFCD7DF9}">
      <dgm:prSet/>
      <dgm:spPr/>
      <dgm:t>
        <a:bodyPr/>
        <a:lstStyle/>
        <a:p>
          <a:endParaRPr lang="en-US"/>
        </a:p>
      </dgm:t>
    </dgm:pt>
    <dgm:pt modelId="{AA7DCD6E-A3E0-4162-87C2-30D50C15C822}" type="pres">
      <dgm:prSet presAssocID="{C089C988-3641-4C80-ACED-50F3F25EA4AD}" presName="hierChild1" presStyleCnt="0">
        <dgm:presLayoutVars>
          <dgm:chPref val="1"/>
          <dgm:dir/>
          <dgm:animOne val="branch"/>
          <dgm:animLvl val="lvl"/>
          <dgm:resizeHandles/>
        </dgm:presLayoutVars>
      </dgm:prSet>
      <dgm:spPr/>
    </dgm:pt>
    <dgm:pt modelId="{41D50C07-4348-47CB-B9CE-F4564AACA14D}" type="pres">
      <dgm:prSet presAssocID="{4DA3A1AB-1D38-4BF4-9145-3E641E83CE24}" presName="hierRoot1" presStyleCnt="0"/>
      <dgm:spPr/>
    </dgm:pt>
    <dgm:pt modelId="{6C2C9E6F-8101-4D50-82E5-C73C1AEF781E}" type="pres">
      <dgm:prSet presAssocID="{4DA3A1AB-1D38-4BF4-9145-3E641E83CE24}" presName="composite" presStyleCnt="0"/>
      <dgm:spPr/>
    </dgm:pt>
    <dgm:pt modelId="{816E98FB-AA7C-4AEF-B007-AB58ADD61F85}" type="pres">
      <dgm:prSet presAssocID="{4DA3A1AB-1D38-4BF4-9145-3E641E83CE24}" presName="background" presStyleLbl="node0" presStyleIdx="0" presStyleCnt="2"/>
      <dgm:spPr/>
    </dgm:pt>
    <dgm:pt modelId="{72349161-CC51-4B5D-BFC0-487B9BF0A2B7}" type="pres">
      <dgm:prSet presAssocID="{4DA3A1AB-1D38-4BF4-9145-3E641E83CE24}" presName="text" presStyleLbl="fgAcc0" presStyleIdx="0" presStyleCnt="2">
        <dgm:presLayoutVars>
          <dgm:chPref val="3"/>
        </dgm:presLayoutVars>
      </dgm:prSet>
      <dgm:spPr/>
    </dgm:pt>
    <dgm:pt modelId="{DDFC63CA-16BC-43F9-992A-9FFFA6FE63E5}" type="pres">
      <dgm:prSet presAssocID="{4DA3A1AB-1D38-4BF4-9145-3E641E83CE24}" presName="hierChild2" presStyleCnt="0"/>
      <dgm:spPr/>
    </dgm:pt>
    <dgm:pt modelId="{1B37E48F-B862-4A75-9707-AB22EDAE5032}" type="pres">
      <dgm:prSet presAssocID="{E886389A-7FFF-4570-B063-9958953362A9}" presName="hierRoot1" presStyleCnt="0"/>
      <dgm:spPr/>
    </dgm:pt>
    <dgm:pt modelId="{7B6517B6-5EFC-40A0-B151-0E56B6971BF1}" type="pres">
      <dgm:prSet presAssocID="{E886389A-7FFF-4570-B063-9958953362A9}" presName="composite" presStyleCnt="0"/>
      <dgm:spPr/>
    </dgm:pt>
    <dgm:pt modelId="{2515C840-400E-491A-9EA6-53835B74E4B6}" type="pres">
      <dgm:prSet presAssocID="{E886389A-7FFF-4570-B063-9958953362A9}" presName="background" presStyleLbl="node0" presStyleIdx="1" presStyleCnt="2"/>
      <dgm:spPr/>
    </dgm:pt>
    <dgm:pt modelId="{9F12EEEB-5BCA-4C71-9A90-D214086846E6}" type="pres">
      <dgm:prSet presAssocID="{E886389A-7FFF-4570-B063-9958953362A9}" presName="text" presStyleLbl="fgAcc0" presStyleIdx="1" presStyleCnt="2">
        <dgm:presLayoutVars>
          <dgm:chPref val="3"/>
        </dgm:presLayoutVars>
      </dgm:prSet>
      <dgm:spPr/>
    </dgm:pt>
    <dgm:pt modelId="{53D6FE54-9DA8-4104-9453-3B0F9BE7A255}" type="pres">
      <dgm:prSet presAssocID="{E886389A-7FFF-4570-B063-9958953362A9}" presName="hierChild2" presStyleCnt="0"/>
      <dgm:spPr/>
    </dgm:pt>
  </dgm:ptLst>
  <dgm:cxnLst>
    <dgm:cxn modelId="{CC99C122-094B-4F70-8128-E44C76FD7E7F}" type="presOf" srcId="{C089C988-3641-4C80-ACED-50F3F25EA4AD}" destId="{AA7DCD6E-A3E0-4162-87C2-30D50C15C822}" srcOrd="0" destOrd="0" presId="urn:microsoft.com/office/officeart/2005/8/layout/hierarchy1"/>
    <dgm:cxn modelId="{8D8EED72-CDC2-427C-927A-8A9F8C705FE1}" type="presOf" srcId="{4DA3A1AB-1D38-4BF4-9145-3E641E83CE24}" destId="{72349161-CC51-4B5D-BFC0-487B9BF0A2B7}" srcOrd="0" destOrd="0" presId="urn:microsoft.com/office/officeart/2005/8/layout/hierarchy1"/>
    <dgm:cxn modelId="{CF2C4C58-8CCE-449D-9CC8-95225E252B5F}" srcId="{C089C988-3641-4C80-ACED-50F3F25EA4AD}" destId="{4DA3A1AB-1D38-4BF4-9145-3E641E83CE24}" srcOrd="0" destOrd="0" parTransId="{0EA82274-73ED-47A7-AC51-C687C8539AF4}" sibTransId="{84F9F387-1A6B-4F1B-A219-4A7E4CB0D89A}"/>
    <dgm:cxn modelId="{158F4CAE-D51B-4CF7-AB52-EC2BBFCD7DF9}" srcId="{C089C988-3641-4C80-ACED-50F3F25EA4AD}" destId="{E886389A-7FFF-4570-B063-9958953362A9}" srcOrd="1" destOrd="0" parTransId="{5A372A88-A3B5-4DF0-88A2-7C6E1DB9C5AD}" sibTransId="{F2BC7E65-462E-49F3-95CA-F5DB8E22D4EA}"/>
    <dgm:cxn modelId="{4B3A44FD-D369-4D0C-B8E7-2ED22FBB7460}" type="presOf" srcId="{E886389A-7FFF-4570-B063-9958953362A9}" destId="{9F12EEEB-5BCA-4C71-9A90-D214086846E6}" srcOrd="0" destOrd="0" presId="urn:microsoft.com/office/officeart/2005/8/layout/hierarchy1"/>
    <dgm:cxn modelId="{E441243D-73CC-4423-8604-9B43BFA413B5}" type="presParOf" srcId="{AA7DCD6E-A3E0-4162-87C2-30D50C15C822}" destId="{41D50C07-4348-47CB-B9CE-F4564AACA14D}" srcOrd="0" destOrd="0" presId="urn:microsoft.com/office/officeart/2005/8/layout/hierarchy1"/>
    <dgm:cxn modelId="{CF4BA6CE-E56B-45BE-932B-ECBDF5B4BF06}" type="presParOf" srcId="{41D50C07-4348-47CB-B9CE-F4564AACA14D}" destId="{6C2C9E6F-8101-4D50-82E5-C73C1AEF781E}" srcOrd="0" destOrd="0" presId="urn:microsoft.com/office/officeart/2005/8/layout/hierarchy1"/>
    <dgm:cxn modelId="{DF37FB8E-028C-4AAF-A8B6-76A176560E54}" type="presParOf" srcId="{6C2C9E6F-8101-4D50-82E5-C73C1AEF781E}" destId="{816E98FB-AA7C-4AEF-B007-AB58ADD61F85}" srcOrd="0" destOrd="0" presId="urn:microsoft.com/office/officeart/2005/8/layout/hierarchy1"/>
    <dgm:cxn modelId="{823556BC-5EE9-40C6-AFAD-9E815045672A}" type="presParOf" srcId="{6C2C9E6F-8101-4D50-82E5-C73C1AEF781E}" destId="{72349161-CC51-4B5D-BFC0-487B9BF0A2B7}" srcOrd="1" destOrd="0" presId="urn:microsoft.com/office/officeart/2005/8/layout/hierarchy1"/>
    <dgm:cxn modelId="{41C1236A-5E7A-45ED-BC6B-6C6BEF75B793}" type="presParOf" srcId="{41D50C07-4348-47CB-B9CE-F4564AACA14D}" destId="{DDFC63CA-16BC-43F9-992A-9FFFA6FE63E5}" srcOrd="1" destOrd="0" presId="urn:microsoft.com/office/officeart/2005/8/layout/hierarchy1"/>
    <dgm:cxn modelId="{A6A14D03-D045-4844-AF80-C4DBF1D15CEA}" type="presParOf" srcId="{AA7DCD6E-A3E0-4162-87C2-30D50C15C822}" destId="{1B37E48F-B862-4A75-9707-AB22EDAE5032}" srcOrd="1" destOrd="0" presId="urn:microsoft.com/office/officeart/2005/8/layout/hierarchy1"/>
    <dgm:cxn modelId="{2C00EB8D-FC35-46A5-8740-4ABDCF4F3621}" type="presParOf" srcId="{1B37E48F-B862-4A75-9707-AB22EDAE5032}" destId="{7B6517B6-5EFC-40A0-B151-0E56B6971BF1}" srcOrd="0" destOrd="0" presId="urn:microsoft.com/office/officeart/2005/8/layout/hierarchy1"/>
    <dgm:cxn modelId="{78BDA861-BACB-44EB-AB53-7142D19AC240}" type="presParOf" srcId="{7B6517B6-5EFC-40A0-B151-0E56B6971BF1}" destId="{2515C840-400E-491A-9EA6-53835B74E4B6}" srcOrd="0" destOrd="0" presId="urn:microsoft.com/office/officeart/2005/8/layout/hierarchy1"/>
    <dgm:cxn modelId="{12E602AC-EFE9-4B9E-B804-3DE8B127AC00}" type="presParOf" srcId="{7B6517B6-5EFC-40A0-B151-0E56B6971BF1}" destId="{9F12EEEB-5BCA-4C71-9A90-D214086846E6}" srcOrd="1" destOrd="0" presId="urn:microsoft.com/office/officeart/2005/8/layout/hierarchy1"/>
    <dgm:cxn modelId="{FA2986DB-256C-4B99-91F9-23FCA3A8A139}" type="presParOf" srcId="{1B37E48F-B862-4A75-9707-AB22EDAE5032}" destId="{53D6FE54-9DA8-4104-9453-3B0F9BE7A255}" srcOrd="1" destOrd="0" presId="urn:microsoft.com/office/officeart/2005/8/layout/hierarchy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90FEC56E-2D48-41DF-A5E0-9806E5479006}" type="doc">
      <dgm:prSet loTypeId="urn:microsoft.com/office/officeart/2005/8/layout/process4" loCatId="process" qsTypeId="urn:microsoft.com/office/officeart/2005/8/quickstyle/simple4" qsCatId="simple" csTypeId="urn:microsoft.com/office/officeart/2005/8/colors/colorful5" csCatId="colorful"/>
      <dgm:spPr/>
      <dgm:t>
        <a:bodyPr/>
        <a:lstStyle/>
        <a:p>
          <a:endParaRPr lang="en-US"/>
        </a:p>
      </dgm:t>
    </dgm:pt>
    <dgm:pt modelId="{CAA9FED3-A3BF-4352-8478-3CFAF93D6D8A}">
      <dgm:prSet/>
      <dgm:spPr/>
      <dgm:t>
        <a:bodyPr/>
        <a:lstStyle/>
        <a:p>
          <a:r>
            <a:rPr lang="tr-TR" b="1"/>
            <a:t>Kişisel Alan Ağı (PAN) nedir?</a:t>
          </a:r>
          <a:endParaRPr lang="en-US"/>
        </a:p>
      </dgm:t>
    </dgm:pt>
    <dgm:pt modelId="{F3248C59-22D5-41CD-94D3-65B7E0A4B25A}" type="parTrans" cxnId="{FBA5FE65-17C8-4A99-BFBA-213162DD79B5}">
      <dgm:prSet/>
      <dgm:spPr/>
      <dgm:t>
        <a:bodyPr/>
        <a:lstStyle/>
        <a:p>
          <a:endParaRPr lang="en-US"/>
        </a:p>
      </dgm:t>
    </dgm:pt>
    <dgm:pt modelId="{BC93B9C8-FBF3-4468-8132-A3B93B271DA9}" type="sibTrans" cxnId="{FBA5FE65-17C8-4A99-BFBA-213162DD79B5}">
      <dgm:prSet/>
      <dgm:spPr/>
      <dgm:t>
        <a:bodyPr/>
        <a:lstStyle/>
        <a:p>
          <a:endParaRPr lang="en-US"/>
        </a:p>
      </dgm:t>
    </dgm:pt>
    <dgm:pt modelId="{601B58ED-2921-4B1D-A4C6-F802F1DA3605}">
      <dgm:prSet/>
      <dgm:spPr/>
      <dgm:t>
        <a:bodyPr/>
        <a:lstStyle/>
        <a:p>
          <a:r>
            <a:rPr lang="tr-TR"/>
            <a:t>Adından da anlaşılacağı üzere, bir kişisel alan ağı birkaç on metre arasında kişisel kullanım içindir. Temelde, kişisel alan ağı oluşturmak için kullanılan teknolojiler kablosuzdur. PAN’nın dikkate değer bir örneği, çoğunlukla akıllı telefonlar, dizüstü bilgisayarlar, tabletler, giyilebilir ürünler gibi taşınabilir aygıtlarda bulunan Bluetooth teknolojisidir. Diğer PAN teknolojileri, Zigbee, Kablosuz USB vb. Dir.</a:t>
          </a:r>
          <a:endParaRPr lang="en-US"/>
        </a:p>
      </dgm:t>
    </dgm:pt>
    <dgm:pt modelId="{E7F41ABD-0A33-4B0D-8994-485854D603FD}" type="parTrans" cxnId="{33FF0BC5-83F2-48AA-B2D6-145DC93C0A35}">
      <dgm:prSet/>
      <dgm:spPr/>
      <dgm:t>
        <a:bodyPr/>
        <a:lstStyle/>
        <a:p>
          <a:endParaRPr lang="en-US"/>
        </a:p>
      </dgm:t>
    </dgm:pt>
    <dgm:pt modelId="{0B645CDC-1262-4644-8F4F-96BDB9B9CCA8}" type="sibTrans" cxnId="{33FF0BC5-83F2-48AA-B2D6-145DC93C0A35}">
      <dgm:prSet/>
      <dgm:spPr/>
      <dgm:t>
        <a:bodyPr/>
        <a:lstStyle/>
        <a:p>
          <a:endParaRPr lang="en-US"/>
        </a:p>
      </dgm:t>
    </dgm:pt>
    <dgm:pt modelId="{E66CA302-9C18-4267-A674-1265101E7182}" type="pres">
      <dgm:prSet presAssocID="{90FEC56E-2D48-41DF-A5E0-9806E5479006}" presName="Name0" presStyleCnt="0">
        <dgm:presLayoutVars>
          <dgm:dir/>
          <dgm:animLvl val="lvl"/>
          <dgm:resizeHandles val="exact"/>
        </dgm:presLayoutVars>
      </dgm:prSet>
      <dgm:spPr/>
    </dgm:pt>
    <dgm:pt modelId="{F4776C6B-821C-4C05-8301-53863D30E2CC}" type="pres">
      <dgm:prSet presAssocID="{601B58ED-2921-4B1D-A4C6-F802F1DA3605}" presName="boxAndChildren" presStyleCnt="0"/>
      <dgm:spPr/>
    </dgm:pt>
    <dgm:pt modelId="{9905C1D2-2A8F-48CE-911E-3951B06F3358}" type="pres">
      <dgm:prSet presAssocID="{601B58ED-2921-4B1D-A4C6-F802F1DA3605}" presName="parentTextBox" presStyleLbl="node1" presStyleIdx="0" presStyleCnt="2"/>
      <dgm:spPr/>
    </dgm:pt>
    <dgm:pt modelId="{4263B959-9B3F-48B3-AF2F-BB10201030BB}" type="pres">
      <dgm:prSet presAssocID="{BC93B9C8-FBF3-4468-8132-A3B93B271DA9}" presName="sp" presStyleCnt="0"/>
      <dgm:spPr/>
    </dgm:pt>
    <dgm:pt modelId="{9881D2F6-3B3A-430A-8F51-5627B7BCA13A}" type="pres">
      <dgm:prSet presAssocID="{CAA9FED3-A3BF-4352-8478-3CFAF93D6D8A}" presName="arrowAndChildren" presStyleCnt="0"/>
      <dgm:spPr/>
    </dgm:pt>
    <dgm:pt modelId="{A780F9A8-E4A0-4EBF-8DD5-0D2756B33CC1}" type="pres">
      <dgm:prSet presAssocID="{CAA9FED3-A3BF-4352-8478-3CFAF93D6D8A}" presName="parentTextArrow" presStyleLbl="node1" presStyleIdx="1" presStyleCnt="2"/>
      <dgm:spPr/>
    </dgm:pt>
  </dgm:ptLst>
  <dgm:cxnLst>
    <dgm:cxn modelId="{2A30F13E-914A-4222-ADCE-7B95DE8F86E2}" type="presOf" srcId="{601B58ED-2921-4B1D-A4C6-F802F1DA3605}" destId="{9905C1D2-2A8F-48CE-911E-3951B06F3358}" srcOrd="0" destOrd="0" presId="urn:microsoft.com/office/officeart/2005/8/layout/process4"/>
    <dgm:cxn modelId="{FBA5FE65-17C8-4A99-BFBA-213162DD79B5}" srcId="{90FEC56E-2D48-41DF-A5E0-9806E5479006}" destId="{CAA9FED3-A3BF-4352-8478-3CFAF93D6D8A}" srcOrd="0" destOrd="0" parTransId="{F3248C59-22D5-41CD-94D3-65B7E0A4B25A}" sibTransId="{BC93B9C8-FBF3-4468-8132-A3B93B271DA9}"/>
    <dgm:cxn modelId="{68780784-F32D-46B9-B463-BBBB6BEE5E6F}" type="presOf" srcId="{90FEC56E-2D48-41DF-A5E0-9806E5479006}" destId="{E66CA302-9C18-4267-A674-1265101E7182}" srcOrd="0" destOrd="0" presId="urn:microsoft.com/office/officeart/2005/8/layout/process4"/>
    <dgm:cxn modelId="{39FAA0C4-6C15-41CC-B58C-F36C2CA840DD}" type="presOf" srcId="{CAA9FED3-A3BF-4352-8478-3CFAF93D6D8A}" destId="{A780F9A8-E4A0-4EBF-8DD5-0D2756B33CC1}" srcOrd="0" destOrd="0" presId="urn:microsoft.com/office/officeart/2005/8/layout/process4"/>
    <dgm:cxn modelId="{33FF0BC5-83F2-48AA-B2D6-145DC93C0A35}" srcId="{90FEC56E-2D48-41DF-A5E0-9806E5479006}" destId="{601B58ED-2921-4B1D-A4C6-F802F1DA3605}" srcOrd="1" destOrd="0" parTransId="{E7F41ABD-0A33-4B0D-8994-485854D603FD}" sibTransId="{0B645CDC-1262-4644-8F4F-96BDB9B9CCA8}"/>
    <dgm:cxn modelId="{58160E8A-CCAF-4CD9-A84F-F4F8E8073CE0}" type="presParOf" srcId="{E66CA302-9C18-4267-A674-1265101E7182}" destId="{F4776C6B-821C-4C05-8301-53863D30E2CC}" srcOrd="0" destOrd="0" presId="urn:microsoft.com/office/officeart/2005/8/layout/process4"/>
    <dgm:cxn modelId="{613801A5-2769-44CE-BBBD-A4BCB914170D}" type="presParOf" srcId="{F4776C6B-821C-4C05-8301-53863D30E2CC}" destId="{9905C1D2-2A8F-48CE-911E-3951B06F3358}" srcOrd="0" destOrd="0" presId="urn:microsoft.com/office/officeart/2005/8/layout/process4"/>
    <dgm:cxn modelId="{D8E56FF2-A379-4D86-B592-B66AC6B1E836}" type="presParOf" srcId="{E66CA302-9C18-4267-A674-1265101E7182}" destId="{4263B959-9B3F-48B3-AF2F-BB10201030BB}" srcOrd="1" destOrd="0" presId="urn:microsoft.com/office/officeart/2005/8/layout/process4"/>
    <dgm:cxn modelId="{9B71DA89-0956-40E6-8CAA-D4CAB03CD24B}" type="presParOf" srcId="{E66CA302-9C18-4267-A674-1265101E7182}" destId="{9881D2F6-3B3A-430A-8F51-5627B7BCA13A}" srcOrd="2" destOrd="0" presId="urn:microsoft.com/office/officeart/2005/8/layout/process4"/>
    <dgm:cxn modelId="{8D684961-CFB6-425C-B2FE-E0994E9DDB04}" type="presParOf" srcId="{9881D2F6-3B3A-430A-8F51-5627B7BCA13A}" destId="{A780F9A8-E4A0-4EBF-8DD5-0D2756B33CC1}"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E1732544-4A9A-4FF4-B512-396E26079336}"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C4E1E9C7-4DEE-4E26-8529-3F84C7581AE3}">
      <dgm:prSet/>
      <dgm:spPr/>
      <dgm:t>
        <a:bodyPr/>
        <a:lstStyle/>
        <a:p>
          <a:r>
            <a:rPr lang="tr-TR"/>
            <a:t>Bir MAN’ın kapsadığı alan, bir LAN ve CAN’a kıyasla oldukça büyük. Aslında, bir şehir veya metropol alanına yayılmış birçok LAN’ı bağlamak için bir MAN kullanılabilir. </a:t>
          </a:r>
          <a:endParaRPr lang="en-US"/>
        </a:p>
      </dgm:t>
    </dgm:pt>
    <dgm:pt modelId="{8587A51F-3A57-4823-9026-9C40A13CB11C}" type="parTrans" cxnId="{4FBFDD81-DA2E-4168-A4D5-432E87D06B0D}">
      <dgm:prSet/>
      <dgm:spPr/>
      <dgm:t>
        <a:bodyPr/>
        <a:lstStyle/>
        <a:p>
          <a:endParaRPr lang="en-US"/>
        </a:p>
      </dgm:t>
    </dgm:pt>
    <dgm:pt modelId="{77343E67-B307-480C-B1ED-FCE351C21E4A}" type="sibTrans" cxnId="{4FBFDD81-DA2E-4168-A4D5-432E87D06B0D}">
      <dgm:prSet/>
      <dgm:spPr/>
      <dgm:t>
        <a:bodyPr/>
        <a:lstStyle/>
        <a:p>
          <a:endParaRPr lang="en-US"/>
        </a:p>
      </dgm:t>
    </dgm:pt>
    <dgm:pt modelId="{EAE45CC1-7385-4D97-8D3D-C3FFB589DA47}">
      <dgm:prSet/>
      <dgm:spPr/>
      <dgm:t>
        <a:bodyPr/>
        <a:lstStyle/>
        <a:p>
          <a:r>
            <a:rPr lang="tr-TR"/>
            <a:t>Bir şehirde yaygınlaşan kablolu bir backhaul, o şehrin metropolitan alan ağına güç sağlamak için kullanılır. Dünyanın farklı yerlerinde çeşitli şehir çapında WiFi ağları hakkında bilgi sahibi olabilirsiniz.</a:t>
          </a:r>
          <a:endParaRPr lang="en-US"/>
        </a:p>
      </dgm:t>
    </dgm:pt>
    <dgm:pt modelId="{BD8DFF21-63A2-427D-A3A4-60F87D8BF843}" type="parTrans" cxnId="{71AB3BAC-03E0-47CC-B2CF-4BA910AAB7A3}">
      <dgm:prSet/>
      <dgm:spPr/>
      <dgm:t>
        <a:bodyPr/>
        <a:lstStyle/>
        <a:p>
          <a:endParaRPr lang="en-US"/>
        </a:p>
      </dgm:t>
    </dgm:pt>
    <dgm:pt modelId="{E753120A-ACC7-4BEE-A12F-35BFF20FD9CE}" type="sibTrans" cxnId="{71AB3BAC-03E0-47CC-B2CF-4BA910AAB7A3}">
      <dgm:prSet/>
      <dgm:spPr/>
      <dgm:t>
        <a:bodyPr/>
        <a:lstStyle/>
        <a:p>
          <a:endParaRPr lang="en-US"/>
        </a:p>
      </dgm:t>
    </dgm:pt>
    <dgm:pt modelId="{52BA9FB2-0B36-4FB2-A787-B5A8D1D236F6}" type="pres">
      <dgm:prSet presAssocID="{E1732544-4A9A-4FF4-B512-396E26079336}" presName="root" presStyleCnt="0">
        <dgm:presLayoutVars>
          <dgm:dir/>
          <dgm:resizeHandles val="exact"/>
        </dgm:presLayoutVars>
      </dgm:prSet>
      <dgm:spPr/>
    </dgm:pt>
    <dgm:pt modelId="{42ACCC44-FC9F-4FC5-86CB-77E15EFB0100}" type="pres">
      <dgm:prSet presAssocID="{C4E1E9C7-4DEE-4E26-8529-3F84C7581AE3}" presName="compNode" presStyleCnt="0"/>
      <dgm:spPr/>
    </dgm:pt>
    <dgm:pt modelId="{85C0FDCE-A215-478B-83B2-9B5C1E3EE6F6}" type="pres">
      <dgm:prSet presAssocID="{C4E1E9C7-4DEE-4E26-8529-3F84C7581AE3}" presName="bgRect" presStyleLbl="bgShp" presStyleIdx="0" presStyleCnt="2"/>
      <dgm:spPr/>
    </dgm:pt>
    <dgm:pt modelId="{4C62F728-DB29-4BF3-8FC4-BB01B6ACEBA9}" type="pres">
      <dgm:prSet presAssocID="{C4E1E9C7-4DEE-4E26-8529-3F84C7581AE3}"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ilgisayar"/>
        </a:ext>
      </dgm:extLst>
    </dgm:pt>
    <dgm:pt modelId="{33616D51-FED8-45A1-AE75-F05B531B7C58}" type="pres">
      <dgm:prSet presAssocID="{C4E1E9C7-4DEE-4E26-8529-3F84C7581AE3}" presName="spaceRect" presStyleCnt="0"/>
      <dgm:spPr/>
    </dgm:pt>
    <dgm:pt modelId="{CB27E8A7-8D69-4D04-AFD1-8D7788BD83BD}" type="pres">
      <dgm:prSet presAssocID="{C4E1E9C7-4DEE-4E26-8529-3F84C7581AE3}" presName="parTx" presStyleLbl="revTx" presStyleIdx="0" presStyleCnt="2">
        <dgm:presLayoutVars>
          <dgm:chMax val="0"/>
          <dgm:chPref val="0"/>
        </dgm:presLayoutVars>
      </dgm:prSet>
      <dgm:spPr/>
    </dgm:pt>
    <dgm:pt modelId="{66E305E7-4BF2-44E2-BFA4-D653620A3C54}" type="pres">
      <dgm:prSet presAssocID="{77343E67-B307-480C-B1ED-FCE351C21E4A}" presName="sibTrans" presStyleCnt="0"/>
      <dgm:spPr/>
    </dgm:pt>
    <dgm:pt modelId="{CC22F9EC-10DA-41AD-AF64-35E7D2B5BA0D}" type="pres">
      <dgm:prSet presAssocID="{EAE45CC1-7385-4D97-8D3D-C3FFB589DA47}" presName="compNode" presStyleCnt="0"/>
      <dgm:spPr/>
    </dgm:pt>
    <dgm:pt modelId="{C55BB9F7-A9AB-4326-A030-BA80496DF2C3}" type="pres">
      <dgm:prSet presAssocID="{EAE45CC1-7385-4D97-8D3D-C3FFB589DA47}" presName="bgRect" presStyleLbl="bgShp" presStyleIdx="1" presStyleCnt="2"/>
      <dgm:spPr/>
    </dgm:pt>
    <dgm:pt modelId="{695742FF-882B-4CDB-A291-C6D47AE2365E}" type="pres">
      <dgm:prSet presAssocID="{EAE45CC1-7385-4D97-8D3D-C3FFB589DA47}"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ağlı değil"/>
        </a:ext>
      </dgm:extLst>
    </dgm:pt>
    <dgm:pt modelId="{1B86C133-AA46-4FC4-98AD-DFC97B80CCD2}" type="pres">
      <dgm:prSet presAssocID="{EAE45CC1-7385-4D97-8D3D-C3FFB589DA47}" presName="spaceRect" presStyleCnt="0"/>
      <dgm:spPr/>
    </dgm:pt>
    <dgm:pt modelId="{DEAF5038-461F-4721-B964-2CB563E749D6}" type="pres">
      <dgm:prSet presAssocID="{EAE45CC1-7385-4D97-8D3D-C3FFB589DA47}" presName="parTx" presStyleLbl="revTx" presStyleIdx="1" presStyleCnt="2">
        <dgm:presLayoutVars>
          <dgm:chMax val="0"/>
          <dgm:chPref val="0"/>
        </dgm:presLayoutVars>
      </dgm:prSet>
      <dgm:spPr/>
    </dgm:pt>
  </dgm:ptLst>
  <dgm:cxnLst>
    <dgm:cxn modelId="{B77ADB18-694D-4648-875F-96D1587D2845}" type="presOf" srcId="{E1732544-4A9A-4FF4-B512-396E26079336}" destId="{52BA9FB2-0B36-4FB2-A787-B5A8D1D236F6}" srcOrd="0" destOrd="0" presId="urn:microsoft.com/office/officeart/2018/2/layout/IconVerticalSolidList"/>
    <dgm:cxn modelId="{C15FD66D-8FD7-4EB0-BE15-50304A36E3E0}" type="presOf" srcId="{EAE45CC1-7385-4D97-8D3D-C3FFB589DA47}" destId="{DEAF5038-461F-4721-B964-2CB563E749D6}" srcOrd="0" destOrd="0" presId="urn:microsoft.com/office/officeart/2018/2/layout/IconVerticalSolidList"/>
    <dgm:cxn modelId="{4FBFDD81-DA2E-4168-A4D5-432E87D06B0D}" srcId="{E1732544-4A9A-4FF4-B512-396E26079336}" destId="{C4E1E9C7-4DEE-4E26-8529-3F84C7581AE3}" srcOrd="0" destOrd="0" parTransId="{8587A51F-3A57-4823-9026-9C40A13CB11C}" sibTransId="{77343E67-B307-480C-B1ED-FCE351C21E4A}"/>
    <dgm:cxn modelId="{BCA93B82-66B7-423D-BDDD-FEDA76A383B7}" type="presOf" srcId="{C4E1E9C7-4DEE-4E26-8529-3F84C7581AE3}" destId="{CB27E8A7-8D69-4D04-AFD1-8D7788BD83BD}" srcOrd="0" destOrd="0" presId="urn:microsoft.com/office/officeart/2018/2/layout/IconVerticalSolidList"/>
    <dgm:cxn modelId="{71AB3BAC-03E0-47CC-B2CF-4BA910AAB7A3}" srcId="{E1732544-4A9A-4FF4-B512-396E26079336}" destId="{EAE45CC1-7385-4D97-8D3D-C3FFB589DA47}" srcOrd="1" destOrd="0" parTransId="{BD8DFF21-63A2-427D-A3A4-60F87D8BF843}" sibTransId="{E753120A-ACC7-4BEE-A12F-35BFF20FD9CE}"/>
    <dgm:cxn modelId="{CCE70D64-1AD0-40C8-9B21-5DA40656AAD5}" type="presParOf" srcId="{52BA9FB2-0B36-4FB2-A787-B5A8D1D236F6}" destId="{42ACCC44-FC9F-4FC5-86CB-77E15EFB0100}" srcOrd="0" destOrd="0" presId="urn:microsoft.com/office/officeart/2018/2/layout/IconVerticalSolidList"/>
    <dgm:cxn modelId="{18C10641-BF5B-4286-BECB-6F568932942E}" type="presParOf" srcId="{42ACCC44-FC9F-4FC5-86CB-77E15EFB0100}" destId="{85C0FDCE-A215-478B-83B2-9B5C1E3EE6F6}" srcOrd="0" destOrd="0" presId="urn:microsoft.com/office/officeart/2018/2/layout/IconVerticalSolidList"/>
    <dgm:cxn modelId="{330FAB67-7A21-4DB2-BAE7-E8FE74CE8901}" type="presParOf" srcId="{42ACCC44-FC9F-4FC5-86CB-77E15EFB0100}" destId="{4C62F728-DB29-4BF3-8FC4-BB01B6ACEBA9}" srcOrd="1" destOrd="0" presId="urn:microsoft.com/office/officeart/2018/2/layout/IconVerticalSolidList"/>
    <dgm:cxn modelId="{8C5DDCB0-067F-438B-87B2-D4863F7D994B}" type="presParOf" srcId="{42ACCC44-FC9F-4FC5-86CB-77E15EFB0100}" destId="{33616D51-FED8-45A1-AE75-F05B531B7C58}" srcOrd="2" destOrd="0" presId="urn:microsoft.com/office/officeart/2018/2/layout/IconVerticalSolidList"/>
    <dgm:cxn modelId="{372A5D9A-0579-4285-8112-4FF8523DBD3E}" type="presParOf" srcId="{42ACCC44-FC9F-4FC5-86CB-77E15EFB0100}" destId="{CB27E8A7-8D69-4D04-AFD1-8D7788BD83BD}" srcOrd="3" destOrd="0" presId="urn:microsoft.com/office/officeart/2018/2/layout/IconVerticalSolidList"/>
    <dgm:cxn modelId="{CA831842-68DA-4482-A64A-95CD71A25C52}" type="presParOf" srcId="{52BA9FB2-0B36-4FB2-A787-B5A8D1D236F6}" destId="{66E305E7-4BF2-44E2-BFA4-D653620A3C54}" srcOrd="1" destOrd="0" presId="urn:microsoft.com/office/officeart/2018/2/layout/IconVerticalSolidList"/>
    <dgm:cxn modelId="{36FB3352-93E2-4A0F-8FF2-521B535AF089}" type="presParOf" srcId="{52BA9FB2-0B36-4FB2-A787-B5A8D1D236F6}" destId="{CC22F9EC-10DA-41AD-AF64-35E7D2B5BA0D}" srcOrd="2" destOrd="0" presId="urn:microsoft.com/office/officeart/2018/2/layout/IconVerticalSolidList"/>
    <dgm:cxn modelId="{0187375F-4349-4DB5-A3A5-EA39B9D7983C}" type="presParOf" srcId="{CC22F9EC-10DA-41AD-AF64-35E7D2B5BA0D}" destId="{C55BB9F7-A9AB-4326-A030-BA80496DF2C3}" srcOrd="0" destOrd="0" presId="urn:microsoft.com/office/officeart/2018/2/layout/IconVerticalSolidList"/>
    <dgm:cxn modelId="{032E4C8F-938D-4869-979D-515CD3EB1E8C}" type="presParOf" srcId="{CC22F9EC-10DA-41AD-AF64-35E7D2B5BA0D}" destId="{695742FF-882B-4CDB-A291-C6D47AE2365E}" srcOrd="1" destOrd="0" presId="urn:microsoft.com/office/officeart/2018/2/layout/IconVerticalSolidList"/>
    <dgm:cxn modelId="{5799BC65-E74C-4905-8514-57A69BBCB2AA}" type="presParOf" srcId="{CC22F9EC-10DA-41AD-AF64-35E7D2B5BA0D}" destId="{1B86C133-AA46-4FC4-98AD-DFC97B80CCD2}" srcOrd="2" destOrd="0" presId="urn:microsoft.com/office/officeart/2018/2/layout/IconVerticalSolidList"/>
    <dgm:cxn modelId="{D6704EFB-7E3A-4FEE-B44F-9A93C3B1D27E}" type="presParOf" srcId="{CC22F9EC-10DA-41AD-AF64-35E7D2B5BA0D}" destId="{DEAF5038-461F-4721-B964-2CB563E749D6}"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8E4970A6-BE3A-47D1-95C2-DDC42C24F363}" type="doc">
      <dgm:prSet loTypeId="urn:microsoft.com/office/officeart/2008/layout/LinedList" loCatId="list" qsTypeId="urn:microsoft.com/office/officeart/2005/8/quickstyle/simple5" qsCatId="simple" csTypeId="urn:microsoft.com/office/officeart/2005/8/colors/accent2_2" csCatId="accent2" phldr="1"/>
      <dgm:spPr/>
      <dgm:t>
        <a:bodyPr/>
        <a:lstStyle/>
        <a:p>
          <a:endParaRPr lang="en-US"/>
        </a:p>
      </dgm:t>
    </dgm:pt>
    <dgm:pt modelId="{FE85E969-A2DB-49E6-B7A9-F4E441B1942C}">
      <dgm:prSet/>
      <dgm:spPr/>
      <dgm:t>
        <a:bodyPr/>
        <a:lstStyle/>
        <a:p>
          <a:pPr>
            <a:defRPr cap="all"/>
          </a:pPr>
          <a:r>
            <a:rPr lang="tr-TR"/>
            <a:t>WAN’ı, evlerimizde, ofislerimizde, şehirlerimizde, devletlerimizde ve ülkelerimizde bulduğumuz tüm küçük ağların üst kümesi olarak düşünebiliriz. Evinize yerleştirilen yönlendirici veya modem, WAN’a bağlanmak için kullanılan bir aygıttır. İnternet, aynı zamanda tüm dünyayı kapsayan bir WAN türüdür.</a:t>
          </a:r>
          <a:endParaRPr lang="en-US"/>
        </a:p>
      </dgm:t>
    </dgm:pt>
    <dgm:pt modelId="{676F8E62-6E4F-42D9-8A7B-645A58CC10DB}" type="parTrans" cxnId="{C29C2A77-820B-4658-A20F-43221BB40098}">
      <dgm:prSet/>
      <dgm:spPr/>
      <dgm:t>
        <a:bodyPr/>
        <a:lstStyle/>
        <a:p>
          <a:endParaRPr lang="en-US"/>
        </a:p>
      </dgm:t>
    </dgm:pt>
    <dgm:pt modelId="{5B71B3B1-DD7B-4F5E-81CB-97A0F3B585C8}" type="sibTrans" cxnId="{C29C2A77-820B-4658-A20F-43221BB40098}">
      <dgm:prSet/>
      <dgm:spPr/>
      <dgm:t>
        <a:bodyPr/>
        <a:lstStyle/>
        <a:p>
          <a:endParaRPr lang="en-US"/>
        </a:p>
      </dgm:t>
    </dgm:pt>
    <dgm:pt modelId="{6F0D9EF5-35B7-4591-B5C3-E17E9DACA7B5}">
      <dgm:prSet/>
      <dgm:spPr/>
      <dgm:t>
        <a:bodyPr/>
        <a:lstStyle/>
        <a:p>
          <a:pPr>
            <a:defRPr cap="all"/>
          </a:pPr>
          <a:r>
            <a:rPr lang="tr-TR"/>
            <a:t>İnternet’e bağlanmak için ADSL, 4G LTE, Fiber optik, kablo vb. Gibi çeşitli teknolojiler kullanılmaktadır. Ancak, bu teknolojilerin çoğunlukla sınırlandırmak max bir ülkeye. Kablolar küresel bağlanabilirlik kurmak için ülkeler ve kıtalar arasında atılır.</a:t>
          </a:r>
          <a:endParaRPr lang="en-US"/>
        </a:p>
      </dgm:t>
    </dgm:pt>
    <dgm:pt modelId="{CCC8DFA5-88B8-4CDA-949E-AFBB37BF2CA0}" type="parTrans" cxnId="{32BB5C28-C065-4974-BD8E-4EC23C6CCBA2}">
      <dgm:prSet/>
      <dgm:spPr/>
      <dgm:t>
        <a:bodyPr/>
        <a:lstStyle/>
        <a:p>
          <a:endParaRPr lang="en-US"/>
        </a:p>
      </dgm:t>
    </dgm:pt>
    <dgm:pt modelId="{01E254DE-7D48-445D-8AE1-A7393ADAE65F}" type="sibTrans" cxnId="{32BB5C28-C065-4974-BD8E-4EC23C6CCBA2}">
      <dgm:prSet/>
      <dgm:spPr/>
      <dgm:t>
        <a:bodyPr/>
        <a:lstStyle/>
        <a:p>
          <a:endParaRPr lang="en-US"/>
        </a:p>
      </dgm:t>
    </dgm:pt>
    <dgm:pt modelId="{6CC732D4-A05B-4D92-AB23-AA0C7214632D}" type="pres">
      <dgm:prSet presAssocID="{8E4970A6-BE3A-47D1-95C2-DDC42C24F363}" presName="vert0" presStyleCnt="0">
        <dgm:presLayoutVars>
          <dgm:dir/>
          <dgm:animOne val="branch"/>
          <dgm:animLvl val="lvl"/>
        </dgm:presLayoutVars>
      </dgm:prSet>
      <dgm:spPr/>
    </dgm:pt>
    <dgm:pt modelId="{DB8056DE-0EB8-44A1-9953-32085E69C6B6}" type="pres">
      <dgm:prSet presAssocID="{FE85E969-A2DB-49E6-B7A9-F4E441B1942C}" presName="thickLine" presStyleLbl="alignNode1" presStyleIdx="0" presStyleCnt="2"/>
      <dgm:spPr/>
    </dgm:pt>
    <dgm:pt modelId="{A546A62D-337A-494A-B58B-9FC7D7ED6AB5}" type="pres">
      <dgm:prSet presAssocID="{FE85E969-A2DB-49E6-B7A9-F4E441B1942C}" presName="horz1" presStyleCnt="0"/>
      <dgm:spPr/>
    </dgm:pt>
    <dgm:pt modelId="{74BB80A2-72CD-4540-A590-BD9C2FFDF494}" type="pres">
      <dgm:prSet presAssocID="{FE85E969-A2DB-49E6-B7A9-F4E441B1942C}" presName="tx1" presStyleLbl="revTx" presStyleIdx="0" presStyleCnt="2"/>
      <dgm:spPr/>
    </dgm:pt>
    <dgm:pt modelId="{89A496C5-C45A-4D81-9F96-F0B467C93FDB}" type="pres">
      <dgm:prSet presAssocID="{FE85E969-A2DB-49E6-B7A9-F4E441B1942C}" presName="vert1" presStyleCnt="0"/>
      <dgm:spPr/>
    </dgm:pt>
    <dgm:pt modelId="{0656CAB0-7972-4FAD-91AA-0F8528F0B784}" type="pres">
      <dgm:prSet presAssocID="{6F0D9EF5-35B7-4591-B5C3-E17E9DACA7B5}" presName="thickLine" presStyleLbl="alignNode1" presStyleIdx="1" presStyleCnt="2"/>
      <dgm:spPr/>
    </dgm:pt>
    <dgm:pt modelId="{CF115EEC-9DEC-433A-9933-09A71DC236C1}" type="pres">
      <dgm:prSet presAssocID="{6F0D9EF5-35B7-4591-B5C3-E17E9DACA7B5}" presName="horz1" presStyleCnt="0"/>
      <dgm:spPr/>
    </dgm:pt>
    <dgm:pt modelId="{642C8785-D396-483D-BFB6-FD5D0FF89E1F}" type="pres">
      <dgm:prSet presAssocID="{6F0D9EF5-35B7-4591-B5C3-E17E9DACA7B5}" presName="tx1" presStyleLbl="revTx" presStyleIdx="1" presStyleCnt="2"/>
      <dgm:spPr/>
    </dgm:pt>
    <dgm:pt modelId="{56E50315-B5CB-4410-9BE3-D2D309977EE8}" type="pres">
      <dgm:prSet presAssocID="{6F0D9EF5-35B7-4591-B5C3-E17E9DACA7B5}" presName="vert1" presStyleCnt="0"/>
      <dgm:spPr/>
    </dgm:pt>
  </dgm:ptLst>
  <dgm:cxnLst>
    <dgm:cxn modelId="{32BB5C28-C065-4974-BD8E-4EC23C6CCBA2}" srcId="{8E4970A6-BE3A-47D1-95C2-DDC42C24F363}" destId="{6F0D9EF5-35B7-4591-B5C3-E17E9DACA7B5}" srcOrd="1" destOrd="0" parTransId="{CCC8DFA5-88B8-4CDA-949E-AFBB37BF2CA0}" sibTransId="{01E254DE-7D48-445D-8AE1-A7393ADAE65F}"/>
    <dgm:cxn modelId="{C29C2A77-820B-4658-A20F-43221BB40098}" srcId="{8E4970A6-BE3A-47D1-95C2-DDC42C24F363}" destId="{FE85E969-A2DB-49E6-B7A9-F4E441B1942C}" srcOrd="0" destOrd="0" parTransId="{676F8E62-6E4F-42D9-8A7B-645A58CC10DB}" sibTransId="{5B71B3B1-DD7B-4F5E-81CB-97A0F3B585C8}"/>
    <dgm:cxn modelId="{97034485-DDFB-45F2-BDC5-C2F08D82CE95}" type="presOf" srcId="{6F0D9EF5-35B7-4591-B5C3-E17E9DACA7B5}" destId="{642C8785-D396-483D-BFB6-FD5D0FF89E1F}" srcOrd="0" destOrd="0" presId="urn:microsoft.com/office/officeart/2008/layout/LinedList"/>
    <dgm:cxn modelId="{31B3378D-6C42-45D9-8A55-2422A0D395C7}" type="presOf" srcId="{8E4970A6-BE3A-47D1-95C2-DDC42C24F363}" destId="{6CC732D4-A05B-4D92-AB23-AA0C7214632D}" srcOrd="0" destOrd="0" presId="urn:microsoft.com/office/officeart/2008/layout/LinedList"/>
    <dgm:cxn modelId="{61971BFE-BB98-4BAA-948F-073DFA63AF38}" type="presOf" srcId="{FE85E969-A2DB-49E6-B7A9-F4E441B1942C}" destId="{74BB80A2-72CD-4540-A590-BD9C2FFDF494}" srcOrd="0" destOrd="0" presId="urn:microsoft.com/office/officeart/2008/layout/LinedList"/>
    <dgm:cxn modelId="{60F94FAC-5749-4E9F-8BAA-497949538400}" type="presParOf" srcId="{6CC732D4-A05B-4D92-AB23-AA0C7214632D}" destId="{DB8056DE-0EB8-44A1-9953-32085E69C6B6}" srcOrd="0" destOrd="0" presId="urn:microsoft.com/office/officeart/2008/layout/LinedList"/>
    <dgm:cxn modelId="{C959AEAC-82F1-443D-924D-99EF357DD8D7}" type="presParOf" srcId="{6CC732D4-A05B-4D92-AB23-AA0C7214632D}" destId="{A546A62D-337A-494A-B58B-9FC7D7ED6AB5}" srcOrd="1" destOrd="0" presId="urn:microsoft.com/office/officeart/2008/layout/LinedList"/>
    <dgm:cxn modelId="{A4D2A100-9212-48FF-AF99-EC6F0E78FBAB}" type="presParOf" srcId="{A546A62D-337A-494A-B58B-9FC7D7ED6AB5}" destId="{74BB80A2-72CD-4540-A590-BD9C2FFDF494}" srcOrd="0" destOrd="0" presId="urn:microsoft.com/office/officeart/2008/layout/LinedList"/>
    <dgm:cxn modelId="{1158F482-396F-4392-88DB-163CF6280E72}" type="presParOf" srcId="{A546A62D-337A-494A-B58B-9FC7D7ED6AB5}" destId="{89A496C5-C45A-4D81-9F96-F0B467C93FDB}" srcOrd="1" destOrd="0" presId="urn:microsoft.com/office/officeart/2008/layout/LinedList"/>
    <dgm:cxn modelId="{9FE4D588-F1E2-48D2-9261-A4B719FFADB1}" type="presParOf" srcId="{6CC732D4-A05B-4D92-AB23-AA0C7214632D}" destId="{0656CAB0-7972-4FAD-91AA-0F8528F0B784}" srcOrd="2" destOrd="0" presId="urn:microsoft.com/office/officeart/2008/layout/LinedList"/>
    <dgm:cxn modelId="{7662853F-5426-44ED-8DED-2FF8912D825D}" type="presParOf" srcId="{6CC732D4-A05B-4D92-AB23-AA0C7214632D}" destId="{CF115EEC-9DEC-433A-9933-09A71DC236C1}" srcOrd="3" destOrd="0" presId="urn:microsoft.com/office/officeart/2008/layout/LinedList"/>
    <dgm:cxn modelId="{B09C7B26-8E3A-4C81-AFC6-80A972FE16C2}" type="presParOf" srcId="{CF115EEC-9DEC-433A-9933-09A71DC236C1}" destId="{642C8785-D396-483D-BFB6-FD5D0FF89E1F}" srcOrd="0" destOrd="0" presId="urn:microsoft.com/office/officeart/2008/layout/LinedList"/>
    <dgm:cxn modelId="{583E6821-AEA4-42A6-93D7-5A358DB83002}" type="presParOf" srcId="{CF115EEC-9DEC-433A-9933-09A71DC236C1}" destId="{56E50315-B5CB-4410-9BE3-D2D309977EE8}" srcOrd="1" destOrd="0" presId="urn:microsoft.com/office/officeart/2008/layout/Lin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A802FC3B-E176-4CBF-A882-DD59F6C8605B}" type="doc">
      <dgm:prSet loTypeId="urn:microsoft.com/office/officeart/2005/8/layout/process4" loCatId="process" qsTypeId="urn:microsoft.com/office/officeart/2005/8/quickstyle/simple2" qsCatId="simple" csTypeId="urn:microsoft.com/office/officeart/2005/8/colors/accent2_2" csCatId="accent2" phldr="1"/>
      <dgm:spPr/>
      <dgm:t>
        <a:bodyPr/>
        <a:lstStyle/>
        <a:p>
          <a:endParaRPr lang="en-US"/>
        </a:p>
      </dgm:t>
    </dgm:pt>
    <dgm:pt modelId="{3146025F-7B0F-4298-B426-08A36716D8B0}">
      <dgm:prSet/>
      <dgm:spPr/>
      <dgm:t>
        <a:bodyPr/>
        <a:lstStyle/>
        <a:p>
          <a:r>
            <a:rPr lang="tr-TR"/>
            <a:t>Halka ağı topolojisinde ortada bir bilgisayar yoktur. Bilgisayarlar, bir halka oluşturacak şekilde yan yana dizilmişlerdir.</a:t>
          </a:r>
          <a:endParaRPr lang="en-US"/>
        </a:p>
      </dgm:t>
    </dgm:pt>
    <dgm:pt modelId="{266A52D8-5735-4C6B-9D16-FAA8977AD20D}" type="parTrans" cxnId="{BEE4A6BF-790F-4BF0-99C2-01FD057D73AF}">
      <dgm:prSet/>
      <dgm:spPr/>
      <dgm:t>
        <a:bodyPr/>
        <a:lstStyle/>
        <a:p>
          <a:endParaRPr lang="en-US"/>
        </a:p>
      </dgm:t>
    </dgm:pt>
    <dgm:pt modelId="{5FA1C72F-3177-46E0-841E-2A68E1A8C19B}" type="sibTrans" cxnId="{BEE4A6BF-790F-4BF0-99C2-01FD057D73AF}">
      <dgm:prSet/>
      <dgm:spPr/>
      <dgm:t>
        <a:bodyPr/>
        <a:lstStyle/>
        <a:p>
          <a:endParaRPr lang="en-US"/>
        </a:p>
      </dgm:t>
    </dgm:pt>
    <dgm:pt modelId="{ABD2F1F3-F171-4EA9-97AD-AE298152EBC6}">
      <dgm:prSet/>
      <dgm:spPr/>
      <dgm:t>
        <a:bodyPr/>
        <a:lstStyle/>
        <a:p>
          <a:r>
            <a:rPr lang="tr-TR"/>
            <a:t>Herbir öğe iki yandaki komşusuyla doğrudan bağlantı içindedir. </a:t>
          </a:r>
          <a:endParaRPr lang="en-US"/>
        </a:p>
      </dgm:t>
    </dgm:pt>
    <dgm:pt modelId="{C7F4965F-8DA1-4618-825D-67051FCF30E2}" type="parTrans" cxnId="{1A281DB4-A8F7-45B3-960E-9C5B8B0E3E9A}">
      <dgm:prSet/>
      <dgm:spPr/>
      <dgm:t>
        <a:bodyPr/>
        <a:lstStyle/>
        <a:p>
          <a:endParaRPr lang="en-US"/>
        </a:p>
      </dgm:t>
    </dgm:pt>
    <dgm:pt modelId="{D675F665-6A02-4353-A984-E3D1766D8960}" type="sibTrans" cxnId="{1A281DB4-A8F7-45B3-960E-9C5B8B0E3E9A}">
      <dgm:prSet/>
      <dgm:spPr/>
      <dgm:t>
        <a:bodyPr/>
        <a:lstStyle/>
        <a:p>
          <a:endParaRPr lang="en-US"/>
        </a:p>
      </dgm:t>
    </dgm:pt>
    <dgm:pt modelId="{7C26D5C6-CCFA-4A97-9542-8D9AD1BF13D3}" type="pres">
      <dgm:prSet presAssocID="{A802FC3B-E176-4CBF-A882-DD59F6C8605B}" presName="Name0" presStyleCnt="0">
        <dgm:presLayoutVars>
          <dgm:dir/>
          <dgm:animLvl val="lvl"/>
          <dgm:resizeHandles val="exact"/>
        </dgm:presLayoutVars>
      </dgm:prSet>
      <dgm:spPr/>
    </dgm:pt>
    <dgm:pt modelId="{E18BF060-2B28-4707-BFCA-797A5D53D322}" type="pres">
      <dgm:prSet presAssocID="{ABD2F1F3-F171-4EA9-97AD-AE298152EBC6}" presName="boxAndChildren" presStyleCnt="0"/>
      <dgm:spPr/>
    </dgm:pt>
    <dgm:pt modelId="{E2923C65-5586-4F4E-986B-0D3A9D0D347F}" type="pres">
      <dgm:prSet presAssocID="{ABD2F1F3-F171-4EA9-97AD-AE298152EBC6}" presName="parentTextBox" presStyleLbl="node1" presStyleIdx="0" presStyleCnt="2"/>
      <dgm:spPr/>
    </dgm:pt>
    <dgm:pt modelId="{A7292FE0-9C99-4467-966A-32E731D2652D}" type="pres">
      <dgm:prSet presAssocID="{5FA1C72F-3177-46E0-841E-2A68E1A8C19B}" presName="sp" presStyleCnt="0"/>
      <dgm:spPr/>
    </dgm:pt>
    <dgm:pt modelId="{2D9DE3B5-A68A-4AF0-9072-302700310B14}" type="pres">
      <dgm:prSet presAssocID="{3146025F-7B0F-4298-B426-08A36716D8B0}" presName="arrowAndChildren" presStyleCnt="0"/>
      <dgm:spPr/>
    </dgm:pt>
    <dgm:pt modelId="{41C3190E-7DEB-4530-9840-07A889568AE9}" type="pres">
      <dgm:prSet presAssocID="{3146025F-7B0F-4298-B426-08A36716D8B0}" presName="parentTextArrow" presStyleLbl="node1" presStyleIdx="1" presStyleCnt="2"/>
      <dgm:spPr/>
    </dgm:pt>
  </dgm:ptLst>
  <dgm:cxnLst>
    <dgm:cxn modelId="{54145068-C266-4D22-B5F8-276FCCC3C4C0}" type="presOf" srcId="{3146025F-7B0F-4298-B426-08A36716D8B0}" destId="{41C3190E-7DEB-4530-9840-07A889568AE9}" srcOrd="0" destOrd="0" presId="urn:microsoft.com/office/officeart/2005/8/layout/process4"/>
    <dgm:cxn modelId="{4016B37A-8C55-40C6-A624-826D1FC1BA2F}" type="presOf" srcId="{A802FC3B-E176-4CBF-A882-DD59F6C8605B}" destId="{7C26D5C6-CCFA-4A97-9542-8D9AD1BF13D3}" srcOrd="0" destOrd="0" presId="urn:microsoft.com/office/officeart/2005/8/layout/process4"/>
    <dgm:cxn modelId="{1A281DB4-A8F7-45B3-960E-9C5B8B0E3E9A}" srcId="{A802FC3B-E176-4CBF-A882-DD59F6C8605B}" destId="{ABD2F1F3-F171-4EA9-97AD-AE298152EBC6}" srcOrd="1" destOrd="0" parTransId="{C7F4965F-8DA1-4618-825D-67051FCF30E2}" sibTransId="{D675F665-6A02-4353-A984-E3D1766D8960}"/>
    <dgm:cxn modelId="{035601B6-EE51-4303-A88F-20973B1D0B5F}" type="presOf" srcId="{ABD2F1F3-F171-4EA9-97AD-AE298152EBC6}" destId="{E2923C65-5586-4F4E-986B-0D3A9D0D347F}" srcOrd="0" destOrd="0" presId="urn:microsoft.com/office/officeart/2005/8/layout/process4"/>
    <dgm:cxn modelId="{BEE4A6BF-790F-4BF0-99C2-01FD057D73AF}" srcId="{A802FC3B-E176-4CBF-A882-DD59F6C8605B}" destId="{3146025F-7B0F-4298-B426-08A36716D8B0}" srcOrd="0" destOrd="0" parTransId="{266A52D8-5735-4C6B-9D16-FAA8977AD20D}" sibTransId="{5FA1C72F-3177-46E0-841E-2A68E1A8C19B}"/>
    <dgm:cxn modelId="{11879870-BE5F-408D-9E08-B4FD56DC5277}" type="presParOf" srcId="{7C26D5C6-CCFA-4A97-9542-8D9AD1BF13D3}" destId="{E18BF060-2B28-4707-BFCA-797A5D53D322}" srcOrd="0" destOrd="0" presId="urn:microsoft.com/office/officeart/2005/8/layout/process4"/>
    <dgm:cxn modelId="{B8901AA4-F5A4-49B3-B435-89FB56C446EA}" type="presParOf" srcId="{E18BF060-2B28-4707-BFCA-797A5D53D322}" destId="{E2923C65-5586-4F4E-986B-0D3A9D0D347F}" srcOrd="0" destOrd="0" presId="urn:microsoft.com/office/officeart/2005/8/layout/process4"/>
    <dgm:cxn modelId="{AAA8E4BD-DCB7-4AA5-89B5-32DD7287FB75}" type="presParOf" srcId="{7C26D5C6-CCFA-4A97-9542-8D9AD1BF13D3}" destId="{A7292FE0-9C99-4467-966A-32E731D2652D}" srcOrd="1" destOrd="0" presId="urn:microsoft.com/office/officeart/2005/8/layout/process4"/>
    <dgm:cxn modelId="{8CF82A2F-B22A-45E0-AFD4-6418E49285DA}" type="presParOf" srcId="{7C26D5C6-CCFA-4A97-9542-8D9AD1BF13D3}" destId="{2D9DE3B5-A68A-4AF0-9072-302700310B14}" srcOrd="2" destOrd="0" presId="urn:microsoft.com/office/officeart/2005/8/layout/process4"/>
    <dgm:cxn modelId="{BBCBF71C-9EC7-431E-B356-16AAFF2870A4}" type="presParOf" srcId="{2D9DE3B5-A68A-4AF0-9072-302700310B14}" destId="{41C3190E-7DEB-4530-9840-07A889568AE9}" srcOrd="0" destOrd="0" presId="urn:microsoft.com/office/officeart/2005/8/layout/process4"/>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D12567EC-D111-43F8-9BA8-6138B796ED7A}" type="doc">
      <dgm:prSet loTypeId="urn:microsoft.com/office/officeart/2005/8/layout/vProcess5" loCatId="process" qsTypeId="urn:microsoft.com/office/officeart/2005/8/quickstyle/simple1" qsCatId="simple" csTypeId="urn:microsoft.com/office/officeart/2005/8/colors/accent4_2" csCatId="accent4"/>
      <dgm:spPr/>
      <dgm:t>
        <a:bodyPr/>
        <a:lstStyle/>
        <a:p>
          <a:endParaRPr lang="en-US"/>
        </a:p>
      </dgm:t>
    </dgm:pt>
    <dgm:pt modelId="{4354652D-31C6-4809-9753-2053DA6244A2}">
      <dgm:prSet/>
      <dgm:spPr/>
      <dgm:t>
        <a:bodyPr/>
        <a:lstStyle/>
        <a:p>
          <a:r>
            <a:rPr lang="tr-TR"/>
            <a:t>Herbir öğe ağ üzerinde bulunan diğer öğelerin tamamına ya da bir kısmına doğrudan bağlıdır.</a:t>
          </a:r>
          <a:endParaRPr lang="en-US"/>
        </a:p>
      </dgm:t>
    </dgm:pt>
    <dgm:pt modelId="{2589007C-6C24-49FB-B208-BD3E60E25A0A}" type="parTrans" cxnId="{C22C6F7D-232F-4D3E-9D8E-C7D419E42DBF}">
      <dgm:prSet/>
      <dgm:spPr/>
      <dgm:t>
        <a:bodyPr/>
        <a:lstStyle/>
        <a:p>
          <a:endParaRPr lang="en-US"/>
        </a:p>
      </dgm:t>
    </dgm:pt>
    <dgm:pt modelId="{6CC7571F-3F9F-4690-B8E9-A312E59E7BD4}" type="sibTrans" cxnId="{C22C6F7D-232F-4D3E-9D8E-C7D419E42DBF}">
      <dgm:prSet/>
      <dgm:spPr/>
      <dgm:t>
        <a:bodyPr/>
        <a:lstStyle/>
        <a:p>
          <a:endParaRPr lang="en-US"/>
        </a:p>
      </dgm:t>
    </dgm:pt>
    <dgm:pt modelId="{77CEE29E-5B09-4215-9897-8616AC9FFD8C}">
      <dgm:prSet/>
      <dgm:spPr/>
      <dgm:t>
        <a:bodyPr/>
        <a:lstStyle/>
        <a:p>
          <a:r>
            <a:rPr lang="tr-TR"/>
            <a:t>Gerçek Mesh topolojide tüm düğümler ağ içerisinde birbirine bağlıdır.</a:t>
          </a:r>
          <a:endParaRPr lang="en-US"/>
        </a:p>
      </dgm:t>
    </dgm:pt>
    <dgm:pt modelId="{3489E666-C6D4-4877-83BA-F3E2B8A4F255}" type="parTrans" cxnId="{EB57AA8C-64C6-4C3B-AE0D-63A9678F89A1}">
      <dgm:prSet/>
      <dgm:spPr/>
      <dgm:t>
        <a:bodyPr/>
        <a:lstStyle/>
        <a:p>
          <a:endParaRPr lang="en-US"/>
        </a:p>
      </dgm:t>
    </dgm:pt>
    <dgm:pt modelId="{CBB48050-E5A5-4F21-BCE0-8D07C8427AFB}" type="sibTrans" cxnId="{EB57AA8C-64C6-4C3B-AE0D-63A9678F89A1}">
      <dgm:prSet/>
      <dgm:spPr/>
      <dgm:t>
        <a:bodyPr/>
        <a:lstStyle/>
        <a:p>
          <a:endParaRPr lang="en-US"/>
        </a:p>
      </dgm:t>
    </dgm:pt>
    <dgm:pt modelId="{F464C8CB-3FFC-4D8C-8C66-BC8C5EC22AC1}">
      <dgm:prSet/>
      <dgm:spPr/>
      <dgm:t>
        <a:bodyPr/>
        <a:lstStyle/>
        <a:p>
          <a:r>
            <a:rPr lang="tr-TR"/>
            <a:t>LAN’da kullanıldığında tüm düğümlerin birbirine mutlaka bağlı olması gerekmez.</a:t>
          </a:r>
          <a:endParaRPr lang="en-US"/>
        </a:p>
      </dgm:t>
    </dgm:pt>
    <dgm:pt modelId="{8EA50E11-8D0B-4A22-B5D3-AA1CC9C8DAB4}" type="parTrans" cxnId="{DE66FBF1-0AA4-4EA4-B336-1BC8A4F41871}">
      <dgm:prSet/>
      <dgm:spPr/>
      <dgm:t>
        <a:bodyPr/>
        <a:lstStyle/>
        <a:p>
          <a:endParaRPr lang="en-US"/>
        </a:p>
      </dgm:t>
    </dgm:pt>
    <dgm:pt modelId="{92EA0115-A6DB-46AA-B530-40A266CA7706}" type="sibTrans" cxnId="{DE66FBF1-0AA4-4EA4-B336-1BC8A4F41871}">
      <dgm:prSet/>
      <dgm:spPr/>
      <dgm:t>
        <a:bodyPr/>
        <a:lstStyle/>
        <a:p>
          <a:endParaRPr lang="en-US"/>
        </a:p>
      </dgm:t>
    </dgm:pt>
    <dgm:pt modelId="{41009D82-6C11-4BF0-AE28-6EA85F6BAB31}" type="pres">
      <dgm:prSet presAssocID="{D12567EC-D111-43F8-9BA8-6138B796ED7A}" presName="outerComposite" presStyleCnt="0">
        <dgm:presLayoutVars>
          <dgm:chMax val="5"/>
          <dgm:dir/>
          <dgm:resizeHandles val="exact"/>
        </dgm:presLayoutVars>
      </dgm:prSet>
      <dgm:spPr/>
    </dgm:pt>
    <dgm:pt modelId="{9A8F49DF-FB63-4FD3-B74E-BFE84A3BB50E}" type="pres">
      <dgm:prSet presAssocID="{D12567EC-D111-43F8-9BA8-6138B796ED7A}" presName="dummyMaxCanvas" presStyleCnt="0">
        <dgm:presLayoutVars/>
      </dgm:prSet>
      <dgm:spPr/>
    </dgm:pt>
    <dgm:pt modelId="{FC4B157D-EC29-4964-89B7-6535B95E6E1D}" type="pres">
      <dgm:prSet presAssocID="{D12567EC-D111-43F8-9BA8-6138B796ED7A}" presName="ThreeNodes_1" presStyleLbl="node1" presStyleIdx="0" presStyleCnt="3">
        <dgm:presLayoutVars>
          <dgm:bulletEnabled val="1"/>
        </dgm:presLayoutVars>
      </dgm:prSet>
      <dgm:spPr/>
    </dgm:pt>
    <dgm:pt modelId="{1F45C5F5-164E-48DF-8F68-5BAC38FD5BFA}" type="pres">
      <dgm:prSet presAssocID="{D12567EC-D111-43F8-9BA8-6138B796ED7A}" presName="ThreeNodes_2" presStyleLbl="node1" presStyleIdx="1" presStyleCnt="3">
        <dgm:presLayoutVars>
          <dgm:bulletEnabled val="1"/>
        </dgm:presLayoutVars>
      </dgm:prSet>
      <dgm:spPr/>
    </dgm:pt>
    <dgm:pt modelId="{61B375BF-5BE8-4B96-8390-54C79919827E}" type="pres">
      <dgm:prSet presAssocID="{D12567EC-D111-43F8-9BA8-6138B796ED7A}" presName="ThreeNodes_3" presStyleLbl="node1" presStyleIdx="2" presStyleCnt="3">
        <dgm:presLayoutVars>
          <dgm:bulletEnabled val="1"/>
        </dgm:presLayoutVars>
      </dgm:prSet>
      <dgm:spPr/>
    </dgm:pt>
    <dgm:pt modelId="{4B48B8A3-02E3-47A5-A0F5-AB73E6C70A35}" type="pres">
      <dgm:prSet presAssocID="{D12567EC-D111-43F8-9BA8-6138B796ED7A}" presName="ThreeConn_1-2" presStyleLbl="fgAccFollowNode1" presStyleIdx="0" presStyleCnt="2">
        <dgm:presLayoutVars>
          <dgm:bulletEnabled val="1"/>
        </dgm:presLayoutVars>
      </dgm:prSet>
      <dgm:spPr/>
    </dgm:pt>
    <dgm:pt modelId="{0CEB9E97-702D-499D-8CEA-5C8CF47FFE95}" type="pres">
      <dgm:prSet presAssocID="{D12567EC-D111-43F8-9BA8-6138B796ED7A}" presName="ThreeConn_2-3" presStyleLbl="fgAccFollowNode1" presStyleIdx="1" presStyleCnt="2">
        <dgm:presLayoutVars>
          <dgm:bulletEnabled val="1"/>
        </dgm:presLayoutVars>
      </dgm:prSet>
      <dgm:spPr/>
    </dgm:pt>
    <dgm:pt modelId="{1C046E9B-E96B-4906-A488-56925949F152}" type="pres">
      <dgm:prSet presAssocID="{D12567EC-D111-43F8-9BA8-6138B796ED7A}" presName="ThreeNodes_1_text" presStyleLbl="node1" presStyleIdx="2" presStyleCnt="3">
        <dgm:presLayoutVars>
          <dgm:bulletEnabled val="1"/>
        </dgm:presLayoutVars>
      </dgm:prSet>
      <dgm:spPr/>
    </dgm:pt>
    <dgm:pt modelId="{6EA424DA-7E5E-4805-A606-2F4B2E5A4653}" type="pres">
      <dgm:prSet presAssocID="{D12567EC-D111-43F8-9BA8-6138B796ED7A}" presName="ThreeNodes_2_text" presStyleLbl="node1" presStyleIdx="2" presStyleCnt="3">
        <dgm:presLayoutVars>
          <dgm:bulletEnabled val="1"/>
        </dgm:presLayoutVars>
      </dgm:prSet>
      <dgm:spPr/>
    </dgm:pt>
    <dgm:pt modelId="{5988B127-E822-4118-81EB-8D386C78CA5C}" type="pres">
      <dgm:prSet presAssocID="{D12567EC-D111-43F8-9BA8-6138B796ED7A}" presName="ThreeNodes_3_text" presStyleLbl="node1" presStyleIdx="2" presStyleCnt="3">
        <dgm:presLayoutVars>
          <dgm:bulletEnabled val="1"/>
        </dgm:presLayoutVars>
      </dgm:prSet>
      <dgm:spPr/>
    </dgm:pt>
  </dgm:ptLst>
  <dgm:cxnLst>
    <dgm:cxn modelId="{91136B0A-5FD3-4E32-B17B-92A8484F315B}" type="presOf" srcId="{F464C8CB-3FFC-4D8C-8C66-BC8C5EC22AC1}" destId="{5988B127-E822-4118-81EB-8D386C78CA5C}" srcOrd="1" destOrd="0" presId="urn:microsoft.com/office/officeart/2005/8/layout/vProcess5"/>
    <dgm:cxn modelId="{D11E8B17-EF26-4E76-8599-31EE2FD5FE5F}" type="presOf" srcId="{4354652D-31C6-4809-9753-2053DA6244A2}" destId="{1C046E9B-E96B-4906-A488-56925949F152}" srcOrd="1" destOrd="0" presId="urn:microsoft.com/office/officeart/2005/8/layout/vProcess5"/>
    <dgm:cxn modelId="{4B1D8B3E-DE6B-45B9-92B8-0C6B20D94BFB}" type="presOf" srcId="{CBB48050-E5A5-4F21-BCE0-8D07C8427AFB}" destId="{0CEB9E97-702D-499D-8CEA-5C8CF47FFE95}" srcOrd="0" destOrd="0" presId="urn:microsoft.com/office/officeart/2005/8/layout/vProcess5"/>
    <dgm:cxn modelId="{250A9162-57D8-4435-9460-61FF2090B4F1}" type="presOf" srcId="{F464C8CB-3FFC-4D8C-8C66-BC8C5EC22AC1}" destId="{61B375BF-5BE8-4B96-8390-54C79919827E}" srcOrd="0" destOrd="0" presId="urn:microsoft.com/office/officeart/2005/8/layout/vProcess5"/>
    <dgm:cxn modelId="{3F2D944A-CA4F-444D-B251-CF99415FB670}" type="presOf" srcId="{4354652D-31C6-4809-9753-2053DA6244A2}" destId="{FC4B157D-EC29-4964-89B7-6535B95E6E1D}" srcOrd="0" destOrd="0" presId="urn:microsoft.com/office/officeart/2005/8/layout/vProcess5"/>
    <dgm:cxn modelId="{B03BE959-7FCF-4B01-928A-3FB4B75C276E}" type="presOf" srcId="{77CEE29E-5B09-4215-9897-8616AC9FFD8C}" destId="{1F45C5F5-164E-48DF-8F68-5BAC38FD5BFA}" srcOrd="0" destOrd="0" presId="urn:microsoft.com/office/officeart/2005/8/layout/vProcess5"/>
    <dgm:cxn modelId="{C22C6F7D-232F-4D3E-9D8E-C7D419E42DBF}" srcId="{D12567EC-D111-43F8-9BA8-6138B796ED7A}" destId="{4354652D-31C6-4809-9753-2053DA6244A2}" srcOrd="0" destOrd="0" parTransId="{2589007C-6C24-49FB-B208-BD3E60E25A0A}" sibTransId="{6CC7571F-3F9F-4690-B8E9-A312E59E7BD4}"/>
    <dgm:cxn modelId="{55BD6881-18B9-4D8A-AC40-13BFFDFCBD1D}" type="presOf" srcId="{77CEE29E-5B09-4215-9897-8616AC9FFD8C}" destId="{6EA424DA-7E5E-4805-A606-2F4B2E5A4653}" srcOrd="1" destOrd="0" presId="urn:microsoft.com/office/officeart/2005/8/layout/vProcess5"/>
    <dgm:cxn modelId="{EB57AA8C-64C6-4C3B-AE0D-63A9678F89A1}" srcId="{D12567EC-D111-43F8-9BA8-6138B796ED7A}" destId="{77CEE29E-5B09-4215-9897-8616AC9FFD8C}" srcOrd="1" destOrd="0" parTransId="{3489E666-C6D4-4877-83BA-F3E2B8A4F255}" sibTransId="{CBB48050-E5A5-4F21-BCE0-8D07C8427AFB}"/>
    <dgm:cxn modelId="{F6FD85A0-08E3-4DED-9160-B133A2A75F54}" type="presOf" srcId="{D12567EC-D111-43F8-9BA8-6138B796ED7A}" destId="{41009D82-6C11-4BF0-AE28-6EA85F6BAB31}" srcOrd="0" destOrd="0" presId="urn:microsoft.com/office/officeart/2005/8/layout/vProcess5"/>
    <dgm:cxn modelId="{AEA654D0-B471-4FF2-8002-42E1ABAEB573}" type="presOf" srcId="{6CC7571F-3F9F-4690-B8E9-A312E59E7BD4}" destId="{4B48B8A3-02E3-47A5-A0F5-AB73E6C70A35}" srcOrd="0" destOrd="0" presId="urn:microsoft.com/office/officeart/2005/8/layout/vProcess5"/>
    <dgm:cxn modelId="{DE66FBF1-0AA4-4EA4-B336-1BC8A4F41871}" srcId="{D12567EC-D111-43F8-9BA8-6138B796ED7A}" destId="{F464C8CB-3FFC-4D8C-8C66-BC8C5EC22AC1}" srcOrd="2" destOrd="0" parTransId="{8EA50E11-8D0B-4A22-B5D3-AA1CC9C8DAB4}" sibTransId="{92EA0115-A6DB-46AA-B530-40A266CA7706}"/>
    <dgm:cxn modelId="{4A42A5AD-D929-4B2C-872A-FE850AB36A15}" type="presParOf" srcId="{41009D82-6C11-4BF0-AE28-6EA85F6BAB31}" destId="{9A8F49DF-FB63-4FD3-B74E-BFE84A3BB50E}" srcOrd="0" destOrd="0" presId="urn:microsoft.com/office/officeart/2005/8/layout/vProcess5"/>
    <dgm:cxn modelId="{94AFFB85-FBAA-45BC-AD91-9B08E61E7631}" type="presParOf" srcId="{41009D82-6C11-4BF0-AE28-6EA85F6BAB31}" destId="{FC4B157D-EC29-4964-89B7-6535B95E6E1D}" srcOrd="1" destOrd="0" presId="urn:microsoft.com/office/officeart/2005/8/layout/vProcess5"/>
    <dgm:cxn modelId="{6DC3E1D8-2DAC-46BB-985A-811E823CA4B6}" type="presParOf" srcId="{41009D82-6C11-4BF0-AE28-6EA85F6BAB31}" destId="{1F45C5F5-164E-48DF-8F68-5BAC38FD5BFA}" srcOrd="2" destOrd="0" presId="urn:microsoft.com/office/officeart/2005/8/layout/vProcess5"/>
    <dgm:cxn modelId="{71A1314B-BD97-4277-8840-E3E5C09ED63B}" type="presParOf" srcId="{41009D82-6C11-4BF0-AE28-6EA85F6BAB31}" destId="{61B375BF-5BE8-4B96-8390-54C79919827E}" srcOrd="3" destOrd="0" presId="urn:microsoft.com/office/officeart/2005/8/layout/vProcess5"/>
    <dgm:cxn modelId="{E69AA5D8-1F87-4D31-9598-478B8471856F}" type="presParOf" srcId="{41009D82-6C11-4BF0-AE28-6EA85F6BAB31}" destId="{4B48B8A3-02E3-47A5-A0F5-AB73E6C70A35}" srcOrd="4" destOrd="0" presId="urn:microsoft.com/office/officeart/2005/8/layout/vProcess5"/>
    <dgm:cxn modelId="{34BA5615-DB18-47A8-A0D8-671282B4BADA}" type="presParOf" srcId="{41009D82-6C11-4BF0-AE28-6EA85F6BAB31}" destId="{0CEB9E97-702D-499D-8CEA-5C8CF47FFE95}" srcOrd="5" destOrd="0" presId="urn:microsoft.com/office/officeart/2005/8/layout/vProcess5"/>
    <dgm:cxn modelId="{0C8C7F7F-5FFA-4C62-A527-2DA3E6C7E7F0}" type="presParOf" srcId="{41009D82-6C11-4BF0-AE28-6EA85F6BAB31}" destId="{1C046E9B-E96B-4906-A488-56925949F152}" srcOrd="6" destOrd="0" presId="urn:microsoft.com/office/officeart/2005/8/layout/vProcess5"/>
    <dgm:cxn modelId="{22131033-6215-43CA-82F8-E49C94637CA2}" type="presParOf" srcId="{41009D82-6C11-4BF0-AE28-6EA85F6BAB31}" destId="{6EA424DA-7E5E-4805-A606-2F4B2E5A4653}" srcOrd="7" destOrd="0" presId="urn:microsoft.com/office/officeart/2005/8/layout/vProcess5"/>
    <dgm:cxn modelId="{A3C9623F-AFBF-4D23-9F78-AF4A283FC14F}" type="presParOf" srcId="{41009D82-6C11-4BF0-AE28-6EA85F6BAB31}" destId="{5988B127-E822-4118-81EB-8D386C78CA5C}" srcOrd="8" destOrd="0" presId="urn:microsoft.com/office/officeart/2005/8/layout/vProcess5"/>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E72AF5FC-3F6F-456B-B4C4-AAA7654C17C7}" type="doc">
      <dgm:prSet loTypeId="urn:microsoft.com/office/officeart/2005/8/layout/vList2" loCatId="list" qsTypeId="urn:microsoft.com/office/officeart/2005/8/quickstyle/simple4" qsCatId="simple" csTypeId="urn:microsoft.com/office/officeart/2005/8/colors/colorful2" csCatId="colorful" phldr="1"/>
      <dgm:spPr/>
      <dgm:t>
        <a:bodyPr/>
        <a:lstStyle/>
        <a:p>
          <a:endParaRPr lang="en-US"/>
        </a:p>
      </dgm:t>
    </dgm:pt>
    <dgm:pt modelId="{6AFBABF5-172C-49A7-8FE8-A7B315830F94}">
      <dgm:prSet/>
      <dgm:spPr/>
      <dgm:t>
        <a:bodyPr/>
        <a:lstStyle/>
        <a:p>
          <a:r>
            <a:rPr lang="tr-TR"/>
            <a:t>Farklı bilgisayarların ve standartların gelişmesi ile sorunların ortaya çıkması nedeniyle</a:t>
          </a:r>
          <a:endParaRPr lang="en-US"/>
        </a:p>
      </dgm:t>
    </dgm:pt>
    <dgm:pt modelId="{C1C80B72-25E5-4132-A034-C2D77A4C1685}" type="parTrans" cxnId="{730110F1-90C3-4348-8E9D-071E8453D209}">
      <dgm:prSet/>
      <dgm:spPr/>
      <dgm:t>
        <a:bodyPr/>
        <a:lstStyle/>
        <a:p>
          <a:endParaRPr lang="en-US"/>
        </a:p>
      </dgm:t>
    </dgm:pt>
    <dgm:pt modelId="{3378BA73-5A30-419D-92CE-3868AF501A0C}" type="sibTrans" cxnId="{730110F1-90C3-4348-8E9D-071E8453D209}">
      <dgm:prSet/>
      <dgm:spPr/>
      <dgm:t>
        <a:bodyPr/>
        <a:lstStyle/>
        <a:p>
          <a:endParaRPr lang="en-US"/>
        </a:p>
      </dgm:t>
    </dgm:pt>
    <dgm:pt modelId="{AEAFEBFE-9D3D-4B79-9ED0-120D82CD45E0}">
      <dgm:prSet/>
      <dgm:spPr/>
      <dgm:t>
        <a:bodyPr/>
        <a:lstStyle/>
        <a:p>
          <a:r>
            <a:rPr lang="tr-TR"/>
            <a:t>ISO(International Organization for Standardization),OSI(Open Systems Interconnection)modelini 1984’te geliştirdi. </a:t>
          </a:r>
          <a:endParaRPr lang="en-US"/>
        </a:p>
      </dgm:t>
    </dgm:pt>
    <dgm:pt modelId="{D93438FC-BFDD-44F5-9833-E0D5C7740C63}" type="parTrans" cxnId="{7C6A10F0-CD05-4253-92C2-639031CEEA99}">
      <dgm:prSet/>
      <dgm:spPr/>
      <dgm:t>
        <a:bodyPr/>
        <a:lstStyle/>
        <a:p>
          <a:endParaRPr lang="en-US"/>
        </a:p>
      </dgm:t>
    </dgm:pt>
    <dgm:pt modelId="{5BD97E3E-3877-44B5-A176-BC67602E9760}" type="sibTrans" cxnId="{7C6A10F0-CD05-4253-92C2-639031CEEA99}">
      <dgm:prSet/>
      <dgm:spPr/>
      <dgm:t>
        <a:bodyPr/>
        <a:lstStyle/>
        <a:p>
          <a:endParaRPr lang="en-US"/>
        </a:p>
      </dgm:t>
    </dgm:pt>
    <dgm:pt modelId="{40D7F670-13F8-4088-9FA3-3F9B5706C3AE}">
      <dgm:prSet/>
      <dgm:spPr/>
      <dgm:t>
        <a:bodyPr/>
        <a:lstStyle/>
        <a:p>
          <a:r>
            <a:rPr lang="tr-TR"/>
            <a:t>7 Katmandan oluşmakta ve karmaşıklığı azaltmak ve standartlar geliştirmek amacıyla geliştirilmiştir.</a:t>
          </a:r>
          <a:endParaRPr lang="en-US"/>
        </a:p>
      </dgm:t>
    </dgm:pt>
    <dgm:pt modelId="{CBC0D3CC-8F03-4AA6-9CD2-2C060301318A}" type="parTrans" cxnId="{A0413628-0C50-4B47-A593-CEDE952A62F5}">
      <dgm:prSet/>
      <dgm:spPr/>
      <dgm:t>
        <a:bodyPr/>
        <a:lstStyle/>
        <a:p>
          <a:endParaRPr lang="en-US"/>
        </a:p>
      </dgm:t>
    </dgm:pt>
    <dgm:pt modelId="{28E709B9-4BF2-4FC6-BEB6-725A09F66D6D}" type="sibTrans" cxnId="{A0413628-0C50-4B47-A593-CEDE952A62F5}">
      <dgm:prSet/>
      <dgm:spPr/>
      <dgm:t>
        <a:bodyPr/>
        <a:lstStyle/>
        <a:p>
          <a:endParaRPr lang="en-US"/>
        </a:p>
      </dgm:t>
    </dgm:pt>
    <dgm:pt modelId="{14AC10E9-3015-4CC7-86C2-44F75F6FFD5E}" type="pres">
      <dgm:prSet presAssocID="{E72AF5FC-3F6F-456B-B4C4-AAA7654C17C7}" presName="linear" presStyleCnt="0">
        <dgm:presLayoutVars>
          <dgm:animLvl val="lvl"/>
          <dgm:resizeHandles val="exact"/>
        </dgm:presLayoutVars>
      </dgm:prSet>
      <dgm:spPr/>
    </dgm:pt>
    <dgm:pt modelId="{68A036CF-56D9-45F8-A3F5-9EAE50264199}" type="pres">
      <dgm:prSet presAssocID="{6AFBABF5-172C-49A7-8FE8-A7B315830F94}" presName="parentText" presStyleLbl="node1" presStyleIdx="0" presStyleCnt="3">
        <dgm:presLayoutVars>
          <dgm:chMax val="0"/>
          <dgm:bulletEnabled val="1"/>
        </dgm:presLayoutVars>
      </dgm:prSet>
      <dgm:spPr/>
    </dgm:pt>
    <dgm:pt modelId="{54C7AC1F-4E91-444C-9382-DB8601BBEF69}" type="pres">
      <dgm:prSet presAssocID="{3378BA73-5A30-419D-92CE-3868AF501A0C}" presName="spacer" presStyleCnt="0"/>
      <dgm:spPr/>
    </dgm:pt>
    <dgm:pt modelId="{7E4A268F-BF4C-49D3-AF32-C873F96526F5}" type="pres">
      <dgm:prSet presAssocID="{AEAFEBFE-9D3D-4B79-9ED0-120D82CD45E0}" presName="parentText" presStyleLbl="node1" presStyleIdx="1" presStyleCnt="3">
        <dgm:presLayoutVars>
          <dgm:chMax val="0"/>
          <dgm:bulletEnabled val="1"/>
        </dgm:presLayoutVars>
      </dgm:prSet>
      <dgm:spPr/>
    </dgm:pt>
    <dgm:pt modelId="{3594AE8C-83C9-4D2F-A37C-AD56E0975DCD}" type="pres">
      <dgm:prSet presAssocID="{5BD97E3E-3877-44B5-A176-BC67602E9760}" presName="spacer" presStyleCnt="0"/>
      <dgm:spPr/>
    </dgm:pt>
    <dgm:pt modelId="{20CB063D-D0F7-4A42-AC62-B9478E8B0E82}" type="pres">
      <dgm:prSet presAssocID="{40D7F670-13F8-4088-9FA3-3F9B5706C3AE}" presName="parentText" presStyleLbl="node1" presStyleIdx="2" presStyleCnt="3">
        <dgm:presLayoutVars>
          <dgm:chMax val="0"/>
          <dgm:bulletEnabled val="1"/>
        </dgm:presLayoutVars>
      </dgm:prSet>
      <dgm:spPr/>
    </dgm:pt>
  </dgm:ptLst>
  <dgm:cxnLst>
    <dgm:cxn modelId="{A0413628-0C50-4B47-A593-CEDE952A62F5}" srcId="{E72AF5FC-3F6F-456B-B4C4-AAA7654C17C7}" destId="{40D7F670-13F8-4088-9FA3-3F9B5706C3AE}" srcOrd="2" destOrd="0" parTransId="{CBC0D3CC-8F03-4AA6-9CD2-2C060301318A}" sibTransId="{28E709B9-4BF2-4FC6-BEB6-725A09F66D6D}"/>
    <dgm:cxn modelId="{26E3594B-E429-4495-9B7A-84E8E10374B8}" type="presOf" srcId="{E72AF5FC-3F6F-456B-B4C4-AAA7654C17C7}" destId="{14AC10E9-3015-4CC7-86C2-44F75F6FFD5E}" srcOrd="0" destOrd="0" presId="urn:microsoft.com/office/officeart/2005/8/layout/vList2"/>
    <dgm:cxn modelId="{CAEC17A2-7C1C-4346-92A8-DDA4CCC1E9C6}" type="presOf" srcId="{6AFBABF5-172C-49A7-8FE8-A7B315830F94}" destId="{68A036CF-56D9-45F8-A3F5-9EAE50264199}" srcOrd="0" destOrd="0" presId="urn:microsoft.com/office/officeart/2005/8/layout/vList2"/>
    <dgm:cxn modelId="{C2ABF6AB-C5B5-4EEB-8399-051260D3E150}" type="presOf" srcId="{AEAFEBFE-9D3D-4B79-9ED0-120D82CD45E0}" destId="{7E4A268F-BF4C-49D3-AF32-C873F96526F5}" srcOrd="0" destOrd="0" presId="urn:microsoft.com/office/officeart/2005/8/layout/vList2"/>
    <dgm:cxn modelId="{7C6A10F0-CD05-4253-92C2-639031CEEA99}" srcId="{E72AF5FC-3F6F-456B-B4C4-AAA7654C17C7}" destId="{AEAFEBFE-9D3D-4B79-9ED0-120D82CD45E0}" srcOrd="1" destOrd="0" parTransId="{D93438FC-BFDD-44F5-9833-E0D5C7740C63}" sibTransId="{5BD97E3E-3877-44B5-A176-BC67602E9760}"/>
    <dgm:cxn modelId="{730110F1-90C3-4348-8E9D-071E8453D209}" srcId="{E72AF5FC-3F6F-456B-B4C4-AAA7654C17C7}" destId="{6AFBABF5-172C-49A7-8FE8-A7B315830F94}" srcOrd="0" destOrd="0" parTransId="{C1C80B72-25E5-4132-A034-C2D77A4C1685}" sibTransId="{3378BA73-5A30-419D-92CE-3868AF501A0C}"/>
    <dgm:cxn modelId="{D40D3CF7-9B99-483E-820E-A4A3E9FAD61B}" type="presOf" srcId="{40D7F670-13F8-4088-9FA3-3F9B5706C3AE}" destId="{20CB063D-D0F7-4A42-AC62-B9478E8B0E82}" srcOrd="0" destOrd="0" presId="urn:microsoft.com/office/officeart/2005/8/layout/vList2"/>
    <dgm:cxn modelId="{2473C2D3-5549-4EAD-B238-E98A486985A5}" type="presParOf" srcId="{14AC10E9-3015-4CC7-86C2-44F75F6FFD5E}" destId="{68A036CF-56D9-45F8-A3F5-9EAE50264199}" srcOrd="0" destOrd="0" presId="urn:microsoft.com/office/officeart/2005/8/layout/vList2"/>
    <dgm:cxn modelId="{46E5C5B2-9D64-4F32-8E3F-342564B10D0A}" type="presParOf" srcId="{14AC10E9-3015-4CC7-86C2-44F75F6FFD5E}" destId="{54C7AC1F-4E91-444C-9382-DB8601BBEF69}" srcOrd="1" destOrd="0" presId="urn:microsoft.com/office/officeart/2005/8/layout/vList2"/>
    <dgm:cxn modelId="{E256A28B-3783-4CF7-B544-815991FF9E93}" type="presParOf" srcId="{14AC10E9-3015-4CC7-86C2-44F75F6FFD5E}" destId="{7E4A268F-BF4C-49D3-AF32-C873F96526F5}" srcOrd="2" destOrd="0" presId="urn:microsoft.com/office/officeart/2005/8/layout/vList2"/>
    <dgm:cxn modelId="{8A2AB4EF-AE13-46FD-8ADF-0B31C3401150}" type="presParOf" srcId="{14AC10E9-3015-4CC7-86C2-44F75F6FFD5E}" destId="{3594AE8C-83C9-4D2F-A37C-AD56E0975DCD}" srcOrd="3" destOrd="0" presId="urn:microsoft.com/office/officeart/2005/8/layout/vList2"/>
    <dgm:cxn modelId="{EB698885-6E18-4723-9D2C-9897F0579552}" type="presParOf" srcId="{14AC10E9-3015-4CC7-86C2-44F75F6FFD5E}" destId="{20CB063D-D0F7-4A42-AC62-B9478E8B0E82}"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8F0AF978-53D6-4222-BA3E-498EEC74E649}" type="doc">
      <dgm:prSet loTypeId="urn:microsoft.com/office/officeart/2008/layout/LinedList" loCatId="list" qsTypeId="urn:microsoft.com/office/officeart/2005/8/quickstyle/simple5" qsCatId="simple" csTypeId="urn:microsoft.com/office/officeart/2005/8/colors/accent3_2" csCatId="accent3" phldr="1"/>
      <dgm:spPr/>
      <dgm:t>
        <a:bodyPr/>
        <a:lstStyle/>
        <a:p>
          <a:endParaRPr lang="en-US"/>
        </a:p>
      </dgm:t>
    </dgm:pt>
    <dgm:pt modelId="{EE1C9C7A-FA79-4B8C-A05B-129BDB9F5C63}">
      <dgm:prSet/>
      <dgm:spPr/>
      <dgm:t>
        <a:bodyPr/>
        <a:lstStyle/>
        <a:p>
          <a:r>
            <a:rPr lang="tr-TR">
              <a:solidFill>
                <a:schemeClr val="bg1"/>
              </a:solidFill>
            </a:rPr>
            <a:t>1) Fiziksel katman: verilerin fiziksel olarak gönderilip alındığı katmandır.</a:t>
          </a:r>
          <a:endParaRPr lang="en-US">
            <a:solidFill>
              <a:schemeClr val="bg1"/>
            </a:solidFill>
          </a:endParaRPr>
        </a:p>
      </dgm:t>
    </dgm:pt>
    <dgm:pt modelId="{076686AD-1BD8-41D2-9222-F9C1975E6961}" type="parTrans" cxnId="{3C0F145E-1907-48F3-8568-EEC41E1EF195}">
      <dgm:prSet/>
      <dgm:spPr/>
      <dgm:t>
        <a:bodyPr/>
        <a:lstStyle/>
        <a:p>
          <a:endParaRPr lang="en-US"/>
        </a:p>
      </dgm:t>
    </dgm:pt>
    <dgm:pt modelId="{574CC791-3AF5-4101-A2DD-FB82EFEC542B}" type="sibTrans" cxnId="{3C0F145E-1907-48F3-8568-EEC41E1EF195}">
      <dgm:prSet/>
      <dgm:spPr/>
      <dgm:t>
        <a:bodyPr/>
        <a:lstStyle/>
        <a:p>
          <a:endParaRPr lang="en-US"/>
        </a:p>
      </dgm:t>
    </dgm:pt>
    <dgm:pt modelId="{46287C70-EEEC-45C5-B860-38D9738E55BF}">
      <dgm:prSet/>
      <dgm:spPr/>
      <dgm:t>
        <a:bodyPr/>
        <a:lstStyle/>
        <a:p>
          <a:r>
            <a:rPr lang="tr-TR">
              <a:solidFill>
                <a:schemeClr val="bg1"/>
              </a:solidFill>
            </a:rPr>
            <a:t>2) Veri bağı: aldığı veri paketlerine hata kontrol bitlerini ekleyerek çerçeve halinde fiziksel katmana iletme işinin yapıldığı katmandır.</a:t>
          </a:r>
          <a:endParaRPr lang="en-US">
            <a:solidFill>
              <a:schemeClr val="bg1"/>
            </a:solidFill>
          </a:endParaRPr>
        </a:p>
      </dgm:t>
    </dgm:pt>
    <dgm:pt modelId="{F0A7DB2B-77E7-48F8-99E0-A84BA9C6D8F0}" type="parTrans" cxnId="{A5E4F56B-8527-4D99-BCE3-DED81345E0B6}">
      <dgm:prSet/>
      <dgm:spPr/>
      <dgm:t>
        <a:bodyPr/>
        <a:lstStyle/>
        <a:p>
          <a:endParaRPr lang="en-US"/>
        </a:p>
      </dgm:t>
    </dgm:pt>
    <dgm:pt modelId="{C89ACF96-B200-4B67-8CA4-760962083794}" type="sibTrans" cxnId="{A5E4F56B-8527-4D99-BCE3-DED81345E0B6}">
      <dgm:prSet/>
      <dgm:spPr/>
      <dgm:t>
        <a:bodyPr/>
        <a:lstStyle/>
        <a:p>
          <a:endParaRPr lang="en-US"/>
        </a:p>
      </dgm:t>
    </dgm:pt>
    <dgm:pt modelId="{E0779ADA-4E17-40F8-A899-D05034110082}">
      <dgm:prSet/>
      <dgm:spPr/>
      <dgm:t>
        <a:bodyPr/>
        <a:lstStyle/>
        <a:p>
          <a:r>
            <a:rPr lang="tr-TR">
              <a:solidFill>
                <a:schemeClr val="bg1"/>
              </a:solidFill>
            </a:rPr>
            <a:t>3) Ağ: veri paketlerinin ağ adreslerini kullanarak bu paketleri uygun ağlara yönlendirme işinin yapıldığı katmandır. Yönlendirici(Router) bu katmanda bulunur.</a:t>
          </a:r>
          <a:endParaRPr lang="en-US">
            <a:solidFill>
              <a:schemeClr val="bg1"/>
            </a:solidFill>
          </a:endParaRPr>
        </a:p>
      </dgm:t>
    </dgm:pt>
    <dgm:pt modelId="{96FCAE6D-E434-41E5-9908-966EB6C7D378}" type="parTrans" cxnId="{E2836116-945A-4C61-8FB4-9959E859280B}">
      <dgm:prSet/>
      <dgm:spPr/>
      <dgm:t>
        <a:bodyPr/>
        <a:lstStyle/>
        <a:p>
          <a:endParaRPr lang="en-US"/>
        </a:p>
      </dgm:t>
    </dgm:pt>
    <dgm:pt modelId="{F2C223A5-723E-40D8-A48B-0299C1CE8248}" type="sibTrans" cxnId="{E2836116-945A-4C61-8FB4-9959E859280B}">
      <dgm:prSet/>
      <dgm:spPr/>
      <dgm:t>
        <a:bodyPr/>
        <a:lstStyle/>
        <a:p>
          <a:endParaRPr lang="en-US"/>
        </a:p>
      </dgm:t>
    </dgm:pt>
    <dgm:pt modelId="{D0DB02DD-A979-473F-B31D-AB75DA01B06C}" type="pres">
      <dgm:prSet presAssocID="{8F0AF978-53D6-4222-BA3E-498EEC74E649}" presName="vert0" presStyleCnt="0">
        <dgm:presLayoutVars>
          <dgm:dir/>
          <dgm:animOne val="branch"/>
          <dgm:animLvl val="lvl"/>
        </dgm:presLayoutVars>
      </dgm:prSet>
      <dgm:spPr/>
    </dgm:pt>
    <dgm:pt modelId="{647079C4-C381-488B-9AC4-D718EE43985A}" type="pres">
      <dgm:prSet presAssocID="{EE1C9C7A-FA79-4B8C-A05B-129BDB9F5C63}" presName="thickLine" presStyleLbl="alignNode1" presStyleIdx="0" presStyleCnt="3"/>
      <dgm:spPr/>
    </dgm:pt>
    <dgm:pt modelId="{9D14889D-760E-4A95-8238-92A46D62C138}" type="pres">
      <dgm:prSet presAssocID="{EE1C9C7A-FA79-4B8C-A05B-129BDB9F5C63}" presName="horz1" presStyleCnt="0"/>
      <dgm:spPr/>
    </dgm:pt>
    <dgm:pt modelId="{D60F60B9-BBCC-465C-A835-CE90AEF864EF}" type="pres">
      <dgm:prSet presAssocID="{EE1C9C7A-FA79-4B8C-A05B-129BDB9F5C63}" presName="tx1" presStyleLbl="revTx" presStyleIdx="0" presStyleCnt="3"/>
      <dgm:spPr/>
    </dgm:pt>
    <dgm:pt modelId="{08BE3CE7-0E4E-4457-9A14-95CB0C0D0FE4}" type="pres">
      <dgm:prSet presAssocID="{EE1C9C7A-FA79-4B8C-A05B-129BDB9F5C63}" presName="vert1" presStyleCnt="0"/>
      <dgm:spPr/>
    </dgm:pt>
    <dgm:pt modelId="{A2AB9941-6A2A-4984-9EE8-C5E212EBF86D}" type="pres">
      <dgm:prSet presAssocID="{46287C70-EEEC-45C5-B860-38D9738E55BF}" presName="thickLine" presStyleLbl="alignNode1" presStyleIdx="1" presStyleCnt="3"/>
      <dgm:spPr/>
    </dgm:pt>
    <dgm:pt modelId="{BBCEDCA2-EB9C-4038-BDFA-AEDECA07E19C}" type="pres">
      <dgm:prSet presAssocID="{46287C70-EEEC-45C5-B860-38D9738E55BF}" presName="horz1" presStyleCnt="0"/>
      <dgm:spPr/>
    </dgm:pt>
    <dgm:pt modelId="{BB6A2207-B110-44E1-BB09-50CF3507281B}" type="pres">
      <dgm:prSet presAssocID="{46287C70-EEEC-45C5-B860-38D9738E55BF}" presName="tx1" presStyleLbl="revTx" presStyleIdx="1" presStyleCnt="3"/>
      <dgm:spPr/>
    </dgm:pt>
    <dgm:pt modelId="{B2BB23A5-1932-40D8-AE43-2A3C9DA94F33}" type="pres">
      <dgm:prSet presAssocID="{46287C70-EEEC-45C5-B860-38D9738E55BF}" presName="vert1" presStyleCnt="0"/>
      <dgm:spPr/>
    </dgm:pt>
    <dgm:pt modelId="{EE2E4BB1-AC2B-4255-AA7C-2ADBA0FEBE2B}" type="pres">
      <dgm:prSet presAssocID="{E0779ADA-4E17-40F8-A899-D05034110082}" presName="thickLine" presStyleLbl="alignNode1" presStyleIdx="2" presStyleCnt="3"/>
      <dgm:spPr/>
    </dgm:pt>
    <dgm:pt modelId="{1A942562-EB7C-4551-964D-82F0045FB28C}" type="pres">
      <dgm:prSet presAssocID="{E0779ADA-4E17-40F8-A899-D05034110082}" presName="horz1" presStyleCnt="0"/>
      <dgm:spPr/>
    </dgm:pt>
    <dgm:pt modelId="{28B9060F-300D-449C-821B-BB27CE42CC9F}" type="pres">
      <dgm:prSet presAssocID="{E0779ADA-4E17-40F8-A899-D05034110082}" presName="tx1" presStyleLbl="revTx" presStyleIdx="2" presStyleCnt="3"/>
      <dgm:spPr/>
    </dgm:pt>
    <dgm:pt modelId="{B066057E-2442-4A7F-BD2B-93085805ABED}" type="pres">
      <dgm:prSet presAssocID="{E0779ADA-4E17-40F8-A899-D05034110082}" presName="vert1" presStyleCnt="0"/>
      <dgm:spPr/>
    </dgm:pt>
  </dgm:ptLst>
  <dgm:cxnLst>
    <dgm:cxn modelId="{C0CCB103-B2B4-4EA4-8471-253F7C0FF99F}" type="presOf" srcId="{E0779ADA-4E17-40F8-A899-D05034110082}" destId="{28B9060F-300D-449C-821B-BB27CE42CC9F}" srcOrd="0" destOrd="0" presId="urn:microsoft.com/office/officeart/2008/layout/LinedList"/>
    <dgm:cxn modelId="{E2836116-945A-4C61-8FB4-9959E859280B}" srcId="{8F0AF978-53D6-4222-BA3E-498EEC74E649}" destId="{E0779ADA-4E17-40F8-A899-D05034110082}" srcOrd="2" destOrd="0" parTransId="{96FCAE6D-E434-41E5-9908-966EB6C7D378}" sibTransId="{F2C223A5-723E-40D8-A48B-0299C1CE8248}"/>
    <dgm:cxn modelId="{3C0F145E-1907-48F3-8568-EEC41E1EF195}" srcId="{8F0AF978-53D6-4222-BA3E-498EEC74E649}" destId="{EE1C9C7A-FA79-4B8C-A05B-129BDB9F5C63}" srcOrd="0" destOrd="0" parTransId="{076686AD-1BD8-41D2-9222-F9C1975E6961}" sibTransId="{574CC791-3AF5-4101-A2DD-FB82EFEC542B}"/>
    <dgm:cxn modelId="{A5E4F56B-8527-4D99-BCE3-DED81345E0B6}" srcId="{8F0AF978-53D6-4222-BA3E-498EEC74E649}" destId="{46287C70-EEEC-45C5-B860-38D9738E55BF}" srcOrd="1" destOrd="0" parTransId="{F0A7DB2B-77E7-48F8-99E0-A84BA9C6D8F0}" sibTransId="{C89ACF96-B200-4B67-8CA4-760962083794}"/>
    <dgm:cxn modelId="{5BA0EEA2-AC1B-4EF1-BAE4-BB800AA2645E}" type="presOf" srcId="{8F0AF978-53D6-4222-BA3E-498EEC74E649}" destId="{D0DB02DD-A979-473F-B31D-AB75DA01B06C}" srcOrd="0" destOrd="0" presId="urn:microsoft.com/office/officeart/2008/layout/LinedList"/>
    <dgm:cxn modelId="{ACD5E5AD-C6F0-491F-90FC-9D2221E8F091}" type="presOf" srcId="{EE1C9C7A-FA79-4B8C-A05B-129BDB9F5C63}" destId="{D60F60B9-BBCC-465C-A835-CE90AEF864EF}" srcOrd="0" destOrd="0" presId="urn:microsoft.com/office/officeart/2008/layout/LinedList"/>
    <dgm:cxn modelId="{4E0C0BB1-83AA-41A9-9C7D-5953B73F656B}" type="presOf" srcId="{46287C70-EEEC-45C5-B860-38D9738E55BF}" destId="{BB6A2207-B110-44E1-BB09-50CF3507281B}" srcOrd="0" destOrd="0" presId="urn:microsoft.com/office/officeart/2008/layout/LinedList"/>
    <dgm:cxn modelId="{8C0028D5-374E-444B-8CEC-202AC9E5B6D7}" type="presParOf" srcId="{D0DB02DD-A979-473F-B31D-AB75DA01B06C}" destId="{647079C4-C381-488B-9AC4-D718EE43985A}" srcOrd="0" destOrd="0" presId="urn:microsoft.com/office/officeart/2008/layout/LinedList"/>
    <dgm:cxn modelId="{8E90E07C-24EE-42D2-9C43-7DF3E8A73FC6}" type="presParOf" srcId="{D0DB02DD-A979-473F-B31D-AB75DA01B06C}" destId="{9D14889D-760E-4A95-8238-92A46D62C138}" srcOrd="1" destOrd="0" presId="urn:microsoft.com/office/officeart/2008/layout/LinedList"/>
    <dgm:cxn modelId="{2007701B-5ABF-4018-95D9-E1F408DB3DA3}" type="presParOf" srcId="{9D14889D-760E-4A95-8238-92A46D62C138}" destId="{D60F60B9-BBCC-465C-A835-CE90AEF864EF}" srcOrd="0" destOrd="0" presId="urn:microsoft.com/office/officeart/2008/layout/LinedList"/>
    <dgm:cxn modelId="{D5269A92-C350-44A7-8062-C683290DD0B8}" type="presParOf" srcId="{9D14889D-760E-4A95-8238-92A46D62C138}" destId="{08BE3CE7-0E4E-4457-9A14-95CB0C0D0FE4}" srcOrd="1" destOrd="0" presId="urn:microsoft.com/office/officeart/2008/layout/LinedList"/>
    <dgm:cxn modelId="{7646E15A-38BB-41EF-9FEF-D31E557542B6}" type="presParOf" srcId="{D0DB02DD-A979-473F-B31D-AB75DA01B06C}" destId="{A2AB9941-6A2A-4984-9EE8-C5E212EBF86D}" srcOrd="2" destOrd="0" presId="urn:microsoft.com/office/officeart/2008/layout/LinedList"/>
    <dgm:cxn modelId="{1D553E2F-A5BC-4D49-9A3F-9AAC5B60ABE7}" type="presParOf" srcId="{D0DB02DD-A979-473F-B31D-AB75DA01B06C}" destId="{BBCEDCA2-EB9C-4038-BDFA-AEDECA07E19C}" srcOrd="3" destOrd="0" presId="urn:microsoft.com/office/officeart/2008/layout/LinedList"/>
    <dgm:cxn modelId="{5F6D51E1-6416-4BB4-924E-E7787DFBC210}" type="presParOf" srcId="{BBCEDCA2-EB9C-4038-BDFA-AEDECA07E19C}" destId="{BB6A2207-B110-44E1-BB09-50CF3507281B}" srcOrd="0" destOrd="0" presId="urn:microsoft.com/office/officeart/2008/layout/LinedList"/>
    <dgm:cxn modelId="{51FF605F-D7DA-4DCF-91BC-269338FB40E9}" type="presParOf" srcId="{BBCEDCA2-EB9C-4038-BDFA-AEDECA07E19C}" destId="{B2BB23A5-1932-40D8-AE43-2A3C9DA94F33}" srcOrd="1" destOrd="0" presId="urn:microsoft.com/office/officeart/2008/layout/LinedList"/>
    <dgm:cxn modelId="{1ADE7125-E5D0-49F8-8DE0-5CB7692B43DE}" type="presParOf" srcId="{D0DB02DD-A979-473F-B31D-AB75DA01B06C}" destId="{EE2E4BB1-AC2B-4255-AA7C-2ADBA0FEBE2B}" srcOrd="4" destOrd="0" presId="urn:microsoft.com/office/officeart/2008/layout/LinedList"/>
    <dgm:cxn modelId="{AAEB29E1-EC2B-495D-AFC2-A66021678AA4}" type="presParOf" srcId="{D0DB02DD-A979-473F-B31D-AB75DA01B06C}" destId="{1A942562-EB7C-4551-964D-82F0045FB28C}" srcOrd="5" destOrd="0" presId="urn:microsoft.com/office/officeart/2008/layout/LinedList"/>
    <dgm:cxn modelId="{93FB6921-617B-4F3A-802B-02B2ED2F03CD}" type="presParOf" srcId="{1A942562-EB7C-4551-964D-82F0045FB28C}" destId="{28B9060F-300D-449C-821B-BB27CE42CC9F}" srcOrd="0" destOrd="0" presId="urn:microsoft.com/office/officeart/2008/layout/LinedList"/>
    <dgm:cxn modelId="{83904443-C82D-452A-BDDD-F67F763D5A87}" type="presParOf" srcId="{1A942562-EB7C-4551-964D-82F0045FB28C}" destId="{B066057E-2442-4A7F-BD2B-93085805ABED}"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3BE4345-9402-4E9A-ACB0-515FA7634514}">
      <dsp:nvSpPr>
        <dsp:cNvPr id="0" name=""/>
        <dsp:cNvSpPr/>
      </dsp:nvSpPr>
      <dsp:spPr>
        <a:xfrm>
          <a:off x="0" y="252599"/>
          <a:ext cx="2493105" cy="1638000"/>
        </a:xfrm>
        <a:prstGeom prst="roundRect">
          <a:avLst/>
        </a:prstGeom>
        <a:solidFill>
          <a:schemeClr val="accent2">
            <a:hueOff val="0"/>
            <a:satOff val="0"/>
            <a:lumOff val="0"/>
            <a:alphaOff val="0"/>
          </a:schemeClr>
        </a:solidFill>
        <a:ln w="28575"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None/>
          </a:pPr>
          <a:r>
            <a:rPr lang="tr-TR" sz="1000" b="1" kern="1200"/>
            <a:t>Ağ</a:t>
          </a:r>
          <a:r>
            <a:rPr lang="tr-TR" sz="1000" kern="1200"/>
            <a:t>, küçük bir alan içerisindeki, uzak mesafelerdeki bilgisayarların veya iletişim cihazlarının iletişim hatları aracılığıyla birbirine bağlandığı, dolayısıyla bilgi ve sistem kaynaklarının farklı kullanıcılar tarafından paylaşıldığı, bir yerden başka bir yere veri aktarımının mümkün olduğu iletişim sistemi olarak tanımlanmaktadır.  </a:t>
          </a:r>
          <a:endParaRPr lang="en-US" sz="1000" kern="1200"/>
        </a:p>
      </dsp:txBody>
      <dsp:txXfrm>
        <a:off x="79961" y="332560"/>
        <a:ext cx="2333183" cy="1478078"/>
      </dsp:txXfrm>
    </dsp:sp>
    <dsp:sp modelId="{779357E0-6B27-4D51-B0E2-4A83F059CBD4}">
      <dsp:nvSpPr>
        <dsp:cNvPr id="0" name=""/>
        <dsp:cNvSpPr/>
      </dsp:nvSpPr>
      <dsp:spPr>
        <a:xfrm>
          <a:off x="0" y="1919399"/>
          <a:ext cx="2493105" cy="1638000"/>
        </a:xfrm>
        <a:prstGeom prst="roundRect">
          <a:avLst/>
        </a:prstGeom>
        <a:solidFill>
          <a:schemeClr val="accent2">
            <a:hueOff val="1354814"/>
            <a:satOff val="-6632"/>
            <a:lumOff val="3725"/>
            <a:alphaOff val="0"/>
          </a:schemeClr>
        </a:solidFill>
        <a:ln w="28575"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None/>
          </a:pPr>
          <a:r>
            <a:rPr lang="tr-TR" sz="1000" kern="1200"/>
            <a:t>En çok bilinen ve en büyük </a:t>
          </a:r>
          <a:r>
            <a:rPr lang="tr-TR" sz="1000" b="1" kern="1200"/>
            <a:t>bilgisayar ağı</a:t>
          </a:r>
          <a:r>
            <a:rPr lang="tr-TR" sz="1000" kern="1200"/>
            <a:t>, İnternettir.</a:t>
          </a:r>
          <a:endParaRPr lang="en-US" sz="1000" kern="1200"/>
        </a:p>
      </dsp:txBody>
      <dsp:txXfrm>
        <a:off x="79961" y="1999360"/>
        <a:ext cx="2333183" cy="147807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7416297-D96E-4233-B713-5087CC101649}">
      <dsp:nvSpPr>
        <dsp:cNvPr id="0" name=""/>
        <dsp:cNvSpPr/>
      </dsp:nvSpPr>
      <dsp:spPr>
        <a:xfrm>
          <a:off x="0" y="2442401"/>
          <a:ext cx="7053264" cy="1602479"/>
        </a:xfrm>
        <a:prstGeom prst="rect">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99136" rIns="199136" bIns="199136" numCol="1" spcCol="1270" anchor="ctr" anchorCtr="0">
          <a:noAutofit/>
        </a:bodyPr>
        <a:lstStyle/>
        <a:p>
          <a:pPr marL="0" lvl="0" indent="0" algn="ctr" defTabSz="1244600">
            <a:lnSpc>
              <a:spcPct val="90000"/>
            </a:lnSpc>
            <a:spcBef>
              <a:spcPct val="0"/>
            </a:spcBef>
            <a:spcAft>
              <a:spcPct val="35000"/>
            </a:spcAft>
            <a:buNone/>
          </a:pPr>
          <a:r>
            <a:rPr lang="tr-TR" sz="2800" kern="1200"/>
            <a:t>Bilgisayar ağları büyüklüklerine, topolojilerine ve ortamlarına göre üçe ayrılırlar.</a:t>
          </a:r>
          <a:endParaRPr lang="en-US" sz="2800" kern="1200"/>
        </a:p>
      </dsp:txBody>
      <dsp:txXfrm>
        <a:off x="0" y="2442401"/>
        <a:ext cx="7053264" cy="1602479"/>
      </dsp:txXfrm>
    </dsp:sp>
    <dsp:sp modelId="{3BE7ADAA-03DD-469C-B792-40165245712D}">
      <dsp:nvSpPr>
        <dsp:cNvPr id="0" name=""/>
        <dsp:cNvSpPr/>
      </dsp:nvSpPr>
      <dsp:spPr>
        <a:xfrm rot="10800000">
          <a:off x="0" y="1824"/>
          <a:ext cx="7053264" cy="2464613"/>
        </a:xfrm>
        <a:prstGeom prst="upArrowCallout">
          <a:avLst/>
        </a:prstGeom>
        <a:solidFill>
          <a:schemeClr val="accent3">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99136" rIns="199136" bIns="199136" numCol="1" spcCol="1270" anchor="ctr" anchorCtr="0">
          <a:noAutofit/>
        </a:bodyPr>
        <a:lstStyle/>
        <a:p>
          <a:pPr marL="0" lvl="0" indent="0" algn="ctr" defTabSz="1244600">
            <a:lnSpc>
              <a:spcPct val="90000"/>
            </a:lnSpc>
            <a:spcBef>
              <a:spcPct val="0"/>
            </a:spcBef>
            <a:spcAft>
              <a:spcPct val="35000"/>
            </a:spcAft>
            <a:buNone/>
          </a:pPr>
          <a:r>
            <a:rPr lang="tr-TR" sz="2800" b="1" kern="1200"/>
            <a:t>Ağ Çeşitleri Nelerdir?</a:t>
          </a:r>
          <a:endParaRPr lang="en-US" sz="2800" kern="1200"/>
        </a:p>
      </dsp:txBody>
      <dsp:txXfrm rot="10800000">
        <a:off x="0" y="1824"/>
        <a:ext cx="7053264" cy="160143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4FE5A8-CF1E-3941-8433-2F24CBB693CF}">
      <dsp:nvSpPr>
        <dsp:cNvPr id="0" name=""/>
        <dsp:cNvSpPr/>
      </dsp:nvSpPr>
      <dsp:spPr>
        <a:xfrm>
          <a:off x="0" y="2048"/>
          <a:ext cx="6711950" cy="0"/>
        </a:xfrm>
        <a:prstGeom prst="line">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1E32C22-3F72-6449-BC09-19EA651CEC09}">
      <dsp:nvSpPr>
        <dsp:cNvPr id="0" name=""/>
        <dsp:cNvSpPr/>
      </dsp:nvSpPr>
      <dsp:spPr>
        <a:xfrm>
          <a:off x="0" y="2048"/>
          <a:ext cx="6711950" cy="6986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tr-TR" sz="2800" b="1" kern="1200"/>
            <a:t>Büyüklüklerine Göre Bilgisayar Ağları</a:t>
          </a:r>
          <a:endParaRPr lang="en-US" sz="2800" kern="1200"/>
        </a:p>
      </dsp:txBody>
      <dsp:txXfrm>
        <a:off x="0" y="2048"/>
        <a:ext cx="6711950" cy="698610"/>
      </dsp:txXfrm>
    </dsp:sp>
    <dsp:sp modelId="{F0E6FBEF-7AE3-3C43-A8AC-1CB6C128C9BA}">
      <dsp:nvSpPr>
        <dsp:cNvPr id="0" name=""/>
        <dsp:cNvSpPr/>
      </dsp:nvSpPr>
      <dsp:spPr>
        <a:xfrm>
          <a:off x="0" y="700659"/>
          <a:ext cx="6711950" cy="0"/>
        </a:xfrm>
        <a:prstGeom prst="line">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841A241-3EA0-B14C-B745-4A91E6A1ADCD}">
      <dsp:nvSpPr>
        <dsp:cNvPr id="0" name=""/>
        <dsp:cNvSpPr/>
      </dsp:nvSpPr>
      <dsp:spPr>
        <a:xfrm>
          <a:off x="0" y="700659"/>
          <a:ext cx="6711950" cy="6986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tr-TR" sz="2800" kern="1200"/>
            <a:t>BAN – Body Area Network</a:t>
          </a:r>
          <a:endParaRPr lang="en-US" sz="2800" kern="1200"/>
        </a:p>
      </dsp:txBody>
      <dsp:txXfrm>
        <a:off x="0" y="700659"/>
        <a:ext cx="6711950" cy="698610"/>
      </dsp:txXfrm>
    </dsp:sp>
    <dsp:sp modelId="{4F607FF9-29B9-CD41-81E4-FE7D106766C9}">
      <dsp:nvSpPr>
        <dsp:cNvPr id="0" name=""/>
        <dsp:cNvSpPr/>
      </dsp:nvSpPr>
      <dsp:spPr>
        <a:xfrm>
          <a:off x="0" y="1399270"/>
          <a:ext cx="6711950" cy="0"/>
        </a:xfrm>
        <a:prstGeom prst="line">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AC1077B-D551-5241-893F-9784FB2EB5AB}">
      <dsp:nvSpPr>
        <dsp:cNvPr id="0" name=""/>
        <dsp:cNvSpPr/>
      </dsp:nvSpPr>
      <dsp:spPr>
        <a:xfrm>
          <a:off x="0" y="1399270"/>
          <a:ext cx="6711950" cy="6986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tr-TR" sz="2800" kern="1200"/>
            <a:t>PAN - Personal Area Network</a:t>
          </a:r>
          <a:endParaRPr lang="en-US" sz="2800" kern="1200"/>
        </a:p>
      </dsp:txBody>
      <dsp:txXfrm>
        <a:off x="0" y="1399270"/>
        <a:ext cx="6711950" cy="698610"/>
      </dsp:txXfrm>
    </dsp:sp>
    <dsp:sp modelId="{E3BCFEA7-E6CA-8F46-9C67-63B3B93B8FC2}">
      <dsp:nvSpPr>
        <dsp:cNvPr id="0" name=""/>
        <dsp:cNvSpPr/>
      </dsp:nvSpPr>
      <dsp:spPr>
        <a:xfrm>
          <a:off x="0" y="2097881"/>
          <a:ext cx="6711950" cy="0"/>
        </a:xfrm>
        <a:prstGeom prst="line">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0CD1175-C503-DE45-8939-521FA4E7E997}">
      <dsp:nvSpPr>
        <dsp:cNvPr id="0" name=""/>
        <dsp:cNvSpPr/>
      </dsp:nvSpPr>
      <dsp:spPr>
        <a:xfrm>
          <a:off x="0" y="2097881"/>
          <a:ext cx="6711950" cy="6986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tr-TR" sz="2800" kern="1200"/>
            <a:t>LAN - Local Area Network</a:t>
          </a:r>
          <a:endParaRPr lang="en-US" sz="2800" kern="1200"/>
        </a:p>
      </dsp:txBody>
      <dsp:txXfrm>
        <a:off x="0" y="2097881"/>
        <a:ext cx="6711950" cy="698610"/>
      </dsp:txXfrm>
    </dsp:sp>
    <dsp:sp modelId="{BB324E0D-8D7F-9442-AA64-F144C99CF23E}">
      <dsp:nvSpPr>
        <dsp:cNvPr id="0" name=""/>
        <dsp:cNvSpPr/>
      </dsp:nvSpPr>
      <dsp:spPr>
        <a:xfrm>
          <a:off x="0" y="2796491"/>
          <a:ext cx="6711950" cy="0"/>
        </a:xfrm>
        <a:prstGeom prst="line">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6484E3F-2BE6-334F-BC1A-393A96D647EF}">
      <dsp:nvSpPr>
        <dsp:cNvPr id="0" name=""/>
        <dsp:cNvSpPr/>
      </dsp:nvSpPr>
      <dsp:spPr>
        <a:xfrm>
          <a:off x="0" y="2796491"/>
          <a:ext cx="6711950" cy="6986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tr-TR" sz="2800" kern="1200"/>
            <a:t>MAN - Metropolitan Area Network</a:t>
          </a:r>
          <a:endParaRPr lang="en-US" sz="2800" kern="1200"/>
        </a:p>
      </dsp:txBody>
      <dsp:txXfrm>
        <a:off x="0" y="2796491"/>
        <a:ext cx="6711950" cy="698610"/>
      </dsp:txXfrm>
    </dsp:sp>
    <dsp:sp modelId="{B3A6847E-D486-874A-9A97-6F40A58407A4}">
      <dsp:nvSpPr>
        <dsp:cNvPr id="0" name=""/>
        <dsp:cNvSpPr/>
      </dsp:nvSpPr>
      <dsp:spPr>
        <a:xfrm>
          <a:off x="0" y="3495102"/>
          <a:ext cx="6711950" cy="0"/>
        </a:xfrm>
        <a:prstGeom prst="line">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3D44C02-5B07-8B40-A294-D844900DF429}">
      <dsp:nvSpPr>
        <dsp:cNvPr id="0" name=""/>
        <dsp:cNvSpPr/>
      </dsp:nvSpPr>
      <dsp:spPr>
        <a:xfrm>
          <a:off x="0" y="3495102"/>
          <a:ext cx="6711950" cy="6986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tr-TR" sz="2800" kern="1200"/>
            <a:t>WAN - Wide Area Network</a:t>
          </a:r>
          <a:endParaRPr lang="en-US" sz="2800" kern="1200"/>
        </a:p>
      </dsp:txBody>
      <dsp:txXfrm>
        <a:off x="0" y="3495102"/>
        <a:ext cx="6711950" cy="69861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16E98FB-AA7C-4AEF-B007-AB58ADD61F85}">
      <dsp:nvSpPr>
        <dsp:cNvPr id="0" name=""/>
        <dsp:cNvSpPr/>
      </dsp:nvSpPr>
      <dsp:spPr>
        <a:xfrm>
          <a:off x="819" y="1033202"/>
          <a:ext cx="2874971" cy="1825606"/>
        </a:xfrm>
        <a:prstGeom prst="roundRect">
          <a:avLst>
            <a:gd name="adj" fmla="val 10000"/>
          </a:avLst>
        </a:prstGeom>
        <a:gradFill rotWithShape="0">
          <a:gsLst>
            <a:gs pos="0">
              <a:schemeClr val="accent1">
                <a:hueOff val="0"/>
                <a:satOff val="0"/>
                <a:lumOff val="0"/>
                <a:alphaOff val="0"/>
                <a:tint val="98000"/>
                <a:lumMod val="114000"/>
              </a:schemeClr>
            </a:gs>
            <a:gs pos="100000">
              <a:schemeClr val="accent1">
                <a:hueOff val="0"/>
                <a:satOff val="0"/>
                <a:lumOff val="0"/>
                <a:alphaOff val="0"/>
                <a:shade val="90000"/>
                <a:lumMod val="84000"/>
              </a:schemeClr>
            </a:gs>
          </a:gsLst>
          <a:lin ang="5400000" scaled="0"/>
        </a:gradFill>
        <a:ln>
          <a:noFill/>
        </a:ln>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dsp:spPr>
      <dsp:style>
        <a:lnRef idx="0">
          <a:scrgbClr r="0" g="0" b="0"/>
        </a:lnRef>
        <a:fillRef idx="3">
          <a:scrgbClr r="0" g="0" b="0"/>
        </a:fillRef>
        <a:effectRef idx="3">
          <a:scrgbClr r="0" g="0" b="0"/>
        </a:effectRef>
        <a:fontRef idx="minor">
          <a:schemeClr val="lt1"/>
        </a:fontRef>
      </dsp:style>
    </dsp:sp>
    <dsp:sp modelId="{72349161-CC51-4B5D-BFC0-487B9BF0A2B7}">
      <dsp:nvSpPr>
        <dsp:cNvPr id="0" name=""/>
        <dsp:cNvSpPr/>
      </dsp:nvSpPr>
      <dsp:spPr>
        <a:xfrm>
          <a:off x="320260" y="1336671"/>
          <a:ext cx="2874971" cy="1825606"/>
        </a:xfrm>
        <a:prstGeom prst="roundRect">
          <a:avLst>
            <a:gd name="adj" fmla="val 10000"/>
          </a:avLst>
        </a:prstGeom>
        <a:solidFill>
          <a:schemeClr val="lt1">
            <a:alpha val="90000"/>
            <a:hueOff val="0"/>
            <a:satOff val="0"/>
            <a:lumOff val="0"/>
            <a:alphaOff val="0"/>
          </a:schemeClr>
        </a:solidFill>
        <a:ln w="9525" cap="rnd" cmpd="sng" algn="ctr">
          <a:solidFill>
            <a:schemeClr val="accent1">
              <a:hueOff val="0"/>
              <a:satOff val="0"/>
              <a:lumOff val="0"/>
              <a:alphaOff val="0"/>
            </a:schemeClr>
          </a:solidFill>
          <a:prstDash val="solid"/>
        </a:ln>
        <a:effectLst>
          <a:outerShdw blurRad="38100" dist="25400" dir="5400000" rotWithShape="0">
            <a:srgbClr val="000000">
              <a:alpha val="45000"/>
            </a:srgbClr>
          </a:outerShdw>
        </a:effectLst>
      </dsp:spPr>
      <dsp:style>
        <a:lnRef idx="1">
          <a:scrgbClr r="0" g="0" b="0"/>
        </a:lnRef>
        <a:fillRef idx="1">
          <a:scrgbClr r="0" g="0" b="0"/>
        </a:fillRef>
        <a:effectRef idx="2">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tr-TR" sz="1100" b="1" kern="1200"/>
            <a:t>Beden Alanı Ağı (BAN) nedir?</a:t>
          </a:r>
          <a:endParaRPr lang="en-US" sz="1100" kern="1200"/>
        </a:p>
      </dsp:txBody>
      <dsp:txXfrm>
        <a:off x="373730" y="1390141"/>
        <a:ext cx="2768031" cy="1718666"/>
      </dsp:txXfrm>
    </dsp:sp>
    <dsp:sp modelId="{2515C840-400E-491A-9EA6-53835B74E4B6}">
      <dsp:nvSpPr>
        <dsp:cNvPr id="0" name=""/>
        <dsp:cNvSpPr/>
      </dsp:nvSpPr>
      <dsp:spPr>
        <a:xfrm>
          <a:off x="3514673" y="1033202"/>
          <a:ext cx="2874971" cy="1825606"/>
        </a:xfrm>
        <a:prstGeom prst="roundRect">
          <a:avLst>
            <a:gd name="adj" fmla="val 10000"/>
          </a:avLst>
        </a:prstGeom>
        <a:gradFill rotWithShape="0">
          <a:gsLst>
            <a:gs pos="0">
              <a:schemeClr val="accent1">
                <a:hueOff val="0"/>
                <a:satOff val="0"/>
                <a:lumOff val="0"/>
                <a:alphaOff val="0"/>
                <a:tint val="98000"/>
                <a:lumMod val="114000"/>
              </a:schemeClr>
            </a:gs>
            <a:gs pos="100000">
              <a:schemeClr val="accent1">
                <a:hueOff val="0"/>
                <a:satOff val="0"/>
                <a:lumOff val="0"/>
                <a:alphaOff val="0"/>
                <a:shade val="90000"/>
                <a:lumMod val="84000"/>
              </a:schemeClr>
            </a:gs>
          </a:gsLst>
          <a:lin ang="5400000" scaled="0"/>
        </a:gradFill>
        <a:ln>
          <a:noFill/>
        </a:ln>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dsp:spPr>
      <dsp:style>
        <a:lnRef idx="0">
          <a:scrgbClr r="0" g="0" b="0"/>
        </a:lnRef>
        <a:fillRef idx="3">
          <a:scrgbClr r="0" g="0" b="0"/>
        </a:fillRef>
        <a:effectRef idx="3">
          <a:scrgbClr r="0" g="0" b="0"/>
        </a:effectRef>
        <a:fontRef idx="minor">
          <a:schemeClr val="lt1"/>
        </a:fontRef>
      </dsp:style>
    </dsp:sp>
    <dsp:sp modelId="{9F12EEEB-5BCA-4C71-9A90-D214086846E6}">
      <dsp:nvSpPr>
        <dsp:cNvPr id="0" name=""/>
        <dsp:cNvSpPr/>
      </dsp:nvSpPr>
      <dsp:spPr>
        <a:xfrm>
          <a:off x="3834114" y="1336671"/>
          <a:ext cx="2874971" cy="1825606"/>
        </a:xfrm>
        <a:prstGeom prst="roundRect">
          <a:avLst>
            <a:gd name="adj" fmla="val 10000"/>
          </a:avLst>
        </a:prstGeom>
        <a:solidFill>
          <a:schemeClr val="lt1">
            <a:alpha val="90000"/>
            <a:hueOff val="0"/>
            <a:satOff val="0"/>
            <a:lumOff val="0"/>
            <a:alphaOff val="0"/>
          </a:schemeClr>
        </a:solidFill>
        <a:ln w="9525" cap="rnd" cmpd="sng" algn="ctr">
          <a:solidFill>
            <a:schemeClr val="accent1">
              <a:hueOff val="0"/>
              <a:satOff val="0"/>
              <a:lumOff val="0"/>
              <a:alphaOff val="0"/>
            </a:schemeClr>
          </a:solidFill>
          <a:prstDash val="solid"/>
        </a:ln>
        <a:effectLst>
          <a:outerShdw blurRad="38100" dist="25400" dir="5400000" rotWithShape="0">
            <a:srgbClr val="000000">
              <a:alpha val="45000"/>
            </a:srgbClr>
          </a:outerShdw>
        </a:effectLst>
      </dsp:spPr>
      <dsp:style>
        <a:lnRef idx="1">
          <a:scrgbClr r="0" g="0" b="0"/>
        </a:lnRef>
        <a:fillRef idx="1">
          <a:scrgbClr r="0" g="0" b="0"/>
        </a:fillRef>
        <a:effectRef idx="2">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tr-TR" sz="1100" kern="1200"/>
            <a:t>Akıllı saatler, fitness bandları, biyometrik RFID implantları ve kalp pilleri gibi vücuda yerleştirilen tıbbi cihazlar gibi giyilebilir cihazları kullanarak bir vücut alanı ağı oluşturabilirsiniz. Kablosuz BAN, bu tür ağları oluşturmak için kullanılan temel formdur. İnsan vücudu içerisinde veya yakınında kısa menzilli, aşırı düşük güç kablosuz iletişimi tanımlayan IEEE 802.15.6 standardına göre tanımlanır.</a:t>
          </a:r>
          <a:endParaRPr lang="en-US" sz="1100" kern="1200"/>
        </a:p>
      </dsp:txBody>
      <dsp:txXfrm>
        <a:off x="3887584" y="1390141"/>
        <a:ext cx="2768031" cy="171866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05C1D2-2A8F-48CE-911E-3951B06F3358}">
      <dsp:nvSpPr>
        <dsp:cNvPr id="0" name=""/>
        <dsp:cNvSpPr/>
      </dsp:nvSpPr>
      <dsp:spPr>
        <a:xfrm>
          <a:off x="0" y="2208212"/>
          <a:ext cx="3841955" cy="1448826"/>
        </a:xfrm>
        <a:prstGeom prst="rect">
          <a:avLst/>
        </a:prstGeom>
        <a:gradFill rotWithShape="0">
          <a:gsLst>
            <a:gs pos="0">
              <a:schemeClr val="accent5">
                <a:hueOff val="0"/>
                <a:satOff val="0"/>
                <a:lumOff val="0"/>
                <a:alphaOff val="0"/>
                <a:tint val="98000"/>
                <a:lumMod val="114000"/>
              </a:schemeClr>
            </a:gs>
            <a:gs pos="100000">
              <a:schemeClr val="accent5">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8232" tIns="78232" rIns="78232" bIns="78232" numCol="1" spcCol="1270" anchor="ctr" anchorCtr="0">
          <a:noAutofit/>
        </a:bodyPr>
        <a:lstStyle/>
        <a:p>
          <a:pPr marL="0" lvl="0" indent="0" algn="ctr" defTabSz="488950">
            <a:lnSpc>
              <a:spcPct val="90000"/>
            </a:lnSpc>
            <a:spcBef>
              <a:spcPct val="0"/>
            </a:spcBef>
            <a:spcAft>
              <a:spcPct val="35000"/>
            </a:spcAft>
            <a:buNone/>
          </a:pPr>
          <a:r>
            <a:rPr lang="tr-TR" sz="1100" kern="1200"/>
            <a:t>Adından da anlaşılacağı üzere, bir kişisel alan ağı birkaç on metre arasında kişisel kullanım içindir. Temelde, kişisel alan ağı oluşturmak için kullanılan teknolojiler kablosuzdur. PAN’nın dikkate değer bir örneği, çoğunlukla akıllı telefonlar, dizüstü bilgisayarlar, tabletler, giyilebilir ürünler gibi taşınabilir aygıtlarda bulunan Bluetooth teknolojisidir. Diğer PAN teknolojileri, Zigbee, Kablosuz USB vb. Dir.</a:t>
          </a:r>
          <a:endParaRPr lang="en-US" sz="1100" kern="1200"/>
        </a:p>
      </dsp:txBody>
      <dsp:txXfrm>
        <a:off x="0" y="2208212"/>
        <a:ext cx="3841955" cy="1448826"/>
      </dsp:txXfrm>
    </dsp:sp>
    <dsp:sp modelId="{A780F9A8-E4A0-4EBF-8DD5-0D2756B33CC1}">
      <dsp:nvSpPr>
        <dsp:cNvPr id="0" name=""/>
        <dsp:cNvSpPr/>
      </dsp:nvSpPr>
      <dsp:spPr>
        <a:xfrm rot="10800000">
          <a:off x="0" y="1649"/>
          <a:ext cx="3841955" cy="2228295"/>
        </a:xfrm>
        <a:prstGeom prst="upArrowCallout">
          <a:avLst/>
        </a:prstGeom>
        <a:gradFill rotWithShape="0">
          <a:gsLst>
            <a:gs pos="0">
              <a:schemeClr val="accent5">
                <a:hueOff val="7310632"/>
                <a:satOff val="795"/>
                <a:lumOff val="-1"/>
                <a:alphaOff val="0"/>
                <a:tint val="98000"/>
                <a:lumMod val="114000"/>
              </a:schemeClr>
            </a:gs>
            <a:gs pos="100000">
              <a:schemeClr val="accent5">
                <a:hueOff val="7310632"/>
                <a:satOff val="795"/>
                <a:lumOff val="-1"/>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8232" tIns="78232" rIns="78232" bIns="78232" numCol="1" spcCol="1270" anchor="ctr" anchorCtr="0">
          <a:noAutofit/>
        </a:bodyPr>
        <a:lstStyle/>
        <a:p>
          <a:pPr marL="0" lvl="0" indent="0" algn="ctr" defTabSz="488950">
            <a:lnSpc>
              <a:spcPct val="90000"/>
            </a:lnSpc>
            <a:spcBef>
              <a:spcPct val="0"/>
            </a:spcBef>
            <a:spcAft>
              <a:spcPct val="35000"/>
            </a:spcAft>
            <a:buNone/>
          </a:pPr>
          <a:r>
            <a:rPr lang="tr-TR" sz="1100" b="1" kern="1200"/>
            <a:t>Kişisel Alan Ağı (PAN) nedir?</a:t>
          </a:r>
          <a:endParaRPr lang="en-US" sz="1100" kern="1200"/>
        </a:p>
      </dsp:txBody>
      <dsp:txXfrm rot="10800000">
        <a:off x="0" y="1649"/>
        <a:ext cx="3841955" cy="144787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5C0FDCE-A215-478B-83B2-9B5C1E3EE6F6}">
      <dsp:nvSpPr>
        <dsp:cNvPr id="0" name=""/>
        <dsp:cNvSpPr/>
      </dsp:nvSpPr>
      <dsp:spPr>
        <a:xfrm>
          <a:off x="0" y="681765"/>
          <a:ext cx="6709905" cy="1258644"/>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C62F728-DB29-4BF3-8FC4-BB01B6ACEBA9}">
      <dsp:nvSpPr>
        <dsp:cNvPr id="0" name=""/>
        <dsp:cNvSpPr/>
      </dsp:nvSpPr>
      <dsp:spPr>
        <a:xfrm>
          <a:off x="380739" y="964960"/>
          <a:ext cx="692254" cy="69225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CB27E8A7-8D69-4D04-AFD1-8D7788BD83BD}">
      <dsp:nvSpPr>
        <dsp:cNvPr id="0" name=""/>
        <dsp:cNvSpPr/>
      </dsp:nvSpPr>
      <dsp:spPr>
        <a:xfrm>
          <a:off x="1453734" y="681765"/>
          <a:ext cx="5256170" cy="12586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207" tIns="133207" rIns="133207" bIns="133207" numCol="1" spcCol="1270" anchor="ctr" anchorCtr="0">
          <a:noAutofit/>
        </a:bodyPr>
        <a:lstStyle/>
        <a:p>
          <a:pPr marL="0" lvl="0" indent="0" algn="l" defTabSz="666750">
            <a:lnSpc>
              <a:spcPct val="90000"/>
            </a:lnSpc>
            <a:spcBef>
              <a:spcPct val="0"/>
            </a:spcBef>
            <a:spcAft>
              <a:spcPct val="35000"/>
            </a:spcAft>
            <a:buNone/>
          </a:pPr>
          <a:r>
            <a:rPr lang="tr-TR" sz="1500" kern="1200"/>
            <a:t>Bir MAN’ın kapsadığı alan, bir LAN ve CAN’a kıyasla oldukça büyük. Aslında, bir şehir veya metropol alanına yayılmış birçok LAN’ı bağlamak için bir MAN kullanılabilir. </a:t>
          </a:r>
          <a:endParaRPr lang="en-US" sz="1500" kern="1200"/>
        </a:p>
      </dsp:txBody>
      <dsp:txXfrm>
        <a:off x="1453734" y="681765"/>
        <a:ext cx="5256170" cy="1258644"/>
      </dsp:txXfrm>
    </dsp:sp>
    <dsp:sp modelId="{C55BB9F7-A9AB-4326-A030-BA80496DF2C3}">
      <dsp:nvSpPr>
        <dsp:cNvPr id="0" name=""/>
        <dsp:cNvSpPr/>
      </dsp:nvSpPr>
      <dsp:spPr>
        <a:xfrm>
          <a:off x="0" y="2255071"/>
          <a:ext cx="6709905" cy="1258644"/>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95742FF-882B-4CDB-A291-C6D47AE2365E}">
      <dsp:nvSpPr>
        <dsp:cNvPr id="0" name=""/>
        <dsp:cNvSpPr/>
      </dsp:nvSpPr>
      <dsp:spPr>
        <a:xfrm>
          <a:off x="380739" y="2538266"/>
          <a:ext cx="692254" cy="69225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DEAF5038-461F-4721-B964-2CB563E749D6}">
      <dsp:nvSpPr>
        <dsp:cNvPr id="0" name=""/>
        <dsp:cNvSpPr/>
      </dsp:nvSpPr>
      <dsp:spPr>
        <a:xfrm>
          <a:off x="1453734" y="2255071"/>
          <a:ext cx="5256170" cy="12586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207" tIns="133207" rIns="133207" bIns="133207" numCol="1" spcCol="1270" anchor="ctr" anchorCtr="0">
          <a:noAutofit/>
        </a:bodyPr>
        <a:lstStyle/>
        <a:p>
          <a:pPr marL="0" lvl="0" indent="0" algn="l" defTabSz="666750">
            <a:lnSpc>
              <a:spcPct val="90000"/>
            </a:lnSpc>
            <a:spcBef>
              <a:spcPct val="0"/>
            </a:spcBef>
            <a:spcAft>
              <a:spcPct val="35000"/>
            </a:spcAft>
            <a:buNone/>
          </a:pPr>
          <a:r>
            <a:rPr lang="tr-TR" sz="1500" kern="1200"/>
            <a:t>Bir şehirde yaygınlaşan kablolu bir backhaul, o şehrin metropolitan alan ağına güç sağlamak için kullanılır. Dünyanın farklı yerlerinde çeşitli şehir çapında WiFi ağları hakkında bilgi sahibi olabilirsiniz.</a:t>
          </a:r>
          <a:endParaRPr lang="en-US" sz="1500" kern="1200"/>
        </a:p>
      </dsp:txBody>
      <dsp:txXfrm>
        <a:off x="1453734" y="2255071"/>
        <a:ext cx="5256170" cy="125864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8056DE-0EB8-44A1-9953-32085E69C6B6}">
      <dsp:nvSpPr>
        <dsp:cNvPr id="0" name=""/>
        <dsp:cNvSpPr/>
      </dsp:nvSpPr>
      <dsp:spPr>
        <a:xfrm>
          <a:off x="0" y="0"/>
          <a:ext cx="6709905" cy="0"/>
        </a:xfrm>
        <a:prstGeom prst="line">
          <a:avLst/>
        </a:prstGeom>
        <a:gradFill rotWithShape="0">
          <a:gsLst>
            <a:gs pos="0">
              <a:schemeClr val="accent2">
                <a:hueOff val="0"/>
                <a:satOff val="0"/>
                <a:lumOff val="0"/>
                <a:alphaOff val="0"/>
                <a:tint val="98000"/>
                <a:lumMod val="114000"/>
              </a:schemeClr>
            </a:gs>
            <a:gs pos="100000">
              <a:schemeClr val="accent2">
                <a:hueOff val="0"/>
                <a:satOff val="0"/>
                <a:lumOff val="0"/>
                <a:alphaOff val="0"/>
                <a:shade val="90000"/>
                <a:lumMod val="84000"/>
              </a:schemeClr>
            </a:gs>
          </a:gsLst>
          <a:lin ang="5400000" scaled="0"/>
        </a:gradFill>
        <a:ln w="9525" cap="rnd" cmpd="sng" algn="ctr">
          <a:solidFill>
            <a:schemeClr val="accent2">
              <a:hueOff val="0"/>
              <a:satOff val="0"/>
              <a:lumOff val="0"/>
              <a:alphaOff val="0"/>
            </a:schemeClr>
          </a:solidFill>
          <a:prstDash val="solid"/>
        </a:ln>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dsp:spPr>
      <dsp:style>
        <a:lnRef idx="1">
          <a:scrgbClr r="0" g="0" b="0"/>
        </a:lnRef>
        <a:fillRef idx="3">
          <a:scrgbClr r="0" g="0" b="0"/>
        </a:fillRef>
        <a:effectRef idx="3">
          <a:scrgbClr r="0" g="0" b="0"/>
        </a:effectRef>
        <a:fontRef idx="minor">
          <a:schemeClr val="lt1"/>
        </a:fontRef>
      </dsp:style>
    </dsp:sp>
    <dsp:sp modelId="{74BB80A2-72CD-4540-A590-BD9C2FFDF494}">
      <dsp:nvSpPr>
        <dsp:cNvPr id="0" name=""/>
        <dsp:cNvSpPr/>
      </dsp:nvSpPr>
      <dsp:spPr>
        <a:xfrm>
          <a:off x="0" y="0"/>
          <a:ext cx="6709905" cy="20977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defRPr cap="all"/>
          </a:pPr>
          <a:r>
            <a:rPr lang="tr-TR" sz="1900" kern="1200"/>
            <a:t>WAN’ı, evlerimizde, ofislerimizde, şehirlerimizde, devletlerimizde ve ülkelerimizde bulduğumuz tüm küçük ağların üst kümesi olarak düşünebiliriz. Evinize yerleştirilen yönlendirici veya modem, WAN’a bağlanmak için kullanılan bir aygıttır. İnternet, aynı zamanda tüm dünyayı kapsayan bir WAN türüdür.</a:t>
          </a:r>
          <a:endParaRPr lang="en-US" sz="1900" kern="1200"/>
        </a:p>
      </dsp:txBody>
      <dsp:txXfrm>
        <a:off x="0" y="0"/>
        <a:ext cx="6709905" cy="2097740"/>
      </dsp:txXfrm>
    </dsp:sp>
    <dsp:sp modelId="{0656CAB0-7972-4FAD-91AA-0F8528F0B784}">
      <dsp:nvSpPr>
        <dsp:cNvPr id="0" name=""/>
        <dsp:cNvSpPr/>
      </dsp:nvSpPr>
      <dsp:spPr>
        <a:xfrm>
          <a:off x="0" y="2097740"/>
          <a:ext cx="6709905" cy="0"/>
        </a:xfrm>
        <a:prstGeom prst="line">
          <a:avLst/>
        </a:prstGeom>
        <a:gradFill rotWithShape="0">
          <a:gsLst>
            <a:gs pos="0">
              <a:schemeClr val="accent2">
                <a:hueOff val="0"/>
                <a:satOff val="0"/>
                <a:lumOff val="0"/>
                <a:alphaOff val="0"/>
                <a:tint val="98000"/>
                <a:lumMod val="114000"/>
              </a:schemeClr>
            </a:gs>
            <a:gs pos="100000">
              <a:schemeClr val="accent2">
                <a:hueOff val="0"/>
                <a:satOff val="0"/>
                <a:lumOff val="0"/>
                <a:alphaOff val="0"/>
                <a:shade val="90000"/>
                <a:lumMod val="84000"/>
              </a:schemeClr>
            </a:gs>
          </a:gsLst>
          <a:lin ang="5400000" scaled="0"/>
        </a:gradFill>
        <a:ln w="9525" cap="rnd" cmpd="sng" algn="ctr">
          <a:solidFill>
            <a:schemeClr val="accent2">
              <a:hueOff val="0"/>
              <a:satOff val="0"/>
              <a:lumOff val="0"/>
              <a:alphaOff val="0"/>
            </a:schemeClr>
          </a:solidFill>
          <a:prstDash val="solid"/>
        </a:ln>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dsp:spPr>
      <dsp:style>
        <a:lnRef idx="1">
          <a:scrgbClr r="0" g="0" b="0"/>
        </a:lnRef>
        <a:fillRef idx="3">
          <a:scrgbClr r="0" g="0" b="0"/>
        </a:fillRef>
        <a:effectRef idx="3">
          <a:scrgbClr r="0" g="0" b="0"/>
        </a:effectRef>
        <a:fontRef idx="minor">
          <a:schemeClr val="lt1"/>
        </a:fontRef>
      </dsp:style>
    </dsp:sp>
    <dsp:sp modelId="{642C8785-D396-483D-BFB6-FD5D0FF89E1F}">
      <dsp:nvSpPr>
        <dsp:cNvPr id="0" name=""/>
        <dsp:cNvSpPr/>
      </dsp:nvSpPr>
      <dsp:spPr>
        <a:xfrm>
          <a:off x="0" y="2097740"/>
          <a:ext cx="6709905" cy="20977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defRPr cap="all"/>
          </a:pPr>
          <a:r>
            <a:rPr lang="tr-TR" sz="1900" kern="1200"/>
            <a:t>İnternet’e bağlanmak için ADSL, 4G LTE, Fiber optik, kablo vb. Gibi çeşitli teknolojiler kullanılmaktadır. Ancak, bu teknolojilerin çoğunlukla sınırlandırmak max bir ülkeye. Kablolar küresel bağlanabilirlik kurmak için ülkeler ve kıtalar arasında atılır.</a:t>
          </a:r>
          <a:endParaRPr lang="en-US" sz="1900" kern="1200"/>
        </a:p>
      </dsp:txBody>
      <dsp:txXfrm>
        <a:off x="0" y="2097740"/>
        <a:ext cx="6709905" cy="209774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2923C65-5586-4F4E-986B-0D3A9D0D347F}">
      <dsp:nvSpPr>
        <dsp:cNvPr id="0" name=""/>
        <dsp:cNvSpPr/>
      </dsp:nvSpPr>
      <dsp:spPr>
        <a:xfrm>
          <a:off x="0" y="2284700"/>
          <a:ext cx="3124882" cy="1499011"/>
        </a:xfrm>
        <a:prstGeom prst="rect">
          <a:avLst/>
        </a:prstGeom>
        <a:solidFill>
          <a:schemeClr val="accent2">
            <a:hueOff val="0"/>
            <a:satOff val="0"/>
            <a:lumOff val="0"/>
            <a:alphaOff val="0"/>
          </a:schemeClr>
        </a:solidFill>
        <a:ln w="28575"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20904" tIns="120904" rIns="120904" bIns="120904" numCol="1" spcCol="1270" anchor="ctr" anchorCtr="0">
          <a:noAutofit/>
        </a:bodyPr>
        <a:lstStyle/>
        <a:p>
          <a:pPr marL="0" lvl="0" indent="0" algn="ctr" defTabSz="755650">
            <a:lnSpc>
              <a:spcPct val="90000"/>
            </a:lnSpc>
            <a:spcBef>
              <a:spcPct val="0"/>
            </a:spcBef>
            <a:spcAft>
              <a:spcPct val="35000"/>
            </a:spcAft>
            <a:buNone/>
          </a:pPr>
          <a:r>
            <a:rPr lang="tr-TR" sz="1700" kern="1200"/>
            <a:t>Herbir öğe iki yandaki komşusuyla doğrudan bağlantı içindedir. </a:t>
          </a:r>
          <a:endParaRPr lang="en-US" sz="1700" kern="1200"/>
        </a:p>
      </dsp:txBody>
      <dsp:txXfrm>
        <a:off x="0" y="2284700"/>
        <a:ext cx="3124882" cy="1499011"/>
      </dsp:txXfrm>
    </dsp:sp>
    <dsp:sp modelId="{41C3190E-7DEB-4530-9840-07A889568AE9}">
      <dsp:nvSpPr>
        <dsp:cNvPr id="0" name=""/>
        <dsp:cNvSpPr/>
      </dsp:nvSpPr>
      <dsp:spPr>
        <a:xfrm rot="10800000">
          <a:off x="0" y="1706"/>
          <a:ext cx="3124882" cy="2305479"/>
        </a:xfrm>
        <a:prstGeom prst="upArrowCallout">
          <a:avLst/>
        </a:prstGeom>
        <a:solidFill>
          <a:schemeClr val="accent2">
            <a:hueOff val="0"/>
            <a:satOff val="0"/>
            <a:lumOff val="0"/>
            <a:alphaOff val="0"/>
          </a:schemeClr>
        </a:solidFill>
        <a:ln w="28575"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20904" tIns="120904" rIns="120904" bIns="120904" numCol="1" spcCol="1270" anchor="ctr" anchorCtr="0">
          <a:noAutofit/>
        </a:bodyPr>
        <a:lstStyle/>
        <a:p>
          <a:pPr marL="0" lvl="0" indent="0" algn="ctr" defTabSz="755650">
            <a:lnSpc>
              <a:spcPct val="90000"/>
            </a:lnSpc>
            <a:spcBef>
              <a:spcPct val="0"/>
            </a:spcBef>
            <a:spcAft>
              <a:spcPct val="35000"/>
            </a:spcAft>
            <a:buNone/>
          </a:pPr>
          <a:r>
            <a:rPr lang="tr-TR" sz="1700" kern="1200"/>
            <a:t>Halka ağı topolojisinde ortada bir bilgisayar yoktur. Bilgisayarlar, bir halka oluşturacak şekilde yan yana dizilmişlerdir.</a:t>
          </a:r>
          <a:endParaRPr lang="en-US" sz="1700" kern="1200"/>
        </a:p>
      </dsp:txBody>
      <dsp:txXfrm rot="10800000">
        <a:off x="0" y="1706"/>
        <a:ext cx="3124882" cy="1498031"/>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4B157D-EC29-4964-89B7-6535B95E6E1D}">
      <dsp:nvSpPr>
        <dsp:cNvPr id="0" name=""/>
        <dsp:cNvSpPr/>
      </dsp:nvSpPr>
      <dsp:spPr>
        <a:xfrm>
          <a:off x="0" y="0"/>
          <a:ext cx="2814749" cy="1258855"/>
        </a:xfrm>
        <a:prstGeom prst="roundRect">
          <a:avLst>
            <a:gd name="adj" fmla="val 10000"/>
          </a:avLst>
        </a:prstGeom>
        <a:solidFill>
          <a:schemeClr val="accent4">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tr-TR" sz="1100" kern="1200"/>
            <a:t>Herbir öğe ağ üzerinde bulunan diğer öğelerin tamamına ya da bir kısmına doğrudan bağlıdır.</a:t>
          </a:r>
          <a:endParaRPr lang="en-US" sz="1100" kern="1200"/>
        </a:p>
      </dsp:txBody>
      <dsp:txXfrm>
        <a:off x="36871" y="36871"/>
        <a:ext cx="1456345" cy="1185113"/>
      </dsp:txXfrm>
    </dsp:sp>
    <dsp:sp modelId="{1F45C5F5-164E-48DF-8F68-5BAC38FD5BFA}">
      <dsp:nvSpPr>
        <dsp:cNvPr id="0" name=""/>
        <dsp:cNvSpPr/>
      </dsp:nvSpPr>
      <dsp:spPr>
        <a:xfrm>
          <a:off x="248360" y="1468664"/>
          <a:ext cx="2814749" cy="1258855"/>
        </a:xfrm>
        <a:prstGeom prst="roundRect">
          <a:avLst>
            <a:gd name="adj" fmla="val 10000"/>
          </a:avLst>
        </a:prstGeom>
        <a:solidFill>
          <a:schemeClr val="accent4">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tr-TR" sz="1100" kern="1200"/>
            <a:t>Gerçek Mesh topolojide tüm düğümler ağ içerisinde birbirine bağlıdır.</a:t>
          </a:r>
          <a:endParaRPr lang="en-US" sz="1100" kern="1200"/>
        </a:p>
      </dsp:txBody>
      <dsp:txXfrm>
        <a:off x="285231" y="1505535"/>
        <a:ext cx="1674391" cy="1185113"/>
      </dsp:txXfrm>
    </dsp:sp>
    <dsp:sp modelId="{61B375BF-5BE8-4B96-8390-54C79919827E}">
      <dsp:nvSpPr>
        <dsp:cNvPr id="0" name=""/>
        <dsp:cNvSpPr/>
      </dsp:nvSpPr>
      <dsp:spPr>
        <a:xfrm>
          <a:off x="496720" y="2937329"/>
          <a:ext cx="2814749" cy="1258855"/>
        </a:xfrm>
        <a:prstGeom prst="roundRect">
          <a:avLst>
            <a:gd name="adj" fmla="val 10000"/>
          </a:avLst>
        </a:prstGeom>
        <a:solidFill>
          <a:schemeClr val="accent4">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tr-TR" sz="1100" kern="1200"/>
            <a:t>LAN’da kullanıldığında tüm düğümlerin birbirine mutlaka bağlı olması gerekmez.</a:t>
          </a:r>
          <a:endParaRPr lang="en-US" sz="1100" kern="1200"/>
        </a:p>
      </dsp:txBody>
      <dsp:txXfrm>
        <a:off x="533591" y="2974200"/>
        <a:ext cx="1674391" cy="1185113"/>
      </dsp:txXfrm>
    </dsp:sp>
    <dsp:sp modelId="{4B48B8A3-02E3-47A5-A0F5-AB73E6C70A35}">
      <dsp:nvSpPr>
        <dsp:cNvPr id="0" name=""/>
        <dsp:cNvSpPr/>
      </dsp:nvSpPr>
      <dsp:spPr>
        <a:xfrm>
          <a:off x="1996493" y="954632"/>
          <a:ext cx="818256" cy="818256"/>
        </a:xfrm>
        <a:prstGeom prst="downArrow">
          <a:avLst>
            <a:gd name="adj1" fmla="val 55000"/>
            <a:gd name="adj2" fmla="val 45000"/>
          </a:avLst>
        </a:prstGeom>
        <a:solidFill>
          <a:schemeClr val="accent4">
            <a:alpha val="90000"/>
            <a:tint val="40000"/>
            <a:hueOff val="0"/>
            <a:satOff val="0"/>
            <a:lumOff val="0"/>
            <a:alphaOff val="0"/>
          </a:schemeClr>
        </a:solidFill>
        <a:ln w="19050" cap="rnd" cmpd="sng" algn="ctr">
          <a:solidFill>
            <a:schemeClr val="accent4">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2180601" y="954632"/>
        <a:ext cx="450040" cy="615738"/>
      </dsp:txXfrm>
    </dsp:sp>
    <dsp:sp modelId="{0CEB9E97-702D-499D-8CEA-5C8CF47FFE95}">
      <dsp:nvSpPr>
        <dsp:cNvPr id="0" name=""/>
        <dsp:cNvSpPr/>
      </dsp:nvSpPr>
      <dsp:spPr>
        <a:xfrm>
          <a:off x="2244853" y="2414904"/>
          <a:ext cx="818256" cy="818256"/>
        </a:xfrm>
        <a:prstGeom prst="downArrow">
          <a:avLst>
            <a:gd name="adj1" fmla="val 55000"/>
            <a:gd name="adj2" fmla="val 45000"/>
          </a:avLst>
        </a:prstGeom>
        <a:solidFill>
          <a:schemeClr val="accent4">
            <a:alpha val="90000"/>
            <a:tint val="40000"/>
            <a:hueOff val="0"/>
            <a:satOff val="0"/>
            <a:lumOff val="0"/>
            <a:alphaOff val="0"/>
          </a:schemeClr>
        </a:solidFill>
        <a:ln w="19050" cap="rnd" cmpd="sng" algn="ctr">
          <a:solidFill>
            <a:schemeClr val="accent4">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2428961" y="2414904"/>
        <a:ext cx="450040" cy="615738"/>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8A036CF-56D9-45F8-A3F5-9EAE50264199}">
      <dsp:nvSpPr>
        <dsp:cNvPr id="0" name=""/>
        <dsp:cNvSpPr/>
      </dsp:nvSpPr>
      <dsp:spPr>
        <a:xfrm>
          <a:off x="0" y="69750"/>
          <a:ext cx="4872038" cy="1439099"/>
        </a:xfrm>
        <a:prstGeom prst="roundRect">
          <a:avLst/>
        </a:prstGeom>
        <a:gradFill rotWithShape="0">
          <a:gsLst>
            <a:gs pos="0">
              <a:schemeClr val="accent2">
                <a:hueOff val="0"/>
                <a:satOff val="0"/>
                <a:lumOff val="0"/>
                <a:alphaOff val="0"/>
                <a:tint val="98000"/>
                <a:lumMod val="114000"/>
              </a:schemeClr>
            </a:gs>
            <a:gs pos="100000">
              <a:schemeClr val="accent2">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tr-TR" sz="2000" kern="1200"/>
            <a:t>Farklı bilgisayarların ve standartların gelişmesi ile sorunların ortaya çıkması nedeniyle</a:t>
          </a:r>
          <a:endParaRPr lang="en-US" sz="2000" kern="1200"/>
        </a:p>
      </dsp:txBody>
      <dsp:txXfrm>
        <a:off x="70251" y="140001"/>
        <a:ext cx="4731536" cy="1298597"/>
      </dsp:txXfrm>
    </dsp:sp>
    <dsp:sp modelId="{7E4A268F-BF4C-49D3-AF32-C873F96526F5}">
      <dsp:nvSpPr>
        <dsp:cNvPr id="0" name=""/>
        <dsp:cNvSpPr/>
      </dsp:nvSpPr>
      <dsp:spPr>
        <a:xfrm>
          <a:off x="0" y="1566450"/>
          <a:ext cx="4872038" cy="1439099"/>
        </a:xfrm>
        <a:prstGeom prst="roundRect">
          <a:avLst/>
        </a:prstGeom>
        <a:gradFill rotWithShape="0">
          <a:gsLst>
            <a:gs pos="0">
              <a:schemeClr val="accent2">
                <a:hueOff val="677407"/>
                <a:satOff val="-3316"/>
                <a:lumOff val="1862"/>
                <a:alphaOff val="0"/>
                <a:tint val="98000"/>
                <a:lumMod val="114000"/>
              </a:schemeClr>
            </a:gs>
            <a:gs pos="100000">
              <a:schemeClr val="accent2">
                <a:hueOff val="677407"/>
                <a:satOff val="-3316"/>
                <a:lumOff val="1862"/>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tr-TR" sz="2000" kern="1200"/>
            <a:t>ISO(International Organization for Standardization),OSI(Open Systems Interconnection)modelini 1984’te geliştirdi. </a:t>
          </a:r>
          <a:endParaRPr lang="en-US" sz="2000" kern="1200"/>
        </a:p>
      </dsp:txBody>
      <dsp:txXfrm>
        <a:off x="70251" y="1636701"/>
        <a:ext cx="4731536" cy="1298597"/>
      </dsp:txXfrm>
    </dsp:sp>
    <dsp:sp modelId="{20CB063D-D0F7-4A42-AC62-B9478E8B0E82}">
      <dsp:nvSpPr>
        <dsp:cNvPr id="0" name=""/>
        <dsp:cNvSpPr/>
      </dsp:nvSpPr>
      <dsp:spPr>
        <a:xfrm>
          <a:off x="0" y="3063149"/>
          <a:ext cx="4872038" cy="1439099"/>
        </a:xfrm>
        <a:prstGeom prst="roundRect">
          <a:avLst/>
        </a:prstGeom>
        <a:gradFill rotWithShape="0">
          <a:gsLst>
            <a:gs pos="0">
              <a:schemeClr val="accent2">
                <a:hueOff val="1354814"/>
                <a:satOff val="-6632"/>
                <a:lumOff val="3725"/>
                <a:alphaOff val="0"/>
                <a:tint val="98000"/>
                <a:lumMod val="114000"/>
              </a:schemeClr>
            </a:gs>
            <a:gs pos="100000">
              <a:schemeClr val="accent2">
                <a:hueOff val="1354814"/>
                <a:satOff val="-6632"/>
                <a:lumOff val="3725"/>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tr-TR" sz="2000" kern="1200"/>
            <a:t>7 Katmandan oluşmakta ve karmaşıklığı azaltmak ve standartlar geliştirmek amacıyla geliştirilmiştir.</a:t>
          </a:r>
          <a:endParaRPr lang="en-US" sz="2000" kern="1200"/>
        </a:p>
      </dsp:txBody>
      <dsp:txXfrm>
        <a:off x="70251" y="3133400"/>
        <a:ext cx="4731536" cy="1298597"/>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47079C4-C381-488B-9AC4-D718EE43985A}">
      <dsp:nvSpPr>
        <dsp:cNvPr id="0" name=""/>
        <dsp:cNvSpPr/>
      </dsp:nvSpPr>
      <dsp:spPr>
        <a:xfrm>
          <a:off x="0" y="1848"/>
          <a:ext cx="4212162" cy="0"/>
        </a:xfrm>
        <a:prstGeom prst="line">
          <a:avLst/>
        </a:prstGeom>
        <a:gradFill rotWithShape="0">
          <a:gsLst>
            <a:gs pos="0">
              <a:schemeClr val="accent3">
                <a:hueOff val="0"/>
                <a:satOff val="0"/>
                <a:lumOff val="0"/>
                <a:alphaOff val="0"/>
                <a:tint val="98000"/>
                <a:lumMod val="114000"/>
              </a:schemeClr>
            </a:gs>
            <a:gs pos="100000">
              <a:schemeClr val="accent3">
                <a:hueOff val="0"/>
                <a:satOff val="0"/>
                <a:lumOff val="0"/>
                <a:alphaOff val="0"/>
                <a:shade val="90000"/>
                <a:lumMod val="84000"/>
              </a:schemeClr>
            </a:gs>
          </a:gsLst>
          <a:lin ang="5400000" scaled="0"/>
        </a:gradFill>
        <a:ln w="9525" cap="rnd" cmpd="sng" algn="ctr">
          <a:solidFill>
            <a:schemeClr val="accent3">
              <a:hueOff val="0"/>
              <a:satOff val="0"/>
              <a:lumOff val="0"/>
              <a:alphaOff val="0"/>
            </a:schemeClr>
          </a:solidFill>
          <a:prstDash val="solid"/>
        </a:ln>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dsp:spPr>
      <dsp:style>
        <a:lnRef idx="1">
          <a:scrgbClr r="0" g="0" b="0"/>
        </a:lnRef>
        <a:fillRef idx="3">
          <a:scrgbClr r="0" g="0" b="0"/>
        </a:fillRef>
        <a:effectRef idx="3">
          <a:scrgbClr r="0" g="0" b="0"/>
        </a:effectRef>
        <a:fontRef idx="minor">
          <a:schemeClr val="lt1"/>
        </a:fontRef>
      </dsp:style>
    </dsp:sp>
    <dsp:sp modelId="{D60F60B9-BBCC-465C-A835-CE90AEF864EF}">
      <dsp:nvSpPr>
        <dsp:cNvPr id="0" name=""/>
        <dsp:cNvSpPr/>
      </dsp:nvSpPr>
      <dsp:spPr>
        <a:xfrm>
          <a:off x="0" y="1848"/>
          <a:ext cx="4212162" cy="12605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tr-TR" sz="1600" kern="1200">
              <a:solidFill>
                <a:schemeClr val="bg1"/>
              </a:solidFill>
            </a:rPr>
            <a:t>1) Fiziksel katman: verilerin fiziksel olarak gönderilip alındığı katmandır.</a:t>
          </a:r>
          <a:endParaRPr lang="en-US" sz="1600" kern="1200">
            <a:solidFill>
              <a:schemeClr val="bg1"/>
            </a:solidFill>
          </a:endParaRPr>
        </a:p>
      </dsp:txBody>
      <dsp:txXfrm>
        <a:off x="0" y="1848"/>
        <a:ext cx="4212162" cy="1260574"/>
      </dsp:txXfrm>
    </dsp:sp>
    <dsp:sp modelId="{A2AB9941-6A2A-4984-9EE8-C5E212EBF86D}">
      <dsp:nvSpPr>
        <dsp:cNvPr id="0" name=""/>
        <dsp:cNvSpPr/>
      </dsp:nvSpPr>
      <dsp:spPr>
        <a:xfrm>
          <a:off x="0" y="1262422"/>
          <a:ext cx="4212162" cy="0"/>
        </a:xfrm>
        <a:prstGeom prst="line">
          <a:avLst/>
        </a:prstGeom>
        <a:gradFill rotWithShape="0">
          <a:gsLst>
            <a:gs pos="0">
              <a:schemeClr val="accent3">
                <a:hueOff val="0"/>
                <a:satOff val="0"/>
                <a:lumOff val="0"/>
                <a:alphaOff val="0"/>
                <a:tint val="98000"/>
                <a:lumMod val="114000"/>
              </a:schemeClr>
            </a:gs>
            <a:gs pos="100000">
              <a:schemeClr val="accent3">
                <a:hueOff val="0"/>
                <a:satOff val="0"/>
                <a:lumOff val="0"/>
                <a:alphaOff val="0"/>
                <a:shade val="90000"/>
                <a:lumMod val="84000"/>
              </a:schemeClr>
            </a:gs>
          </a:gsLst>
          <a:lin ang="5400000" scaled="0"/>
        </a:gradFill>
        <a:ln w="9525" cap="rnd" cmpd="sng" algn="ctr">
          <a:solidFill>
            <a:schemeClr val="accent3">
              <a:hueOff val="0"/>
              <a:satOff val="0"/>
              <a:lumOff val="0"/>
              <a:alphaOff val="0"/>
            </a:schemeClr>
          </a:solidFill>
          <a:prstDash val="solid"/>
        </a:ln>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dsp:spPr>
      <dsp:style>
        <a:lnRef idx="1">
          <a:scrgbClr r="0" g="0" b="0"/>
        </a:lnRef>
        <a:fillRef idx="3">
          <a:scrgbClr r="0" g="0" b="0"/>
        </a:fillRef>
        <a:effectRef idx="3">
          <a:scrgbClr r="0" g="0" b="0"/>
        </a:effectRef>
        <a:fontRef idx="minor">
          <a:schemeClr val="lt1"/>
        </a:fontRef>
      </dsp:style>
    </dsp:sp>
    <dsp:sp modelId="{BB6A2207-B110-44E1-BB09-50CF3507281B}">
      <dsp:nvSpPr>
        <dsp:cNvPr id="0" name=""/>
        <dsp:cNvSpPr/>
      </dsp:nvSpPr>
      <dsp:spPr>
        <a:xfrm>
          <a:off x="0" y="1262422"/>
          <a:ext cx="4212162" cy="12605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tr-TR" sz="1600" kern="1200">
              <a:solidFill>
                <a:schemeClr val="bg1"/>
              </a:solidFill>
            </a:rPr>
            <a:t>2) Veri bağı: aldığı veri paketlerine hata kontrol bitlerini ekleyerek çerçeve halinde fiziksel katmana iletme işinin yapıldığı katmandır.</a:t>
          </a:r>
          <a:endParaRPr lang="en-US" sz="1600" kern="1200">
            <a:solidFill>
              <a:schemeClr val="bg1"/>
            </a:solidFill>
          </a:endParaRPr>
        </a:p>
      </dsp:txBody>
      <dsp:txXfrm>
        <a:off x="0" y="1262422"/>
        <a:ext cx="4212162" cy="1260574"/>
      </dsp:txXfrm>
    </dsp:sp>
    <dsp:sp modelId="{EE2E4BB1-AC2B-4255-AA7C-2ADBA0FEBE2B}">
      <dsp:nvSpPr>
        <dsp:cNvPr id="0" name=""/>
        <dsp:cNvSpPr/>
      </dsp:nvSpPr>
      <dsp:spPr>
        <a:xfrm>
          <a:off x="0" y="2522996"/>
          <a:ext cx="4212162" cy="0"/>
        </a:xfrm>
        <a:prstGeom prst="line">
          <a:avLst/>
        </a:prstGeom>
        <a:gradFill rotWithShape="0">
          <a:gsLst>
            <a:gs pos="0">
              <a:schemeClr val="accent3">
                <a:hueOff val="0"/>
                <a:satOff val="0"/>
                <a:lumOff val="0"/>
                <a:alphaOff val="0"/>
                <a:tint val="98000"/>
                <a:lumMod val="114000"/>
              </a:schemeClr>
            </a:gs>
            <a:gs pos="100000">
              <a:schemeClr val="accent3">
                <a:hueOff val="0"/>
                <a:satOff val="0"/>
                <a:lumOff val="0"/>
                <a:alphaOff val="0"/>
                <a:shade val="90000"/>
                <a:lumMod val="84000"/>
              </a:schemeClr>
            </a:gs>
          </a:gsLst>
          <a:lin ang="5400000" scaled="0"/>
        </a:gradFill>
        <a:ln w="9525" cap="rnd" cmpd="sng" algn="ctr">
          <a:solidFill>
            <a:schemeClr val="accent3">
              <a:hueOff val="0"/>
              <a:satOff val="0"/>
              <a:lumOff val="0"/>
              <a:alphaOff val="0"/>
            </a:schemeClr>
          </a:solidFill>
          <a:prstDash val="solid"/>
        </a:ln>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dsp:spPr>
      <dsp:style>
        <a:lnRef idx="1">
          <a:scrgbClr r="0" g="0" b="0"/>
        </a:lnRef>
        <a:fillRef idx="3">
          <a:scrgbClr r="0" g="0" b="0"/>
        </a:fillRef>
        <a:effectRef idx="3">
          <a:scrgbClr r="0" g="0" b="0"/>
        </a:effectRef>
        <a:fontRef idx="minor">
          <a:schemeClr val="lt1"/>
        </a:fontRef>
      </dsp:style>
    </dsp:sp>
    <dsp:sp modelId="{28B9060F-300D-449C-821B-BB27CE42CC9F}">
      <dsp:nvSpPr>
        <dsp:cNvPr id="0" name=""/>
        <dsp:cNvSpPr/>
      </dsp:nvSpPr>
      <dsp:spPr>
        <a:xfrm>
          <a:off x="0" y="2522996"/>
          <a:ext cx="4212162" cy="12605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tr-TR" sz="1600" kern="1200">
              <a:solidFill>
                <a:schemeClr val="bg1"/>
              </a:solidFill>
            </a:rPr>
            <a:t>3) Ağ: veri paketlerinin ağ adreslerini kullanarak bu paketleri uygun ağlara yönlendirme işinin yapıldığı katmandır. Yönlendirici(Router) bu katmanda bulunur.</a:t>
          </a:r>
          <a:endParaRPr lang="en-US" sz="1600" kern="1200">
            <a:solidFill>
              <a:schemeClr val="bg1"/>
            </a:solidFill>
          </a:endParaRPr>
        </a:p>
      </dsp:txBody>
      <dsp:txXfrm>
        <a:off x="0" y="2522996"/>
        <a:ext cx="4212162" cy="1260574"/>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7.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8.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Üstbilgi Yer Tutucusu 1">
            <a:extLst>
              <a:ext uri="{FF2B5EF4-FFF2-40B4-BE49-F238E27FC236}">
                <a16:creationId xmlns:a16="http://schemas.microsoft.com/office/drawing/2014/main" id="{66D51CFB-0E9C-1743-F2E9-24477FE4E1E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a:defRPr/>
            </a:pPr>
            <a:endParaRPr lang="tr-TR"/>
          </a:p>
        </p:txBody>
      </p:sp>
      <p:sp>
        <p:nvSpPr>
          <p:cNvPr id="3" name="Veri Yer Tutucusu 2">
            <a:extLst>
              <a:ext uri="{FF2B5EF4-FFF2-40B4-BE49-F238E27FC236}">
                <a16:creationId xmlns:a16="http://schemas.microsoft.com/office/drawing/2014/main" id="{5BFF15A4-2912-902E-DC2F-63D3E12D0296}"/>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a:defRPr/>
            </a:pPr>
            <a:fld id="{84BA804B-4018-2841-9911-6AC2E3285333}" type="datetimeFigureOut">
              <a:rPr lang="tr-TR"/>
              <a:pPr>
                <a:defRPr/>
              </a:pPr>
              <a:t>24.10.2024</a:t>
            </a:fld>
            <a:endParaRPr lang="tr-TR"/>
          </a:p>
        </p:txBody>
      </p:sp>
      <p:sp>
        <p:nvSpPr>
          <p:cNvPr id="4" name="Slayt Görüntüsü Yer Tutucusu 3">
            <a:extLst>
              <a:ext uri="{FF2B5EF4-FFF2-40B4-BE49-F238E27FC236}">
                <a16:creationId xmlns:a16="http://schemas.microsoft.com/office/drawing/2014/main" id="{27E3B90F-D967-9CF6-671B-26446D13CD26}"/>
              </a:ext>
            </a:extLst>
          </p:cNvPr>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lvl="0"/>
            <a:endParaRPr lang="tr-TR" noProof="0"/>
          </a:p>
        </p:txBody>
      </p:sp>
      <p:sp>
        <p:nvSpPr>
          <p:cNvPr id="5" name="Not Yer Tutucusu 4">
            <a:extLst>
              <a:ext uri="{FF2B5EF4-FFF2-40B4-BE49-F238E27FC236}">
                <a16:creationId xmlns:a16="http://schemas.microsoft.com/office/drawing/2014/main" id="{CF8FF9BA-4360-3863-656D-E9822B1AC485}"/>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tr-TR" noProof="0"/>
              <a:t>Asıl metin stillerini düzenlemek için tıklatın</a:t>
            </a:r>
          </a:p>
          <a:p>
            <a:pPr lvl="1"/>
            <a:r>
              <a:rPr lang="tr-TR" noProof="0"/>
              <a:t>İkinci düzey</a:t>
            </a:r>
          </a:p>
          <a:p>
            <a:pPr lvl="2"/>
            <a:r>
              <a:rPr lang="tr-TR" noProof="0"/>
              <a:t>Üçüncü düzey</a:t>
            </a:r>
          </a:p>
          <a:p>
            <a:pPr lvl="3"/>
            <a:r>
              <a:rPr lang="tr-TR" noProof="0"/>
              <a:t>Dördüncü düzey</a:t>
            </a:r>
          </a:p>
          <a:p>
            <a:pPr lvl="4"/>
            <a:r>
              <a:rPr lang="tr-TR" noProof="0"/>
              <a:t>Beşinci düzey</a:t>
            </a:r>
          </a:p>
        </p:txBody>
      </p:sp>
      <p:sp>
        <p:nvSpPr>
          <p:cNvPr id="6" name="Altbilgi Yer Tutucusu 5">
            <a:extLst>
              <a:ext uri="{FF2B5EF4-FFF2-40B4-BE49-F238E27FC236}">
                <a16:creationId xmlns:a16="http://schemas.microsoft.com/office/drawing/2014/main" id="{48F9A898-50C0-2CD4-30F3-82E30161EE9F}"/>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a:defRPr/>
            </a:pPr>
            <a:endParaRPr lang="tr-TR"/>
          </a:p>
        </p:txBody>
      </p:sp>
      <p:sp>
        <p:nvSpPr>
          <p:cNvPr id="7" name="Slayt Numarası Yer Tutucusu 6">
            <a:extLst>
              <a:ext uri="{FF2B5EF4-FFF2-40B4-BE49-F238E27FC236}">
                <a16:creationId xmlns:a16="http://schemas.microsoft.com/office/drawing/2014/main" id="{E835A05B-81B3-D012-F979-CE4CA999355B}"/>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a:defRPr sz="1200" smtClean="0"/>
            </a:lvl1pPr>
          </a:lstStyle>
          <a:p>
            <a:pPr>
              <a:defRPr/>
            </a:pPr>
            <a:fld id="{C016EB85-296B-6F46-8994-ABE5B789FC76}" type="slidenum">
              <a:rPr lang="tr-TR" altLang="tr-TR"/>
              <a:pPr>
                <a:defRPr/>
              </a:pPr>
              <a:t>‹#›</a:t>
            </a:fld>
            <a:endParaRPr lang="tr-TR" altLang="tr-TR"/>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Slide Image Placeholder 1">
            <a:extLst>
              <a:ext uri="{FF2B5EF4-FFF2-40B4-BE49-F238E27FC236}">
                <a16:creationId xmlns:a16="http://schemas.microsoft.com/office/drawing/2014/main" id="{1E7EBA89-3646-1333-2284-DEDA2085787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4" name="Notes Placeholder 2">
            <a:extLst>
              <a:ext uri="{FF2B5EF4-FFF2-40B4-BE49-F238E27FC236}">
                <a16:creationId xmlns:a16="http://schemas.microsoft.com/office/drawing/2014/main" id="{712F85F7-9E95-2815-2058-A5D2DAEDED9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tr-TR" altLang="tr-TR"/>
          </a:p>
        </p:txBody>
      </p:sp>
      <p:sp>
        <p:nvSpPr>
          <p:cNvPr id="28675" name="Slide Number Placeholder 3">
            <a:extLst>
              <a:ext uri="{FF2B5EF4-FFF2-40B4-BE49-F238E27FC236}">
                <a16:creationId xmlns:a16="http://schemas.microsoft.com/office/drawing/2014/main" id="{9FC9C5F7-DB67-DF73-34C9-682FC34AFA1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nstantia" panose="02030602050306030303" pitchFamily="18" charset="0"/>
              </a:defRPr>
            </a:lvl1pPr>
            <a:lvl2pPr marL="742950" indent="-285750">
              <a:defRPr>
                <a:solidFill>
                  <a:schemeClr val="tx1"/>
                </a:solidFill>
                <a:latin typeface="Constantia" panose="02030602050306030303" pitchFamily="18" charset="0"/>
              </a:defRPr>
            </a:lvl2pPr>
            <a:lvl3pPr marL="1143000" indent="-228600">
              <a:defRPr>
                <a:solidFill>
                  <a:schemeClr val="tx1"/>
                </a:solidFill>
                <a:latin typeface="Constantia" panose="02030602050306030303" pitchFamily="18" charset="0"/>
              </a:defRPr>
            </a:lvl3pPr>
            <a:lvl4pPr marL="1600200" indent="-228600">
              <a:defRPr>
                <a:solidFill>
                  <a:schemeClr val="tx1"/>
                </a:solidFill>
                <a:latin typeface="Constantia" panose="02030602050306030303" pitchFamily="18" charset="0"/>
              </a:defRPr>
            </a:lvl4pPr>
            <a:lvl5pPr marL="2057400" indent="-228600">
              <a:defRPr>
                <a:solidFill>
                  <a:schemeClr val="tx1"/>
                </a:solidFill>
                <a:latin typeface="Constantia" panose="02030602050306030303" pitchFamily="18" charset="0"/>
              </a:defRPr>
            </a:lvl5pPr>
            <a:lvl6pPr marL="2514600" indent="-228600" eaLnBrk="0" fontAlgn="base" hangingPunct="0">
              <a:spcBef>
                <a:spcPct val="0"/>
              </a:spcBef>
              <a:spcAft>
                <a:spcPct val="0"/>
              </a:spcAft>
              <a:defRPr>
                <a:solidFill>
                  <a:schemeClr val="tx1"/>
                </a:solidFill>
                <a:latin typeface="Constantia" panose="02030602050306030303" pitchFamily="18" charset="0"/>
              </a:defRPr>
            </a:lvl6pPr>
            <a:lvl7pPr marL="2971800" indent="-228600" eaLnBrk="0" fontAlgn="base" hangingPunct="0">
              <a:spcBef>
                <a:spcPct val="0"/>
              </a:spcBef>
              <a:spcAft>
                <a:spcPct val="0"/>
              </a:spcAft>
              <a:defRPr>
                <a:solidFill>
                  <a:schemeClr val="tx1"/>
                </a:solidFill>
                <a:latin typeface="Constantia" panose="02030602050306030303" pitchFamily="18" charset="0"/>
              </a:defRPr>
            </a:lvl7pPr>
            <a:lvl8pPr marL="3429000" indent="-228600" eaLnBrk="0" fontAlgn="base" hangingPunct="0">
              <a:spcBef>
                <a:spcPct val="0"/>
              </a:spcBef>
              <a:spcAft>
                <a:spcPct val="0"/>
              </a:spcAft>
              <a:defRPr>
                <a:solidFill>
                  <a:schemeClr val="tx1"/>
                </a:solidFill>
                <a:latin typeface="Constantia" panose="02030602050306030303" pitchFamily="18" charset="0"/>
              </a:defRPr>
            </a:lvl8pPr>
            <a:lvl9pPr marL="3886200" indent="-228600" eaLnBrk="0" fontAlgn="base" hangingPunct="0">
              <a:spcBef>
                <a:spcPct val="0"/>
              </a:spcBef>
              <a:spcAft>
                <a:spcPct val="0"/>
              </a:spcAft>
              <a:defRPr>
                <a:solidFill>
                  <a:schemeClr val="tx1"/>
                </a:solidFill>
                <a:latin typeface="Constantia" panose="02030602050306030303" pitchFamily="18" charset="0"/>
              </a:defRPr>
            </a:lvl9pPr>
          </a:lstStyle>
          <a:p>
            <a:pPr eaLnBrk="1" hangingPunct="1"/>
            <a:fld id="{B540BDB1-D94F-724E-AA90-0B1C46B1248E}" type="slidenum">
              <a:rPr lang="en-US" altLang="tr-TR">
                <a:solidFill>
                  <a:srgbClr val="000000"/>
                </a:solidFill>
                <a:latin typeface="Calibri" panose="020F0502020204030204" pitchFamily="34" charset="0"/>
              </a:rPr>
              <a:pPr eaLnBrk="1" hangingPunct="1"/>
              <a:t>24</a:t>
            </a:fld>
            <a:endParaRPr lang="en-US" altLang="tr-TR">
              <a:solidFill>
                <a:srgbClr val="000000"/>
              </a:solidFill>
              <a:latin typeface="Calibri" panose="020F050202020403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E9C045C3-D4FB-A983-8DD2-984280356BD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5842" name="Notes Placeholder 2">
            <a:extLst>
              <a:ext uri="{FF2B5EF4-FFF2-40B4-BE49-F238E27FC236}">
                <a16:creationId xmlns:a16="http://schemas.microsoft.com/office/drawing/2014/main" id="{AE02F8F1-8F00-90EF-7472-90F7F4AC546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tr-TR" altLang="tr-TR"/>
          </a:p>
        </p:txBody>
      </p:sp>
      <p:sp>
        <p:nvSpPr>
          <p:cNvPr id="35843" name="Slide Number Placeholder 3">
            <a:extLst>
              <a:ext uri="{FF2B5EF4-FFF2-40B4-BE49-F238E27FC236}">
                <a16:creationId xmlns:a16="http://schemas.microsoft.com/office/drawing/2014/main" id="{B5747984-44C8-67E8-9406-5577D0E261A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nstantia" panose="02030602050306030303" pitchFamily="18" charset="0"/>
              </a:defRPr>
            </a:lvl1pPr>
            <a:lvl2pPr marL="742950" indent="-285750">
              <a:defRPr>
                <a:solidFill>
                  <a:schemeClr val="tx1"/>
                </a:solidFill>
                <a:latin typeface="Constantia" panose="02030602050306030303" pitchFamily="18" charset="0"/>
              </a:defRPr>
            </a:lvl2pPr>
            <a:lvl3pPr marL="1143000" indent="-228600">
              <a:defRPr>
                <a:solidFill>
                  <a:schemeClr val="tx1"/>
                </a:solidFill>
                <a:latin typeface="Constantia" panose="02030602050306030303" pitchFamily="18" charset="0"/>
              </a:defRPr>
            </a:lvl3pPr>
            <a:lvl4pPr marL="1600200" indent="-228600">
              <a:defRPr>
                <a:solidFill>
                  <a:schemeClr val="tx1"/>
                </a:solidFill>
                <a:latin typeface="Constantia" panose="02030602050306030303" pitchFamily="18" charset="0"/>
              </a:defRPr>
            </a:lvl4pPr>
            <a:lvl5pPr marL="2057400" indent="-228600">
              <a:defRPr>
                <a:solidFill>
                  <a:schemeClr val="tx1"/>
                </a:solidFill>
                <a:latin typeface="Constantia" panose="02030602050306030303" pitchFamily="18" charset="0"/>
              </a:defRPr>
            </a:lvl5pPr>
            <a:lvl6pPr marL="2514600" indent="-228600" eaLnBrk="0" fontAlgn="base" hangingPunct="0">
              <a:spcBef>
                <a:spcPct val="0"/>
              </a:spcBef>
              <a:spcAft>
                <a:spcPct val="0"/>
              </a:spcAft>
              <a:defRPr>
                <a:solidFill>
                  <a:schemeClr val="tx1"/>
                </a:solidFill>
                <a:latin typeface="Constantia" panose="02030602050306030303" pitchFamily="18" charset="0"/>
              </a:defRPr>
            </a:lvl6pPr>
            <a:lvl7pPr marL="2971800" indent="-228600" eaLnBrk="0" fontAlgn="base" hangingPunct="0">
              <a:spcBef>
                <a:spcPct val="0"/>
              </a:spcBef>
              <a:spcAft>
                <a:spcPct val="0"/>
              </a:spcAft>
              <a:defRPr>
                <a:solidFill>
                  <a:schemeClr val="tx1"/>
                </a:solidFill>
                <a:latin typeface="Constantia" panose="02030602050306030303" pitchFamily="18" charset="0"/>
              </a:defRPr>
            </a:lvl7pPr>
            <a:lvl8pPr marL="3429000" indent="-228600" eaLnBrk="0" fontAlgn="base" hangingPunct="0">
              <a:spcBef>
                <a:spcPct val="0"/>
              </a:spcBef>
              <a:spcAft>
                <a:spcPct val="0"/>
              </a:spcAft>
              <a:defRPr>
                <a:solidFill>
                  <a:schemeClr val="tx1"/>
                </a:solidFill>
                <a:latin typeface="Constantia" panose="02030602050306030303" pitchFamily="18" charset="0"/>
              </a:defRPr>
            </a:lvl8pPr>
            <a:lvl9pPr marL="3886200" indent="-228600" eaLnBrk="0" fontAlgn="base" hangingPunct="0">
              <a:spcBef>
                <a:spcPct val="0"/>
              </a:spcBef>
              <a:spcAft>
                <a:spcPct val="0"/>
              </a:spcAft>
              <a:defRPr>
                <a:solidFill>
                  <a:schemeClr val="tx1"/>
                </a:solidFill>
                <a:latin typeface="Constantia" panose="02030602050306030303" pitchFamily="18" charset="0"/>
              </a:defRPr>
            </a:lvl9pPr>
          </a:lstStyle>
          <a:p>
            <a:pPr eaLnBrk="1" hangingPunct="1"/>
            <a:fld id="{EFA8989A-1D50-1F4B-ABF1-99662D0C7F9F}" type="slidenum">
              <a:rPr lang="en-US" altLang="tr-TR">
                <a:solidFill>
                  <a:srgbClr val="000000"/>
                </a:solidFill>
                <a:latin typeface="Calibri" panose="020F0502020204030204" pitchFamily="34" charset="0"/>
              </a:rPr>
              <a:pPr eaLnBrk="1" hangingPunct="1"/>
              <a:t>30</a:t>
            </a:fld>
            <a:endParaRPr lang="en-US" altLang="tr-TR">
              <a:solidFill>
                <a:srgbClr val="000000"/>
              </a:solidFill>
              <a:latin typeface="Calibri" panose="020F050202020403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Title 1"/>
          <p:cNvSpPr>
            <a:spLocks noGrp="1"/>
          </p:cNvSpPr>
          <p:nvPr>
            <p:ph type="ctrTitle"/>
          </p:nvPr>
        </p:nvSpPr>
        <p:spPr>
          <a:xfrm>
            <a:off x="866442" y="1447801"/>
            <a:ext cx="6620968" cy="3329581"/>
          </a:xfrm>
        </p:spPr>
        <p:txBody>
          <a:bodyPr anchor="b"/>
          <a:lstStyle>
            <a:lvl1pPr>
              <a:defRPr sz="7200"/>
            </a:lvl1pPr>
          </a:lstStyle>
          <a:p>
            <a:r>
              <a:rPr lang="tr-TR"/>
              <a:t>Asıl başlık stilini düzenlemek için tıklayın</a:t>
            </a:r>
            <a:endParaRPr lang="en-US" dirty="0"/>
          </a:p>
        </p:txBody>
      </p:sp>
      <p:sp>
        <p:nvSpPr>
          <p:cNvPr id="3" name="Subtitle 2"/>
          <p:cNvSpPr>
            <a:spLocks noGrp="1"/>
          </p:cNvSpPr>
          <p:nvPr>
            <p:ph type="subTitle" idx="1"/>
          </p:nvPr>
        </p:nvSpPr>
        <p:spPr>
          <a:xfrm>
            <a:off x="866442" y="4777380"/>
            <a:ext cx="662096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a:t>Asıl alt başlık stilini düzenlemek için tıklayın</a:t>
            </a:r>
            <a:endParaRPr lang="en-US" dirty="0"/>
          </a:p>
        </p:txBody>
      </p:sp>
      <p:sp>
        <p:nvSpPr>
          <p:cNvPr id="4" name="Date Placeholder 3"/>
          <p:cNvSpPr>
            <a:spLocks noGrp="1"/>
          </p:cNvSpPr>
          <p:nvPr>
            <p:ph type="dt" sz="half" idx="10"/>
          </p:nvPr>
        </p:nvSpPr>
        <p:spPr/>
        <p:txBody>
          <a:bodyPr/>
          <a:lstStyle/>
          <a:p>
            <a:pPr>
              <a:defRPr/>
            </a:pPr>
            <a:fld id="{047CB6E0-7880-1D43-AE6D-B3A93DBF0476}" type="datetimeFigureOut">
              <a:rPr lang="en-US" smtClean="0"/>
              <a:pPr>
                <a:defRPr/>
              </a:pPr>
              <a:t>10/24/2024</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88C02B11-C489-3E44-A847-17F5B209853B}" type="slidenum">
              <a:rPr lang="en-US" altLang="tr-TR" smtClean="0"/>
              <a:pPr>
                <a:defRPr/>
              </a:pPr>
              <a:t>‹#›</a:t>
            </a:fld>
            <a:endParaRPr lang="en-US" altLang="tr-TR"/>
          </a:p>
        </p:txBody>
      </p:sp>
    </p:spTree>
    <p:extLst>
      <p:ext uri="{BB962C8B-B14F-4D97-AF65-F5344CB8AC3E}">
        <p14:creationId xmlns:p14="http://schemas.microsoft.com/office/powerpoint/2010/main" val="35226875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7" name="Date Placeholder 3"/>
          <p:cNvSpPr>
            <a:spLocks noGrp="1"/>
          </p:cNvSpPr>
          <p:nvPr>
            <p:ph type="dt" sz="half" idx="10"/>
          </p:nvPr>
        </p:nvSpPr>
        <p:spPr/>
        <p:txBody>
          <a:bodyPr/>
          <a:lstStyle/>
          <a:p>
            <a:pPr>
              <a:defRPr/>
            </a:pPr>
            <a:fld id="{047CB6E0-7880-1D43-AE6D-B3A93DBF0476}" type="datetimeFigureOut">
              <a:rPr lang="en-US" smtClean="0"/>
              <a:pPr>
                <a:defRPr/>
              </a:pPr>
              <a:t>10/24/2024</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88C02B11-C489-3E44-A847-17F5B209853B}" type="slidenum">
              <a:rPr lang="en-US" altLang="tr-TR" smtClean="0"/>
              <a:pPr>
                <a:defRPr/>
              </a:pPr>
              <a:t>‹#›</a:t>
            </a:fld>
            <a:endParaRPr lang="en-US" altLang="tr-TR"/>
          </a:p>
        </p:txBody>
      </p:sp>
    </p:spTree>
    <p:extLst>
      <p:ext uri="{BB962C8B-B14F-4D97-AF65-F5344CB8AC3E}">
        <p14:creationId xmlns:p14="http://schemas.microsoft.com/office/powerpoint/2010/main" val="2443620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Title 1"/>
          <p:cNvSpPr>
            <a:spLocks noGrp="1"/>
          </p:cNvSpPr>
          <p:nvPr>
            <p:ph type="title"/>
          </p:nvPr>
        </p:nvSpPr>
        <p:spPr>
          <a:xfrm>
            <a:off x="866443" y="2861734"/>
            <a:ext cx="6620967" cy="1915647"/>
          </a:xfrm>
        </p:spPr>
        <p:txBody>
          <a:bodyPr anchor="b"/>
          <a:lstStyle>
            <a:lvl1pPr algn="l">
              <a:defRPr sz="4000" b="0" cap="none"/>
            </a:lvl1pPr>
          </a:lstStyle>
          <a:p>
            <a:r>
              <a:rPr lang="tr-TR"/>
              <a:t>Asıl başlık stilini düzenlemek için tıklayın</a:t>
            </a:r>
            <a:endParaRPr lang="en-US" dirty="0"/>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pPr>
              <a:defRPr/>
            </a:pPr>
            <a:fld id="{047CB6E0-7880-1D43-AE6D-B3A93DBF0476}" type="datetimeFigureOut">
              <a:rPr lang="en-US" smtClean="0"/>
              <a:pPr>
                <a:defRPr/>
              </a:pPr>
              <a:t>10/24/2024</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88C02B11-C489-3E44-A847-17F5B209853B}" type="slidenum">
              <a:rPr lang="en-US" altLang="tr-TR" smtClean="0"/>
              <a:pPr>
                <a:defRPr/>
              </a:pPr>
              <a:t>‹#›</a:t>
            </a:fld>
            <a:endParaRPr lang="en-US" altLang="tr-TR"/>
          </a:p>
        </p:txBody>
      </p:sp>
    </p:spTree>
    <p:extLst>
      <p:ext uri="{BB962C8B-B14F-4D97-AF65-F5344CB8AC3E}">
        <p14:creationId xmlns:p14="http://schemas.microsoft.com/office/powerpoint/2010/main" val="35005574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sz="half" idx="1"/>
          </p:nvPr>
        </p:nvSpPr>
        <p:spPr>
          <a:xfrm>
            <a:off x="827700" y="2060576"/>
            <a:ext cx="3298113"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Content Placeholder 3"/>
          <p:cNvSpPr>
            <a:spLocks noGrp="1"/>
          </p:cNvSpPr>
          <p:nvPr>
            <p:ph sz="half" idx="2"/>
          </p:nvPr>
        </p:nvSpPr>
        <p:spPr>
          <a:xfrm>
            <a:off x="4241975" y="2056093"/>
            <a:ext cx="3298115"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Date Placeholder 4"/>
          <p:cNvSpPr>
            <a:spLocks noGrp="1"/>
          </p:cNvSpPr>
          <p:nvPr>
            <p:ph type="dt" sz="half" idx="10"/>
          </p:nvPr>
        </p:nvSpPr>
        <p:spPr/>
        <p:txBody>
          <a:bodyPr/>
          <a:lstStyle/>
          <a:p>
            <a:pPr>
              <a:defRPr/>
            </a:pPr>
            <a:fld id="{047CB6E0-7880-1D43-AE6D-B3A93DBF0476}" type="datetimeFigureOut">
              <a:rPr lang="en-US" smtClean="0"/>
              <a:pPr>
                <a:defRPr/>
              </a:pPr>
              <a:t>10/24/2024</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88C02B11-C489-3E44-A847-17F5B209853B}" type="slidenum">
              <a:rPr lang="en-US" altLang="tr-TR" smtClean="0"/>
              <a:pPr>
                <a:defRPr/>
              </a:pPr>
              <a:t>‹#›</a:t>
            </a:fld>
            <a:endParaRPr lang="en-US" altLang="tr-TR"/>
          </a:p>
        </p:txBody>
      </p:sp>
    </p:spTree>
    <p:extLst>
      <p:ext uri="{BB962C8B-B14F-4D97-AF65-F5344CB8AC3E}">
        <p14:creationId xmlns:p14="http://schemas.microsoft.com/office/powerpoint/2010/main" val="12168803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tr-TR"/>
              <a:t>Asıl başlık stilini düzenlemek için tıklayın</a:t>
            </a:r>
            <a:endParaRPr lang="en-US" dirty="0"/>
          </a:p>
        </p:txBody>
      </p:sp>
      <p:sp>
        <p:nvSpPr>
          <p:cNvPr id="3" name="Text Placeholder 2"/>
          <p:cNvSpPr>
            <a:spLocks noGrp="1"/>
          </p:cNvSpPr>
          <p:nvPr>
            <p:ph type="body" idx="1"/>
          </p:nvPr>
        </p:nvSpPr>
        <p:spPr>
          <a:xfrm>
            <a:off x="827700" y="1905000"/>
            <a:ext cx="32981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Content Placeholder 3"/>
          <p:cNvSpPr>
            <a:spLocks noGrp="1"/>
          </p:cNvSpPr>
          <p:nvPr>
            <p:ph sz="half" idx="2"/>
          </p:nvPr>
        </p:nvSpPr>
        <p:spPr>
          <a:xfrm>
            <a:off x="827700"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Text Placeholder 4"/>
          <p:cNvSpPr>
            <a:spLocks noGrp="1"/>
          </p:cNvSpPr>
          <p:nvPr>
            <p:ph type="body" sz="quarter" idx="3"/>
          </p:nvPr>
        </p:nvSpPr>
        <p:spPr>
          <a:xfrm>
            <a:off x="4241976" y="1905000"/>
            <a:ext cx="3298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Content Placeholder 5"/>
          <p:cNvSpPr>
            <a:spLocks noGrp="1"/>
          </p:cNvSpPr>
          <p:nvPr>
            <p:ph sz="quarter" idx="4"/>
          </p:nvPr>
        </p:nvSpPr>
        <p:spPr>
          <a:xfrm>
            <a:off x="4241976"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7" name="Date Placeholder 6"/>
          <p:cNvSpPr>
            <a:spLocks noGrp="1"/>
          </p:cNvSpPr>
          <p:nvPr>
            <p:ph type="dt" sz="half" idx="10"/>
          </p:nvPr>
        </p:nvSpPr>
        <p:spPr/>
        <p:txBody>
          <a:bodyPr/>
          <a:lstStyle/>
          <a:p>
            <a:pPr>
              <a:defRPr/>
            </a:pPr>
            <a:fld id="{047CB6E0-7880-1D43-AE6D-B3A93DBF0476}" type="datetimeFigureOut">
              <a:rPr lang="en-US" smtClean="0"/>
              <a:pPr>
                <a:defRPr/>
              </a:pPr>
              <a:t>10/24/2024</a:t>
            </a:fld>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88C02B11-C489-3E44-A847-17F5B209853B}" type="slidenum">
              <a:rPr lang="en-US" altLang="tr-TR" smtClean="0"/>
              <a:pPr>
                <a:defRPr/>
              </a:pPr>
              <a:t>‹#›</a:t>
            </a:fld>
            <a:endParaRPr lang="en-US" altLang="tr-TR"/>
          </a:p>
        </p:txBody>
      </p:sp>
    </p:spTree>
    <p:extLst>
      <p:ext uri="{BB962C8B-B14F-4D97-AF65-F5344CB8AC3E}">
        <p14:creationId xmlns:p14="http://schemas.microsoft.com/office/powerpoint/2010/main" val="38869032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7" name="Date Placeholder 2"/>
          <p:cNvSpPr>
            <a:spLocks noGrp="1"/>
          </p:cNvSpPr>
          <p:nvPr>
            <p:ph type="dt" sz="half" idx="10"/>
          </p:nvPr>
        </p:nvSpPr>
        <p:spPr/>
        <p:txBody>
          <a:bodyPr/>
          <a:lstStyle/>
          <a:p>
            <a:pPr>
              <a:defRPr/>
            </a:pPr>
            <a:fld id="{047CB6E0-7880-1D43-AE6D-B3A93DBF0476}" type="datetimeFigureOut">
              <a:rPr lang="en-US" smtClean="0"/>
              <a:pPr>
                <a:defRPr/>
              </a:pPr>
              <a:t>10/24/2024</a:t>
            </a:fld>
            <a:endParaRPr lang="en-US"/>
          </a:p>
        </p:txBody>
      </p:sp>
      <p:sp>
        <p:nvSpPr>
          <p:cNvPr id="5" name="Footer Placeholder 3"/>
          <p:cNvSpPr>
            <a:spLocks noGrp="1"/>
          </p:cNvSpPr>
          <p:nvPr>
            <p:ph type="ftr" sz="quarter" idx="11"/>
          </p:nvPr>
        </p:nvSpPr>
        <p:spPr/>
        <p:txBody>
          <a:bodyPr/>
          <a:lstStyle/>
          <a:p>
            <a:pPr>
              <a:defRPr/>
            </a:pPr>
            <a:endParaRPr lang="en-US"/>
          </a:p>
        </p:txBody>
      </p:sp>
      <p:sp>
        <p:nvSpPr>
          <p:cNvPr id="6" name="Slide Number Placeholder 4"/>
          <p:cNvSpPr>
            <a:spLocks noGrp="1"/>
          </p:cNvSpPr>
          <p:nvPr>
            <p:ph type="sldNum" sz="quarter" idx="12"/>
          </p:nvPr>
        </p:nvSpPr>
        <p:spPr/>
        <p:txBody>
          <a:bodyPr/>
          <a:lstStyle/>
          <a:p>
            <a:pPr>
              <a:defRPr/>
            </a:pPr>
            <a:fld id="{88C02B11-C489-3E44-A847-17F5B209853B}" type="slidenum">
              <a:rPr lang="en-US" altLang="tr-TR" smtClean="0"/>
              <a:pPr>
                <a:defRPr/>
              </a:pPr>
              <a:t>‹#›</a:t>
            </a:fld>
            <a:endParaRPr lang="en-US" altLang="tr-TR"/>
          </a:p>
        </p:txBody>
      </p:sp>
    </p:spTree>
    <p:extLst>
      <p:ext uri="{BB962C8B-B14F-4D97-AF65-F5344CB8AC3E}">
        <p14:creationId xmlns:p14="http://schemas.microsoft.com/office/powerpoint/2010/main" val="24194852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pPr>
              <a:defRPr/>
            </a:pPr>
            <a:fld id="{047CB6E0-7880-1D43-AE6D-B3A93DBF0476}" type="datetimeFigureOut">
              <a:rPr lang="en-US" smtClean="0"/>
              <a:pPr>
                <a:defRPr/>
              </a:pPr>
              <a:t>10/24/2024</a:t>
            </a:fld>
            <a:endParaRPr lang="en-US"/>
          </a:p>
        </p:txBody>
      </p:sp>
      <p:sp>
        <p:nvSpPr>
          <p:cNvPr id="5" name="Footer Placeholder 2"/>
          <p:cNvSpPr>
            <a:spLocks noGrp="1"/>
          </p:cNvSpPr>
          <p:nvPr>
            <p:ph type="ftr" sz="quarter" idx="11"/>
          </p:nvPr>
        </p:nvSpPr>
        <p:spPr/>
        <p:txBody>
          <a:bodyPr/>
          <a:lstStyle/>
          <a:p>
            <a:pPr>
              <a:defRPr/>
            </a:pPr>
            <a:endParaRPr lang="en-US"/>
          </a:p>
        </p:txBody>
      </p:sp>
      <p:sp>
        <p:nvSpPr>
          <p:cNvPr id="6" name="Slide Number Placeholder 3"/>
          <p:cNvSpPr>
            <a:spLocks noGrp="1"/>
          </p:cNvSpPr>
          <p:nvPr>
            <p:ph type="sldNum" sz="quarter" idx="12"/>
          </p:nvPr>
        </p:nvSpPr>
        <p:spPr/>
        <p:txBody>
          <a:bodyPr/>
          <a:lstStyle/>
          <a:p>
            <a:pPr>
              <a:defRPr/>
            </a:pPr>
            <a:fld id="{88C02B11-C489-3E44-A847-17F5B209853B}" type="slidenum">
              <a:rPr lang="en-US" altLang="tr-TR" smtClean="0"/>
              <a:pPr>
                <a:defRPr/>
              </a:pPr>
              <a:t>‹#›</a:t>
            </a:fld>
            <a:endParaRPr lang="en-US" altLang="tr-TR"/>
          </a:p>
        </p:txBody>
      </p:sp>
    </p:spTree>
    <p:extLst>
      <p:ext uri="{BB962C8B-B14F-4D97-AF65-F5344CB8AC3E}">
        <p14:creationId xmlns:p14="http://schemas.microsoft.com/office/powerpoint/2010/main" val="24452921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Title 1"/>
          <p:cNvSpPr>
            <a:spLocks noGrp="1"/>
          </p:cNvSpPr>
          <p:nvPr>
            <p:ph type="title"/>
          </p:nvPr>
        </p:nvSpPr>
        <p:spPr>
          <a:xfrm>
            <a:off x="866441" y="1447800"/>
            <a:ext cx="2551462" cy="1447800"/>
          </a:xfrm>
        </p:spPr>
        <p:txBody>
          <a:bodyPr anchor="b"/>
          <a:lstStyle>
            <a:lvl1pPr algn="l">
              <a:defRPr sz="2400" b="0"/>
            </a:lvl1pPr>
          </a:lstStyle>
          <a:p>
            <a:r>
              <a:rPr lang="tr-TR"/>
              <a:t>Asıl başlık stilini düzenlemek için tıklayın</a:t>
            </a:r>
            <a:endParaRPr lang="en-US" dirty="0"/>
          </a:p>
        </p:txBody>
      </p:sp>
      <p:sp>
        <p:nvSpPr>
          <p:cNvPr id="3" name="Content Placeholder 2"/>
          <p:cNvSpPr>
            <a:spLocks noGrp="1"/>
          </p:cNvSpPr>
          <p:nvPr>
            <p:ph idx="1"/>
          </p:nvPr>
        </p:nvSpPr>
        <p:spPr>
          <a:xfrm>
            <a:off x="3589397" y="1447800"/>
            <a:ext cx="3898013"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Text Placeholder 3"/>
          <p:cNvSpPr>
            <a:spLocks noGrp="1"/>
          </p:cNvSpPr>
          <p:nvPr>
            <p:ph type="body" sz="half" idx="2"/>
          </p:nvPr>
        </p:nvSpPr>
        <p:spPr>
          <a:xfrm>
            <a:off x="866441" y="3129281"/>
            <a:ext cx="2551462"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7" name="Date Placeholder 4"/>
          <p:cNvSpPr>
            <a:spLocks noGrp="1"/>
          </p:cNvSpPr>
          <p:nvPr>
            <p:ph type="dt" sz="half" idx="10"/>
          </p:nvPr>
        </p:nvSpPr>
        <p:spPr/>
        <p:txBody>
          <a:bodyPr/>
          <a:lstStyle/>
          <a:p>
            <a:pPr>
              <a:defRPr/>
            </a:pPr>
            <a:fld id="{047CB6E0-7880-1D43-AE6D-B3A93DBF0476}" type="datetimeFigureOut">
              <a:rPr lang="en-US" smtClean="0"/>
              <a:pPr>
                <a:defRPr/>
              </a:pPr>
              <a:t>10/24/2024</a:t>
            </a:fld>
            <a:endParaRPr lang="en-US"/>
          </a:p>
        </p:txBody>
      </p:sp>
      <p:sp>
        <p:nvSpPr>
          <p:cNvPr id="5" name="Footer Placeholder 5"/>
          <p:cNvSpPr>
            <a:spLocks noGrp="1"/>
          </p:cNvSpPr>
          <p:nvPr>
            <p:ph type="ftr" sz="quarter" idx="11"/>
          </p:nvPr>
        </p:nvSpPr>
        <p:spPr/>
        <p:txBody>
          <a:bodyPr/>
          <a:lstStyle/>
          <a:p>
            <a:pPr>
              <a:defRPr/>
            </a:pPr>
            <a:endParaRPr lang="en-US"/>
          </a:p>
        </p:txBody>
      </p:sp>
      <p:sp>
        <p:nvSpPr>
          <p:cNvPr id="6" name="Slide Number Placeholder 6"/>
          <p:cNvSpPr>
            <a:spLocks noGrp="1"/>
          </p:cNvSpPr>
          <p:nvPr>
            <p:ph type="sldNum" sz="quarter" idx="12"/>
          </p:nvPr>
        </p:nvSpPr>
        <p:spPr/>
        <p:txBody>
          <a:bodyPr/>
          <a:lstStyle/>
          <a:p>
            <a:pPr>
              <a:defRPr/>
            </a:pPr>
            <a:fld id="{88C02B11-C489-3E44-A847-17F5B209853B}" type="slidenum">
              <a:rPr lang="en-US" altLang="tr-TR" smtClean="0"/>
              <a:pPr>
                <a:defRPr/>
              </a:pPr>
              <a:t>‹#›</a:t>
            </a:fld>
            <a:endParaRPr lang="en-US" altLang="tr-TR"/>
          </a:p>
        </p:txBody>
      </p:sp>
    </p:spTree>
    <p:extLst>
      <p:ext uri="{BB962C8B-B14F-4D97-AF65-F5344CB8AC3E}">
        <p14:creationId xmlns:p14="http://schemas.microsoft.com/office/powerpoint/2010/main" val="33691993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Title 1"/>
          <p:cNvSpPr>
            <a:spLocks noGrp="1"/>
          </p:cNvSpPr>
          <p:nvPr>
            <p:ph type="title"/>
          </p:nvPr>
        </p:nvSpPr>
        <p:spPr>
          <a:xfrm>
            <a:off x="865656" y="1854192"/>
            <a:ext cx="3820674" cy="1574808"/>
          </a:xfrm>
        </p:spPr>
        <p:txBody>
          <a:bodyPr anchor="b">
            <a:normAutofit/>
          </a:bodyPr>
          <a:lstStyle>
            <a:lvl1pPr algn="l">
              <a:defRPr sz="3600" b="0"/>
            </a:lvl1pPr>
          </a:lstStyle>
          <a:p>
            <a:r>
              <a:rPr lang="tr-TR"/>
              <a:t>Asıl başlık stilini düzenlemek için tıklayın</a:t>
            </a:r>
            <a:endParaRPr lang="en-US" dirty="0"/>
          </a:p>
        </p:txBody>
      </p:sp>
      <p:sp>
        <p:nvSpPr>
          <p:cNvPr id="3" name="Picture Placeholder 2"/>
          <p:cNvSpPr>
            <a:spLocks noGrp="1" noChangeAspect="1"/>
          </p:cNvSpPr>
          <p:nvPr>
            <p:ph type="pic" idx="1"/>
          </p:nvPr>
        </p:nvSpPr>
        <p:spPr>
          <a:xfrm>
            <a:off x="5213517" y="1143000"/>
            <a:ext cx="2400925"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simgeye tıklayın</a:t>
            </a:r>
            <a:endParaRPr lang="en-US" dirty="0"/>
          </a:p>
        </p:txBody>
      </p:sp>
      <p:sp>
        <p:nvSpPr>
          <p:cNvPr id="4" name="Text Placeholder 3"/>
          <p:cNvSpPr>
            <a:spLocks noGrp="1"/>
          </p:cNvSpPr>
          <p:nvPr>
            <p:ph type="body" sz="half" idx="2"/>
          </p:nvPr>
        </p:nvSpPr>
        <p:spPr>
          <a:xfrm>
            <a:off x="866441" y="3657600"/>
            <a:ext cx="3814728"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pPr>
              <a:defRPr/>
            </a:pPr>
            <a:fld id="{047CB6E0-7880-1D43-AE6D-B3A93DBF0476}" type="datetimeFigureOut">
              <a:rPr lang="en-US" smtClean="0"/>
              <a:pPr>
                <a:defRPr/>
              </a:pPr>
              <a:t>10/24/2024</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88C02B11-C489-3E44-A847-17F5B209853B}" type="slidenum">
              <a:rPr lang="en-US" altLang="tr-TR" smtClean="0"/>
              <a:pPr>
                <a:defRPr/>
              </a:pPr>
              <a:t>‹#›</a:t>
            </a:fld>
            <a:endParaRPr lang="en-US" altLang="tr-TR"/>
          </a:p>
        </p:txBody>
      </p:sp>
    </p:spTree>
    <p:extLst>
      <p:ext uri="{BB962C8B-B14F-4D97-AF65-F5344CB8AC3E}">
        <p14:creationId xmlns:p14="http://schemas.microsoft.com/office/powerpoint/2010/main" val="10325323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Yazılı Panoramik Resim">
    <p:spTree>
      <p:nvGrpSpPr>
        <p:cNvPr id="1" name=""/>
        <p:cNvGrpSpPr/>
        <p:nvPr/>
      </p:nvGrpSpPr>
      <p:grpSpPr>
        <a:xfrm>
          <a:off x="0" y="0"/>
          <a:ext cx="0" cy="0"/>
          <a:chOff x="0" y="0"/>
          <a:chExt cx="0" cy="0"/>
        </a:xfrm>
      </p:grpSpPr>
      <p:sp>
        <p:nvSpPr>
          <p:cNvPr id="2" name="Title 1"/>
          <p:cNvSpPr>
            <a:spLocks noGrp="1"/>
          </p:cNvSpPr>
          <p:nvPr>
            <p:ph type="title"/>
          </p:nvPr>
        </p:nvSpPr>
        <p:spPr>
          <a:xfrm>
            <a:off x="866443" y="4800587"/>
            <a:ext cx="6620967" cy="566738"/>
          </a:xfrm>
        </p:spPr>
        <p:txBody>
          <a:bodyPr anchor="b">
            <a:normAutofit/>
          </a:bodyPr>
          <a:lstStyle>
            <a:lvl1pPr algn="l">
              <a:defRPr sz="2400" b="0"/>
            </a:lvl1pPr>
          </a:lstStyle>
          <a:p>
            <a:r>
              <a:rPr lang="tr-TR"/>
              <a:t>Asıl başlık stilini düzenlemek için tıklayın</a:t>
            </a:r>
            <a:endParaRPr lang="en-US" dirty="0"/>
          </a:p>
        </p:txBody>
      </p:sp>
      <p:sp>
        <p:nvSpPr>
          <p:cNvPr id="3" name="Picture Placeholder 2"/>
          <p:cNvSpPr>
            <a:spLocks noGrp="1" noChangeAspect="1"/>
          </p:cNvSpPr>
          <p:nvPr>
            <p:ph type="pic" idx="1"/>
          </p:nvPr>
        </p:nvSpPr>
        <p:spPr>
          <a:xfrm>
            <a:off x="866442" y="685800"/>
            <a:ext cx="662096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simgeye tıklayın</a:t>
            </a:r>
            <a:endParaRPr lang="en-US" dirty="0"/>
          </a:p>
        </p:txBody>
      </p:sp>
      <p:sp>
        <p:nvSpPr>
          <p:cNvPr id="4" name="Text Placeholder 3"/>
          <p:cNvSpPr>
            <a:spLocks noGrp="1"/>
          </p:cNvSpPr>
          <p:nvPr>
            <p:ph type="body" sz="half" idx="2"/>
          </p:nvPr>
        </p:nvSpPr>
        <p:spPr>
          <a:xfrm>
            <a:off x="866443" y="5367325"/>
            <a:ext cx="662096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pPr>
              <a:defRPr/>
            </a:pPr>
            <a:fld id="{047CB6E0-7880-1D43-AE6D-B3A93DBF0476}" type="datetimeFigureOut">
              <a:rPr lang="en-US" smtClean="0"/>
              <a:pPr>
                <a:defRPr/>
              </a:pPr>
              <a:t>10/24/2024</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88C02B11-C489-3E44-A847-17F5B209853B}" type="slidenum">
              <a:rPr lang="en-US" altLang="tr-TR" smtClean="0"/>
              <a:pPr>
                <a:defRPr/>
              </a:pPr>
              <a:t>‹#›</a:t>
            </a:fld>
            <a:endParaRPr lang="en-US" altLang="tr-TR"/>
          </a:p>
        </p:txBody>
      </p:sp>
    </p:spTree>
    <p:extLst>
      <p:ext uri="{BB962C8B-B14F-4D97-AF65-F5344CB8AC3E}">
        <p14:creationId xmlns:p14="http://schemas.microsoft.com/office/powerpoint/2010/main" val="4838122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Başlık ve Resim Yazısı">
    <p:spTree>
      <p:nvGrpSpPr>
        <p:cNvPr id="1" name=""/>
        <p:cNvGrpSpPr/>
        <p:nvPr/>
      </p:nvGrpSpPr>
      <p:grpSpPr>
        <a:xfrm>
          <a:off x="0" y="0"/>
          <a:ext cx="0" cy="0"/>
          <a:chOff x="0" y="0"/>
          <a:chExt cx="0" cy="0"/>
        </a:xfrm>
      </p:grpSpPr>
      <p:sp>
        <p:nvSpPr>
          <p:cNvPr id="2" name="Title 1"/>
          <p:cNvSpPr>
            <a:spLocks noGrp="1"/>
          </p:cNvSpPr>
          <p:nvPr>
            <p:ph type="title"/>
          </p:nvPr>
        </p:nvSpPr>
        <p:spPr>
          <a:xfrm>
            <a:off x="866442" y="1447800"/>
            <a:ext cx="6620968" cy="1981200"/>
          </a:xfrm>
        </p:spPr>
        <p:txBody>
          <a:bodyPr/>
          <a:lstStyle>
            <a:lvl1pPr>
              <a:defRPr sz="4800"/>
            </a:lvl1pPr>
          </a:lstStyle>
          <a:p>
            <a:r>
              <a:rPr lang="tr-TR"/>
              <a:t>Asıl başlık stilini düzenlemek için tıklayın</a:t>
            </a:r>
            <a:endParaRPr lang="en-US" dirty="0"/>
          </a:p>
        </p:txBody>
      </p:sp>
      <p:sp>
        <p:nvSpPr>
          <p:cNvPr id="8" name="Text Placeholder 3"/>
          <p:cNvSpPr>
            <a:spLocks noGrp="1"/>
          </p:cNvSpPr>
          <p:nvPr>
            <p:ph type="body" sz="half" idx="2"/>
          </p:nvPr>
        </p:nvSpPr>
        <p:spPr>
          <a:xfrm>
            <a:off x="866442" y="3657600"/>
            <a:ext cx="6620968"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pPr>
              <a:defRPr/>
            </a:pPr>
            <a:fld id="{047CB6E0-7880-1D43-AE6D-B3A93DBF0476}" type="datetimeFigureOut">
              <a:rPr lang="en-US" smtClean="0"/>
              <a:pPr>
                <a:defRPr/>
              </a:pPr>
              <a:t>10/24/2024</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88C02B11-C489-3E44-A847-17F5B209853B}" type="slidenum">
              <a:rPr lang="en-US" altLang="tr-TR" smtClean="0"/>
              <a:pPr>
                <a:defRPr/>
              </a:pPr>
              <a:t>‹#›</a:t>
            </a:fld>
            <a:endParaRPr lang="en-US" altLang="tr-TR"/>
          </a:p>
        </p:txBody>
      </p:sp>
    </p:spTree>
    <p:extLst>
      <p:ext uri="{BB962C8B-B14F-4D97-AF65-F5344CB8AC3E}">
        <p14:creationId xmlns:p14="http://schemas.microsoft.com/office/powerpoint/2010/main" val="27546481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Resim Yazılı Alıntı">
    <p:spTree>
      <p:nvGrpSpPr>
        <p:cNvPr id="1" name=""/>
        <p:cNvGrpSpPr/>
        <p:nvPr/>
      </p:nvGrpSpPr>
      <p:grpSpPr>
        <a:xfrm>
          <a:off x="0" y="0"/>
          <a:ext cx="0" cy="0"/>
          <a:chOff x="0" y="0"/>
          <a:chExt cx="0" cy="0"/>
        </a:xfrm>
      </p:grpSpPr>
      <p:sp>
        <p:nvSpPr>
          <p:cNvPr id="2" name="Title 1"/>
          <p:cNvSpPr>
            <a:spLocks noGrp="1"/>
          </p:cNvSpPr>
          <p:nvPr>
            <p:ph type="title"/>
          </p:nvPr>
        </p:nvSpPr>
        <p:spPr>
          <a:xfrm>
            <a:off x="1181409" y="1447800"/>
            <a:ext cx="6001049" cy="2323374"/>
          </a:xfrm>
        </p:spPr>
        <p:txBody>
          <a:bodyPr/>
          <a:lstStyle>
            <a:lvl1pPr>
              <a:defRPr sz="4800"/>
            </a:lvl1pPr>
          </a:lstStyle>
          <a:p>
            <a:r>
              <a:rPr lang="tr-TR"/>
              <a:t>Asıl başlık stilini düzenlemek için tıklayın</a:t>
            </a:r>
            <a:endParaRPr lang="en-US" dirty="0"/>
          </a:p>
        </p:txBody>
      </p:sp>
      <p:sp>
        <p:nvSpPr>
          <p:cNvPr id="11" name="Text Placeholder 3"/>
          <p:cNvSpPr>
            <a:spLocks noGrp="1"/>
          </p:cNvSpPr>
          <p:nvPr>
            <p:ph type="body" sz="half" idx="14"/>
          </p:nvPr>
        </p:nvSpPr>
        <p:spPr>
          <a:xfrm>
            <a:off x="1448177" y="3771174"/>
            <a:ext cx="546115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tr-TR"/>
              <a:t>Asıl metin stillerini düzenlemek için tıklayın</a:t>
            </a:r>
          </a:p>
        </p:txBody>
      </p:sp>
      <p:sp>
        <p:nvSpPr>
          <p:cNvPr id="10" name="Text Placeholder 3"/>
          <p:cNvSpPr>
            <a:spLocks noGrp="1"/>
          </p:cNvSpPr>
          <p:nvPr>
            <p:ph type="body" sz="half" idx="2"/>
          </p:nvPr>
        </p:nvSpPr>
        <p:spPr>
          <a:xfrm>
            <a:off x="866442" y="4350657"/>
            <a:ext cx="6620968"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pPr>
              <a:defRPr/>
            </a:pPr>
            <a:fld id="{047CB6E0-7880-1D43-AE6D-B3A93DBF0476}" type="datetimeFigureOut">
              <a:rPr lang="en-US" smtClean="0"/>
              <a:pPr>
                <a:defRPr/>
              </a:pPr>
              <a:t>10/24/2024</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88C02B11-C489-3E44-A847-17F5B209853B}" type="slidenum">
              <a:rPr lang="en-US" altLang="tr-TR" smtClean="0"/>
              <a:pPr>
                <a:defRPr/>
              </a:pPr>
              <a:t>‹#›</a:t>
            </a:fld>
            <a:endParaRPr lang="en-US" altLang="tr-TR"/>
          </a:p>
        </p:txBody>
      </p:sp>
      <p:sp>
        <p:nvSpPr>
          <p:cNvPr id="12" name="TextBox 11"/>
          <p:cNvSpPr txBox="1"/>
          <p:nvPr/>
        </p:nvSpPr>
        <p:spPr>
          <a:xfrm>
            <a:off x="673897" y="971253"/>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200" dirty="0"/>
              <a:t>“</a:t>
            </a:r>
          </a:p>
        </p:txBody>
      </p:sp>
      <p:sp>
        <p:nvSpPr>
          <p:cNvPr id="15" name="TextBox 14"/>
          <p:cNvSpPr txBox="1"/>
          <p:nvPr/>
        </p:nvSpPr>
        <p:spPr>
          <a:xfrm>
            <a:off x="6999690" y="2613787"/>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200" dirty="0"/>
              <a:t>”</a:t>
            </a:r>
          </a:p>
        </p:txBody>
      </p:sp>
    </p:spTree>
    <p:extLst>
      <p:ext uri="{BB962C8B-B14F-4D97-AF65-F5344CB8AC3E}">
        <p14:creationId xmlns:p14="http://schemas.microsoft.com/office/powerpoint/2010/main" val="6114470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İsim Kartı">
    <p:spTree>
      <p:nvGrpSpPr>
        <p:cNvPr id="1" name=""/>
        <p:cNvGrpSpPr/>
        <p:nvPr/>
      </p:nvGrpSpPr>
      <p:grpSpPr>
        <a:xfrm>
          <a:off x="0" y="0"/>
          <a:ext cx="0" cy="0"/>
          <a:chOff x="0" y="0"/>
          <a:chExt cx="0" cy="0"/>
        </a:xfrm>
      </p:grpSpPr>
      <p:sp>
        <p:nvSpPr>
          <p:cNvPr id="2" name="Title 1"/>
          <p:cNvSpPr>
            <a:spLocks noGrp="1"/>
          </p:cNvSpPr>
          <p:nvPr>
            <p:ph type="title"/>
          </p:nvPr>
        </p:nvSpPr>
        <p:spPr>
          <a:xfrm>
            <a:off x="866441" y="3124201"/>
            <a:ext cx="6620969" cy="1653180"/>
          </a:xfrm>
        </p:spPr>
        <p:txBody>
          <a:bodyPr anchor="b"/>
          <a:lstStyle>
            <a:lvl1pPr algn="l">
              <a:defRPr sz="4000" b="0" cap="none"/>
            </a:lvl1pPr>
          </a:lstStyle>
          <a:p>
            <a:r>
              <a:rPr lang="tr-TR"/>
              <a:t>Asıl başlık stilini düzenlemek için tıklayın</a:t>
            </a:r>
            <a:endParaRPr lang="en-US" dirty="0"/>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pPr>
              <a:defRPr/>
            </a:pPr>
            <a:fld id="{047CB6E0-7880-1D43-AE6D-B3A93DBF0476}" type="datetimeFigureOut">
              <a:rPr lang="en-US" smtClean="0"/>
              <a:pPr>
                <a:defRPr/>
              </a:pPr>
              <a:t>10/24/2024</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88C02B11-C489-3E44-A847-17F5B209853B}" type="slidenum">
              <a:rPr lang="en-US" altLang="tr-TR" smtClean="0"/>
              <a:pPr>
                <a:defRPr/>
              </a:pPr>
              <a:t>‹#›</a:t>
            </a:fld>
            <a:endParaRPr lang="en-US" altLang="tr-TR"/>
          </a:p>
        </p:txBody>
      </p:sp>
    </p:spTree>
    <p:extLst>
      <p:ext uri="{BB962C8B-B14F-4D97-AF65-F5344CB8AC3E}">
        <p14:creationId xmlns:p14="http://schemas.microsoft.com/office/powerpoint/2010/main" val="26216825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Sütu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tr-TR"/>
              <a:t>Asıl başlık stilini düzenlemek için tıklayın</a:t>
            </a:r>
            <a:endParaRPr lang="en-US" dirty="0"/>
          </a:p>
        </p:txBody>
      </p:sp>
      <p:sp>
        <p:nvSpPr>
          <p:cNvPr id="3" name="Text Placeholder 2"/>
          <p:cNvSpPr>
            <a:spLocks noGrp="1"/>
          </p:cNvSpPr>
          <p:nvPr>
            <p:ph type="body" idx="1"/>
          </p:nvPr>
        </p:nvSpPr>
        <p:spPr>
          <a:xfrm>
            <a:off x="474834" y="1981200"/>
            <a:ext cx="22107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16" name="Text Placeholder 3"/>
          <p:cNvSpPr>
            <a:spLocks noGrp="1"/>
          </p:cNvSpPr>
          <p:nvPr>
            <p:ph type="body" sz="half" idx="15"/>
          </p:nvPr>
        </p:nvSpPr>
        <p:spPr>
          <a:xfrm>
            <a:off x="489475" y="2667000"/>
            <a:ext cx="219608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5" name="Text Placeholder 4"/>
          <p:cNvSpPr>
            <a:spLocks noGrp="1"/>
          </p:cNvSpPr>
          <p:nvPr>
            <p:ph type="body" sz="quarter" idx="3"/>
          </p:nvPr>
        </p:nvSpPr>
        <p:spPr>
          <a:xfrm>
            <a:off x="2913504" y="1981200"/>
            <a:ext cx="2202754"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19" name="Text Placeholder 3"/>
          <p:cNvSpPr>
            <a:spLocks noGrp="1"/>
          </p:cNvSpPr>
          <p:nvPr>
            <p:ph type="body" sz="half" idx="16"/>
          </p:nvPr>
        </p:nvSpPr>
        <p:spPr>
          <a:xfrm>
            <a:off x="2905586" y="2667000"/>
            <a:ext cx="2210671"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14" name="Text Placeholder 4"/>
          <p:cNvSpPr>
            <a:spLocks noGrp="1"/>
          </p:cNvSpPr>
          <p:nvPr>
            <p:ph type="body" sz="quarter" idx="13"/>
          </p:nvPr>
        </p:nvSpPr>
        <p:spPr>
          <a:xfrm>
            <a:off x="5344917" y="1981200"/>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20" name="Text Placeholder 3"/>
          <p:cNvSpPr>
            <a:spLocks noGrp="1"/>
          </p:cNvSpPr>
          <p:nvPr>
            <p:ph type="body" sz="half" idx="17"/>
          </p:nvPr>
        </p:nvSpPr>
        <p:spPr>
          <a:xfrm>
            <a:off x="5344917" y="2667000"/>
            <a:ext cx="2199658"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cxnSp>
        <p:nvCxnSpPr>
          <p:cNvPr id="17" name="Straight Connector 16"/>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pPr>
              <a:defRPr/>
            </a:pPr>
            <a:fld id="{047CB6E0-7880-1D43-AE6D-B3A93DBF0476}" type="datetimeFigureOut">
              <a:rPr lang="en-US" smtClean="0"/>
              <a:pPr>
                <a:defRPr/>
              </a:pPr>
              <a:t>10/24/2024</a:t>
            </a:fld>
            <a:endParaRPr lang="en-US"/>
          </a:p>
        </p:txBody>
      </p:sp>
      <p:sp>
        <p:nvSpPr>
          <p:cNvPr id="4"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88C02B11-C489-3E44-A847-17F5B209853B}" type="slidenum">
              <a:rPr lang="en-US" altLang="tr-TR" smtClean="0"/>
              <a:pPr>
                <a:defRPr/>
              </a:pPr>
              <a:t>‹#›</a:t>
            </a:fld>
            <a:endParaRPr lang="en-US" altLang="tr-TR"/>
          </a:p>
        </p:txBody>
      </p:sp>
    </p:spTree>
    <p:extLst>
      <p:ext uri="{BB962C8B-B14F-4D97-AF65-F5344CB8AC3E}">
        <p14:creationId xmlns:p14="http://schemas.microsoft.com/office/powerpoint/2010/main" val="10430852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Resim Sütu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tr-TR"/>
              <a:t>Asıl başlık stilini düzenlemek için tıklayın</a:t>
            </a:r>
            <a:endParaRPr lang="en-US" dirty="0"/>
          </a:p>
        </p:txBody>
      </p:sp>
      <p:sp>
        <p:nvSpPr>
          <p:cNvPr id="3" name="Text Placeholder 2"/>
          <p:cNvSpPr>
            <a:spLocks noGrp="1"/>
          </p:cNvSpPr>
          <p:nvPr>
            <p:ph type="body" idx="1"/>
          </p:nvPr>
        </p:nvSpPr>
        <p:spPr>
          <a:xfrm>
            <a:off x="489475" y="4250949"/>
            <a:ext cx="22056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29" name="Picture Placeholder 2"/>
          <p:cNvSpPr>
            <a:spLocks noGrp="1" noChangeAspect="1"/>
          </p:cNvSpPr>
          <p:nvPr>
            <p:ph type="pic" idx="15"/>
          </p:nvPr>
        </p:nvSpPr>
        <p:spPr>
          <a:xfrm>
            <a:off x="489475" y="2209800"/>
            <a:ext cx="2205612"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simgeye tıklayın</a:t>
            </a:r>
            <a:endParaRPr lang="en-US" dirty="0"/>
          </a:p>
        </p:txBody>
      </p:sp>
      <p:sp>
        <p:nvSpPr>
          <p:cNvPr id="22" name="Text Placeholder 3"/>
          <p:cNvSpPr>
            <a:spLocks noGrp="1"/>
          </p:cNvSpPr>
          <p:nvPr>
            <p:ph type="body" sz="half" idx="18"/>
          </p:nvPr>
        </p:nvSpPr>
        <p:spPr>
          <a:xfrm>
            <a:off x="489475" y="4827212"/>
            <a:ext cx="2205612"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5" name="Text Placeholder 4"/>
          <p:cNvSpPr>
            <a:spLocks noGrp="1"/>
          </p:cNvSpPr>
          <p:nvPr>
            <p:ph type="body" sz="quarter" idx="3"/>
          </p:nvPr>
        </p:nvSpPr>
        <p:spPr>
          <a:xfrm>
            <a:off x="2917792" y="4250949"/>
            <a:ext cx="21984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30" name="Picture Placeholder 2"/>
          <p:cNvSpPr>
            <a:spLocks noGrp="1" noChangeAspect="1"/>
          </p:cNvSpPr>
          <p:nvPr>
            <p:ph type="pic" idx="21"/>
          </p:nvPr>
        </p:nvSpPr>
        <p:spPr>
          <a:xfrm>
            <a:off x="2917791" y="2209800"/>
            <a:ext cx="2198466"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simgeye tıklayın</a:t>
            </a:r>
            <a:endParaRPr lang="en-US" dirty="0"/>
          </a:p>
        </p:txBody>
      </p:sp>
      <p:sp>
        <p:nvSpPr>
          <p:cNvPr id="23" name="Text Placeholder 3"/>
          <p:cNvSpPr>
            <a:spLocks noGrp="1"/>
          </p:cNvSpPr>
          <p:nvPr>
            <p:ph type="body" sz="half" idx="19"/>
          </p:nvPr>
        </p:nvSpPr>
        <p:spPr>
          <a:xfrm>
            <a:off x="2916776" y="4827211"/>
            <a:ext cx="2201378"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14" name="Text Placeholder 4"/>
          <p:cNvSpPr>
            <a:spLocks noGrp="1"/>
          </p:cNvSpPr>
          <p:nvPr>
            <p:ph type="body" sz="quarter" idx="13"/>
          </p:nvPr>
        </p:nvSpPr>
        <p:spPr>
          <a:xfrm>
            <a:off x="5344917" y="4250949"/>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31" name="Picture Placeholder 2"/>
          <p:cNvSpPr>
            <a:spLocks noGrp="1" noChangeAspect="1"/>
          </p:cNvSpPr>
          <p:nvPr>
            <p:ph type="pic" idx="22"/>
          </p:nvPr>
        </p:nvSpPr>
        <p:spPr>
          <a:xfrm>
            <a:off x="5344916" y="2209800"/>
            <a:ext cx="2199658"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simgeye tıklayın</a:t>
            </a:r>
            <a:endParaRPr lang="en-US" dirty="0"/>
          </a:p>
        </p:txBody>
      </p:sp>
      <p:sp>
        <p:nvSpPr>
          <p:cNvPr id="24" name="Text Placeholder 3"/>
          <p:cNvSpPr>
            <a:spLocks noGrp="1"/>
          </p:cNvSpPr>
          <p:nvPr>
            <p:ph type="body" sz="half" idx="20"/>
          </p:nvPr>
        </p:nvSpPr>
        <p:spPr>
          <a:xfrm>
            <a:off x="5344824" y="4827209"/>
            <a:ext cx="2202571"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cxnSp>
        <p:nvCxnSpPr>
          <p:cNvPr id="19" name="Straight Connector 18"/>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pPr>
              <a:defRPr/>
            </a:pPr>
            <a:fld id="{047CB6E0-7880-1D43-AE6D-B3A93DBF0476}" type="datetimeFigureOut">
              <a:rPr lang="en-US" smtClean="0"/>
              <a:pPr>
                <a:defRPr/>
              </a:pPr>
              <a:t>10/24/2024</a:t>
            </a:fld>
            <a:endParaRPr lang="en-US"/>
          </a:p>
        </p:txBody>
      </p:sp>
      <p:sp>
        <p:nvSpPr>
          <p:cNvPr id="4"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88C02B11-C489-3E44-A847-17F5B209853B}" type="slidenum">
              <a:rPr lang="en-US" altLang="tr-TR" smtClean="0"/>
              <a:pPr>
                <a:defRPr/>
              </a:pPr>
              <a:t>‹#›</a:t>
            </a:fld>
            <a:endParaRPr lang="en-US" altLang="tr-TR"/>
          </a:p>
        </p:txBody>
      </p:sp>
    </p:spTree>
    <p:extLst>
      <p:ext uri="{BB962C8B-B14F-4D97-AF65-F5344CB8AC3E}">
        <p14:creationId xmlns:p14="http://schemas.microsoft.com/office/powerpoint/2010/main" val="11772877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Vertical Text Placeholder 2"/>
          <p:cNvSpPr>
            <a:spLocks noGrp="1"/>
          </p:cNvSpPr>
          <p:nvPr>
            <p:ph type="body" orient="vert" idx="1"/>
          </p:nvPr>
        </p:nvSpPr>
        <p:spPr/>
        <p:txBody>
          <a:bodyPr vert="eaVert" anchor="t" anchorCtr="0"/>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pPr>
              <a:defRPr/>
            </a:pPr>
            <a:fld id="{047CB6E0-7880-1D43-AE6D-B3A93DBF0476}" type="datetimeFigureOut">
              <a:rPr lang="en-US" smtClean="0"/>
              <a:pPr>
                <a:defRPr/>
              </a:pPr>
              <a:t>10/24/2024</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88C02B11-C489-3E44-A847-17F5B209853B}" type="slidenum">
              <a:rPr lang="en-US" altLang="tr-TR" smtClean="0"/>
              <a:pPr>
                <a:defRPr/>
              </a:pPr>
              <a:t>‹#›</a:t>
            </a:fld>
            <a:endParaRPr lang="en-US" altLang="tr-TR"/>
          </a:p>
        </p:txBody>
      </p:sp>
    </p:spTree>
    <p:extLst>
      <p:ext uri="{BB962C8B-B14F-4D97-AF65-F5344CB8AC3E}">
        <p14:creationId xmlns:p14="http://schemas.microsoft.com/office/powerpoint/2010/main" val="371908052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29782" y="430214"/>
            <a:ext cx="1314793" cy="5826125"/>
          </a:xfrm>
        </p:spPr>
        <p:txBody>
          <a:bodyPr vert="eaVert" anchor="b" anchorCtr="0"/>
          <a:lstStyle/>
          <a:p>
            <a:r>
              <a:rPr lang="tr-TR"/>
              <a:t>Asıl başlık stilini düzenlemek için tıklayın</a:t>
            </a:r>
            <a:endParaRPr lang="en-US" dirty="0"/>
          </a:p>
        </p:txBody>
      </p:sp>
      <p:sp>
        <p:nvSpPr>
          <p:cNvPr id="3" name="Vertical Text Placeholder 2"/>
          <p:cNvSpPr>
            <a:spLocks noGrp="1"/>
          </p:cNvSpPr>
          <p:nvPr>
            <p:ph type="body" orient="vert" idx="1"/>
          </p:nvPr>
        </p:nvSpPr>
        <p:spPr>
          <a:xfrm>
            <a:off x="489475" y="773205"/>
            <a:ext cx="5568812" cy="5483134"/>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pPr>
              <a:defRPr/>
            </a:pPr>
            <a:fld id="{047CB6E0-7880-1D43-AE6D-B3A93DBF0476}" type="datetimeFigureOut">
              <a:rPr lang="en-US" smtClean="0"/>
              <a:pPr>
                <a:defRPr/>
              </a:pPr>
              <a:t>10/24/2024</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88C02B11-C489-3E44-A847-17F5B209853B}" type="slidenum">
              <a:rPr lang="en-US" altLang="tr-TR" smtClean="0"/>
              <a:pPr>
                <a:defRPr/>
              </a:pPr>
              <a:t>‹#›</a:t>
            </a:fld>
            <a:endParaRPr lang="en-US" altLang="tr-TR"/>
          </a:p>
        </p:txBody>
      </p:sp>
    </p:spTree>
    <p:extLst>
      <p:ext uri="{BB962C8B-B14F-4D97-AF65-F5344CB8AC3E}">
        <p14:creationId xmlns:p14="http://schemas.microsoft.com/office/powerpoint/2010/main" val="1613071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2" name="Oval 21"/>
          <p:cNvSpPr/>
          <p:nvPr/>
        </p:nvSpPr>
        <p:spPr>
          <a:xfrm>
            <a:off x="629943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5689832" y="-457200"/>
            <a:ext cx="1600200" cy="1600200"/>
          </a:xfrm>
          <a:prstGeom prst="ellipse">
            <a:avLst/>
          </a:prstGeom>
          <a:gradFill flip="none" rotWithShape="1">
            <a:gsLst>
              <a:gs pos="0">
                <a:schemeClr val="bg2">
                  <a:lumMod val="60000"/>
                  <a:lumOff val="40000"/>
                  <a:alpha val="14000"/>
                </a:schemeClr>
              </a:gs>
              <a:gs pos="73000">
                <a:schemeClr val="bg2">
                  <a:lumMod val="60000"/>
                  <a:lumOff val="40000"/>
                  <a:alpha val="0"/>
                </a:schemeClr>
              </a:gs>
              <a:gs pos="36000">
                <a:schemeClr val="bg2">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6299432" y="6096000"/>
            <a:ext cx="990600" cy="990600"/>
          </a:xfrm>
          <a:prstGeom prst="ellipse">
            <a:avLst/>
          </a:prstGeom>
          <a:gradFill flip="none" rotWithShape="1">
            <a:gsLst>
              <a:gs pos="0">
                <a:schemeClr val="bg2">
                  <a:lumMod val="60000"/>
                  <a:lumOff val="40000"/>
                  <a:alpha val="9000"/>
                </a:schemeClr>
              </a:gs>
              <a:gs pos="66000">
                <a:schemeClr val="bg2">
                  <a:lumMod val="60000"/>
                  <a:lumOff val="40000"/>
                  <a:alpha val="0"/>
                </a:schemeClr>
              </a:gs>
              <a:gs pos="36000">
                <a:schemeClr val="bg2">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3988" y="2667000"/>
            <a:ext cx="4191000" cy="4191000"/>
          </a:xfrm>
          <a:prstGeom prst="ellipse">
            <a:avLst/>
          </a:prstGeom>
          <a:gradFill flip="none" rotWithShape="1">
            <a:gsLst>
              <a:gs pos="0">
                <a:schemeClr val="bg2">
                  <a:lumMod val="60000"/>
                  <a:lumOff val="40000"/>
                  <a:alpha val="11000"/>
                </a:schemeClr>
              </a:gs>
              <a:gs pos="75000">
                <a:schemeClr val="bg2">
                  <a:lumMod val="60000"/>
                  <a:lumOff val="40000"/>
                  <a:alpha val="0"/>
                </a:schemeClr>
              </a:gs>
              <a:gs pos="36000">
                <a:schemeClr val="bg2">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39788" y="2895600"/>
            <a:ext cx="2362200" cy="2362200"/>
          </a:xfrm>
          <a:prstGeom prst="ellipse">
            <a:avLst/>
          </a:prstGeom>
          <a:gradFill flip="none" rotWithShape="1">
            <a:gsLst>
              <a:gs pos="0">
                <a:schemeClr val="bg2">
                  <a:lumMod val="60000"/>
                  <a:lumOff val="40000"/>
                  <a:alpha val="8000"/>
                </a:schemeClr>
              </a:gs>
              <a:gs pos="72000">
                <a:schemeClr val="bg2">
                  <a:lumMod val="60000"/>
                  <a:lumOff val="40000"/>
                  <a:alpha val="0"/>
                </a:schemeClr>
              </a:gs>
              <a:gs pos="36000">
                <a:schemeClr val="bg2">
                  <a:lumMod val="60000"/>
                  <a:lumOff val="4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484710" y="452718"/>
            <a:ext cx="7055380" cy="1400530"/>
          </a:xfrm>
          <a:prstGeom prst="rect">
            <a:avLst/>
          </a:prstGeom>
        </p:spPr>
        <p:txBody>
          <a:bodyPr vert="horz" lIns="91440" tIns="45720" rIns="91440" bIns="45720" rtlCol="0" anchor="t">
            <a:noAutofit/>
          </a:bodyPr>
          <a:lstStyle/>
          <a:p>
            <a:r>
              <a:rPr lang="tr-TR"/>
              <a:t>Asıl başlık stilini düzenlemek için tıklayın</a:t>
            </a:r>
            <a:endParaRPr lang="en-US" dirty="0"/>
          </a:p>
        </p:txBody>
      </p:sp>
      <p:sp>
        <p:nvSpPr>
          <p:cNvPr id="3" name="Text Placeholder 2"/>
          <p:cNvSpPr>
            <a:spLocks noGrp="1"/>
          </p:cNvSpPr>
          <p:nvPr>
            <p:ph type="body" idx="1"/>
          </p:nvPr>
        </p:nvSpPr>
        <p:spPr>
          <a:xfrm>
            <a:off x="827700" y="2052925"/>
            <a:ext cx="6711654" cy="4195481"/>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2"/>
          </p:nvPr>
        </p:nvSpPr>
        <p:spPr>
          <a:xfrm rot="5400000">
            <a:off x="7494989" y="1828771"/>
            <a:ext cx="990599" cy="22865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pPr>
              <a:defRPr/>
            </a:pPr>
            <a:fld id="{047CB6E0-7880-1D43-AE6D-B3A93DBF0476}" type="datetimeFigureOut">
              <a:rPr lang="en-US" smtClean="0"/>
              <a:pPr>
                <a:defRPr/>
              </a:pPr>
              <a:t>10/24/2024</a:t>
            </a:fld>
            <a:endParaRPr lang="en-US"/>
          </a:p>
        </p:txBody>
      </p:sp>
      <p:sp>
        <p:nvSpPr>
          <p:cNvPr id="5" name="Footer Placeholder 4"/>
          <p:cNvSpPr>
            <a:spLocks noGrp="1"/>
          </p:cNvSpPr>
          <p:nvPr>
            <p:ph type="ftr" sz="quarter" idx="3"/>
          </p:nvPr>
        </p:nvSpPr>
        <p:spPr>
          <a:xfrm rot="5400000">
            <a:off x="6233335" y="3263371"/>
            <a:ext cx="3859795" cy="228660"/>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pPr>
              <a:defRPr/>
            </a:pPr>
            <a:endParaRPr lang="en-US"/>
          </a:p>
        </p:txBody>
      </p:sp>
      <p:sp>
        <p:nvSpPr>
          <p:cNvPr id="6" name="Slide Number Placeholder 5"/>
          <p:cNvSpPr>
            <a:spLocks noGrp="1"/>
          </p:cNvSpPr>
          <p:nvPr>
            <p:ph type="sldNum" sz="quarter" idx="4"/>
          </p:nvPr>
        </p:nvSpPr>
        <p:spPr bwMode="gray">
          <a:xfrm>
            <a:off x="7766431" y="295736"/>
            <a:ext cx="628813" cy="767687"/>
          </a:xfrm>
          <a:prstGeom prst="rect">
            <a:avLst/>
          </a:prstGeom>
        </p:spPr>
        <p:txBody>
          <a:bodyPr vert="horz" lIns="91440" tIns="45720" rIns="91440" bIns="45720" rtlCol="0" anchor="b"/>
          <a:lstStyle>
            <a:lvl1pPr algn="ctr">
              <a:defRPr sz="2801" b="0" i="0">
                <a:solidFill>
                  <a:schemeClr val="tx1">
                    <a:tint val="75000"/>
                  </a:schemeClr>
                </a:solidFill>
              </a:defRPr>
            </a:lvl1pPr>
          </a:lstStyle>
          <a:p>
            <a:pPr>
              <a:defRPr/>
            </a:pPr>
            <a:fld id="{88C02B11-C489-3E44-A847-17F5B209853B}" type="slidenum">
              <a:rPr lang="en-US" altLang="tr-TR" smtClean="0"/>
              <a:pPr>
                <a:defRPr/>
              </a:pPr>
              <a:t>‹#›</a:t>
            </a:fld>
            <a:endParaRPr lang="en-US" altLang="tr-TR"/>
          </a:p>
        </p:txBody>
      </p:sp>
    </p:spTree>
    <p:extLst>
      <p:ext uri="{BB962C8B-B14F-4D97-AF65-F5344CB8AC3E}">
        <p14:creationId xmlns:p14="http://schemas.microsoft.com/office/powerpoint/2010/main" val="994103874"/>
      </p:ext>
    </p:extLst>
  </p:cSld>
  <p:clrMap bg1="dk1" tx1="lt1" bg2="dk2" tx2="lt2" accent1="accent1" accent2="accent2" accent3="accent3" accent4="accent4" accent5="accent5" accent6="accent6" hlink="hlink" folHlink="folHlink"/>
  <p:sldLayoutIdLst>
    <p:sldLayoutId id="2147483911" r:id="rId1"/>
    <p:sldLayoutId id="2147483912" r:id="rId2"/>
    <p:sldLayoutId id="2147483913" r:id="rId3"/>
    <p:sldLayoutId id="2147483914" r:id="rId4"/>
    <p:sldLayoutId id="2147483915" r:id="rId5"/>
    <p:sldLayoutId id="2147483916" r:id="rId6"/>
    <p:sldLayoutId id="2147483917" r:id="rId7"/>
    <p:sldLayoutId id="2147483918" r:id="rId8"/>
    <p:sldLayoutId id="2147483919" r:id="rId9"/>
    <p:sldLayoutId id="2147483920" r:id="rId10"/>
    <p:sldLayoutId id="2147483921" r:id="rId11"/>
    <p:sldLayoutId id="2147483922" r:id="rId12"/>
    <p:sldLayoutId id="2147483923" r:id="rId13"/>
    <p:sldLayoutId id="2147483924" r:id="rId14"/>
    <p:sldLayoutId id="2147483925" r:id="rId15"/>
    <p:sldLayoutId id="2147483926" r:id="rId16"/>
    <p:sldLayoutId id="2147483927" r:id="rId17"/>
  </p:sldLayoutIdLst>
  <p:txStyles>
    <p:titleStyle>
      <a:lvl1pPr algn="l" defTabSz="457207"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6" indent="-342906" algn="l" defTabSz="457207"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62" indent="-285755" algn="l" defTabSz="457207"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20"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2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3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14642"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49"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5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6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7" rtl="0" eaLnBrk="1" latinLnBrk="0" hangingPunct="1">
        <a:defRPr sz="1800" kern="1200">
          <a:solidFill>
            <a:schemeClr val="tx1"/>
          </a:solidFill>
          <a:latin typeface="+mn-lt"/>
          <a:ea typeface="+mn-ea"/>
          <a:cs typeface="+mn-cs"/>
        </a:defRPr>
      </a:lvl1pPr>
      <a:lvl2pPr marL="457207" algn="l" defTabSz="457207" rtl="0" eaLnBrk="1" latinLnBrk="0" hangingPunct="1">
        <a:defRPr sz="1800" kern="1200">
          <a:solidFill>
            <a:schemeClr val="tx1"/>
          </a:solidFill>
          <a:latin typeface="+mn-lt"/>
          <a:ea typeface="+mn-ea"/>
          <a:cs typeface="+mn-cs"/>
        </a:defRPr>
      </a:lvl2pPr>
      <a:lvl3pPr marL="914415" algn="l" defTabSz="457207" rtl="0" eaLnBrk="1" latinLnBrk="0" hangingPunct="1">
        <a:defRPr sz="1800" kern="1200">
          <a:solidFill>
            <a:schemeClr val="tx1"/>
          </a:solidFill>
          <a:latin typeface="+mn-lt"/>
          <a:ea typeface="+mn-ea"/>
          <a:cs typeface="+mn-cs"/>
        </a:defRPr>
      </a:lvl3pPr>
      <a:lvl4pPr marL="1371622" algn="l" defTabSz="457207" rtl="0" eaLnBrk="1" latinLnBrk="0" hangingPunct="1">
        <a:defRPr sz="1800" kern="1200">
          <a:solidFill>
            <a:schemeClr val="tx1"/>
          </a:solidFill>
          <a:latin typeface="+mn-lt"/>
          <a:ea typeface="+mn-ea"/>
          <a:cs typeface="+mn-cs"/>
        </a:defRPr>
      </a:lvl4pPr>
      <a:lvl5pPr marL="1828831" algn="l" defTabSz="457207" rtl="0" eaLnBrk="1" latinLnBrk="0" hangingPunct="1">
        <a:defRPr sz="1800" kern="1200">
          <a:solidFill>
            <a:schemeClr val="tx1"/>
          </a:solidFill>
          <a:latin typeface="+mn-lt"/>
          <a:ea typeface="+mn-ea"/>
          <a:cs typeface="+mn-cs"/>
        </a:defRPr>
      </a:lvl5pPr>
      <a:lvl6pPr marL="2286038" algn="l" defTabSz="457207" rtl="0" eaLnBrk="1" latinLnBrk="0" hangingPunct="1">
        <a:defRPr sz="1800" kern="1200">
          <a:solidFill>
            <a:schemeClr val="tx1"/>
          </a:solidFill>
          <a:latin typeface="+mn-lt"/>
          <a:ea typeface="+mn-ea"/>
          <a:cs typeface="+mn-cs"/>
        </a:defRPr>
      </a:lvl6pPr>
      <a:lvl7pPr marL="2743246" algn="l" defTabSz="457207" rtl="0" eaLnBrk="1" latinLnBrk="0" hangingPunct="1">
        <a:defRPr sz="1800" kern="1200">
          <a:solidFill>
            <a:schemeClr val="tx1"/>
          </a:solidFill>
          <a:latin typeface="+mn-lt"/>
          <a:ea typeface="+mn-ea"/>
          <a:cs typeface="+mn-cs"/>
        </a:defRPr>
      </a:lvl7pPr>
      <a:lvl8pPr marL="3200453" algn="l" defTabSz="457207" rtl="0" eaLnBrk="1" latinLnBrk="0" hangingPunct="1">
        <a:defRPr sz="1800" kern="1200">
          <a:solidFill>
            <a:schemeClr val="tx1"/>
          </a:solidFill>
          <a:latin typeface="+mn-lt"/>
          <a:ea typeface="+mn-ea"/>
          <a:cs typeface="+mn-cs"/>
        </a:defRPr>
      </a:lvl8pPr>
      <a:lvl9pPr marL="3657661" algn="l" defTabSz="45720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2.jpeg"/><Relationship Id="rId7" Type="http://schemas.openxmlformats.org/officeDocument/2006/relationships/diagramColors" Target="../diagrams/colors1.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3.png"/><Relationship Id="rId7" Type="http://schemas.openxmlformats.org/officeDocument/2006/relationships/diagramColors" Target="../diagrams/colors4.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9.xml.rels><?xml version="1.0" encoding="UTF-8" standalone="yes"?>
<Relationships xmlns="http://schemas.openxmlformats.org/package/2006/relationships"><Relationship Id="rId8" Type="http://schemas.microsoft.com/office/2007/relationships/diagramDrawing" Target="../diagrams/drawing7.xml"/><Relationship Id="rId3" Type="http://schemas.openxmlformats.org/officeDocument/2006/relationships/image" Target="../media/image11.png"/><Relationship Id="rId7" Type="http://schemas.openxmlformats.org/officeDocument/2006/relationships/diagramColors" Target="../diagrams/colors7.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QuickStyle" Target="../diagrams/quickStyle7.xml"/><Relationship Id="rId5" Type="http://schemas.openxmlformats.org/officeDocument/2006/relationships/diagramLayout" Target="../diagrams/layout7.xml"/><Relationship Id="rId4" Type="http://schemas.openxmlformats.org/officeDocument/2006/relationships/diagramData" Target="../diagrams/data7.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8.png"/><Relationship Id="rId2" Type="http://schemas.openxmlformats.org/officeDocument/2006/relationships/image" Target="../media/image1.jpeg"/><Relationship Id="rId1" Type="http://schemas.openxmlformats.org/officeDocument/2006/relationships/slideLayout" Target="../slideLayouts/slideLayout4.xml"/><Relationship Id="rId6" Type="http://schemas.openxmlformats.org/officeDocument/2006/relationships/image" Target="../media/image13.png"/><Relationship Id="rId5" Type="http://schemas.openxmlformats.org/officeDocument/2006/relationships/image" Target="../media/image27.png"/><Relationship Id="rId4" Type="http://schemas.openxmlformats.org/officeDocument/2006/relationships/image" Target="../media/image26.png"/></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31.png"/><Relationship Id="rId2" Type="http://schemas.openxmlformats.org/officeDocument/2006/relationships/notesSlide" Target="../notesSlides/notesSlide1.xml"/><Relationship Id="rId1" Type="http://schemas.openxmlformats.org/officeDocument/2006/relationships/slideLayout" Target="../slideLayouts/slideLayout4.xml"/><Relationship Id="rId6" Type="http://schemas.openxmlformats.org/officeDocument/2006/relationships/image" Target="../media/image13.png"/><Relationship Id="rId5" Type="http://schemas.openxmlformats.org/officeDocument/2006/relationships/image" Target="../media/image27.png"/><Relationship Id="rId4" Type="http://schemas.openxmlformats.org/officeDocument/2006/relationships/image" Target="../media/image2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4.xml"/><Relationship Id="rId6" Type="http://schemas.openxmlformats.org/officeDocument/2006/relationships/image" Target="../media/image33.png"/><Relationship Id="rId5" Type="http://schemas.openxmlformats.org/officeDocument/2006/relationships/image" Target="../media/image13.png"/><Relationship Id="rId4" Type="http://schemas.openxmlformats.org/officeDocument/2006/relationships/image" Target="../media/image27.png"/></Relationships>
</file>

<file path=ppt/slides/_rels/slide28.xml.rels><?xml version="1.0" encoding="UTF-8" standalone="yes"?>
<Relationships xmlns="http://schemas.openxmlformats.org/package/2006/relationships"><Relationship Id="rId8" Type="http://schemas.openxmlformats.org/officeDocument/2006/relationships/diagramLayout" Target="../diagrams/layout8.xml"/><Relationship Id="rId3" Type="http://schemas.openxmlformats.org/officeDocument/2006/relationships/image" Target="../media/image26.png"/><Relationship Id="rId7" Type="http://schemas.openxmlformats.org/officeDocument/2006/relationships/diagramData" Target="../diagrams/data8.xml"/><Relationship Id="rId2" Type="http://schemas.openxmlformats.org/officeDocument/2006/relationships/image" Target="../media/image25.png"/><Relationship Id="rId1" Type="http://schemas.openxmlformats.org/officeDocument/2006/relationships/slideLayout" Target="../slideLayouts/slideLayout4.xml"/><Relationship Id="rId6" Type="http://schemas.openxmlformats.org/officeDocument/2006/relationships/image" Target="../media/image30.png"/><Relationship Id="rId11" Type="http://schemas.microsoft.com/office/2007/relationships/diagramDrawing" Target="../diagrams/drawing8.xml"/><Relationship Id="rId5" Type="http://schemas.openxmlformats.org/officeDocument/2006/relationships/image" Target="../media/image13.png"/><Relationship Id="rId10" Type="http://schemas.openxmlformats.org/officeDocument/2006/relationships/diagramColors" Target="../diagrams/colors8.xml"/><Relationship Id="rId4" Type="http://schemas.openxmlformats.org/officeDocument/2006/relationships/image" Target="../media/image27.png"/><Relationship Id="rId9" Type="http://schemas.openxmlformats.org/officeDocument/2006/relationships/diagramQuickStyle" Target="../diagrams/quickStyle8.xml"/></Relationships>
</file>

<file path=ppt/slides/_rels/slide2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image" Target="../media/image13.png"/><Relationship Id="rId5" Type="http://schemas.openxmlformats.org/officeDocument/2006/relationships/image" Target="../media/image27.png"/><Relationship Id="rId4" Type="http://schemas.openxmlformats.org/officeDocument/2006/relationships/image" Target="../media/image26.png"/></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35.png"/><Relationship Id="rId2" Type="http://schemas.openxmlformats.org/officeDocument/2006/relationships/image" Target="../media/image1.jpeg"/><Relationship Id="rId1" Type="http://schemas.openxmlformats.org/officeDocument/2006/relationships/slideLayout" Target="../slideLayouts/slideLayout4.xml"/><Relationship Id="rId6" Type="http://schemas.openxmlformats.org/officeDocument/2006/relationships/image" Target="../media/image13.png"/><Relationship Id="rId5" Type="http://schemas.openxmlformats.org/officeDocument/2006/relationships/image" Target="../media/image27.png"/><Relationship Id="rId4" Type="http://schemas.openxmlformats.org/officeDocument/2006/relationships/image" Target="../media/image26.png"/></Relationships>
</file>

<file path=ppt/slides/_rels/slide32.xml.rels><?xml version="1.0" encoding="UTF-8" standalone="yes"?>
<Relationships xmlns="http://schemas.openxmlformats.org/package/2006/relationships"><Relationship Id="rId8" Type="http://schemas.openxmlformats.org/officeDocument/2006/relationships/diagramData" Target="../diagrams/data9.xml"/><Relationship Id="rId3" Type="http://schemas.openxmlformats.org/officeDocument/2006/relationships/image" Target="../media/image25.png"/><Relationship Id="rId7" Type="http://schemas.openxmlformats.org/officeDocument/2006/relationships/image" Target="../media/image32.png"/><Relationship Id="rId12" Type="http://schemas.microsoft.com/office/2007/relationships/diagramDrawing" Target="../diagrams/drawing9.xml"/><Relationship Id="rId2" Type="http://schemas.openxmlformats.org/officeDocument/2006/relationships/image" Target="../media/image1.jpeg"/><Relationship Id="rId1" Type="http://schemas.openxmlformats.org/officeDocument/2006/relationships/slideLayout" Target="../slideLayouts/slideLayout4.xml"/><Relationship Id="rId6" Type="http://schemas.openxmlformats.org/officeDocument/2006/relationships/image" Target="../media/image13.png"/><Relationship Id="rId11" Type="http://schemas.openxmlformats.org/officeDocument/2006/relationships/diagramColors" Target="../diagrams/colors9.xml"/><Relationship Id="rId5" Type="http://schemas.openxmlformats.org/officeDocument/2006/relationships/image" Target="../media/image27.png"/><Relationship Id="rId10" Type="http://schemas.openxmlformats.org/officeDocument/2006/relationships/diagramQuickStyle" Target="../diagrams/quickStyle9.xml"/><Relationship Id="rId4" Type="http://schemas.openxmlformats.org/officeDocument/2006/relationships/image" Target="../media/image26.png"/><Relationship Id="rId9" Type="http://schemas.openxmlformats.org/officeDocument/2006/relationships/diagramLayout" Target="../diagrams/layout9.xml"/></Relationships>
</file>

<file path=ppt/slides/_rels/slide33.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36.png"/><Relationship Id="rId2" Type="http://schemas.openxmlformats.org/officeDocument/2006/relationships/image" Target="../media/image1.jpeg"/><Relationship Id="rId1" Type="http://schemas.openxmlformats.org/officeDocument/2006/relationships/slideLayout" Target="../slideLayouts/slideLayout4.xml"/><Relationship Id="rId6" Type="http://schemas.openxmlformats.org/officeDocument/2006/relationships/image" Target="../media/image13.png"/><Relationship Id="rId5" Type="http://schemas.openxmlformats.org/officeDocument/2006/relationships/image" Target="../media/image27.png"/><Relationship Id="rId4" Type="http://schemas.openxmlformats.org/officeDocument/2006/relationships/image" Target="../media/image26.png"/></Relationships>
</file>

<file path=ppt/slides/_rels/slide34.xml.rels><?xml version="1.0" encoding="UTF-8" standalone="yes"?>
<Relationships xmlns="http://schemas.openxmlformats.org/package/2006/relationships"><Relationship Id="rId8" Type="http://schemas.openxmlformats.org/officeDocument/2006/relationships/hyperlink" Target="https://tr.wikipedia.org/wiki/K%C3%B6k" TargetMode="External"/><Relationship Id="rId3" Type="http://schemas.openxmlformats.org/officeDocument/2006/relationships/image" Target="../media/image25.png"/><Relationship Id="rId7" Type="http://schemas.openxmlformats.org/officeDocument/2006/relationships/image" Target="../media/image37.png"/><Relationship Id="rId2" Type="http://schemas.openxmlformats.org/officeDocument/2006/relationships/image" Target="../media/image1.jpeg"/><Relationship Id="rId1" Type="http://schemas.openxmlformats.org/officeDocument/2006/relationships/slideLayout" Target="../slideLayouts/slideLayout4.xml"/><Relationship Id="rId6" Type="http://schemas.openxmlformats.org/officeDocument/2006/relationships/image" Target="../media/image13.png"/><Relationship Id="rId5" Type="http://schemas.openxmlformats.org/officeDocument/2006/relationships/image" Target="../media/image27.png"/><Relationship Id="rId10" Type="http://schemas.openxmlformats.org/officeDocument/2006/relationships/hyperlink" Target="https://tr.wikipedia.org/wiki/Simetrik" TargetMode="External"/><Relationship Id="rId4" Type="http://schemas.openxmlformats.org/officeDocument/2006/relationships/image" Target="../media/image26.png"/><Relationship Id="rId9" Type="http://schemas.openxmlformats.org/officeDocument/2006/relationships/hyperlink" Target="https://tr.wikipedia.org/wiki/Hiyerar%C5%9Fi" TargetMode="External"/></Relationships>
</file>

<file path=ppt/slides/_rels/slide35.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image" Target="../media/image39.png"/><Relationship Id="rId1" Type="http://schemas.openxmlformats.org/officeDocument/2006/relationships/slideLayout" Target="../slideLayouts/slideLayout2.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4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2.sv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D54D7-2072-E9A8-DEAE-89E1D5770CF8}"/>
              </a:ext>
            </a:extLst>
          </p:cNvPr>
          <p:cNvSpPr>
            <a:spLocks noGrp="1"/>
          </p:cNvSpPr>
          <p:nvPr>
            <p:ph type="ctrTitle"/>
          </p:nvPr>
        </p:nvSpPr>
        <p:spPr/>
        <p:txBody>
          <a:bodyPr/>
          <a:lstStyle/>
          <a:p>
            <a:pPr eaLnBrk="1" fontAlgn="auto" hangingPunct="1">
              <a:spcAft>
                <a:spcPts val="0"/>
              </a:spcAft>
              <a:defRPr/>
            </a:pPr>
            <a:r>
              <a:rPr lang="tr-TR" dirty="0"/>
              <a:t>Bilişim </a:t>
            </a:r>
            <a:r>
              <a:rPr lang="tr-TR"/>
              <a:t>Sistemleri ve Teknolojileri</a:t>
            </a:r>
            <a:endParaRPr lang="en-US" dirty="0"/>
          </a:p>
        </p:txBody>
      </p:sp>
      <p:sp>
        <p:nvSpPr>
          <p:cNvPr id="14338" name="Subtitle 2">
            <a:extLst>
              <a:ext uri="{FF2B5EF4-FFF2-40B4-BE49-F238E27FC236}">
                <a16:creationId xmlns:a16="http://schemas.microsoft.com/office/drawing/2014/main" id="{45DF2DF5-7F76-26BF-A7A2-2184C8F0EBC2}"/>
              </a:ext>
            </a:extLst>
          </p:cNvPr>
          <p:cNvSpPr>
            <a:spLocks noGrp="1"/>
          </p:cNvSpPr>
          <p:nvPr>
            <p:ph type="subTitle" idx="1"/>
          </p:nvPr>
        </p:nvSpPr>
        <p:spPr/>
        <p:txBody>
          <a:bodyPr/>
          <a:lstStyle/>
          <a:p>
            <a:pPr marR="0" eaLnBrk="1" hangingPunct="1"/>
            <a:r>
              <a:rPr lang="tr-TR" altLang="tr-TR" dirty="0"/>
              <a:t>Bilgisayar Ağları</a:t>
            </a:r>
            <a:endParaRPr lang="en-US" altLang="tr-T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15361" name="Unvan 1">
            <a:extLst>
              <a:ext uri="{FF2B5EF4-FFF2-40B4-BE49-F238E27FC236}">
                <a16:creationId xmlns:a16="http://schemas.microsoft.com/office/drawing/2014/main" id="{072D299C-0832-758A-10EA-FBB7E9393771}"/>
              </a:ext>
            </a:extLst>
          </p:cNvPr>
          <p:cNvSpPr>
            <a:spLocks noGrp="1"/>
          </p:cNvSpPr>
          <p:nvPr>
            <p:ph type="title"/>
          </p:nvPr>
        </p:nvSpPr>
        <p:spPr>
          <a:xfrm>
            <a:off x="486697" y="629266"/>
            <a:ext cx="2492184" cy="1641987"/>
          </a:xfrm>
        </p:spPr>
        <p:txBody>
          <a:bodyPr>
            <a:normAutofit/>
          </a:bodyPr>
          <a:lstStyle/>
          <a:p>
            <a:pPr>
              <a:lnSpc>
                <a:spcPct val="90000"/>
              </a:lnSpc>
            </a:pPr>
            <a:r>
              <a:rPr lang="tr-TR" altLang="tr-TR" sz="3600"/>
              <a:t>Bilgisayar Ağı Nedir?</a:t>
            </a:r>
          </a:p>
        </p:txBody>
      </p:sp>
      <p:pic>
        <p:nvPicPr>
          <p:cNvPr id="1026" name="Picture 2" descr="Computer Networks">
            <a:extLst>
              <a:ext uri="{FF2B5EF4-FFF2-40B4-BE49-F238E27FC236}">
                <a16:creationId xmlns:a16="http://schemas.microsoft.com/office/drawing/2014/main" id="{7810C5CC-3669-9E24-F97C-799688D496D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8594" r="19366" b="-2"/>
          <a:stretch/>
        </p:blipFill>
        <p:spPr bwMode="auto">
          <a:xfrm>
            <a:off x="3464658" y="609601"/>
            <a:ext cx="5193567" cy="5638797"/>
          </a:xfrm>
          <a:prstGeom prst="rect">
            <a:avLst/>
          </a:prstGeom>
          <a:noFill/>
          <a:effectLst>
            <a:outerShdw blurRad="50800" dist="38100" dir="5400000" algn="t" rotWithShape="0">
              <a:prstClr val="black">
                <a:alpha val="43000"/>
              </a:prstClr>
            </a:outerShdw>
          </a:effectLst>
          <a:extLst>
            <a:ext uri="{909E8E84-426E-40DD-AFC4-6F175D3DCCD1}">
              <a14:hiddenFill xmlns:a14="http://schemas.microsoft.com/office/drawing/2010/main">
                <a:solidFill>
                  <a:srgbClr val="FFFFFF"/>
                </a:solidFill>
              </a14:hiddenFill>
            </a:ext>
          </a:extLst>
        </p:spPr>
      </p:pic>
      <p:sp>
        <p:nvSpPr>
          <p:cNvPr id="15369" name="Rectangle 15368">
            <a:extLst>
              <a:ext uri="{FF2B5EF4-FFF2-40B4-BE49-F238E27FC236}">
                <a16:creationId xmlns:a16="http://schemas.microsoft.com/office/drawing/2014/main" id="{A93A089E-0A16-452C-B341-0F769780D2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31836"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tr-TR"/>
          </a:p>
        </p:txBody>
      </p:sp>
      <p:graphicFrame>
        <p:nvGraphicFramePr>
          <p:cNvPr id="15364" name="İçerik Yer Tutucusu 2">
            <a:extLst>
              <a:ext uri="{FF2B5EF4-FFF2-40B4-BE49-F238E27FC236}">
                <a16:creationId xmlns:a16="http://schemas.microsoft.com/office/drawing/2014/main" id="{D18A6E8B-2086-0EFE-240C-44E1713C4FA6}"/>
              </a:ext>
            </a:extLst>
          </p:cNvPr>
          <p:cNvGraphicFramePr>
            <a:graphicFrameLocks noGrp="1"/>
          </p:cNvGraphicFramePr>
          <p:nvPr>
            <p:ph idx="1"/>
            <p:extLst>
              <p:ext uri="{D42A27DB-BD31-4B8C-83A1-F6EECF244321}">
                <p14:modId xmlns:p14="http://schemas.microsoft.com/office/powerpoint/2010/main" val="1663975748"/>
              </p:ext>
            </p:extLst>
          </p:nvPr>
        </p:nvGraphicFramePr>
        <p:xfrm>
          <a:off x="485775" y="2438401"/>
          <a:ext cx="2493106" cy="380999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16385" name="Unvan 1">
            <a:extLst>
              <a:ext uri="{FF2B5EF4-FFF2-40B4-BE49-F238E27FC236}">
                <a16:creationId xmlns:a16="http://schemas.microsoft.com/office/drawing/2014/main" id="{3ABD6CB0-71B4-99A5-2473-DE7601791B5A}"/>
              </a:ext>
            </a:extLst>
          </p:cNvPr>
          <p:cNvSpPr>
            <a:spLocks noGrp="1"/>
          </p:cNvSpPr>
          <p:nvPr>
            <p:ph type="title"/>
          </p:nvPr>
        </p:nvSpPr>
        <p:spPr>
          <a:xfrm>
            <a:off x="484583" y="452718"/>
            <a:ext cx="7053542" cy="1400530"/>
          </a:xfrm>
        </p:spPr>
        <p:txBody>
          <a:bodyPr>
            <a:normAutofit/>
          </a:bodyPr>
          <a:lstStyle/>
          <a:p>
            <a:r>
              <a:rPr lang="tr-TR" altLang="tr-TR"/>
              <a:t>Ağ Çeşitleri</a:t>
            </a:r>
          </a:p>
        </p:txBody>
      </p:sp>
      <p:graphicFrame>
        <p:nvGraphicFramePr>
          <p:cNvPr id="16388" name="İçerik Yer Tutucusu 2">
            <a:extLst>
              <a:ext uri="{FF2B5EF4-FFF2-40B4-BE49-F238E27FC236}">
                <a16:creationId xmlns:a16="http://schemas.microsoft.com/office/drawing/2014/main" id="{4EE90592-7B9D-BEA0-5FC4-9261E35205A4}"/>
              </a:ext>
            </a:extLst>
          </p:cNvPr>
          <p:cNvGraphicFramePr>
            <a:graphicFrameLocks noGrp="1"/>
          </p:cNvGraphicFramePr>
          <p:nvPr>
            <p:ph idx="1"/>
            <p:extLst>
              <p:ext uri="{D42A27DB-BD31-4B8C-83A1-F6EECF244321}">
                <p14:modId xmlns:p14="http://schemas.microsoft.com/office/powerpoint/2010/main" val="432210919"/>
              </p:ext>
            </p:extLst>
          </p:nvPr>
        </p:nvGraphicFramePr>
        <p:xfrm>
          <a:off x="484583" y="2237362"/>
          <a:ext cx="7053264" cy="404670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412" name="İçerik Yer Tutucusu 2">
            <a:extLst>
              <a:ext uri="{FF2B5EF4-FFF2-40B4-BE49-F238E27FC236}">
                <a16:creationId xmlns:a16="http://schemas.microsoft.com/office/drawing/2014/main" id="{EFD6613E-3347-A8F8-4874-251A10BFDB7D}"/>
              </a:ext>
            </a:extLst>
          </p:cNvPr>
          <p:cNvGraphicFramePr>
            <a:graphicFrameLocks noGrp="1"/>
          </p:cNvGraphicFramePr>
          <p:nvPr>
            <p:ph idx="1"/>
            <p:extLst>
              <p:ext uri="{D42A27DB-BD31-4B8C-83A1-F6EECF244321}">
                <p14:modId xmlns:p14="http://schemas.microsoft.com/office/powerpoint/2010/main" val="1790577502"/>
              </p:ext>
            </p:extLst>
          </p:nvPr>
        </p:nvGraphicFramePr>
        <p:xfrm>
          <a:off x="827088" y="2052638"/>
          <a:ext cx="6711950" cy="41957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2" name="Resim 1">
            <a:extLst>
              <a:ext uri="{FF2B5EF4-FFF2-40B4-BE49-F238E27FC236}">
                <a16:creationId xmlns:a16="http://schemas.microsoft.com/office/drawing/2014/main" id="{877D2F29-558E-D436-9116-8D6FA9D08F6E}"/>
              </a:ext>
            </a:extLst>
          </p:cNvPr>
          <p:cNvPicPr>
            <a:picLocks noChangeAspect="1"/>
          </p:cNvPicPr>
          <p:nvPr/>
        </p:nvPicPr>
        <p:blipFill>
          <a:blip r:embed="rId3">
            <a:duotone>
              <a:prstClr val="black"/>
              <a:schemeClr val="accent5">
                <a:tint val="45000"/>
                <a:satMod val="400000"/>
              </a:schemeClr>
            </a:duotone>
            <a:alphaModFix amt="15000"/>
          </a:blip>
          <a:srcRect b="4153"/>
          <a:stretch/>
        </p:blipFill>
        <p:spPr>
          <a:xfrm>
            <a:off x="20" y="10"/>
            <a:ext cx="9143980" cy="6857990"/>
          </a:xfrm>
          <a:prstGeom prst="rect">
            <a:avLst/>
          </a:prstGeom>
        </p:spPr>
      </p:pic>
      <p:sp>
        <p:nvSpPr>
          <p:cNvPr id="18441" name="Rectangle 18440">
            <a:extLst>
              <a:ext uri="{FF2B5EF4-FFF2-40B4-BE49-F238E27FC236}">
                <a16:creationId xmlns:a16="http://schemas.microsoft.com/office/drawing/2014/main" id="{909FE742-1A27-4AEF-B5F0-F8C383EAB1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tr-TR"/>
          </a:p>
        </p:txBody>
      </p:sp>
      <p:graphicFrame>
        <p:nvGraphicFramePr>
          <p:cNvPr id="18436" name="İçerik Yer Tutucusu 2">
            <a:extLst>
              <a:ext uri="{FF2B5EF4-FFF2-40B4-BE49-F238E27FC236}">
                <a16:creationId xmlns:a16="http://schemas.microsoft.com/office/drawing/2014/main" id="{616C46CC-2362-7FBF-14F1-02BCCE9AFB8F}"/>
              </a:ext>
            </a:extLst>
          </p:cNvPr>
          <p:cNvGraphicFramePr>
            <a:graphicFrameLocks noGrp="1"/>
          </p:cNvGraphicFramePr>
          <p:nvPr>
            <p:ph idx="1"/>
            <p:extLst>
              <p:ext uri="{D42A27DB-BD31-4B8C-83A1-F6EECF244321}">
                <p14:modId xmlns:p14="http://schemas.microsoft.com/office/powerpoint/2010/main" val="2250893510"/>
              </p:ext>
            </p:extLst>
          </p:nvPr>
        </p:nvGraphicFramePr>
        <p:xfrm>
          <a:off x="827484" y="2052918"/>
          <a:ext cx="6709905" cy="419548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473" name="Rectangle 19464">
            <a:extLst>
              <a:ext uri="{FF2B5EF4-FFF2-40B4-BE49-F238E27FC236}">
                <a16:creationId xmlns:a16="http://schemas.microsoft.com/office/drawing/2014/main" id="{9362849A-570D-49DB-954C-63F144E88A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19474" name="Rectangle 19466">
            <a:extLst>
              <a:ext uri="{FF2B5EF4-FFF2-40B4-BE49-F238E27FC236}">
                <a16:creationId xmlns:a16="http://schemas.microsoft.com/office/drawing/2014/main" id="{1CA42011-E478-428B-9D15-A98E338BF8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19475" name="Freeform 7">
            <a:extLst>
              <a:ext uri="{FF2B5EF4-FFF2-40B4-BE49-F238E27FC236}">
                <a16:creationId xmlns:a16="http://schemas.microsoft.com/office/drawing/2014/main" id="{9ED2773C-FE51-4632-BA46-036BDCDA6E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39954" y="1460230"/>
            <a:ext cx="2604045"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algn="ctr"/>
            <a:endParaRPr lang="en-US">
              <a:solidFill>
                <a:schemeClr val="tx1"/>
              </a:solidFill>
            </a:endParaRPr>
          </a:p>
        </p:txBody>
      </p:sp>
      <p:sp useBgFill="1">
        <p:nvSpPr>
          <p:cNvPr id="19476" name="Freeform: Shape 19470">
            <a:extLst>
              <a:ext uri="{FF2B5EF4-FFF2-40B4-BE49-F238E27FC236}">
                <a16:creationId xmlns:a16="http://schemas.microsoft.com/office/drawing/2014/main" id="{E02F9158-C4C2-46A8-BE73-A4F77E139F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762067"/>
            <a:ext cx="9144313"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tr-TR"/>
          </a:p>
        </p:txBody>
      </p:sp>
      <p:pic>
        <p:nvPicPr>
          <p:cNvPr id="2" name="Resim 1">
            <a:extLst>
              <a:ext uri="{FF2B5EF4-FFF2-40B4-BE49-F238E27FC236}">
                <a16:creationId xmlns:a16="http://schemas.microsoft.com/office/drawing/2014/main" id="{9CE1819F-CB71-98CD-256E-6D0E71D0980E}"/>
              </a:ext>
            </a:extLst>
          </p:cNvPr>
          <p:cNvPicPr>
            <a:picLocks noChangeAspect="1"/>
          </p:cNvPicPr>
          <p:nvPr/>
        </p:nvPicPr>
        <p:blipFill>
          <a:blip r:embed="rId2"/>
          <a:stretch>
            <a:fillRect/>
          </a:stretch>
        </p:blipFill>
        <p:spPr>
          <a:xfrm>
            <a:off x="490113" y="3096454"/>
            <a:ext cx="4088720" cy="2565671"/>
          </a:xfrm>
          <a:prstGeom prst="rect">
            <a:avLst/>
          </a:prstGeom>
          <a:effectLst/>
        </p:spPr>
      </p:pic>
      <p:graphicFrame>
        <p:nvGraphicFramePr>
          <p:cNvPr id="19460" name="İçerik Yer Tutucusu 2">
            <a:extLst>
              <a:ext uri="{FF2B5EF4-FFF2-40B4-BE49-F238E27FC236}">
                <a16:creationId xmlns:a16="http://schemas.microsoft.com/office/drawing/2014/main" id="{315503EB-842C-8D5C-6D86-5E4A239C05FE}"/>
              </a:ext>
            </a:extLst>
          </p:cNvPr>
          <p:cNvGraphicFramePr>
            <a:graphicFrameLocks noGrp="1"/>
          </p:cNvGraphicFramePr>
          <p:nvPr>
            <p:ph idx="1"/>
            <p:extLst>
              <p:ext uri="{D42A27DB-BD31-4B8C-83A1-F6EECF244321}">
                <p14:modId xmlns:p14="http://schemas.microsoft.com/office/powerpoint/2010/main" val="1559309824"/>
              </p:ext>
            </p:extLst>
          </p:nvPr>
        </p:nvGraphicFramePr>
        <p:xfrm>
          <a:off x="4815816" y="2548281"/>
          <a:ext cx="3841955" cy="365868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2" name="Resim 1">
            <a:extLst>
              <a:ext uri="{FF2B5EF4-FFF2-40B4-BE49-F238E27FC236}">
                <a16:creationId xmlns:a16="http://schemas.microsoft.com/office/drawing/2014/main" id="{2B081BE9-EBEC-346E-5CA5-56D99E489ACE}"/>
              </a:ext>
            </a:extLst>
          </p:cNvPr>
          <p:cNvPicPr>
            <a:picLocks noChangeAspect="1"/>
          </p:cNvPicPr>
          <p:nvPr/>
        </p:nvPicPr>
        <p:blipFill>
          <a:blip r:embed="rId3">
            <a:duotone>
              <a:prstClr val="black"/>
              <a:schemeClr val="accent5">
                <a:tint val="45000"/>
                <a:satMod val="400000"/>
              </a:schemeClr>
            </a:duotone>
            <a:alphaModFix amt="15000"/>
          </a:blip>
          <a:srcRect r="5000" b="-1"/>
          <a:stretch/>
        </p:blipFill>
        <p:spPr>
          <a:xfrm>
            <a:off x="20" y="10"/>
            <a:ext cx="9143980" cy="6857990"/>
          </a:xfrm>
          <a:prstGeom prst="rect">
            <a:avLst/>
          </a:prstGeom>
        </p:spPr>
      </p:pic>
      <p:sp>
        <p:nvSpPr>
          <p:cNvPr id="20481" name="Unvan 1">
            <a:extLst>
              <a:ext uri="{FF2B5EF4-FFF2-40B4-BE49-F238E27FC236}">
                <a16:creationId xmlns:a16="http://schemas.microsoft.com/office/drawing/2014/main" id="{518E0EFF-B875-B5DD-B00D-9670AB6CAE68}"/>
              </a:ext>
            </a:extLst>
          </p:cNvPr>
          <p:cNvSpPr>
            <a:spLocks noGrp="1"/>
          </p:cNvSpPr>
          <p:nvPr>
            <p:ph type="title"/>
          </p:nvPr>
        </p:nvSpPr>
        <p:spPr>
          <a:xfrm>
            <a:off x="484583" y="452718"/>
            <a:ext cx="7053542" cy="1400530"/>
          </a:xfrm>
        </p:spPr>
        <p:txBody>
          <a:bodyPr>
            <a:normAutofit/>
          </a:bodyPr>
          <a:lstStyle/>
          <a:p>
            <a:r>
              <a:rPr lang="tr-TR" altLang="tr-TR" b="1">
                <a:latin typeface="inherit"/>
              </a:rPr>
              <a:t>Yerel Alan Ağı (LAN) nedir?</a:t>
            </a:r>
            <a:br>
              <a:rPr lang="tr-TR" altLang="tr-TR" b="1">
                <a:latin typeface="Open Sans" panose="020B0606030504020204" pitchFamily="34" charset="0"/>
              </a:rPr>
            </a:br>
            <a:endParaRPr lang="tr-TR" altLang="tr-TR"/>
          </a:p>
        </p:txBody>
      </p:sp>
      <p:sp>
        <p:nvSpPr>
          <p:cNvPr id="20499" name="Rectangle 20498">
            <a:extLst>
              <a:ext uri="{FF2B5EF4-FFF2-40B4-BE49-F238E27FC236}">
                <a16:creationId xmlns:a16="http://schemas.microsoft.com/office/drawing/2014/main" id="{909FE742-1A27-4AEF-B5F0-F8C383EAB1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12291" name="İçerik Yer Tutucusu 2">
            <a:extLst>
              <a:ext uri="{FF2B5EF4-FFF2-40B4-BE49-F238E27FC236}">
                <a16:creationId xmlns:a16="http://schemas.microsoft.com/office/drawing/2014/main" id="{6D75C3F6-5D8E-7677-7A9E-F1974BE3735B}"/>
              </a:ext>
            </a:extLst>
          </p:cNvPr>
          <p:cNvSpPr>
            <a:spLocks noGrp="1"/>
          </p:cNvSpPr>
          <p:nvPr>
            <p:ph idx="1"/>
          </p:nvPr>
        </p:nvSpPr>
        <p:spPr>
          <a:xfrm>
            <a:off x="827484" y="2052918"/>
            <a:ext cx="6709905" cy="4195481"/>
          </a:xfrm>
        </p:spPr>
        <p:txBody>
          <a:bodyPr anchor="ctr">
            <a:normAutofit/>
          </a:bodyPr>
          <a:lstStyle/>
          <a:p>
            <a:pPr marL="0" indent="0">
              <a:buFont typeface="Wingdings 2" panose="05020102010507070707" pitchFamily="18" charset="2"/>
              <a:buNone/>
              <a:defRPr/>
            </a:pPr>
            <a:r>
              <a:rPr lang="tr-TR" altLang="tr-TR" dirty="0">
                <a:latin typeface="-apple-system"/>
              </a:rPr>
              <a:t>LAN, en çok kamuoyunun bildiği bir bilgisayar ağı biçimidir. Sınırlı bir erişime sahiptir, yaklaşık bir grup demet ev veya bina.</a:t>
            </a:r>
          </a:p>
          <a:p>
            <a:pPr>
              <a:buFont typeface="Wingdings 2" panose="05020102010507070707" pitchFamily="18" charset="2"/>
              <a:buChar char=""/>
              <a:defRPr/>
            </a:pPr>
            <a:endParaRPr lang="tr-TR" altLang="tr-T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514" name="Rectangle 21511">
            <a:extLst>
              <a:ext uri="{FF2B5EF4-FFF2-40B4-BE49-F238E27FC236}">
                <a16:creationId xmlns:a16="http://schemas.microsoft.com/office/drawing/2014/main" id="{29787B81-C7DF-412B-A405-EF4454012D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Resim 1">
            <a:extLst>
              <a:ext uri="{FF2B5EF4-FFF2-40B4-BE49-F238E27FC236}">
                <a16:creationId xmlns:a16="http://schemas.microsoft.com/office/drawing/2014/main" id="{EE0D3D06-5D1D-9656-93C0-3DBF8B59D340}"/>
              </a:ext>
            </a:extLst>
          </p:cNvPr>
          <p:cNvPicPr>
            <a:picLocks noChangeAspect="1"/>
          </p:cNvPicPr>
          <p:nvPr/>
        </p:nvPicPr>
        <p:blipFill>
          <a:blip r:embed="rId2">
            <a:alphaModFix amt="35000"/>
          </a:blip>
          <a:srcRect l="2974" r="3361" b="1"/>
          <a:stretch/>
        </p:blipFill>
        <p:spPr>
          <a:xfrm>
            <a:off x="20" y="-1"/>
            <a:ext cx="9143980" cy="6858000"/>
          </a:xfrm>
          <a:prstGeom prst="rect">
            <a:avLst/>
          </a:prstGeom>
        </p:spPr>
      </p:pic>
      <p:sp>
        <p:nvSpPr>
          <p:cNvPr id="21505" name="Unvan 1">
            <a:extLst>
              <a:ext uri="{FF2B5EF4-FFF2-40B4-BE49-F238E27FC236}">
                <a16:creationId xmlns:a16="http://schemas.microsoft.com/office/drawing/2014/main" id="{7EFE36F1-40B4-2250-914B-CDFF61B806FB}"/>
              </a:ext>
            </a:extLst>
          </p:cNvPr>
          <p:cNvSpPr>
            <a:spLocks noGrp="1"/>
          </p:cNvSpPr>
          <p:nvPr>
            <p:ph type="title"/>
          </p:nvPr>
        </p:nvSpPr>
        <p:spPr>
          <a:xfrm>
            <a:off x="484583" y="452718"/>
            <a:ext cx="7053542" cy="1400530"/>
          </a:xfrm>
        </p:spPr>
        <p:txBody>
          <a:bodyPr>
            <a:normAutofit/>
          </a:bodyPr>
          <a:lstStyle/>
          <a:p>
            <a:r>
              <a:rPr lang="tr-TR" altLang="tr-TR" b="1"/>
              <a:t>Metropolitan Alan Ağı (MAN) nedir?</a:t>
            </a:r>
            <a:endParaRPr lang="tr-TR" altLang="tr-TR"/>
          </a:p>
        </p:txBody>
      </p:sp>
      <p:graphicFrame>
        <p:nvGraphicFramePr>
          <p:cNvPr id="21507" name="İçerik Yer Tutucusu 2">
            <a:extLst>
              <a:ext uri="{FF2B5EF4-FFF2-40B4-BE49-F238E27FC236}">
                <a16:creationId xmlns:a16="http://schemas.microsoft.com/office/drawing/2014/main" id="{5EDCFAAA-1A48-F3A2-DA61-9B71574B1E07}"/>
              </a:ext>
            </a:extLst>
          </p:cNvPr>
          <p:cNvGraphicFramePr>
            <a:graphicFrameLocks noGrp="1"/>
          </p:cNvGraphicFramePr>
          <p:nvPr>
            <p:ph idx="1"/>
            <p:extLst>
              <p:ext uri="{D42A27DB-BD31-4B8C-83A1-F6EECF244321}">
                <p14:modId xmlns:p14="http://schemas.microsoft.com/office/powerpoint/2010/main" val="2466185744"/>
              </p:ext>
            </p:extLst>
          </p:nvPr>
        </p:nvGraphicFramePr>
        <p:xfrm>
          <a:off x="827484" y="2052918"/>
          <a:ext cx="6709905" cy="419548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3" name="Resim 2" descr="diyagram, metin, ekran görüntüsü, tasarım içeren bir resim&#10;&#10;Açıklama otomatik olarak oluşturuldu">
            <a:extLst>
              <a:ext uri="{FF2B5EF4-FFF2-40B4-BE49-F238E27FC236}">
                <a16:creationId xmlns:a16="http://schemas.microsoft.com/office/drawing/2014/main" id="{60C844DA-F553-9C37-4590-991E26D835EB}"/>
              </a:ext>
            </a:extLst>
          </p:cNvPr>
          <p:cNvPicPr>
            <a:picLocks noChangeAspect="1"/>
          </p:cNvPicPr>
          <p:nvPr/>
        </p:nvPicPr>
        <p:blipFill>
          <a:blip r:embed="rId3">
            <a:duotone>
              <a:prstClr val="black"/>
              <a:schemeClr val="accent5">
                <a:tint val="45000"/>
                <a:satMod val="400000"/>
              </a:schemeClr>
            </a:duotone>
            <a:alphaModFix amt="15000"/>
          </a:blip>
          <a:srcRect b="6250"/>
          <a:stretch/>
        </p:blipFill>
        <p:spPr>
          <a:xfrm>
            <a:off x="20" y="10"/>
            <a:ext cx="9143980" cy="6857990"/>
          </a:xfrm>
          <a:prstGeom prst="rect">
            <a:avLst/>
          </a:prstGeom>
        </p:spPr>
      </p:pic>
      <p:sp>
        <p:nvSpPr>
          <p:cNvPr id="22529" name="Unvan 1">
            <a:extLst>
              <a:ext uri="{FF2B5EF4-FFF2-40B4-BE49-F238E27FC236}">
                <a16:creationId xmlns:a16="http://schemas.microsoft.com/office/drawing/2014/main" id="{9641D964-85E2-ABAA-DA15-F4DBD29C2679}"/>
              </a:ext>
            </a:extLst>
          </p:cNvPr>
          <p:cNvSpPr>
            <a:spLocks noGrp="1"/>
          </p:cNvSpPr>
          <p:nvPr>
            <p:ph type="title"/>
          </p:nvPr>
        </p:nvSpPr>
        <p:spPr>
          <a:xfrm>
            <a:off x="484583" y="452718"/>
            <a:ext cx="7053542" cy="1400530"/>
          </a:xfrm>
        </p:spPr>
        <p:txBody>
          <a:bodyPr>
            <a:normAutofit/>
          </a:bodyPr>
          <a:lstStyle/>
          <a:p>
            <a:pPr>
              <a:lnSpc>
                <a:spcPct val="90000"/>
              </a:lnSpc>
            </a:pPr>
            <a:r>
              <a:rPr lang="tr-TR" altLang="tr-TR" sz="3600" b="1"/>
              <a:t>Geniş Alan Ağı (WAN) nedir?</a:t>
            </a:r>
            <a:br>
              <a:rPr lang="tr-TR" altLang="tr-TR" sz="3600" b="1"/>
            </a:br>
            <a:endParaRPr lang="tr-TR" altLang="tr-TR" sz="3600"/>
          </a:p>
        </p:txBody>
      </p:sp>
      <p:sp>
        <p:nvSpPr>
          <p:cNvPr id="22544" name="Rectangle 22541">
            <a:extLst>
              <a:ext uri="{FF2B5EF4-FFF2-40B4-BE49-F238E27FC236}">
                <a16:creationId xmlns:a16="http://schemas.microsoft.com/office/drawing/2014/main" id="{909FE742-1A27-4AEF-B5F0-F8C383EAB1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tr-TR"/>
          </a:p>
        </p:txBody>
      </p:sp>
      <p:graphicFrame>
        <p:nvGraphicFramePr>
          <p:cNvPr id="22532" name="İçerik Yer Tutucusu 2">
            <a:extLst>
              <a:ext uri="{FF2B5EF4-FFF2-40B4-BE49-F238E27FC236}">
                <a16:creationId xmlns:a16="http://schemas.microsoft.com/office/drawing/2014/main" id="{D9563886-2219-3552-495A-A90D2EED37F9}"/>
              </a:ext>
            </a:extLst>
          </p:cNvPr>
          <p:cNvGraphicFramePr>
            <a:graphicFrameLocks noGrp="1"/>
          </p:cNvGraphicFramePr>
          <p:nvPr>
            <p:ph idx="1"/>
            <p:extLst>
              <p:ext uri="{D42A27DB-BD31-4B8C-83A1-F6EECF244321}">
                <p14:modId xmlns:p14="http://schemas.microsoft.com/office/powerpoint/2010/main" val="806399131"/>
              </p:ext>
            </p:extLst>
          </p:nvPr>
        </p:nvGraphicFramePr>
        <p:xfrm>
          <a:off x="827484" y="2052918"/>
          <a:ext cx="6709905" cy="419548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3" name="İçerik Yer Tutucusu 3">
            <a:extLst>
              <a:ext uri="{FF2B5EF4-FFF2-40B4-BE49-F238E27FC236}">
                <a16:creationId xmlns:a16="http://schemas.microsoft.com/office/drawing/2014/main" id="{2B134789-3B56-8E36-CB44-0675FF09C6C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319213" y="1089025"/>
            <a:ext cx="6505575" cy="4678363"/>
          </a:xfr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52231" name="Rectangle 52230">
            <a:extLst>
              <a:ext uri="{FF2B5EF4-FFF2-40B4-BE49-F238E27FC236}">
                <a16:creationId xmlns:a16="http://schemas.microsoft.com/office/drawing/2014/main" id="{923E8915-D2AA-4327-A45A-972C3CA957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52233" name="Rectangle 52232">
            <a:extLst>
              <a:ext uri="{FF2B5EF4-FFF2-40B4-BE49-F238E27FC236}">
                <a16:creationId xmlns:a16="http://schemas.microsoft.com/office/drawing/2014/main" id="{8302FC3C-9804-4950-B721-5FD704BA60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9141714" cy="6858000"/>
          </a:xfrm>
          <a:prstGeom prst="rect">
            <a:avLst/>
          </a:prstGeom>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2235" name="Straight Connector 52234">
            <a:extLst>
              <a:ext uri="{FF2B5EF4-FFF2-40B4-BE49-F238E27FC236}">
                <a16:creationId xmlns:a16="http://schemas.microsoft.com/office/drawing/2014/main" id="{6B9695BD-ECF6-49CA-8877-8C493193C65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490721" y="1828800"/>
            <a:ext cx="0" cy="3200400"/>
          </a:xfrm>
          <a:prstGeom prst="line">
            <a:avLst/>
          </a:prstGeom>
          <a:ln w="19050">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52237" name="Picture 52236">
            <a:extLst>
              <a:ext uri="{FF2B5EF4-FFF2-40B4-BE49-F238E27FC236}">
                <a16:creationId xmlns:a16="http://schemas.microsoft.com/office/drawing/2014/main" id="{3BC6EBB2-9BDC-4075-BA6B-43A9FBF9C8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b="23320"/>
          <a:stretch/>
        </p:blipFill>
        <p:spPr>
          <a:xfrm>
            <a:off x="6454408" y="6228080"/>
            <a:ext cx="745301" cy="762000"/>
          </a:xfrm>
          <a:prstGeom prst="rect">
            <a:avLst/>
          </a:prstGeom>
        </p:spPr>
      </p:pic>
      <p:sp>
        <p:nvSpPr>
          <p:cNvPr id="52239" name="Freeform 5">
            <a:extLst>
              <a:ext uri="{FF2B5EF4-FFF2-40B4-BE49-F238E27FC236}">
                <a16:creationId xmlns:a16="http://schemas.microsoft.com/office/drawing/2014/main" id="{F3798573-F27B-47EB-8EA4-7EE34954C2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191" y="0"/>
            <a:ext cx="9144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tr-TR"/>
          </a:p>
        </p:txBody>
      </p:sp>
      <p:sp>
        <p:nvSpPr>
          <p:cNvPr id="52225" name="Başlık 1">
            <a:extLst>
              <a:ext uri="{FF2B5EF4-FFF2-40B4-BE49-F238E27FC236}">
                <a16:creationId xmlns:a16="http://schemas.microsoft.com/office/drawing/2014/main" id="{FC4F542D-CFA2-B2BF-2F97-36366B7F4265}"/>
              </a:ext>
            </a:extLst>
          </p:cNvPr>
          <p:cNvSpPr>
            <a:spLocks noGrp="1"/>
          </p:cNvSpPr>
          <p:nvPr>
            <p:ph type="title"/>
          </p:nvPr>
        </p:nvSpPr>
        <p:spPr>
          <a:xfrm>
            <a:off x="604646" y="804672"/>
            <a:ext cx="2641019" cy="5248656"/>
          </a:xfrm>
        </p:spPr>
        <p:txBody>
          <a:bodyPr anchor="ctr">
            <a:normAutofit/>
          </a:bodyPr>
          <a:lstStyle/>
          <a:p>
            <a:pPr algn="ctr"/>
            <a:r>
              <a:rPr lang="tr-TR" altLang="tr-TR" dirty="0"/>
              <a:t>Ağ cihazları</a:t>
            </a:r>
            <a:endParaRPr lang="tr-TR" altLang="tr-TR"/>
          </a:p>
        </p:txBody>
      </p:sp>
      <p:sp>
        <p:nvSpPr>
          <p:cNvPr id="52226" name="İçerik Yer Tutucusu 2">
            <a:extLst>
              <a:ext uri="{FF2B5EF4-FFF2-40B4-BE49-F238E27FC236}">
                <a16:creationId xmlns:a16="http://schemas.microsoft.com/office/drawing/2014/main" id="{A35F01F8-A70E-CC83-AC53-049B5E241DD4}"/>
              </a:ext>
            </a:extLst>
          </p:cNvPr>
          <p:cNvSpPr>
            <a:spLocks noGrp="1"/>
          </p:cNvSpPr>
          <p:nvPr>
            <p:ph idx="1"/>
          </p:nvPr>
        </p:nvSpPr>
        <p:spPr>
          <a:xfrm>
            <a:off x="3731895" y="804671"/>
            <a:ext cx="4799948" cy="5248657"/>
          </a:xfrm>
        </p:spPr>
        <p:txBody>
          <a:bodyPr anchor="ctr">
            <a:normAutofit/>
          </a:bodyPr>
          <a:lstStyle/>
          <a:p>
            <a:pPr>
              <a:lnSpc>
                <a:spcPct val="90000"/>
              </a:lnSpc>
            </a:pPr>
            <a:r>
              <a:rPr lang="tr-TR" altLang="tr-TR" sz="1700">
                <a:latin typeface="PT Sans" panose="020B0503020203020204" pitchFamily="34" charset="0"/>
              </a:rPr>
              <a:t>Birden fazla bilgisayarın bilgi paylaşımı, yazılım ve donanım paylaşımı, merkezi yönetim ve destek kolaylığı gibi çok çeşitli sebeplerden dolayı birbirine bağlandığı yapıya ağ (network) denir. Ağ yapılarını oluşturmak için çok çeşitli ağ cihazları kullanılabilir.</a:t>
            </a:r>
            <a:br>
              <a:rPr lang="tr-TR" altLang="tr-TR" sz="1700">
                <a:latin typeface="PT Sans" panose="020B0503020203020204" pitchFamily="34" charset="0"/>
              </a:rPr>
            </a:br>
            <a:r>
              <a:rPr lang="tr-TR" altLang="tr-TR" sz="1700">
                <a:latin typeface="PT Sans" panose="020B0503020203020204" pitchFamily="34" charset="0"/>
              </a:rPr>
              <a:t>Ağ yapılarında kullanılan başlıca cihazlar:</a:t>
            </a:r>
          </a:p>
          <a:p>
            <a:pPr>
              <a:lnSpc>
                <a:spcPct val="90000"/>
              </a:lnSpc>
              <a:buFont typeface="Arial" panose="020B0604020202020204" pitchFamily="34" charset="0"/>
              <a:buChar char="•"/>
            </a:pPr>
            <a:r>
              <a:rPr lang="tr-TR" altLang="tr-TR" sz="1700">
                <a:latin typeface="PT Sans" panose="020B0503020203020204" pitchFamily="34" charset="0"/>
              </a:rPr>
              <a:t>  Göbek (</a:t>
            </a:r>
            <a:r>
              <a:rPr lang="tr-TR" altLang="tr-TR" sz="1700" err="1">
                <a:latin typeface="PT Sans" panose="020B0503020203020204" pitchFamily="34" charset="0"/>
              </a:rPr>
              <a:t>Hub</a:t>
            </a:r>
            <a:r>
              <a:rPr lang="tr-TR" altLang="tr-TR" sz="1700">
                <a:latin typeface="PT Sans" panose="020B0503020203020204" pitchFamily="34" charset="0"/>
              </a:rPr>
              <a:t>)</a:t>
            </a:r>
          </a:p>
          <a:p>
            <a:pPr>
              <a:lnSpc>
                <a:spcPct val="90000"/>
              </a:lnSpc>
              <a:buFont typeface="Arial" panose="020B0604020202020204" pitchFamily="34" charset="0"/>
              <a:buChar char="•"/>
            </a:pPr>
            <a:r>
              <a:rPr lang="tr-TR" altLang="tr-TR" sz="1700">
                <a:latin typeface="PT Sans" panose="020B0503020203020204" pitchFamily="34" charset="0"/>
              </a:rPr>
              <a:t>  Anahtar (Switch)</a:t>
            </a:r>
          </a:p>
          <a:p>
            <a:pPr>
              <a:lnSpc>
                <a:spcPct val="90000"/>
              </a:lnSpc>
              <a:buFont typeface="Arial" panose="020B0604020202020204" pitchFamily="34" charset="0"/>
              <a:buChar char="•"/>
            </a:pPr>
            <a:r>
              <a:rPr lang="tr-TR" altLang="tr-TR" sz="1700">
                <a:latin typeface="PT Sans" panose="020B0503020203020204" pitchFamily="34" charset="0"/>
              </a:rPr>
              <a:t>  Tekrarlayıcı (</a:t>
            </a:r>
            <a:r>
              <a:rPr lang="tr-TR" altLang="tr-TR" sz="1700" err="1">
                <a:latin typeface="PT Sans" panose="020B0503020203020204" pitchFamily="34" charset="0"/>
              </a:rPr>
              <a:t>Repeater</a:t>
            </a:r>
            <a:r>
              <a:rPr lang="tr-TR" altLang="tr-TR" sz="1700">
                <a:latin typeface="PT Sans" panose="020B0503020203020204" pitchFamily="34" charset="0"/>
              </a:rPr>
              <a:t>)</a:t>
            </a:r>
          </a:p>
          <a:p>
            <a:pPr>
              <a:lnSpc>
                <a:spcPct val="90000"/>
              </a:lnSpc>
              <a:buFont typeface="Arial" panose="020B0604020202020204" pitchFamily="34" charset="0"/>
              <a:buChar char="•"/>
            </a:pPr>
            <a:r>
              <a:rPr lang="tr-TR" altLang="tr-TR" sz="1700">
                <a:latin typeface="PT Sans" panose="020B0503020203020204" pitchFamily="34" charset="0"/>
              </a:rPr>
              <a:t>  </a:t>
            </a:r>
            <a:r>
              <a:rPr lang="tr-TR" altLang="tr-TR" sz="1700" err="1">
                <a:latin typeface="PT Sans" panose="020B0503020203020204" pitchFamily="34" charset="0"/>
              </a:rPr>
              <a:t>Köprüleyici</a:t>
            </a:r>
            <a:r>
              <a:rPr lang="tr-TR" altLang="tr-TR" sz="1700">
                <a:latin typeface="PT Sans" panose="020B0503020203020204" pitchFamily="34" charset="0"/>
              </a:rPr>
              <a:t> (Bridge)</a:t>
            </a:r>
          </a:p>
          <a:p>
            <a:pPr>
              <a:lnSpc>
                <a:spcPct val="90000"/>
              </a:lnSpc>
              <a:buFont typeface="Arial" panose="020B0604020202020204" pitchFamily="34" charset="0"/>
              <a:buChar char="•"/>
            </a:pPr>
            <a:r>
              <a:rPr lang="tr-TR" altLang="tr-TR" sz="1700">
                <a:latin typeface="PT Sans" panose="020B0503020203020204" pitchFamily="34" charset="0"/>
              </a:rPr>
              <a:t>  Yönlendirici (</a:t>
            </a:r>
            <a:r>
              <a:rPr lang="tr-TR" altLang="tr-TR" sz="1700" err="1">
                <a:latin typeface="PT Sans" panose="020B0503020203020204" pitchFamily="34" charset="0"/>
              </a:rPr>
              <a:t>Router</a:t>
            </a:r>
            <a:r>
              <a:rPr lang="tr-TR" altLang="tr-TR" sz="1700">
                <a:latin typeface="PT Sans" panose="020B0503020203020204" pitchFamily="34" charset="0"/>
              </a:rPr>
              <a:t>)</a:t>
            </a:r>
          </a:p>
          <a:p>
            <a:pPr>
              <a:lnSpc>
                <a:spcPct val="90000"/>
              </a:lnSpc>
              <a:buFont typeface="Arial" panose="020B0604020202020204" pitchFamily="34" charset="0"/>
              <a:buChar char="•"/>
            </a:pPr>
            <a:r>
              <a:rPr lang="tr-TR" altLang="tr-TR" sz="1700">
                <a:latin typeface="PT Sans" panose="020B0503020203020204" pitchFamily="34" charset="0"/>
              </a:rPr>
              <a:t>  Güvenlik Duvarı Cihazları (Firewall)</a:t>
            </a:r>
          </a:p>
          <a:p>
            <a:pPr>
              <a:lnSpc>
                <a:spcPct val="90000"/>
              </a:lnSpc>
              <a:buFont typeface="Arial" panose="020B0604020202020204" pitchFamily="34" charset="0"/>
              <a:buChar char="•"/>
            </a:pPr>
            <a:r>
              <a:rPr lang="tr-TR" altLang="tr-TR" sz="1700">
                <a:latin typeface="PT Sans" panose="020B0503020203020204" pitchFamily="34" charset="0"/>
              </a:rPr>
              <a:t>  Erişim Noktası (Access </a:t>
            </a:r>
            <a:r>
              <a:rPr lang="tr-TR" altLang="tr-TR" sz="1700" err="1">
                <a:latin typeface="PT Sans" panose="020B0503020203020204" pitchFamily="34" charset="0"/>
              </a:rPr>
              <a:t>point</a:t>
            </a:r>
            <a:r>
              <a:rPr lang="tr-TR" altLang="tr-TR" sz="1700">
                <a:latin typeface="PT Sans" panose="020B0503020203020204" pitchFamily="34" charset="0"/>
              </a:rPr>
              <a:t>)</a:t>
            </a:r>
          </a:p>
          <a:p>
            <a:pPr>
              <a:lnSpc>
                <a:spcPct val="90000"/>
              </a:lnSpc>
              <a:buFont typeface="Arial" panose="020B0604020202020204" pitchFamily="34" charset="0"/>
              <a:buChar char="•"/>
            </a:pPr>
            <a:r>
              <a:rPr lang="tr-TR" altLang="tr-TR" sz="1700">
                <a:latin typeface="PT Sans" panose="020B0503020203020204" pitchFamily="34" charset="0"/>
              </a:rPr>
              <a:t>  NIC (Ağ Ara Birim Kartı )</a:t>
            </a:r>
          </a:p>
          <a:p>
            <a:pPr>
              <a:lnSpc>
                <a:spcPct val="90000"/>
              </a:lnSpc>
              <a:buFont typeface="Arial" panose="020B0604020202020204" pitchFamily="34" charset="0"/>
              <a:buChar char="•"/>
            </a:pPr>
            <a:r>
              <a:rPr lang="tr-TR" altLang="tr-TR" sz="1700">
                <a:latin typeface="PT Sans" panose="020B0503020203020204" pitchFamily="34" charset="0"/>
              </a:rPr>
              <a:t>  Modem</a:t>
            </a:r>
          </a:p>
          <a:p>
            <a:pPr>
              <a:lnSpc>
                <a:spcPct val="90000"/>
              </a:lnSpc>
            </a:pPr>
            <a:endParaRPr lang="tr-TR" altLang="tr-TR" sz="17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3265" name="Rectangle 53264">
            <a:extLst>
              <a:ext uri="{FF2B5EF4-FFF2-40B4-BE49-F238E27FC236}">
                <a16:creationId xmlns:a16="http://schemas.microsoft.com/office/drawing/2014/main" id="{C8A3C342-1D03-412F-8DD3-BF519E8E0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53267" name="Freeform 31">
            <a:extLst>
              <a:ext uri="{FF2B5EF4-FFF2-40B4-BE49-F238E27FC236}">
                <a16:creationId xmlns:a16="http://schemas.microsoft.com/office/drawing/2014/main" id="{81CC9B02-E087-4350-AEBD-2C3CF001AF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61980" y="-1"/>
            <a:ext cx="419604"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53269" name="Freeform: Shape 53268">
            <a:extLst>
              <a:ext uri="{FF2B5EF4-FFF2-40B4-BE49-F238E27FC236}">
                <a16:creationId xmlns:a16="http://schemas.microsoft.com/office/drawing/2014/main" id="{AC3BF0FA-36FA-4CE9-840E-F7C3A8F16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3854097" y="1567784"/>
            <a:ext cx="6858001" cy="3722434"/>
          </a:xfrm>
          <a:custGeom>
            <a:avLst/>
            <a:gdLst>
              <a:gd name="connsiteX0" fmla="*/ 6858001 w 6858001"/>
              <a:gd name="connsiteY0" fmla="*/ 1177 h 4963245"/>
              <a:gd name="connsiteX1" fmla="*/ 6858001 w 6858001"/>
              <a:gd name="connsiteY1" fmla="*/ 1344715 h 4963245"/>
              <a:gd name="connsiteX2" fmla="*/ 6858000 w 6858001"/>
              <a:gd name="connsiteY2" fmla="*/ 1344715 h 4963245"/>
              <a:gd name="connsiteX3" fmla="*/ 6858000 w 6858001"/>
              <a:gd name="connsiteY3" fmla="*/ 4963245 h 4963245"/>
              <a:gd name="connsiteX4" fmla="*/ 0 w 6858001"/>
              <a:gd name="connsiteY4" fmla="*/ 4963244 h 4963245"/>
              <a:gd name="connsiteX5" fmla="*/ 0 w 6858001"/>
              <a:gd name="connsiteY5" fmla="*/ 900697 h 4963245"/>
              <a:gd name="connsiteX6" fmla="*/ 1 w 6858001"/>
              <a:gd name="connsiteY6" fmla="*/ 900697 h 4963245"/>
              <a:gd name="connsiteX7" fmla="*/ 1 w 6858001"/>
              <a:gd name="connsiteY7" fmla="*/ 0 h 4963245"/>
              <a:gd name="connsiteX8" fmla="*/ 40463 w 6858001"/>
              <a:gd name="connsiteY8" fmla="*/ 5883 h 4963245"/>
              <a:gd name="connsiteX9" fmla="*/ 159107 w 6858001"/>
              <a:gd name="connsiteY9" fmla="*/ 23196 h 4963245"/>
              <a:gd name="connsiteX10" fmla="*/ 245518 w 6858001"/>
              <a:gd name="connsiteY10" fmla="*/ 35299 h 4963245"/>
              <a:gd name="connsiteX11" fmla="*/ 348388 w 6858001"/>
              <a:gd name="connsiteY11" fmla="*/ 48073 h 4963245"/>
              <a:gd name="connsiteX12" fmla="*/ 470460 w 6858001"/>
              <a:gd name="connsiteY12" fmla="*/ 63369 h 4963245"/>
              <a:gd name="connsiteX13" fmla="*/ 605563 w 6858001"/>
              <a:gd name="connsiteY13" fmla="*/ 79506 h 4963245"/>
              <a:gd name="connsiteX14" fmla="*/ 757810 w 6858001"/>
              <a:gd name="connsiteY14" fmla="*/ 96483 h 4963245"/>
              <a:gd name="connsiteX15" fmla="*/ 923774 w 6858001"/>
              <a:gd name="connsiteY15" fmla="*/ 114469 h 4963245"/>
              <a:gd name="connsiteX16" fmla="*/ 1104139 w 6858001"/>
              <a:gd name="connsiteY16" fmla="*/ 132454 h 4963245"/>
              <a:gd name="connsiteX17" fmla="*/ 1296163 w 6858001"/>
              <a:gd name="connsiteY17" fmla="*/ 150776 h 4963245"/>
              <a:gd name="connsiteX18" fmla="*/ 1503275 w 6858001"/>
              <a:gd name="connsiteY18" fmla="*/ 167753 h 4963245"/>
              <a:gd name="connsiteX19" fmla="*/ 1719988 w 6858001"/>
              <a:gd name="connsiteY19" fmla="*/ 184058 h 4963245"/>
              <a:gd name="connsiteX20" fmla="*/ 1949045 w 6858001"/>
              <a:gd name="connsiteY20" fmla="*/ 198849 h 4963245"/>
              <a:gd name="connsiteX21" fmla="*/ 2187703 w 6858001"/>
              <a:gd name="connsiteY21" fmla="*/ 212969 h 4963245"/>
              <a:gd name="connsiteX22" fmla="*/ 2436649 w 6858001"/>
              <a:gd name="connsiteY22" fmla="*/ 226248 h 4963245"/>
              <a:gd name="connsiteX23" fmla="*/ 2564208 w 6858001"/>
              <a:gd name="connsiteY23" fmla="*/ 230955 h 4963245"/>
              <a:gd name="connsiteX24" fmla="*/ 2694509 w 6858001"/>
              <a:gd name="connsiteY24" fmla="*/ 236165 h 4963245"/>
              <a:gd name="connsiteX25" fmla="*/ 2826868 w 6858001"/>
              <a:gd name="connsiteY25" fmla="*/ 241040 h 4963245"/>
              <a:gd name="connsiteX26" fmla="*/ 2959914 w 6858001"/>
              <a:gd name="connsiteY26" fmla="*/ 244234 h 4963245"/>
              <a:gd name="connsiteX27" fmla="*/ 3095702 w 6858001"/>
              <a:gd name="connsiteY27" fmla="*/ 247091 h 4963245"/>
              <a:gd name="connsiteX28" fmla="*/ 3232862 w 6858001"/>
              <a:gd name="connsiteY28" fmla="*/ 250117 h 4963245"/>
              <a:gd name="connsiteX29" fmla="*/ 3372765 w 6858001"/>
              <a:gd name="connsiteY29" fmla="*/ 252134 h 4963245"/>
              <a:gd name="connsiteX30" fmla="*/ 3514040 w 6858001"/>
              <a:gd name="connsiteY30" fmla="*/ 252134 h 4963245"/>
              <a:gd name="connsiteX31" fmla="*/ 3656686 w 6858001"/>
              <a:gd name="connsiteY31" fmla="*/ 253142 h 4963245"/>
              <a:gd name="connsiteX32" fmla="*/ 3800704 w 6858001"/>
              <a:gd name="connsiteY32" fmla="*/ 252134 h 4963245"/>
              <a:gd name="connsiteX33" fmla="*/ 3946780 w 6858001"/>
              <a:gd name="connsiteY33" fmla="*/ 250117 h 4963245"/>
              <a:gd name="connsiteX34" fmla="*/ 4092855 w 6858001"/>
              <a:gd name="connsiteY34" fmla="*/ 248268 h 4963245"/>
              <a:gd name="connsiteX35" fmla="*/ 4240988 w 6858001"/>
              <a:gd name="connsiteY35" fmla="*/ 244234 h 4963245"/>
              <a:gd name="connsiteX36" fmla="*/ 4390492 w 6858001"/>
              <a:gd name="connsiteY36" fmla="*/ 240032 h 4963245"/>
              <a:gd name="connsiteX37" fmla="*/ 4539997 w 6858001"/>
              <a:gd name="connsiteY37" fmla="*/ 235157 h 4963245"/>
              <a:gd name="connsiteX38" fmla="*/ 4690873 w 6858001"/>
              <a:gd name="connsiteY38" fmla="*/ 228266 h 4963245"/>
              <a:gd name="connsiteX39" fmla="*/ 4843120 w 6858001"/>
              <a:gd name="connsiteY39" fmla="*/ 220029 h 4963245"/>
              <a:gd name="connsiteX40" fmla="*/ 4996054 w 6858001"/>
              <a:gd name="connsiteY40" fmla="*/ 212129 h 4963245"/>
              <a:gd name="connsiteX41" fmla="*/ 5148987 w 6858001"/>
              <a:gd name="connsiteY41" fmla="*/ 202044 h 4963245"/>
              <a:gd name="connsiteX42" fmla="*/ 5303978 w 6858001"/>
              <a:gd name="connsiteY42" fmla="*/ 189941 h 4963245"/>
              <a:gd name="connsiteX43" fmla="*/ 5456911 w 6858001"/>
              <a:gd name="connsiteY43" fmla="*/ 177839 h 4963245"/>
              <a:gd name="connsiteX44" fmla="*/ 5612588 w 6858001"/>
              <a:gd name="connsiteY44" fmla="*/ 163887 h 4963245"/>
              <a:gd name="connsiteX45" fmla="*/ 5768950 w 6858001"/>
              <a:gd name="connsiteY45" fmla="*/ 148591 h 4963245"/>
              <a:gd name="connsiteX46" fmla="*/ 5923255 w 6858001"/>
              <a:gd name="connsiteY46" fmla="*/ 132455 h 4963245"/>
              <a:gd name="connsiteX47" fmla="*/ 6079618 w 6858001"/>
              <a:gd name="connsiteY47" fmla="*/ 113629 h 4963245"/>
              <a:gd name="connsiteX48" fmla="*/ 6235294 w 6858001"/>
              <a:gd name="connsiteY48" fmla="*/ 93458 h 4963245"/>
              <a:gd name="connsiteX49" fmla="*/ 6391657 w 6858001"/>
              <a:gd name="connsiteY49" fmla="*/ 73455 h 4963245"/>
              <a:gd name="connsiteX50" fmla="*/ 6547333 w 6858001"/>
              <a:gd name="connsiteY50" fmla="*/ 50091 h 4963245"/>
              <a:gd name="connsiteX51" fmla="*/ 6702324 w 6858001"/>
              <a:gd name="connsiteY51" fmla="*/ 26222 h 4963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4963245">
                <a:moveTo>
                  <a:pt x="6858001" y="1177"/>
                </a:moveTo>
                <a:lnTo>
                  <a:pt x="6858001" y="1344715"/>
                </a:lnTo>
                <a:lnTo>
                  <a:pt x="6858000" y="1344715"/>
                </a:lnTo>
                <a:lnTo>
                  <a:pt x="6858000" y="4963245"/>
                </a:lnTo>
                <a:lnTo>
                  <a:pt x="0" y="4963244"/>
                </a:lnTo>
                <a:lnTo>
                  <a:pt x="0" y="900697"/>
                </a:lnTo>
                <a:lnTo>
                  <a:pt x="1" y="900697"/>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8" y="241040"/>
                </a:lnTo>
                <a:lnTo>
                  <a:pt x="2959914" y="244234"/>
                </a:lnTo>
                <a:lnTo>
                  <a:pt x="3095702" y="247091"/>
                </a:lnTo>
                <a:lnTo>
                  <a:pt x="3232862" y="250117"/>
                </a:lnTo>
                <a:lnTo>
                  <a:pt x="3372765" y="252134"/>
                </a:lnTo>
                <a:lnTo>
                  <a:pt x="3514040" y="252134"/>
                </a:lnTo>
                <a:lnTo>
                  <a:pt x="3656686" y="253142"/>
                </a:lnTo>
                <a:lnTo>
                  <a:pt x="3800704" y="252134"/>
                </a:lnTo>
                <a:lnTo>
                  <a:pt x="3946780" y="250117"/>
                </a:lnTo>
                <a:lnTo>
                  <a:pt x="4092855"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ln>
            <a:noFill/>
          </a:ln>
        </p:spPr>
        <p:txBody>
          <a:bodyPr/>
          <a:lstStyle/>
          <a:p>
            <a:endParaRPr lang="tr-TR"/>
          </a:p>
        </p:txBody>
      </p:sp>
      <p:pic>
        <p:nvPicPr>
          <p:cNvPr id="2" name="Resim 1">
            <a:extLst>
              <a:ext uri="{FF2B5EF4-FFF2-40B4-BE49-F238E27FC236}">
                <a16:creationId xmlns:a16="http://schemas.microsoft.com/office/drawing/2014/main" id="{D006F444-5FF4-9CC0-FB3C-83CE3AD83E84}"/>
              </a:ext>
            </a:extLst>
          </p:cNvPr>
          <p:cNvPicPr>
            <a:picLocks noChangeAspect="1"/>
          </p:cNvPicPr>
          <p:nvPr/>
        </p:nvPicPr>
        <p:blipFill>
          <a:blip r:embed="rId2"/>
          <a:stretch>
            <a:fillRect/>
          </a:stretch>
        </p:blipFill>
        <p:spPr>
          <a:xfrm>
            <a:off x="5681584" y="2199452"/>
            <a:ext cx="3132607" cy="2459096"/>
          </a:xfrm>
          <a:prstGeom prst="rect">
            <a:avLst/>
          </a:prstGeom>
          <a:effectLst/>
        </p:spPr>
      </p:pic>
      <p:sp>
        <p:nvSpPr>
          <p:cNvPr id="53271" name="Rectangle 53270">
            <a:extLst>
              <a:ext uri="{FF2B5EF4-FFF2-40B4-BE49-F238E27FC236}">
                <a16:creationId xmlns:a16="http://schemas.microsoft.com/office/drawing/2014/main" id="{D6F18ACE-6E82-4ADC-8A2F-A1771B309B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31836"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53249" name="İçerik Yer Tutucusu 2">
            <a:extLst>
              <a:ext uri="{FF2B5EF4-FFF2-40B4-BE49-F238E27FC236}">
                <a16:creationId xmlns:a16="http://schemas.microsoft.com/office/drawing/2014/main" id="{65322EA3-62D9-A8E2-62AE-D5C7A82F04A8}"/>
              </a:ext>
            </a:extLst>
          </p:cNvPr>
          <p:cNvSpPr>
            <a:spLocks noGrp="1"/>
          </p:cNvSpPr>
          <p:nvPr>
            <p:ph idx="1"/>
          </p:nvPr>
        </p:nvSpPr>
        <p:spPr>
          <a:xfrm>
            <a:off x="486697" y="1371600"/>
            <a:ext cx="4641142" cy="4852219"/>
          </a:xfrm>
        </p:spPr>
        <p:txBody>
          <a:bodyPr>
            <a:normAutofit lnSpcReduction="10000"/>
          </a:bodyPr>
          <a:lstStyle/>
          <a:p>
            <a:pPr>
              <a:lnSpc>
                <a:spcPct val="90000"/>
              </a:lnSpc>
            </a:pPr>
            <a:r>
              <a:rPr lang="tr-TR" altLang="tr-TR" sz="1600" b="1">
                <a:solidFill>
                  <a:srgbClr val="FFFFFF"/>
                </a:solidFill>
                <a:latin typeface="PT Sans" panose="020B0503020203020204" pitchFamily="34" charset="0"/>
              </a:rPr>
              <a:t>Göbek (Hub) : </a:t>
            </a:r>
            <a:r>
              <a:rPr lang="tr-TR" altLang="tr-TR" sz="1600">
                <a:solidFill>
                  <a:srgbClr val="FFFFFF"/>
                </a:solidFill>
                <a:latin typeface="PT Sans" panose="020B0503020203020204" pitchFamily="34" charset="0"/>
              </a:rPr>
              <a:t>En basit ağ cihazlarından biridir. Kendine ait bir güç kaynağından beslenerek çalışır. Ağ sistemlerinde sinyallerin yeniden oluşturmasını ve yeniden zamanlanmasını sağlar. Kendisine bağlı olan bilgisayarlara paylaşılan bir yol sunar. (Kendisine gelen datayı bütün portlara gönderirler.) Bundan dolayı aynı anda haberleşmek isteyen ağa bağlı cihazların, hattın boşalmasını beklemeleri gerekir. 8 ile 24 arasında değişen port sayısına sahip cihazlardır. Bu cihazlar ağ yapılarında genellikle merkezi bir nokta oluşturmak ya da ağın güvenliğini arttırmak gibi amaçlarla kullanılırlar ve sadece bit düzeyinde işlem yapmalarından dolayı OSI modelinde 1. katman cihazlarıdır. Göbek cihazları için iki farklı sınıflandırma yapılabilir. Bu cihazlar genel olarak aktif ya da pasif olmak üzere 2 grupta incelenebilir. Aktif göbekler, gelen sinyali güçlendirerek çoklu kullanıcı ortamı için bölerken, pasif göbekler ise gelen sinyali güçlendirmeden sadece çoklu kullanıcı ortamı için bölerler. Bundan dolayı pasif göbekler kablo uzunluğunu arttırmak amaçlı kullanılmazlar.</a:t>
            </a:r>
            <a:endParaRPr lang="tr-TR" altLang="tr-TR" sz="1600">
              <a:solidFill>
                <a:srgbClr val="FFFFFF"/>
              </a:solidFill>
            </a:endParaRPr>
          </a:p>
        </p:txBody>
      </p:sp>
    </p:spTree>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4278" name="Rectangle 54277">
            <a:extLst>
              <a:ext uri="{FF2B5EF4-FFF2-40B4-BE49-F238E27FC236}">
                <a16:creationId xmlns:a16="http://schemas.microsoft.com/office/drawing/2014/main" id="{C8A3C342-1D03-412F-8DD3-BF519E8E0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54280" name="Freeform 31">
            <a:extLst>
              <a:ext uri="{FF2B5EF4-FFF2-40B4-BE49-F238E27FC236}">
                <a16:creationId xmlns:a16="http://schemas.microsoft.com/office/drawing/2014/main" id="{81CC9B02-E087-4350-AEBD-2C3CF001AF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61980" y="-1"/>
            <a:ext cx="419604"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54282" name="Freeform: Shape 54281">
            <a:extLst>
              <a:ext uri="{FF2B5EF4-FFF2-40B4-BE49-F238E27FC236}">
                <a16:creationId xmlns:a16="http://schemas.microsoft.com/office/drawing/2014/main" id="{AC3BF0FA-36FA-4CE9-840E-F7C3A8F16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3854097" y="1567784"/>
            <a:ext cx="6858001" cy="3722434"/>
          </a:xfrm>
          <a:custGeom>
            <a:avLst/>
            <a:gdLst>
              <a:gd name="connsiteX0" fmla="*/ 6858001 w 6858001"/>
              <a:gd name="connsiteY0" fmla="*/ 1177 h 4963245"/>
              <a:gd name="connsiteX1" fmla="*/ 6858001 w 6858001"/>
              <a:gd name="connsiteY1" fmla="*/ 1344715 h 4963245"/>
              <a:gd name="connsiteX2" fmla="*/ 6858000 w 6858001"/>
              <a:gd name="connsiteY2" fmla="*/ 1344715 h 4963245"/>
              <a:gd name="connsiteX3" fmla="*/ 6858000 w 6858001"/>
              <a:gd name="connsiteY3" fmla="*/ 4963245 h 4963245"/>
              <a:gd name="connsiteX4" fmla="*/ 0 w 6858001"/>
              <a:gd name="connsiteY4" fmla="*/ 4963244 h 4963245"/>
              <a:gd name="connsiteX5" fmla="*/ 0 w 6858001"/>
              <a:gd name="connsiteY5" fmla="*/ 900697 h 4963245"/>
              <a:gd name="connsiteX6" fmla="*/ 1 w 6858001"/>
              <a:gd name="connsiteY6" fmla="*/ 900697 h 4963245"/>
              <a:gd name="connsiteX7" fmla="*/ 1 w 6858001"/>
              <a:gd name="connsiteY7" fmla="*/ 0 h 4963245"/>
              <a:gd name="connsiteX8" fmla="*/ 40463 w 6858001"/>
              <a:gd name="connsiteY8" fmla="*/ 5883 h 4963245"/>
              <a:gd name="connsiteX9" fmla="*/ 159107 w 6858001"/>
              <a:gd name="connsiteY9" fmla="*/ 23196 h 4963245"/>
              <a:gd name="connsiteX10" fmla="*/ 245518 w 6858001"/>
              <a:gd name="connsiteY10" fmla="*/ 35299 h 4963245"/>
              <a:gd name="connsiteX11" fmla="*/ 348388 w 6858001"/>
              <a:gd name="connsiteY11" fmla="*/ 48073 h 4963245"/>
              <a:gd name="connsiteX12" fmla="*/ 470460 w 6858001"/>
              <a:gd name="connsiteY12" fmla="*/ 63369 h 4963245"/>
              <a:gd name="connsiteX13" fmla="*/ 605563 w 6858001"/>
              <a:gd name="connsiteY13" fmla="*/ 79506 h 4963245"/>
              <a:gd name="connsiteX14" fmla="*/ 757810 w 6858001"/>
              <a:gd name="connsiteY14" fmla="*/ 96483 h 4963245"/>
              <a:gd name="connsiteX15" fmla="*/ 923774 w 6858001"/>
              <a:gd name="connsiteY15" fmla="*/ 114469 h 4963245"/>
              <a:gd name="connsiteX16" fmla="*/ 1104139 w 6858001"/>
              <a:gd name="connsiteY16" fmla="*/ 132454 h 4963245"/>
              <a:gd name="connsiteX17" fmla="*/ 1296163 w 6858001"/>
              <a:gd name="connsiteY17" fmla="*/ 150776 h 4963245"/>
              <a:gd name="connsiteX18" fmla="*/ 1503275 w 6858001"/>
              <a:gd name="connsiteY18" fmla="*/ 167753 h 4963245"/>
              <a:gd name="connsiteX19" fmla="*/ 1719988 w 6858001"/>
              <a:gd name="connsiteY19" fmla="*/ 184058 h 4963245"/>
              <a:gd name="connsiteX20" fmla="*/ 1949045 w 6858001"/>
              <a:gd name="connsiteY20" fmla="*/ 198849 h 4963245"/>
              <a:gd name="connsiteX21" fmla="*/ 2187703 w 6858001"/>
              <a:gd name="connsiteY21" fmla="*/ 212969 h 4963245"/>
              <a:gd name="connsiteX22" fmla="*/ 2436649 w 6858001"/>
              <a:gd name="connsiteY22" fmla="*/ 226248 h 4963245"/>
              <a:gd name="connsiteX23" fmla="*/ 2564208 w 6858001"/>
              <a:gd name="connsiteY23" fmla="*/ 230955 h 4963245"/>
              <a:gd name="connsiteX24" fmla="*/ 2694509 w 6858001"/>
              <a:gd name="connsiteY24" fmla="*/ 236165 h 4963245"/>
              <a:gd name="connsiteX25" fmla="*/ 2826868 w 6858001"/>
              <a:gd name="connsiteY25" fmla="*/ 241040 h 4963245"/>
              <a:gd name="connsiteX26" fmla="*/ 2959914 w 6858001"/>
              <a:gd name="connsiteY26" fmla="*/ 244234 h 4963245"/>
              <a:gd name="connsiteX27" fmla="*/ 3095702 w 6858001"/>
              <a:gd name="connsiteY27" fmla="*/ 247091 h 4963245"/>
              <a:gd name="connsiteX28" fmla="*/ 3232862 w 6858001"/>
              <a:gd name="connsiteY28" fmla="*/ 250117 h 4963245"/>
              <a:gd name="connsiteX29" fmla="*/ 3372765 w 6858001"/>
              <a:gd name="connsiteY29" fmla="*/ 252134 h 4963245"/>
              <a:gd name="connsiteX30" fmla="*/ 3514040 w 6858001"/>
              <a:gd name="connsiteY30" fmla="*/ 252134 h 4963245"/>
              <a:gd name="connsiteX31" fmla="*/ 3656686 w 6858001"/>
              <a:gd name="connsiteY31" fmla="*/ 253142 h 4963245"/>
              <a:gd name="connsiteX32" fmla="*/ 3800704 w 6858001"/>
              <a:gd name="connsiteY32" fmla="*/ 252134 h 4963245"/>
              <a:gd name="connsiteX33" fmla="*/ 3946780 w 6858001"/>
              <a:gd name="connsiteY33" fmla="*/ 250117 h 4963245"/>
              <a:gd name="connsiteX34" fmla="*/ 4092855 w 6858001"/>
              <a:gd name="connsiteY34" fmla="*/ 248268 h 4963245"/>
              <a:gd name="connsiteX35" fmla="*/ 4240988 w 6858001"/>
              <a:gd name="connsiteY35" fmla="*/ 244234 h 4963245"/>
              <a:gd name="connsiteX36" fmla="*/ 4390492 w 6858001"/>
              <a:gd name="connsiteY36" fmla="*/ 240032 h 4963245"/>
              <a:gd name="connsiteX37" fmla="*/ 4539997 w 6858001"/>
              <a:gd name="connsiteY37" fmla="*/ 235157 h 4963245"/>
              <a:gd name="connsiteX38" fmla="*/ 4690873 w 6858001"/>
              <a:gd name="connsiteY38" fmla="*/ 228266 h 4963245"/>
              <a:gd name="connsiteX39" fmla="*/ 4843120 w 6858001"/>
              <a:gd name="connsiteY39" fmla="*/ 220029 h 4963245"/>
              <a:gd name="connsiteX40" fmla="*/ 4996054 w 6858001"/>
              <a:gd name="connsiteY40" fmla="*/ 212129 h 4963245"/>
              <a:gd name="connsiteX41" fmla="*/ 5148987 w 6858001"/>
              <a:gd name="connsiteY41" fmla="*/ 202044 h 4963245"/>
              <a:gd name="connsiteX42" fmla="*/ 5303978 w 6858001"/>
              <a:gd name="connsiteY42" fmla="*/ 189941 h 4963245"/>
              <a:gd name="connsiteX43" fmla="*/ 5456911 w 6858001"/>
              <a:gd name="connsiteY43" fmla="*/ 177839 h 4963245"/>
              <a:gd name="connsiteX44" fmla="*/ 5612588 w 6858001"/>
              <a:gd name="connsiteY44" fmla="*/ 163887 h 4963245"/>
              <a:gd name="connsiteX45" fmla="*/ 5768950 w 6858001"/>
              <a:gd name="connsiteY45" fmla="*/ 148591 h 4963245"/>
              <a:gd name="connsiteX46" fmla="*/ 5923255 w 6858001"/>
              <a:gd name="connsiteY46" fmla="*/ 132455 h 4963245"/>
              <a:gd name="connsiteX47" fmla="*/ 6079618 w 6858001"/>
              <a:gd name="connsiteY47" fmla="*/ 113629 h 4963245"/>
              <a:gd name="connsiteX48" fmla="*/ 6235294 w 6858001"/>
              <a:gd name="connsiteY48" fmla="*/ 93458 h 4963245"/>
              <a:gd name="connsiteX49" fmla="*/ 6391657 w 6858001"/>
              <a:gd name="connsiteY49" fmla="*/ 73455 h 4963245"/>
              <a:gd name="connsiteX50" fmla="*/ 6547333 w 6858001"/>
              <a:gd name="connsiteY50" fmla="*/ 50091 h 4963245"/>
              <a:gd name="connsiteX51" fmla="*/ 6702324 w 6858001"/>
              <a:gd name="connsiteY51" fmla="*/ 26222 h 4963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4963245">
                <a:moveTo>
                  <a:pt x="6858001" y="1177"/>
                </a:moveTo>
                <a:lnTo>
                  <a:pt x="6858001" y="1344715"/>
                </a:lnTo>
                <a:lnTo>
                  <a:pt x="6858000" y="1344715"/>
                </a:lnTo>
                <a:lnTo>
                  <a:pt x="6858000" y="4963245"/>
                </a:lnTo>
                <a:lnTo>
                  <a:pt x="0" y="4963244"/>
                </a:lnTo>
                <a:lnTo>
                  <a:pt x="0" y="900697"/>
                </a:lnTo>
                <a:lnTo>
                  <a:pt x="1" y="900697"/>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8" y="241040"/>
                </a:lnTo>
                <a:lnTo>
                  <a:pt x="2959914" y="244234"/>
                </a:lnTo>
                <a:lnTo>
                  <a:pt x="3095702" y="247091"/>
                </a:lnTo>
                <a:lnTo>
                  <a:pt x="3232862" y="250117"/>
                </a:lnTo>
                <a:lnTo>
                  <a:pt x="3372765" y="252134"/>
                </a:lnTo>
                <a:lnTo>
                  <a:pt x="3514040" y="252134"/>
                </a:lnTo>
                <a:lnTo>
                  <a:pt x="3656686" y="253142"/>
                </a:lnTo>
                <a:lnTo>
                  <a:pt x="3800704" y="252134"/>
                </a:lnTo>
                <a:lnTo>
                  <a:pt x="3946780" y="250117"/>
                </a:lnTo>
                <a:lnTo>
                  <a:pt x="4092855"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ln>
            <a:noFill/>
          </a:ln>
        </p:spPr>
        <p:txBody>
          <a:bodyPr/>
          <a:lstStyle/>
          <a:p>
            <a:endParaRPr lang="tr-TR"/>
          </a:p>
        </p:txBody>
      </p:sp>
      <p:pic>
        <p:nvPicPr>
          <p:cNvPr id="2" name="Resim 1">
            <a:extLst>
              <a:ext uri="{FF2B5EF4-FFF2-40B4-BE49-F238E27FC236}">
                <a16:creationId xmlns:a16="http://schemas.microsoft.com/office/drawing/2014/main" id="{A689D5DE-57D5-2524-DA02-00847FA35241}"/>
              </a:ext>
            </a:extLst>
          </p:cNvPr>
          <p:cNvPicPr>
            <a:picLocks noChangeAspect="1"/>
          </p:cNvPicPr>
          <p:nvPr/>
        </p:nvPicPr>
        <p:blipFill>
          <a:blip r:embed="rId2"/>
          <a:stretch>
            <a:fillRect/>
          </a:stretch>
        </p:blipFill>
        <p:spPr>
          <a:xfrm>
            <a:off x="6097403" y="2635241"/>
            <a:ext cx="2560507" cy="1587514"/>
          </a:xfrm>
          <a:prstGeom prst="rect">
            <a:avLst/>
          </a:prstGeom>
          <a:effectLst/>
        </p:spPr>
      </p:pic>
      <p:sp>
        <p:nvSpPr>
          <p:cNvPr id="54284" name="Rectangle 54283">
            <a:extLst>
              <a:ext uri="{FF2B5EF4-FFF2-40B4-BE49-F238E27FC236}">
                <a16:creationId xmlns:a16="http://schemas.microsoft.com/office/drawing/2014/main" id="{D6F18ACE-6E82-4ADC-8A2F-A1771B309B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31836"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54273" name="İçerik Yer Tutucusu 2">
            <a:extLst>
              <a:ext uri="{FF2B5EF4-FFF2-40B4-BE49-F238E27FC236}">
                <a16:creationId xmlns:a16="http://schemas.microsoft.com/office/drawing/2014/main" id="{5769903C-1746-D2A2-0891-A3ABC11ADE18}"/>
              </a:ext>
            </a:extLst>
          </p:cNvPr>
          <p:cNvSpPr>
            <a:spLocks noGrp="1"/>
          </p:cNvSpPr>
          <p:nvPr>
            <p:ph idx="1"/>
          </p:nvPr>
        </p:nvSpPr>
        <p:spPr>
          <a:xfrm>
            <a:off x="486697" y="533400"/>
            <a:ext cx="4641142" cy="5690419"/>
          </a:xfrm>
        </p:spPr>
        <p:txBody>
          <a:bodyPr>
            <a:normAutofit/>
          </a:bodyPr>
          <a:lstStyle/>
          <a:p>
            <a:pPr>
              <a:lnSpc>
                <a:spcPct val="90000"/>
              </a:lnSpc>
            </a:pPr>
            <a:r>
              <a:rPr lang="tr-TR" altLang="tr-TR" sz="1800" b="1">
                <a:solidFill>
                  <a:srgbClr val="FFFFFF"/>
                </a:solidFill>
                <a:latin typeface="PT Sans" panose="020B0503020203020204" pitchFamily="34" charset="0"/>
              </a:rPr>
              <a:t>Anahtarlama Cihazı (Switch) :</a:t>
            </a:r>
            <a:r>
              <a:rPr lang="tr-TR" altLang="tr-TR" sz="1800">
                <a:solidFill>
                  <a:srgbClr val="FFFFFF"/>
                </a:solidFill>
                <a:latin typeface="PT Sans" panose="020B0503020203020204" pitchFamily="34" charset="0"/>
              </a:rPr>
              <a:t> Anahtarlama cihazları da göbek gibi kendisine bağlı bilgisayarlara yol sunar. Ancak göbek cihazlarından farklı olarak anahtarlamalı olarak yol sunarlar. Ağ yapısına dahil iki bilgisayar birbiri ile haberleşirken anahtarlama özelliğinden dolayı diğer bilgisayarlar da aralarında iletişim kurabilirler. Bundan dolayı göbek cihazlarına göre daha yüksek performans gösterirler. 8 ile 48 arasında değişen port sayısına sahip ve şaseli modelleri vardır. Şaseli anahtarlarda gerektiğinde port eklenebilir. OSI modelinde 2. katman cihazlarıdır. Paketleri MAC adreslerine göre yönlendirirler ve MAC adreslerine bağlı çarpışma alanları ayırırlar. Ağları birbirinden yalıtılmış kanallara bölerler ve özel bir durum olmadığı sürece gönderilen paket diğer kanallara karışmadığından trafiği bozmaz.</a:t>
            </a:r>
            <a:endParaRPr lang="tr-TR" altLang="tr-TR" sz="1800">
              <a:solidFill>
                <a:srgbClr val="FFFFFF"/>
              </a:solidFill>
            </a:endParaRPr>
          </a:p>
        </p:txBody>
      </p:sp>
    </p:spTree>
  </p:cSld>
  <p:clrMapOvr>
    <a:overrideClrMapping bg1="lt1" tx1="dk1" bg2="lt2" tx2="dk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2" name="Resim 1">
            <a:extLst>
              <a:ext uri="{FF2B5EF4-FFF2-40B4-BE49-F238E27FC236}">
                <a16:creationId xmlns:a16="http://schemas.microsoft.com/office/drawing/2014/main" id="{EB23295E-8231-7113-12A5-95DD15ED0F8E}"/>
              </a:ext>
            </a:extLst>
          </p:cNvPr>
          <p:cNvPicPr>
            <a:picLocks noChangeAspect="1"/>
          </p:cNvPicPr>
          <p:nvPr/>
        </p:nvPicPr>
        <p:blipFill>
          <a:blip r:embed="rId3"/>
          <a:stretch>
            <a:fillRect/>
          </a:stretch>
        </p:blipFill>
        <p:spPr>
          <a:xfrm>
            <a:off x="477686" y="3393892"/>
            <a:ext cx="4088720" cy="1512826"/>
          </a:xfrm>
          <a:prstGeom prst="rect">
            <a:avLst/>
          </a:prstGeom>
          <a:effectLst>
            <a:outerShdw blurRad="50800" dist="38100" dir="5400000" algn="t" rotWithShape="0">
              <a:prstClr val="black">
                <a:alpha val="43000"/>
              </a:prstClr>
            </a:outerShdw>
          </a:effectLst>
        </p:spPr>
      </p:pic>
      <p:sp>
        <p:nvSpPr>
          <p:cNvPr id="24577" name="İçerik Yer Tutucusu 2">
            <a:extLst>
              <a:ext uri="{FF2B5EF4-FFF2-40B4-BE49-F238E27FC236}">
                <a16:creationId xmlns:a16="http://schemas.microsoft.com/office/drawing/2014/main" id="{9D1759B7-6000-7731-E889-C5BFAF3F21DA}"/>
              </a:ext>
            </a:extLst>
          </p:cNvPr>
          <p:cNvSpPr>
            <a:spLocks noGrp="1"/>
          </p:cNvSpPr>
          <p:nvPr>
            <p:ph idx="1"/>
          </p:nvPr>
        </p:nvSpPr>
        <p:spPr>
          <a:xfrm>
            <a:off x="4931796" y="2052214"/>
            <a:ext cx="3311470" cy="4196185"/>
          </a:xfrm>
        </p:spPr>
        <p:txBody>
          <a:bodyPr>
            <a:normAutofit/>
          </a:bodyPr>
          <a:lstStyle/>
          <a:p>
            <a:pPr>
              <a:lnSpc>
                <a:spcPct val="90000"/>
              </a:lnSpc>
            </a:pPr>
            <a:r>
              <a:rPr lang="tr-TR" altLang="tr-TR" sz="1400" b="1">
                <a:latin typeface="PT Sans" panose="020B0503020203020204" pitchFamily="34" charset="0"/>
              </a:rPr>
              <a:t>Tekrarlayıcı (Repeater) :</a:t>
            </a:r>
            <a:r>
              <a:rPr lang="tr-TR" altLang="tr-TR" sz="1400">
                <a:latin typeface="PT Sans" panose="020B0503020203020204" pitchFamily="34" charset="0"/>
              </a:rPr>
              <a:t> Tekrarlayıcılar, bir ethernet segmentinden aldığı elektriksel veriyi yenileyerek ve ikili koda dönüştürerek diğer segmente ileten ağ cihazlarıdır. Bu yönüyle tekrarlayıcı(repeater), hem sinyal gücünün arttırılmasını, hem de elektriksel olarak bozulmuş sinyallerin iyileştirilmesini sağlar. Tekrarlayıcılar, telefon, telgraf,  mikrodalga, optik haberleşme gibi pek çok sistemde kullanılmaktadır. Tekrarlayıcılar da göbekler gibi sadece bit seviyesinde işlem yaptıklarından OSI modelinde 1. katman cihazlarıdır.</a:t>
            </a:r>
            <a:endParaRPr lang="tr-TR" altLang="tr-TR" sz="14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2" name="Resim 1">
            <a:extLst>
              <a:ext uri="{FF2B5EF4-FFF2-40B4-BE49-F238E27FC236}">
                <a16:creationId xmlns:a16="http://schemas.microsoft.com/office/drawing/2014/main" id="{14ED1FA9-4A12-446C-DC7C-08C19C5535F5}"/>
              </a:ext>
            </a:extLst>
          </p:cNvPr>
          <p:cNvPicPr>
            <a:picLocks noChangeAspect="1"/>
          </p:cNvPicPr>
          <p:nvPr/>
        </p:nvPicPr>
        <p:blipFill>
          <a:blip r:embed="rId3"/>
          <a:stretch>
            <a:fillRect/>
          </a:stretch>
        </p:blipFill>
        <p:spPr>
          <a:xfrm>
            <a:off x="477686" y="3000353"/>
            <a:ext cx="4088720" cy="2299904"/>
          </a:xfrm>
          <a:prstGeom prst="rect">
            <a:avLst/>
          </a:prstGeom>
          <a:effectLst>
            <a:outerShdw blurRad="50800" dist="38100" dir="5400000" algn="t" rotWithShape="0">
              <a:prstClr val="black">
                <a:alpha val="43000"/>
              </a:prstClr>
            </a:outerShdw>
          </a:effectLst>
        </p:spPr>
      </p:pic>
      <p:sp>
        <p:nvSpPr>
          <p:cNvPr id="55297" name="İçerik Yer Tutucusu 2">
            <a:extLst>
              <a:ext uri="{FF2B5EF4-FFF2-40B4-BE49-F238E27FC236}">
                <a16:creationId xmlns:a16="http://schemas.microsoft.com/office/drawing/2014/main" id="{F73371F2-D048-1261-B181-004772FDDA93}"/>
              </a:ext>
            </a:extLst>
          </p:cNvPr>
          <p:cNvSpPr>
            <a:spLocks noGrp="1"/>
          </p:cNvSpPr>
          <p:nvPr>
            <p:ph idx="1"/>
          </p:nvPr>
        </p:nvSpPr>
        <p:spPr>
          <a:xfrm>
            <a:off x="4931796" y="2052214"/>
            <a:ext cx="3311470" cy="4196185"/>
          </a:xfrm>
        </p:spPr>
        <p:txBody>
          <a:bodyPr>
            <a:normAutofit/>
          </a:bodyPr>
          <a:lstStyle/>
          <a:p>
            <a:r>
              <a:rPr lang="tr-TR" altLang="tr-TR" sz="1900" b="1">
                <a:latin typeface="PT Sans" panose="020B0503020203020204" pitchFamily="34" charset="0"/>
              </a:rPr>
              <a:t>Köprü (Bridge) :</a:t>
            </a:r>
            <a:r>
              <a:rPr lang="tr-TR" altLang="tr-TR" sz="1900">
                <a:latin typeface="PT Sans" panose="020B0503020203020204" pitchFamily="34" charset="0"/>
              </a:rPr>
              <a:t> Köprüler aynı protokolü kullanan iki veya daha fazla bağımsız ağı birbirine bağlamak için kullanılan ağ cihazlarıdır. İki bağımsız ağ arasına konularak her iki tarafa da aktarılmak istenen verileri inceler. Eğer veri adresi ağdaki bir adres ile örtüşüyorsa verinin o ağa geçmesine izin verir; aksi durumlarda ise verinin ağa geçmesine izin vermez.</a:t>
            </a:r>
            <a:endParaRPr lang="tr-TR" altLang="tr-TR" sz="19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2" name="Resim 1">
            <a:extLst>
              <a:ext uri="{FF2B5EF4-FFF2-40B4-BE49-F238E27FC236}">
                <a16:creationId xmlns:a16="http://schemas.microsoft.com/office/drawing/2014/main" id="{781A8718-CE99-629B-B7CE-237F3530F52E}"/>
              </a:ext>
            </a:extLst>
          </p:cNvPr>
          <p:cNvPicPr>
            <a:picLocks noChangeAspect="1"/>
          </p:cNvPicPr>
          <p:nvPr/>
        </p:nvPicPr>
        <p:blipFill>
          <a:blip r:embed="rId3"/>
          <a:stretch>
            <a:fillRect/>
          </a:stretch>
        </p:blipFill>
        <p:spPr>
          <a:xfrm>
            <a:off x="477686" y="2133600"/>
            <a:ext cx="4831598" cy="2992887"/>
          </a:xfrm>
          <a:prstGeom prst="rect">
            <a:avLst/>
          </a:prstGeom>
          <a:effectLst>
            <a:outerShdw blurRad="50800" dist="38100" dir="5400000" algn="t" rotWithShape="0">
              <a:prstClr val="black">
                <a:alpha val="43000"/>
              </a:prstClr>
            </a:outerShdw>
          </a:effectLst>
        </p:spPr>
      </p:pic>
      <p:sp>
        <p:nvSpPr>
          <p:cNvPr id="56321" name="İçerik Yer Tutucusu 2">
            <a:extLst>
              <a:ext uri="{FF2B5EF4-FFF2-40B4-BE49-F238E27FC236}">
                <a16:creationId xmlns:a16="http://schemas.microsoft.com/office/drawing/2014/main" id="{A0C4ED89-F1D3-BF7D-0831-82D61E3C4C04}"/>
              </a:ext>
            </a:extLst>
          </p:cNvPr>
          <p:cNvSpPr>
            <a:spLocks noGrp="1"/>
          </p:cNvSpPr>
          <p:nvPr>
            <p:ph idx="1"/>
          </p:nvPr>
        </p:nvSpPr>
        <p:spPr>
          <a:xfrm>
            <a:off x="4931796" y="1295400"/>
            <a:ext cx="3311470" cy="4952999"/>
          </a:xfrm>
        </p:spPr>
        <p:txBody>
          <a:bodyPr>
            <a:normAutofit fontScale="92500" lnSpcReduction="10000"/>
          </a:bodyPr>
          <a:lstStyle/>
          <a:p>
            <a:pPr>
              <a:lnSpc>
                <a:spcPct val="90000"/>
              </a:lnSpc>
            </a:pPr>
            <a:r>
              <a:rPr lang="tr-TR" altLang="tr-TR" sz="1400" b="1">
                <a:latin typeface="PT Sans" panose="020B0503020203020204" pitchFamily="34" charset="0"/>
              </a:rPr>
              <a:t>Yönlendirici (Router) :</a:t>
            </a:r>
            <a:r>
              <a:rPr lang="tr-TR" altLang="tr-TR" sz="1400">
                <a:latin typeface="PT Sans" panose="020B0503020203020204" pitchFamily="34" charset="0"/>
              </a:rPr>
              <a:t>  Programlanabilir ve gerekli ayarlar yapıldığında uzak bir ağa erişmek için mevcut birden fazla yol arasında kullanılabilecek en iyi yol (Best Determination Path) seçimini yapabilen ağ cihazlarıdır. Yönlendiriciler, bütün ağları ya da ağ bölümlerini birbirine bağlayabilir. OSI modelinde 3. katman cihazı olan yönlendiriciler gerekli arayüz modülleri kullanılarak OSI modelinde 2. katmanda çalışan birbirinden farklı iki ağ cihazını birbirine bağlayabilir. Sadece ağ adresi bilinen verilerin aktarılmasına izin vererek ağ trafiğini azaltırlar. Genel olarak dinamik yönlendiriciler ve statik yönlendiriciler olarak ikiye ayrılırlar. Dinamik yönlendiricilerde, rotalar otomatik olarak biçimlendirilir ve veri için en iyi rota yönlendirici tarafından seçilebilir. Statik yönlendiricilerde ise rotalar elle biçimlendirilir ve hep aynı rota kullanılır. Statik yönlendiriciler, dinamik yönlendiricilere göre daha güvenlidir. Dinamik yönlendiricilerde güvenliği arttırmak için elle biçimlendirme tercih edilebilir.</a:t>
            </a:r>
            <a:endParaRPr lang="tr-TR" altLang="tr-TR" sz="14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57350" name="Freeform: Shape 57349">
            <a:extLst>
              <a:ext uri="{FF2B5EF4-FFF2-40B4-BE49-F238E27FC236}">
                <a16:creationId xmlns:a16="http://schemas.microsoft.com/office/drawing/2014/main" id="{B52D69C2-6C47-427C-AE60-582FE30B22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3641798" y="1355484"/>
            <a:ext cx="6858001" cy="4147033"/>
          </a:xfrm>
          <a:custGeom>
            <a:avLst/>
            <a:gdLst>
              <a:gd name="connsiteX0" fmla="*/ 6858001 w 6858001"/>
              <a:gd name="connsiteY0" fmla="*/ 1177 h 5529377"/>
              <a:gd name="connsiteX1" fmla="*/ 6858001 w 6858001"/>
              <a:gd name="connsiteY1" fmla="*/ 1344715 h 5529377"/>
              <a:gd name="connsiteX2" fmla="*/ 6858000 w 6858001"/>
              <a:gd name="connsiteY2" fmla="*/ 1344715 h 5529377"/>
              <a:gd name="connsiteX3" fmla="*/ 6858000 w 6858001"/>
              <a:gd name="connsiteY3" fmla="*/ 5529377 h 5529377"/>
              <a:gd name="connsiteX4" fmla="*/ 0 w 6858001"/>
              <a:gd name="connsiteY4" fmla="*/ 5529376 h 5529377"/>
              <a:gd name="connsiteX5" fmla="*/ 0 w 6858001"/>
              <a:gd name="connsiteY5" fmla="*/ 891096 h 5529377"/>
              <a:gd name="connsiteX6" fmla="*/ 1 w 6858001"/>
              <a:gd name="connsiteY6" fmla="*/ 891096 h 5529377"/>
              <a:gd name="connsiteX7" fmla="*/ 1 w 6858001"/>
              <a:gd name="connsiteY7" fmla="*/ 0 h 5529377"/>
              <a:gd name="connsiteX8" fmla="*/ 40463 w 6858001"/>
              <a:gd name="connsiteY8" fmla="*/ 5883 h 5529377"/>
              <a:gd name="connsiteX9" fmla="*/ 159107 w 6858001"/>
              <a:gd name="connsiteY9" fmla="*/ 23196 h 5529377"/>
              <a:gd name="connsiteX10" fmla="*/ 245518 w 6858001"/>
              <a:gd name="connsiteY10" fmla="*/ 35299 h 5529377"/>
              <a:gd name="connsiteX11" fmla="*/ 348388 w 6858001"/>
              <a:gd name="connsiteY11" fmla="*/ 48073 h 5529377"/>
              <a:gd name="connsiteX12" fmla="*/ 470460 w 6858001"/>
              <a:gd name="connsiteY12" fmla="*/ 63369 h 5529377"/>
              <a:gd name="connsiteX13" fmla="*/ 605563 w 6858001"/>
              <a:gd name="connsiteY13" fmla="*/ 79506 h 5529377"/>
              <a:gd name="connsiteX14" fmla="*/ 757810 w 6858001"/>
              <a:gd name="connsiteY14" fmla="*/ 96483 h 5529377"/>
              <a:gd name="connsiteX15" fmla="*/ 923774 w 6858001"/>
              <a:gd name="connsiteY15" fmla="*/ 114469 h 5529377"/>
              <a:gd name="connsiteX16" fmla="*/ 1104139 w 6858001"/>
              <a:gd name="connsiteY16" fmla="*/ 132454 h 5529377"/>
              <a:gd name="connsiteX17" fmla="*/ 1296163 w 6858001"/>
              <a:gd name="connsiteY17" fmla="*/ 150776 h 5529377"/>
              <a:gd name="connsiteX18" fmla="*/ 1503275 w 6858001"/>
              <a:gd name="connsiteY18" fmla="*/ 167753 h 5529377"/>
              <a:gd name="connsiteX19" fmla="*/ 1719988 w 6858001"/>
              <a:gd name="connsiteY19" fmla="*/ 184058 h 5529377"/>
              <a:gd name="connsiteX20" fmla="*/ 1949045 w 6858001"/>
              <a:gd name="connsiteY20" fmla="*/ 198849 h 5529377"/>
              <a:gd name="connsiteX21" fmla="*/ 2187703 w 6858001"/>
              <a:gd name="connsiteY21" fmla="*/ 212969 h 5529377"/>
              <a:gd name="connsiteX22" fmla="*/ 2436649 w 6858001"/>
              <a:gd name="connsiteY22" fmla="*/ 226248 h 5529377"/>
              <a:gd name="connsiteX23" fmla="*/ 2564208 w 6858001"/>
              <a:gd name="connsiteY23" fmla="*/ 230955 h 5529377"/>
              <a:gd name="connsiteX24" fmla="*/ 2694509 w 6858001"/>
              <a:gd name="connsiteY24" fmla="*/ 236165 h 5529377"/>
              <a:gd name="connsiteX25" fmla="*/ 2826868 w 6858001"/>
              <a:gd name="connsiteY25" fmla="*/ 241040 h 5529377"/>
              <a:gd name="connsiteX26" fmla="*/ 2959914 w 6858001"/>
              <a:gd name="connsiteY26" fmla="*/ 244234 h 5529377"/>
              <a:gd name="connsiteX27" fmla="*/ 3095702 w 6858001"/>
              <a:gd name="connsiteY27" fmla="*/ 247091 h 5529377"/>
              <a:gd name="connsiteX28" fmla="*/ 3232862 w 6858001"/>
              <a:gd name="connsiteY28" fmla="*/ 250117 h 5529377"/>
              <a:gd name="connsiteX29" fmla="*/ 3372765 w 6858001"/>
              <a:gd name="connsiteY29" fmla="*/ 252134 h 5529377"/>
              <a:gd name="connsiteX30" fmla="*/ 3514040 w 6858001"/>
              <a:gd name="connsiteY30" fmla="*/ 252134 h 5529377"/>
              <a:gd name="connsiteX31" fmla="*/ 3656686 w 6858001"/>
              <a:gd name="connsiteY31" fmla="*/ 253142 h 5529377"/>
              <a:gd name="connsiteX32" fmla="*/ 3800704 w 6858001"/>
              <a:gd name="connsiteY32" fmla="*/ 252134 h 5529377"/>
              <a:gd name="connsiteX33" fmla="*/ 3946780 w 6858001"/>
              <a:gd name="connsiteY33" fmla="*/ 250117 h 5529377"/>
              <a:gd name="connsiteX34" fmla="*/ 4092855 w 6858001"/>
              <a:gd name="connsiteY34" fmla="*/ 248268 h 5529377"/>
              <a:gd name="connsiteX35" fmla="*/ 4240988 w 6858001"/>
              <a:gd name="connsiteY35" fmla="*/ 244234 h 5529377"/>
              <a:gd name="connsiteX36" fmla="*/ 4390492 w 6858001"/>
              <a:gd name="connsiteY36" fmla="*/ 240032 h 5529377"/>
              <a:gd name="connsiteX37" fmla="*/ 4539997 w 6858001"/>
              <a:gd name="connsiteY37" fmla="*/ 235157 h 5529377"/>
              <a:gd name="connsiteX38" fmla="*/ 4690873 w 6858001"/>
              <a:gd name="connsiteY38" fmla="*/ 228266 h 5529377"/>
              <a:gd name="connsiteX39" fmla="*/ 4843120 w 6858001"/>
              <a:gd name="connsiteY39" fmla="*/ 220029 h 5529377"/>
              <a:gd name="connsiteX40" fmla="*/ 4996054 w 6858001"/>
              <a:gd name="connsiteY40" fmla="*/ 212129 h 5529377"/>
              <a:gd name="connsiteX41" fmla="*/ 5148987 w 6858001"/>
              <a:gd name="connsiteY41" fmla="*/ 202044 h 5529377"/>
              <a:gd name="connsiteX42" fmla="*/ 5303978 w 6858001"/>
              <a:gd name="connsiteY42" fmla="*/ 189941 h 5529377"/>
              <a:gd name="connsiteX43" fmla="*/ 5456911 w 6858001"/>
              <a:gd name="connsiteY43" fmla="*/ 177839 h 5529377"/>
              <a:gd name="connsiteX44" fmla="*/ 5612588 w 6858001"/>
              <a:gd name="connsiteY44" fmla="*/ 163887 h 5529377"/>
              <a:gd name="connsiteX45" fmla="*/ 5768950 w 6858001"/>
              <a:gd name="connsiteY45" fmla="*/ 148591 h 5529377"/>
              <a:gd name="connsiteX46" fmla="*/ 5923255 w 6858001"/>
              <a:gd name="connsiteY46" fmla="*/ 132455 h 5529377"/>
              <a:gd name="connsiteX47" fmla="*/ 6079618 w 6858001"/>
              <a:gd name="connsiteY47" fmla="*/ 113629 h 5529377"/>
              <a:gd name="connsiteX48" fmla="*/ 6235294 w 6858001"/>
              <a:gd name="connsiteY48" fmla="*/ 93458 h 5529377"/>
              <a:gd name="connsiteX49" fmla="*/ 6391657 w 6858001"/>
              <a:gd name="connsiteY49" fmla="*/ 73455 h 5529377"/>
              <a:gd name="connsiteX50" fmla="*/ 6547333 w 6858001"/>
              <a:gd name="connsiteY50" fmla="*/ 50091 h 5529377"/>
              <a:gd name="connsiteX51" fmla="*/ 6702324 w 6858001"/>
              <a:gd name="connsiteY51" fmla="*/ 26222 h 5529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5529377">
                <a:moveTo>
                  <a:pt x="6858001" y="1177"/>
                </a:moveTo>
                <a:lnTo>
                  <a:pt x="6858001" y="1344715"/>
                </a:lnTo>
                <a:lnTo>
                  <a:pt x="6858000" y="1344715"/>
                </a:lnTo>
                <a:lnTo>
                  <a:pt x="6858000" y="5529377"/>
                </a:lnTo>
                <a:lnTo>
                  <a:pt x="0" y="5529376"/>
                </a:lnTo>
                <a:lnTo>
                  <a:pt x="0" y="891096"/>
                </a:lnTo>
                <a:lnTo>
                  <a:pt x="1" y="891096"/>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8" y="241040"/>
                </a:lnTo>
                <a:lnTo>
                  <a:pt x="2959914" y="244234"/>
                </a:lnTo>
                <a:lnTo>
                  <a:pt x="3095702" y="247091"/>
                </a:lnTo>
                <a:lnTo>
                  <a:pt x="3232862" y="250117"/>
                </a:lnTo>
                <a:lnTo>
                  <a:pt x="3372765" y="252134"/>
                </a:lnTo>
                <a:lnTo>
                  <a:pt x="3514040" y="252134"/>
                </a:lnTo>
                <a:lnTo>
                  <a:pt x="3656686" y="253142"/>
                </a:lnTo>
                <a:lnTo>
                  <a:pt x="3800704" y="252134"/>
                </a:lnTo>
                <a:lnTo>
                  <a:pt x="3946780" y="250117"/>
                </a:lnTo>
                <a:lnTo>
                  <a:pt x="4092855"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solidFill>
            <a:srgbClr val="FFFFFF"/>
          </a:solidFill>
          <a:ln>
            <a:noFill/>
          </a:ln>
        </p:spPr>
        <p:txBody>
          <a:bodyPr/>
          <a:lstStyle/>
          <a:p>
            <a:endParaRPr lang="tr-TR"/>
          </a:p>
        </p:txBody>
      </p:sp>
      <p:sp>
        <p:nvSpPr>
          <p:cNvPr id="57352" name="Freeform 7">
            <a:extLst>
              <a:ext uri="{FF2B5EF4-FFF2-40B4-BE49-F238E27FC236}">
                <a16:creationId xmlns:a16="http://schemas.microsoft.com/office/drawing/2014/main" id="{E849FE61-12C4-4A06-A722-B545DE0C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37382" y="-1"/>
            <a:ext cx="419604"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pic>
        <p:nvPicPr>
          <p:cNvPr id="3" name="Resim 2">
            <a:extLst>
              <a:ext uri="{FF2B5EF4-FFF2-40B4-BE49-F238E27FC236}">
                <a16:creationId xmlns:a16="http://schemas.microsoft.com/office/drawing/2014/main" id="{7369D3FE-304A-A29F-E797-01E431B25EEC}"/>
              </a:ext>
            </a:extLst>
          </p:cNvPr>
          <p:cNvPicPr>
            <a:picLocks noChangeAspect="1"/>
          </p:cNvPicPr>
          <p:nvPr/>
        </p:nvPicPr>
        <p:blipFill>
          <a:blip r:embed="rId3"/>
          <a:stretch>
            <a:fillRect/>
          </a:stretch>
        </p:blipFill>
        <p:spPr>
          <a:xfrm>
            <a:off x="5672806" y="1123684"/>
            <a:ext cx="2985104" cy="1731360"/>
          </a:xfrm>
          <a:prstGeom prst="rect">
            <a:avLst/>
          </a:prstGeom>
          <a:effectLst/>
        </p:spPr>
      </p:pic>
      <p:sp>
        <p:nvSpPr>
          <p:cNvPr id="57354" name="Rectangle 57353">
            <a:extLst>
              <a:ext uri="{FF2B5EF4-FFF2-40B4-BE49-F238E27FC236}">
                <a16:creationId xmlns:a16="http://schemas.microsoft.com/office/drawing/2014/main" id="{7FB12D8C-572F-4417-9FE1-D691A132F6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31836"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57345" name="İçerik Yer Tutucusu 2">
            <a:extLst>
              <a:ext uri="{FF2B5EF4-FFF2-40B4-BE49-F238E27FC236}">
                <a16:creationId xmlns:a16="http://schemas.microsoft.com/office/drawing/2014/main" id="{A031BDB3-1686-4541-4823-53176CF78E64}"/>
              </a:ext>
            </a:extLst>
          </p:cNvPr>
          <p:cNvSpPr>
            <a:spLocks noGrp="1"/>
          </p:cNvSpPr>
          <p:nvPr>
            <p:ph idx="1"/>
          </p:nvPr>
        </p:nvSpPr>
        <p:spPr>
          <a:xfrm>
            <a:off x="484584" y="2052918"/>
            <a:ext cx="4221476" cy="4195481"/>
          </a:xfrm>
        </p:spPr>
        <p:txBody>
          <a:bodyPr>
            <a:normAutofit/>
          </a:bodyPr>
          <a:lstStyle/>
          <a:p>
            <a:r>
              <a:rPr lang="tr-TR" altLang="tr-TR" b="1">
                <a:latin typeface="PT Sans" panose="020B0503020203020204" pitchFamily="34" charset="0"/>
              </a:rPr>
              <a:t>Güvenlik Duvarı (Firewall) :</a:t>
            </a:r>
            <a:r>
              <a:rPr lang="tr-TR" altLang="tr-TR">
                <a:latin typeface="PT Sans" panose="020B0503020203020204" pitchFamily="34" charset="0"/>
              </a:rPr>
              <a:t> Özel ağlar ile İnternet arasında her iki yönde de istenmeyen trafiği önlemek amacı ile kullanılan ağ cihazlarıdır. Verimli olarak kullanılabilmeleri için İnternet ile özel ağ arasındaki tüm trafik cihaz üzerinden geçmeli ve gerekli erişim listeleri uygun bir stratejide hazırlanmış olmalıdır.</a:t>
            </a:r>
            <a:endParaRPr lang="tr-TR" altLang="tr-TR"/>
          </a:p>
        </p:txBody>
      </p:sp>
      <p:pic>
        <p:nvPicPr>
          <p:cNvPr id="2" name="Resim 1">
            <a:extLst>
              <a:ext uri="{FF2B5EF4-FFF2-40B4-BE49-F238E27FC236}">
                <a16:creationId xmlns:a16="http://schemas.microsoft.com/office/drawing/2014/main" id="{6FE340F2-7093-2B35-5642-FCB56C043803}"/>
              </a:ext>
            </a:extLst>
          </p:cNvPr>
          <p:cNvPicPr>
            <a:picLocks noChangeAspect="1"/>
          </p:cNvPicPr>
          <p:nvPr/>
        </p:nvPicPr>
        <p:blipFill>
          <a:blip r:embed="rId4"/>
          <a:stretch>
            <a:fillRect/>
          </a:stretch>
        </p:blipFill>
        <p:spPr>
          <a:xfrm>
            <a:off x="5672806" y="3846630"/>
            <a:ext cx="2985104" cy="2082109"/>
          </a:xfrm>
          <a:prstGeom prst="rect">
            <a:avLst/>
          </a:prstGeom>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58369" name="İçerik Yer Tutucusu 2">
            <a:extLst>
              <a:ext uri="{FF2B5EF4-FFF2-40B4-BE49-F238E27FC236}">
                <a16:creationId xmlns:a16="http://schemas.microsoft.com/office/drawing/2014/main" id="{A5886356-B921-F66C-8D41-2FC0B21AA8A3}"/>
              </a:ext>
            </a:extLst>
          </p:cNvPr>
          <p:cNvSpPr>
            <a:spLocks noGrp="1"/>
          </p:cNvSpPr>
          <p:nvPr>
            <p:ph idx="1"/>
          </p:nvPr>
        </p:nvSpPr>
        <p:spPr>
          <a:xfrm>
            <a:off x="827483" y="2052214"/>
            <a:ext cx="3253807" cy="4196185"/>
          </a:xfrm>
        </p:spPr>
        <p:txBody>
          <a:bodyPr>
            <a:normAutofit/>
          </a:bodyPr>
          <a:lstStyle/>
          <a:p>
            <a:pPr>
              <a:lnSpc>
                <a:spcPct val="90000"/>
              </a:lnSpc>
            </a:pPr>
            <a:r>
              <a:rPr lang="tr-TR" altLang="tr-TR" sz="1400" b="1">
                <a:latin typeface="PT Sans" panose="020B0503020203020204" pitchFamily="34" charset="0"/>
              </a:rPr>
              <a:t>Access Point (Erişim noktası) :</a:t>
            </a:r>
            <a:r>
              <a:rPr lang="tr-TR" altLang="tr-TR" sz="1400">
                <a:latin typeface="PT Sans" panose="020B0503020203020204" pitchFamily="34" charset="0"/>
              </a:rPr>
              <a:t> Erişim noktası cihazları kablolu bir ağa kablosuz erişim yapılmasını sağlayan cihazlardır. Göbek, anahtarlayıcı ya da kablolu yönlendiricilere takılarak kablosuz iletişimin sağlanması için gerekli sinyallerin oluşturulmasını sağlarlar. Bununla birlikte erişim noktaları, kablosuz ağ sinyallerinin güçlendirilerek kablosuz ağın etkin olduğu mesafenin artırılması amacıyla da kullanılabilir. Kablosuz iletişim özelliği olan yönlendiricilerin kullanıldığı sistemlerde, access point(erişim noktası) kullanımına gerek yoktur</a:t>
            </a:r>
            <a:endParaRPr lang="tr-TR" altLang="tr-TR" sz="1400"/>
          </a:p>
        </p:txBody>
      </p:sp>
      <p:pic>
        <p:nvPicPr>
          <p:cNvPr id="2" name="Resim 1">
            <a:extLst>
              <a:ext uri="{FF2B5EF4-FFF2-40B4-BE49-F238E27FC236}">
                <a16:creationId xmlns:a16="http://schemas.microsoft.com/office/drawing/2014/main" id="{3ADBA5A6-670E-FEE5-1275-6D119C497DCF}"/>
              </a:ext>
            </a:extLst>
          </p:cNvPr>
          <p:cNvPicPr>
            <a:picLocks noChangeAspect="1"/>
          </p:cNvPicPr>
          <p:nvPr/>
        </p:nvPicPr>
        <p:blipFill>
          <a:blip r:embed="rId3"/>
          <a:stretch>
            <a:fillRect/>
          </a:stretch>
        </p:blipFill>
        <p:spPr>
          <a:xfrm>
            <a:off x="4568937" y="2793429"/>
            <a:ext cx="4088720" cy="2713752"/>
          </a:xfrm>
          <a:prstGeom prst="rect">
            <a:avLst/>
          </a:prstGeom>
          <a:effectLst>
            <a:outerShdw blurRad="50800" dist="38100" dir="5400000" algn="t" rotWithShape="0">
              <a:prstClr val="black">
                <a:alpha val="43000"/>
              </a:prstClr>
            </a:outerShdw>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59393" name="İçerik Yer Tutucusu 2">
            <a:extLst>
              <a:ext uri="{FF2B5EF4-FFF2-40B4-BE49-F238E27FC236}">
                <a16:creationId xmlns:a16="http://schemas.microsoft.com/office/drawing/2014/main" id="{23EA41AC-687F-2B0C-D969-276807B90828}"/>
              </a:ext>
            </a:extLst>
          </p:cNvPr>
          <p:cNvSpPr>
            <a:spLocks noGrp="1"/>
          </p:cNvSpPr>
          <p:nvPr>
            <p:ph idx="1"/>
          </p:nvPr>
        </p:nvSpPr>
        <p:spPr>
          <a:xfrm>
            <a:off x="827483" y="914400"/>
            <a:ext cx="3515917" cy="5333999"/>
          </a:xfrm>
        </p:spPr>
        <p:txBody>
          <a:bodyPr>
            <a:normAutofit fontScale="92500" lnSpcReduction="10000"/>
          </a:bodyPr>
          <a:lstStyle/>
          <a:p>
            <a:pPr>
              <a:lnSpc>
                <a:spcPct val="90000"/>
              </a:lnSpc>
            </a:pPr>
            <a:r>
              <a:rPr lang="tr-TR" altLang="tr-TR" sz="1600" b="1">
                <a:latin typeface="PT Sans" panose="020B0503020203020204" pitchFamily="34" charset="0"/>
              </a:rPr>
              <a:t>NIC (Ağ Arabirim Kartı) :</a:t>
            </a:r>
            <a:r>
              <a:rPr lang="tr-TR" altLang="tr-TR" sz="1600">
                <a:latin typeface="PT Sans" panose="020B0503020203020204" pitchFamily="34" charset="0"/>
              </a:rPr>
              <a:t> Bilgisayarın bir ağa bağlanmasını sağlayan donanımdır. Genel olarak verilerin elektriksel sinyallere veya elektriksel sinyallerin verilere dönüştürülmesini sağlarlar. Bilgisayarın özelliklerine göre anakartla bütünleştirilmiş halde olabilir ya da anakart üzerindeki herhangi bir çevresel yuvaya takılı olabilir. Ağ arabirim kartı, ağda kullanılacak protokol çeşidi, sistem veriyolu ve fiziksel bağlantı çeşidine uygun olacak şekilde seçilmelidir. Ağ ara birim kartları kablo aracılığı ile ya da kablosuz olarak modem ile bağlantı kurarlar. OSI modelinde 1. ve 2. katmanda çalışırlar. Ağ arabirim kartları genel olarak 2 grupta incelenebilirler. Ethernet arabirim kartları kullanılan kablonun özelliğine göre aldıkları elektriksel sinyalleri ya da ışık dalgalarını sayısal verilere çevirir. Kablosuz (Wireless) arabirim kartları ise aldıkları elektromanyetik dalgaları sayısal verilere çevirir.</a:t>
            </a:r>
            <a:endParaRPr lang="tr-TR" altLang="tr-TR" sz="1600"/>
          </a:p>
        </p:txBody>
      </p:sp>
      <p:pic>
        <p:nvPicPr>
          <p:cNvPr id="2" name="Resim 1">
            <a:extLst>
              <a:ext uri="{FF2B5EF4-FFF2-40B4-BE49-F238E27FC236}">
                <a16:creationId xmlns:a16="http://schemas.microsoft.com/office/drawing/2014/main" id="{86D09C0D-3DED-AC8F-C25F-2138D407C917}"/>
              </a:ext>
            </a:extLst>
          </p:cNvPr>
          <p:cNvPicPr>
            <a:picLocks noChangeAspect="1"/>
          </p:cNvPicPr>
          <p:nvPr/>
        </p:nvPicPr>
        <p:blipFill>
          <a:blip r:embed="rId3"/>
          <a:stretch>
            <a:fillRect/>
          </a:stretch>
        </p:blipFill>
        <p:spPr>
          <a:xfrm>
            <a:off x="4568937" y="3000353"/>
            <a:ext cx="4088720" cy="2299904"/>
          </a:xfrm>
          <a:prstGeom prst="rect">
            <a:avLst/>
          </a:prstGeom>
          <a:effectLst>
            <a:outerShdw blurRad="50800" dist="38100" dir="5400000" algn="t" rotWithShape="0">
              <a:prstClr val="black">
                <a:alpha val="43000"/>
              </a:prstClr>
            </a:outerShdw>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0422" name="Rectangle 60421">
            <a:extLst>
              <a:ext uri="{FF2B5EF4-FFF2-40B4-BE49-F238E27FC236}">
                <a16:creationId xmlns:a16="http://schemas.microsoft.com/office/drawing/2014/main" id="{144A11D1-6963-485E-86DE-760B074343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60424" name="Freeform 7">
            <a:extLst>
              <a:ext uri="{FF2B5EF4-FFF2-40B4-BE49-F238E27FC236}">
                <a16:creationId xmlns:a16="http://schemas.microsoft.com/office/drawing/2014/main" id="{93BDF132-E4EF-4CB3-9A12-1EB75E159A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961082" y="-1"/>
            <a:ext cx="419604"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60426" name="Freeform: Shape 60425">
            <a:extLst>
              <a:ext uri="{FF2B5EF4-FFF2-40B4-BE49-F238E27FC236}">
                <a16:creationId xmlns:a16="http://schemas.microsoft.com/office/drawing/2014/main" id="{F8486D32-0A56-4407-A9D1-7AFC169465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20982" y="0"/>
            <a:ext cx="6023018" cy="6858000"/>
          </a:xfrm>
          <a:custGeom>
            <a:avLst/>
            <a:gdLst>
              <a:gd name="connsiteX0" fmla="*/ 1176 w 8030690"/>
              <a:gd name="connsiteY0" fmla="*/ 0 h 6858000"/>
              <a:gd name="connsiteX1" fmla="*/ 1344715 w 8030690"/>
              <a:gd name="connsiteY1" fmla="*/ 0 h 6858000"/>
              <a:gd name="connsiteX2" fmla="*/ 1344715 w 8030690"/>
              <a:gd name="connsiteY2" fmla="*/ 0 h 6858000"/>
              <a:gd name="connsiteX3" fmla="*/ 8030690 w 8030690"/>
              <a:gd name="connsiteY3" fmla="*/ 0 h 6858000"/>
              <a:gd name="connsiteX4" fmla="*/ 8030690 w 8030690"/>
              <a:gd name="connsiteY4" fmla="*/ 6858000 h 6858000"/>
              <a:gd name="connsiteX5" fmla="*/ 477746 w 8030690"/>
              <a:gd name="connsiteY5" fmla="*/ 6858000 h 6858000"/>
              <a:gd name="connsiteX6" fmla="*/ 477746 w 8030690"/>
              <a:gd name="connsiteY6" fmla="*/ 6858000 h 6858000"/>
              <a:gd name="connsiteX7" fmla="*/ 0 w 8030690"/>
              <a:gd name="connsiteY7" fmla="*/ 6858000 h 6858000"/>
              <a:gd name="connsiteX8" fmla="*/ 5883 w 8030690"/>
              <a:gd name="connsiteY8" fmla="*/ 6817538 h 6858000"/>
              <a:gd name="connsiteX9" fmla="*/ 23196 w 8030690"/>
              <a:gd name="connsiteY9" fmla="*/ 6698894 h 6858000"/>
              <a:gd name="connsiteX10" fmla="*/ 35298 w 8030690"/>
              <a:gd name="connsiteY10" fmla="*/ 6612483 h 6858000"/>
              <a:gd name="connsiteX11" fmla="*/ 48073 w 8030690"/>
              <a:gd name="connsiteY11" fmla="*/ 6509613 h 6858000"/>
              <a:gd name="connsiteX12" fmla="*/ 63369 w 8030690"/>
              <a:gd name="connsiteY12" fmla="*/ 6387541 h 6858000"/>
              <a:gd name="connsiteX13" fmla="*/ 79506 w 8030690"/>
              <a:gd name="connsiteY13" fmla="*/ 6252438 h 6858000"/>
              <a:gd name="connsiteX14" fmla="*/ 96483 w 8030690"/>
              <a:gd name="connsiteY14" fmla="*/ 6100191 h 6858000"/>
              <a:gd name="connsiteX15" fmla="*/ 114468 w 8030690"/>
              <a:gd name="connsiteY15" fmla="*/ 5934227 h 6858000"/>
              <a:gd name="connsiteX16" fmla="*/ 132454 w 8030690"/>
              <a:gd name="connsiteY16" fmla="*/ 5753862 h 6858000"/>
              <a:gd name="connsiteX17" fmla="*/ 150775 w 8030690"/>
              <a:gd name="connsiteY17" fmla="*/ 5561838 h 6858000"/>
              <a:gd name="connsiteX18" fmla="*/ 167752 w 8030690"/>
              <a:gd name="connsiteY18" fmla="*/ 5354726 h 6858000"/>
              <a:gd name="connsiteX19" fmla="*/ 184057 w 8030690"/>
              <a:gd name="connsiteY19" fmla="*/ 5138013 h 6858000"/>
              <a:gd name="connsiteX20" fmla="*/ 198849 w 8030690"/>
              <a:gd name="connsiteY20" fmla="*/ 4908956 h 6858000"/>
              <a:gd name="connsiteX21" fmla="*/ 212968 w 8030690"/>
              <a:gd name="connsiteY21" fmla="*/ 4670298 h 6858000"/>
              <a:gd name="connsiteX22" fmla="*/ 226248 w 8030690"/>
              <a:gd name="connsiteY22" fmla="*/ 4421352 h 6858000"/>
              <a:gd name="connsiteX23" fmla="*/ 230954 w 8030690"/>
              <a:gd name="connsiteY23" fmla="*/ 4293793 h 6858000"/>
              <a:gd name="connsiteX24" fmla="*/ 236165 w 8030690"/>
              <a:gd name="connsiteY24" fmla="*/ 4163491 h 6858000"/>
              <a:gd name="connsiteX25" fmla="*/ 241039 w 8030690"/>
              <a:gd name="connsiteY25" fmla="*/ 4031132 h 6858000"/>
              <a:gd name="connsiteX26" fmla="*/ 244233 w 8030690"/>
              <a:gd name="connsiteY26" fmla="*/ 3898087 h 6858000"/>
              <a:gd name="connsiteX27" fmla="*/ 247091 w 8030690"/>
              <a:gd name="connsiteY27" fmla="*/ 3762298 h 6858000"/>
              <a:gd name="connsiteX28" fmla="*/ 250116 w 8030690"/>
              <a:gd name="connsiteY28" fmla="*/ 3625138 h 6858000"/>
              <a:gd name="connsiteX29" fmla="*/ 252133 w 8030690"/>
              <a:gd name="connsiteY29" fmla="*/ 3485235 h 6858000"/>
              <a:gd name="connsiteX30" fmla="*/ 252133 w 8030690"/>
              <a:gd name="connsiteY30" fmla="*/ 3343960 h 6858000"/>
              <a:gd name="connsiteX31" fmla="*/ 253142 w 8030690"/>
              <a:gd name="connsiteY31" fmla="*/ 3201314 h 6858000"/>
              <a:gd name="connsiteX32" fmla="*/ 252133 w 8030690"/>
              <a:gd name="connsiteY32" fmla="*/ 3057296 h 6858000"/>
              <a:gd name="connsiteX33" fmla="*/ 250116 w 8030690"/>
              <a:gd name="connsiteY33" fmla="*/ 2911221 h 6858000"/>
              <a:gd name="connsiteX34" fmla="*/ 248267 w 8030690"/>
              <a:gd name="connsiteY34" fmla="*/ 2765145 h 6858000"/>
              <a:gd name="connsiteX35" fmla="*/ 244233 w 8030690"/>
              <a:gd name="connsiteY35" fmla="*/ 2617013 h 6858000"/>
              <a:gd name="connsiteX36" fmla="*/ 240031 w 8030690"/>
              <a:gd name="connsiteY36" fmla="*/ 2467508 h 6858000"/>
              <a:gd name="connsiteX37" fmla="*/ 235156 w 8030690"/>
              <a:gd name="connsiteY37" fmla="*/ 2318004 h 6858000"/>
              <a:gd name="connsiteX38" fmla="*/ 228265 w 8030690"/>
              <a:gd name="connsiteY38" fmla="*/ 2167128 h 6858000"/>
              <a:gd name="connsiteX39" fmla="*/ 220028 w 8030690"/>
              <a:gd name="connsiteY39" fmla="*/ 2014880 h 6858000"/>
              <a:gd name="connsiteX40" fmla="*/ 212128 w 8030690"/>
              <a:gd name="connsiteY40" fmla="*/ 1861947 h 6858000"/>
              <a:gd name="connsiteX41" fmla="*/ 202043 w 8030690"/>
              <a:gd name="connsiteY41" fmla="*/ 1709013 h 6858000"/>
              <a:gd name="connsiteX42" fmla="*/ 189940 w 8030690"/>
              <a:gd name="connsiteY42" fmla="*/ 1554023 h 6858000"/>
              <a:gd name="connsiteX43" fmla="*/ 177838 w 8030690"/>
              <a:gd name="connsiteY43" fmla="*/ 1401089 h 6858000"/>
              <a:gd name="connsiteX44" fmla="*/ 163886 w 8030690"/>
              <a:gd name="connsiteY44" fmla="*/ 1245413 h 6858000"/>
              <a:gd name="connsiteX45" fmla="*/ 148590 w 8030690"/>
              <a:gd name="connsiteY45" fmla="*/ 1089050 h 6858000"/>
              <a:gd name="connsiteX46" fmla="*/ 132454 w 8030690"/>
              <a:gd name="connsiteY46" fmla="*/ 934745 h 6858000"/>
              <a:gd name="connsiteX47" fmla="*/ 113628 w 8030690"/>
              <a:gd name="connsiteY47" fmla="*/ 778383 h 6858000"/>
              <a:gd name="connsiteX48" fmla="*/ 93457 w 8030690"/>
              <a:gd name="connsiteY48" fmla="*/ 622706 h 6858000"/>
              <a:gd name="connsiteX49" fmla="*/ 73454 w 8030690"/>
              <a:gd name="connsiteY49" fmla="*/ 466344 h 6858000"/>
              <a:gd name="connsiteX50" fmla="*/ 50090 w 8030690"/>
              <a:gd name="connsiteY50" fmla="*/ 310667 h 6858000"/>
              <a:gd name="connsiteX51" fmla="*/ 26222 w 8030690"/>
              <a:gd name="connsiteY51" fmla="*/ 15567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8030690" h="6858000">
                <a:moveTo>
                  <a:pt x="1176" y="0"/>
                </a:moveTo>
                <a:lnTo>
                  <a:pt x="1344715" y="0"/>
                </a:lnTo>
                <a:lnTo>
                  <a:pt x="1344715" y="0"/>
                </a:lnTo>
                <a:lnTo>
                  <a:pt x="8030690" y="0"/>
                </a:lnTo>
                <a:lnTo>
                  <a:pt x="8030690" y="6858000"/>
                </a:lnTo>
                <a:lnTo>
                  <a:pt x="477746" y="6858000"/>
                </a:lnTo>
                <a:lnTo>
                  <a:pt x="477746" y="6858000"/>
                </a:lnTo>
                <a:lnTo>
                  <a:pt x="0" y="6858000"/>
                </a:lnTo>
                <a:lnTo>
                  <a:pt x="5883" y="6817538"/>
                </a:lnTo>
                <a:lnTo>
                  <a:pt x="23196" y="6698894"/>
                </a:lnTo>
                <a:lnTo>
                  <a:pt x="35298" y="6612483"/>
                </a:lnTo>
                <a:lnTo>
                  <a:pt x="48073" y="6509613"/>
                </a:lnTo>
                <a:lnTo>
                  <a:pt x="63369" y="6387541"/>
                </a:lnTo>
                <a:lnTo>
                  <a:pt x="79506" y="6252438"/>
                </a:lnTo>
                <a:lnTo>
                  <a:pt x="96483" y="6100191"/>
                </a:lnTo>
                <a:lnTo>
                  <a:pt x="114468" y="5934227"/>
                </a:lnTo>
                <a:lnTo>
                  <a:pt x="132454" y="5753862"/>
                </a:lnTo>
                <a:lnTo>
                  <a:pt x="150775" y="5561838"/>
                </a:lnTo>
                <a:lnTo>
                  <a:pt x="167752" y="5354726"/>
                </a:lnTo>
                <a:lnTo>
                  <a:pt x="184057" y="5138013"/>
                </a:lnTo>
                <a:lnTo>
                  <a:pt x="198849" y="4908956"/>
                </a:lnTo>
                <a:lnTo>
                  <a:pt x="212968" y="4670298"/>
                </a:lnTo>
                <a:lnTo>
                  <a:pt x="226248" y="4421352"/>
                </a:lnTo>
                <a:lnTo>
                  <a:pt x="230954" y="4293793"/>
                </a:lnTo>
                <a:lnTo>
                  <a:pt x="236165" y="4163491"/>
                </a:lnTo>
                <a:lnTo>
                  <a:pt x="241039" y="4031132"/>
                </a:lnTo>
                <a:lnTo>
                  <a:pt x="244233" y="3898087"/>
                </a:lnTo>
                <a:lnTo>
                  <a:pt x="247091" y="3762298"/>
                </a:lnTo>
                <a:lnTo>
                  <a:pt x="250116" y="3625138"/>
                </a:lnTo>
                <a:lnTo>
                  <a:pt x="252133" y="3485235"/>
                </a:lnTo>
                <a:lnTo>
                  <a:pt x="252133" y="3343960"/>
                </a:lnTo>
                <a:lnTo>
                  <a:pt x="253142" y="3201314"/>
                </a:lnTo>
                <a:lnTo>
                  <a:pt x="252133" y="3057296"/>
                </a:lnTo>
                <a:lnTo>
                  <a:pt x="250116" y="2911221"/>
                </a:lnTo>
                <a:lnTo>
                  <a:pt x="248267" y="2765145"/>
                </a:lnTo>
                <a:lnTo>
                  <a:pt x="244233" y="2617013"/>
                </a:lnTo>
                <a:lnTo>
                  <a:pt x="240031" y="2467508"/>
                </a:lnTo>
                <a:lnTo>
                  <a:pt x="235156" y="2318004"/>
                </a:lnTo>
                <a:lnTo>
                  <a:pt x="228265" y="2167128"/>
                </a:lnTo>
                <a:lnTo>
                  <a:pt x="220028" y="2014880"/>
                </a:lnTo>
                <a:lnTo>
                  <a:pt x="212128" y="1861947"/>
                </a:lnTo>
                <a:lnTo>
                  <a:pt x="202043" y="1709013"/>
                </a:lnTo>
                <a:lnTo>
                  <a:pt x="189940" y="1554023"/>
                </a:lnTo>
                <a:lnTo>
                  <a:pt x="177838" y="1401089"/>
                </a:lnTo>
                <a:lnTo>
                  <a:pt x="163886" y="1245413"/>
                </a:lnTo>
                <a:lnTo>
                  <a:pt x="148590" y="1089050"/>
                </a:lnTo>
                <a:lnTo>
                  <a:pt x="132454" y="934745"/>
                </a:lnTo>
                <a:lnTo>
                  <a:pt x="113628" y="778383"/>
                </a:lnTo>
                <a:lnTo>
                  <a:pt x="93457" y="622706"/>
                </a:lnTo>
                <a:lnTo>
                  <a:pt x="73454" y="466344"/>
                </a:lnTo>
                <a:lnTo>
                  <a:pt x="50090" y="310667"/>
                </a:lnTo>
                <a:lnTo>
                  <a:pt x="26222" y="155676"/>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0428" name="Rectangle 60427">
            <a:extLst>
              <a:ext uri="{FF2B5EF4-FFF2-40B4-BE49-F238E27FC236}">
                <a16:creationId xmlns:a16="http://schemas.microsoft.com/office/drawing/2014/main" id="{B73FE0C2-11C7-466D-B4BA-0330484CD5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60417" name="İçerik Yer Tutucusu 2">
            <a:extLst>
              <a:ext uri="{FF2B5EF4-FFF2-40B4-BE49-F238E27FC236}">
                <a16:creationId xmlns:a16="http://schemas.microsoft.com/office/drawing/2014/main" id="{0DCFA6DC-518A-7312-AF74-C43D5E74EA79}"/>
              </a:ext>
            </a:extLst>
          </p:cNvPr>
          <p:cNvSpPr>
            <a:spLocks noGrp="1"/>
          </p:cNvSpPr>
          <p:nvPr>
            <p:ph idx="1"/>
          </p:nvPr>
        </p:nvSpPr>
        <p:spPr>
          <a:xfrm>
            <a:off x="3786339" y="1410458"/>
            <a:ext cx="4871885" cy="2589913"/>
          </a:xfrm>
        </p:spPr>
        <p:txBody>
          <a:bodyPr>
            <a:normAutofit/>
          </a:bodyPr>
          <a:lstStyle/>
          <a:p>
            <a:pPr>
              <a:lnSpc>
                <a:spcPct val="90000"/>
              </a:lnSpc>
            </a:pPr>
            <a:r>
              <a:rPr lang="tr-TR" altLang="tr-TR" sz="1100" b="1">
                <a:latin typeface="PT Sans" panose="020B0503020203020204" pitchFamily="34" charset="0"/>
              </a:rPr>
              <a:t>Modem : </a:t>
            </a:r>
            <a:r>
              <a:rPr lang="tr-TR" altLang="tr-TR" sz="1100">
                <a:latin typeface="PT Sans" panose="020B0503020203020204" pitchFamily="34" charset="0"/>
              </a:rPr>
              <a:t>Bilgisayarın telefon hatları ile bağlantısını sağlayarak bilgisayarın ağa bağlanmasını sağlayan cihazlardır. Bilgisayardan aldıkları digital verileri analog sinyallere dönüştürerek telefon hatlarına aktarılmasını sağlarlar. Harici olarak bilgisayara takılarak kullanılırlar. Modemler genel olarak 4 grupta incelenebilirler.</a:t>
            </a:r>
          </a:p>
          <a:p>
            <a:pPr>
              <a:lnSpc>
                <a:spcPct val="90000"/>
              </a:lnSpc>
              <a:buFont typeface="Arial" panose="020B0604020202020204" pitchFamily="34" charset="0"/>
              <a:buChar char="•"/>
            </a:pPr>
            <a:r>
              <a:rPr lang="tr-TR" altLang="tr-TR" sz="1100">
                <a:latin typeface="PT Sans" panose="020B0503020203020204" pitchFamily="34" charset="0"/>
              </a:rPr>
              <a:t>Analog modemler, ethernet kartından gelen dijital verileri telefon hatlarında iletilen analog işaretlere ya da telefon hatlarından gelen analog verileri sayısal verilere çevirirler. Günümüzde masaüstü ve dizüstü bilgisayarların İnternet erişimlerinin sağlanması için sıklıkla kullanılırlar.</a:t>
            </a:r>
          </a:p>
          <a:p>
            <a:pPr>
              <a:lnSpc>
                <a:spcPct val="90000"/>
              </a:lnSpc>
              <a:buFont typeface="Arial" panose="020B0604020202020204" pitchFamily="34" charset="0"/>
              <a:buChar char="•"/>
            </a:pPr>
            <a:r>
              <a:rPr lang="tr-TR" altLang="tr-TR" sz="1100">
                <a:latin typeface="PT Sans" panose="020B0503020203020204" pitchFamily="34" charset="0"/>
              </a:rPr>
              <a:t>Dijital modemler  ise verinin sayısal yapısı bozulmadan ulaşması istenen noktaya ulaştırırlar.</a:t>
            </a:r>
          </a:p>
          <a:p>
            <a:pPr>
              <a:lnSpc>
                <a:spcPct val="90000"/>
              </a:lnSpc>
              <a:buFont typeface="Arial" panose="020B0604020202020204" pitchFamily="34" charset="0"/>
              <a:buChar char="•"/>
            </a:pPr>
            <a:endParaRPr lang="tr-TR" altLang="tr-TR" sz="1100">
              <a:latin typeface="PT Sans" panose="020B0503020203020204" pitchFamily="34" charset="0"/>
            </a:endParaRPr>
          </a:p>
          <a:p>
            <a:pPr>
              <a:lnSpc>
                <a:spcPct val="90000"/>
              </a:lnSpc>
            </a:pPr>
            <a:endParaRPr lang="tr-TR" altLang="tr-TR" sz="1100"/>
          </a:p>
        </p:txBody>
      </p:sp>
      <p:pic>
        <p:nvPicPr>
          <p:cNvPr id="2" name="Resim 1">
            <a:extLst>
              <a:ext uri="{FF2B5EF4-FFF2-40B4-BE49-F238E27FC236}">
                <a16:creationId xmlns:a16="http://schemas.microsoft.com/office/drawing/2014/main" id="{7D395284-7C7A-EC26-0ED8-F345DF65D07F}"/>
              </a:ext>
            </a:extLst>
          </p:cNvPr>
          <p:cNvPicPr>
            <a:picLocks noChangeAspect="1"/>
          </p:cNvPicPr>
          <p:nvPr/>
        </p:nvPicPr>
        <p:blipFill>
          <a:blip r:embed="rId2"/>
          <a:stretch>
            <a:fillRect/>
          </a:stretch>
        </p:blipFill>
        <p:spPr>
          <a:xfrm>
            <a:off x="3786339" y="4267831"/>
            <a:ext cx="4871885" cy="1254510"/>
          </a:xfrm>
          <a:prstGeom prst="rect">
            <a:avLst/>
          </a:prstGeom>
          <a:effectLst/>
        </p:spPr>
      </p:pic>
    </p:spTree>
  </p:cSld>
  <p:clrMapOvr>
    <a:overrideClrMapping bg1="lt1" tx1="dk1" bg2="lt2" tx2="dk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46" name="Rectangle 61445">
            <a:extLst>
              <a:ext uri="{FF2B5EF4-FFF2-40B4-BE49-F238E27FC236}">
                <a16:creationId xmlns:a16="http://schemas.microsoft.com/office/drawing/2014/main" id="{EE4E366E-272A-409E-840F-9A6A64A9E3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61448" name="Rectangle 61447">
            <a:extLst>
              <a:ext uri="{FF2B5EF4-FFF2-40B4-BE49-F238E27FC236}">
                <a16:creationId xmlns:a16="http://schemas.microsoft.com/office/drawing/2014/main" id="{A721560C-E4AB-4287-A29C-3F6916794C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31836"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61450" name="Freeform 7">
            <a:extLst>
              <a:ext uri="{FF2B5EF4-FFF2-40B4-BE49-F238E27FC236}">
                <a16:creationId xmlns:a16="http://schemas.microsoft.com/office/drawing/2014/main" id="{DF6CFF07-D953-4F9C-9A0E-E0A6AACB61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39954" y="1460230"/>
            <a:ext cx="2604045"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algn="ctr"/>
            <a:endParaRPr lang="en-US">
              <a:solidFill>
                <a:schemeClr val="tx1"/>
              </a:solidFill>
            </a:endParaRPr>
          </a:p>
        </p:txBody>
      </p:sp>
      <p:sp useBgFill="1">
        <p:nvSpPr>
          <p:cNvPr id="61452" name="Freeform: Shape 61451">
            <a:extLst>
              <a:ext uri="{FF2B5EF4-FFF2-40B4-BE49-F238E27FC236}">
                <a16:creationId xmlns:a16="http://schemas.microsoft.com/office/drawing/2014/main" id="{DAA4FEEE-0B5F-41BF-825D-60F9FB0895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762067"/>
            <a:ext cx="9144313"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tr-TR"/>
          </a:p>
        </p:txBody>
      </p:sp>
      <p:sp>
        <p:nvSpPr>
          <p:cNvPr id="61441" name="İçerik Yer Tutucusu 2">
            <a:extLst>
              <a:ext uri="{FF2B5EF4-FFF2-40B4-BE49-F238E27FC236}">
                <a16:creationId xmlns:a16="http://schemas.microsoft.com/office/drawing/2014/main" id="{B25ACB06-F265-7107-D3E5-5AEAD5C2F0EA}"/>
              </a:ext>
            </a:extLst>
          </p:cNvPr>
          <p:cNvSpPr>
            <a:spLocks noGrp="1"/>
          </p:cNvSpPr>
          <p:nvPr>
            <p:ph idx="1"/>
          </p:nvPr>
        </p:nvSpPr>
        <p:spPr>
          <a:xfrm>
            <a:off x="486698" y="2548281"/>
            <a:ext cx="4843788" cy="3658689"/>
          </a:xfrm>
        </p:spPr>
        <p:txBody>
          <a:bodyPr>
            <a:normAutofit/>
          </a:bodyPr>
          <a:lstStyle/>
          <a:p>
            <a:pPr>
              <a:lnSpc>
                <a:spcPct val="90000"/>
              </a:lnSpc>
              <a:buFont typeface="Arial" panose="020B0604020202020204" pitchFamily="34" charset="0"/>
              <a:buChar char="•"/>
            </a:pPr>
            <a:r>
              <a:rPr lang="tr-TR" altLang="tr-TR" sz="1200">
                <a:latin typeface="PT Sans" panose="020B0503020203020204" pitchFamily="34" charset="0"/>
              </a:rPr>
              <a:t>ADSL modemler ise yapı itibari ile dijital ve analog modemlerden biraz daha farklıdır. ADSL sisteminde, bilinen bakır kablolama alt yapısı kullanılır. Telefon hattının her ucuna bir ADSL modem eklenerek veri alma (download), veri gönderme (upload) ve POTS (Plain Old Telephone Service – Düz Eski Telefon Hizmeti) olarak adlandırılan geleneksel telefon servis kanalı olmak üzere 3 farklı kanal oluşturulur. Normal telefon görüşmelerinizi yaparken 0 kHZ ile 4 kHz arasında değişen frekans aralığı kullanılırken, ADSL data iletimi için 4 kHz ile 1100 kHz aralığını kullanıldığından için İnternete bağlıyken aynı anda telefon görüşmesi yapmaya olanak sağlar.ADSL modemler sayısal verileri analog verilere çevirmeden doğrudan olduğu gibi iletir. Sistem asimetrik olarak çalıştığından veri alma ve veri gönderme için kullanılan bant genişlikleri birbirinden farklıdır. CSU/DSU modemler ise yerel alan ağlarında kullanılan veri çerçeveleri (data frame) geniş alan ağı çerçevelerine veya geniş alan ağı çerçevelerinini yerel alan ağı çerçevelerine dönüştürmek için kullanılır. Ayrıca geniş alan ağlarında verinin iletiminin sağlanması için veri iletiminin yapılacağı hattın iki ucunda saat darbesi (clock rate) değerlerinin aynı olması gerekir. Geniş alan ağı sistemlerinde saat darbesi değeri bu cihazlar tarafından belirlenir.</a:t>
            </a:r>
          </a:p>
          <a:p>
            <a:pPr>
              <a:lnSpc>
                <a:spcPct val="90000"/>
              </a:lnSpc>
              <a:buFont typeface="Arial" panose="020B0604020202020204" pitchFamily="34" charset="0"/>
              <a:buChar char="•"/>
            </a:pPr>
            <a:endParaRPr lang="tr-TR" altLang="tr-TR" sz="1000">
              <a:latin typeface="PT Sans" panose="020B0503020203020204" pitchFamily="34" charset="0"/>
            </a:endParaRPr>
          </a:p>
          <a:p>
            <a:pPr>
              <a:lnSpc>
                <a:spcPct val="90000"/>
              </a:lnSpc>
            </a:pPr>
            <a:endParaRPr lang="tr-TR" altLang="tr-TR" sz="1000"/>
          </a:p>
        </p:txBody>
      </p:sp>
      <p:pic>
        <p:nvPicPr>
          <p:cNvPr id="2" name="Resim 1">
            <a:extLst>
              <a:ext uri="{FF2B5EF4-FFF2-40B4-BE49-F238E27FC236}">
                <a16:creationId xmlns:a16="http://schemas.microsoft.com/office/drawing/2014/main" id="{48CD0D87-6B5F-A836-57B1-D5BB84CA6081}"/>
              </a:ext>
            </a:extLst>
          </p:cNvPr>
          <p:cNvPicPr>
            <a:picLocks noChangeAspect="1"/>
          </p:cNvPicPr>
          <p:nvPr/>
        </p:nvPicPr>
        <p:blipFill>
          <a:blip r:embed="rId2"/>
          <a:stretch>
            <a:fillRect/>
          </a:stretch>
        </p:blipFill>
        <p:spPr>
          <a:xfrm>
            <a:off x="5330799" y="2978904"/>
            <a:ext cx="3326857" cy="2278896"/>
          </a:xfrm>
          <a:prstGeom prst="rect">
            <a:avLst/>
          </a:prstGeom>
          <a:effectLst/>
        </p:spPr>
      </p:pic>
    </p:spTree>
  </p:cSld>
  <p:clrMapOvr>
    <a:overrideClrMapping bg1="lt1" tx1="dk1" bg2="lt2" tx2="dk2" accent1="accent1" accent2="accent2" accent3="accent3" accent4="accent4" accent5="accent5" accent6="accent6" hlink="hlink" folHlink="folHlink"/>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25607" name="Picture 25606">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3027759" cy="4188315"/>
          </a:xfrm>
          <a:prstGeom prst="rect">
            <a:avLst/>
          </a:prstGeom>
        </p:spPr>
      </p:pic>
      <p:pic>
        <p:nvPicPr>
          <p:cNvPr id="25609" name="Picture 25608">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141809" cy="2365453"/>
          </a:xfrm>
          <a:prstGeom prst="rect">
            <a:avLst/>
          </a:prstGeom>
        </p:spPr>
      </p:pic>
      <p:sp>
        <p:nvSpPr>
          <p:cNvPr id="25611" name="Oval 25610">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56759" y="1676400"/>
            <a:ext cx="211455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tr-TR"/>
          </a:p>
        </p:txBody>
      </p:sp>
      <p:pic>
        <p:nvPicPr>
          <p:cNvPr id="25613" name="Picture 25612">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5999559" y="0"/>
            <a:ext cx="1202540" cy="1141407"/>
          </a:xfrm>
          <a:prstGeom prst="rect">
            <a:avLst/>
          </a:prstGeom>
        </p:spPr>
      </p:pic>
      <p:pic>
        <p:nvPicPr>
          <p:cNvPr id="25615" name="Picture 25614">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6454408" y="6096000"/>
            <a:ext cx="745301" cy="762000"/>
          </a:xfrm>
          <a:prstGeom prst="rect">
            <a:avLst/>
          </a:prstGeom>
        </p:spPr>
      </p:pic>
      <p:sp>
        <p:nvSpPr>
          <p:cNvPr id="25617" name="Rectangle 25616">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25601" name="Unvan 1">
            <a:extLst>
              <a:ext uri="{FF2B5EF4-FFF2-40B4-BE49-F238E27FC236}">
                <a16:creationId xmlns:a16="http://schemas.microsoft.com/office/drawing/2014/main" id="{1164840E-BB3C-DC09-E188-2B12051BB898}"/>
              </a:ext>
            </a:extLst>
          </p:cNvPr>
          <p:cNvSpPr>
            <a:spLocks noGrp="1"/>
          </p:cNvSpPr>
          <p:nvPr>
            <p:ph type="title"/>
          </p:nvPr>
        </p:nvSpPr>
        <p:spPr>
          <a:xfrm>
            <a:off x="486697" y="629266"/>
            <a:ext cx="6939116" cy="1223983"/>
          </a:xfrm>
        </p:spPr>
        <p:txBody>
          <a:bodyPr vert="horz" lIns="91440" tIns="45720" rIns="91440" bIns="45720" rtlCol="0" anchor="t">
            <a:normAutofit/>
          </a:bodyPr>
          <a:lstStyle/>
          <a:p>
            <a:pPr defTabSz="457200"/>
            <a:r>
              <a:rPr lang="en-US" altLang="tr-TR" b="0" i="0" kern="1200" dirty="0">
                <a:solidFill>
                  <a:schemeClr val="tx2"/>
                </a:solidFill>
                <a:latin typeface="+mj-lt"/>
                <a:ea typeface="+mj-ea"/>
                <a:cs typeface="+mj-cs"/>
              </a:rPr>
              <a:t>Ağ topolojileri</a:t>
            </a:r>
          </a:p>
        </p:txBody>
      </p:sp>
      <p:sp>
        <p:nvSpPr>
          <p:cNvPr id="25602" name="İçerik Yer Tutucusu 2">
            <a:extLst>
              <a:ext uri="{FF2B5EF4-FFF2-40B4-BE49-F238E27FC236}">
                <a16:creationId xmlns:a16="http://schemas.microsoft.com/office/drawing/2014/main" id="{FB9C7110-2CAA-F9C1-51D9-BE6B6A2535B6}"/>
              </a:ext>
            </a:extLst>
          </p:cNvPr>
          <p:cNvSpPr>
            <a:spLocks noGrp="1"/>
          </p:cNvSpPr>
          <p:nvPr>
            <p:ph sz="half" idx="1"/>
          </p:nvPr>
        </p:nvSpPr>
        <p:spPr>
          <a:xfrm>
            <a:off x="827483" y="2052214"/>
            <a:ext cx="4474045" cy="4196185"/>
          </a:xfrm>
        </p:spPr>
        <p:txBody>
          <a:bodyPr vert="horz" lIns="91440" tIns="45720" rIns="91440" bIns="45720" rtlCol="0">
            <a:normAutofit/>
          </a:bodyPr>
          <a:lstStyle/>
          <a:p>
            <a:pPr defTabSz="457200"/>
            <a:r>
              <a:rPr lang="en-US" altLang="tr-TR" dirty="0"/>
              <a:t>Bilgisayar ağlarında yer alan bilgisayar ve diğer öğelerin sıralanışını ve bağlantılarını gösteren şemalara topoloji denilir.</a:t>
            </a:r>
          </a:p>
          <a:p>
            <a:pPr defTabSz="457200"/>
            <a:endParaRPr lang="en-US" altLang="tr-TR" dirty="0"/>
          </a:p>
          <a:p>
            <a:pPr lvl="1" defTabSz="457200"/>
            <a:r>
              <a:rPr lang="en-US" altLang="tr-TR" dirty="0"/>
              <a:t>Yıldız(Star ) topolojili ağ</a:t>
            </a:r>
          </a:p>
          <a:p>
            <a:pPr lvl="1" defTabSz="457200"/>
            <a:r>
              <a:rPr lang="en-US" altLang="tr-TR" dirty="0"/>
              <a:t>Halka(ring) topolojili ağ</a:t>
            </a:r>
          </a:p>
          <a:p>
            <a:pPr lvl="1" defTabSz="457200"/>
            <a:r>
              <a:rPr lang="en-US" altLang="tr-TR" dirty="0"/>
              <a:t>Ortak yol(bus) topolojili ağ</a:t>
            </a:r>
          </a:p>
          <a:p>
            <a:pPr lvl="1" defTabSz="457200"/>
            <a:r>
              <a:rPr lang="en-US" altLang="tr-TR" dirty="0"/>
              <a:t>Örgü(mesh)topolojili ağ</a:t>
            </a:r>
          </a:p>
          <a:p>
            <a:pPr lvl="1" defTabSz="457200"/>
            <a:r>
              <a:rPr lang="en-US" altLang="tr-TR" dirty="0"/>
              <a:t>Ağaç (tree) topolojili ağ</a:t>
            </a:r>
          </a:p>
        </p:txBody>
      </p:sp>
      <p:pic>
        <p:nvPicPr>
          <p:cNvPr id="2" name="Resim 1">
            <a:extLst>
              <a:ext uri="{FF2B5EF4-FFF2-40B4-BE49-F238E27FC236}">
                <a16:creationId xmlns:a16="http://schemas.microsoft.com/office/drawing/2014/main" id="{3361769E-1CF6-D11B-9514-0AA4FBE03927}"/>
              </a:ext>
            </a:extLst>
          </p:cNvPr>
          <p:cNvPicPr>
            <a:picLocks noChangeAspect="1"/>
          </p:cNvPicPr>
          <p:nvPr/>
        </p:nvPicPr>
        <p:blipFill>
          <a:blip r:embed="rId7"/>
          <a:stretch>
            <a:fillRect/>
          </a:stretch>
        </p:blipFill>
        <p:spPr>
          <a:xfrm>
            <a:off x="4343400" y="3082939"/>
            <a:ext cx="4314257" cy="3063123"/>
          </a:xfrm>
          <a:prstGeom prst="rect">
            <a:avLst/>
          </a:prstGeom>
          <a:effectLst>
            <a:outerShdw blurRad="50800" dist="38100" dir="5400000" algn="t" rotWithShape="0">
              <a:prstClr val="black">
                <a:alpha val="43000"/>
              </a:prstClr>
            </a:outerShdw>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5" name="Picture 2">
            <a:extLst>
              <a:ext uri="{FF2B5EF4-FFF2-40B4-BE49-F238E27FC236}">
                <a16:creationId xmlns:a16="http://schemas.microsoft.com/office/drawing/2014/main" id="{A71AA32A-F651-5D08-6598-CAA9B19402A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5334000" y="1143000"/>
            <a:ext cx="2822575" cy="2711450"/>
          </a:xfrm>
        </p:spPr>
      </p:pic>
      <p:sp>
        <p:nvSpPr>
          <p:cNvPr id="26626" name="Metin kutusu 6">
            <a:extLst>
              <a:ext uri="{FF2B5EF4-FFF2-40B4-BE49-F238E27FC236}">
                <a16:creationId xmlns:a16="http://schemas.microsoft.com/office/drawing/2014/main" id="{C48CCB72-21B1-7B96-7EF8-44EA99691BDE}"/>
              </a:ext>
            </a:extLst>
          </p:cNvPr>
          <p:cNvSpPr txBox="1">
            <a:spLocks noChangeArrowheads="1"/>
          </p:cNvSpPr>
          <p:nvPr/>
        </p:nvSpPr>
        <p:spPr bwMode="auto">
          <a:xfrm>
            <a:off x="6486525" y="741363"/>
            <a:ext cx="13684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onstantia" panose="02030602050306030303" pitchFamily="18" charset="0"/>
              </a:defRPr>
            </a:lvl1pPr>
            <a:lvl2pPr marL="742950" indent="-285750">
              <a:defRPr>
                <a:solidFill>
                  <a:schemeClr val="tx1"/>
                </a:solidFill>
                <a:latin typeface="Constantia" panose="02030602050306030303" pitchFamily="18" charset="0"/>
              </a:defRPr>
            </a:lvl2pPr>
            <a:lvl3pPr marL="1143000" indent="-228600">
              <a:defRPr>
                <a:solidFill>
                  <a:schemeClr val="tx1"/>
                </a:solidFill>
                <a:latin typeface="Constantia" panose="02030602050306030303" pitchFamily="18" charset="0"/>
              </a:defRPr>
            </a:lvl3pPr>
            <a:lvl4pPr marL="1600200" indent="-228600">
              <a:defRPr>
                <a:solidFill>
                  <a:schemeClr val="tx1"/>
                </a:solidFill>
                <a:latin typeface="Constantia" panose="02030602050306030303" pitchFamily="18" charset="0"/>
              </a:defRPr>
            </a:lvl4pPr>
            <a:lvl5pPr marL="2057400" indent="-228600">
              <a:defRPr>
                <a:solidFill>
                  <a:schemeClr val="tx1"/>
                </a:solidFill>
                <a:latin typeface="Constantia" panose="02030602050306030303" pitchFamily="18" charset="0"/>
              </a:defRPr>
            </a:lvl5pPr>
            <a:lvl6pPr marL="2514600" indent="-228600" eaLnBrk="0" fontAlgn="base" hangingPunct="0">
              <a:spcBef>
                <a:spcPct val="0"/>
              </a:spcBef>
              <a:spcAft>
                <a:spcPct val="0"/>
              </a:spcAft>
              <a:defRPr>
                <a:solidFill>
                  <a:schemeClr val="tx1"/>
                </a:solidFill>
                <a:latin typeface="Constantia" panose="02030602050306030303" pitchFamily="18" charset="0"/>
              </a:defRPr>
            </a:lvl6pPr>
            <a:lvl7pPr marL="2971800" indent="-228600" eaLnBrk="0" fontAlgn="base" hangingPunct="0">
              <a:spcBef>
                <a:spcPct val="0"/>
              </a:spcBef>
              <a:spcAft>
                <a:spcPct val="0"/>
              </a:spcAft>
              <a:defRPr>
                <a:solidFill>
                  <a:schemeClr val="tx1"/>
                </a:solidFill>
                <a:latin typeface="Constantia" panose="02030602050306030303" pitchFamily="18" charset="0"/>
              </a:defRPr>
            </a:lvl7pPr>
            <a:lvl8pPr marL="3429000" indent="-228600" eaLnBrk="0" fontAlgn="base" hangingPunct="0">
              <a:spcBef>
                <a:spcPct val="0"/>
              </a:spcBef>
              <a:spcAft>
                <a:spcPct val="0"/>
              </a:spcAft>
              <a:defRPr>
                <a:solidFill>
                  <a:schemeClr val="tx1"/>
                </a:solidFill>
                <a:latin typeface="Constantia" panose="02030602050306030303" pitchFamily="18" charset="0"/>
              </a:defRPr>
            </a:lvl8pPr>
            <a:lvl9pPr marL="3886200" indent="-228600" eaLnBrk="0" fontAlgn="base" hangingPunct="0">
              <a:spcBef>
                <a:spcPct val="0"/>
              </a:spcBef>
              <a:spcAft>
                <a:spcPct val="0"/>
              </a:spcAft>
              <a:defRPr>
                <a:solidFill>
                  <a:schemeClr val="tx1"/>
                </a:solidFill>
                <a:latin typeface="Constantia" panose="02030602050306030303" pitchFamily="18" charset="0"/>
              </a:defRPr>
            </a:lvl9pPr>
          </a:lstStyle>
          <a:p>
            <a:pPr eaLnBrk="1" hangingPunct="1"/>
            <a:r>
              <a:rPr lang="tr-TR" altLang="tr-TR"/>
              <a:t>Bus</a:t>
            </a:r>
          </a:p>
        </p:txBody>
      </p:sp>
      <p:pic>
        <p:nvPicPr>
          <p:cNvPr id="26627" name="Picture 2">
            <a:extLst>
              <a:ext uri="{FF2B5EF4-FFF2-40B4-BE49-F238E27FC236}">
                <a16:creationId xmlns:a16="http://schemas.microsoft.com/office/drawing/2014/main" id="{B00B8C01-4F11-D1F9-918A-00258DF30A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9950" y="4378325"/>
            <a:ext cx="2932113" cy="190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28" name="Metin kutusu 8">
            <a:extLst>
              <a:ext uri="{FF2B5EF4-FFF2-40B4-BE49-F238E27FC236}">
                <a16:creationId xmlns:a16="http://schemas.microsoft.com/office/drawing/2014/main" id="{CE5A6704-D88B-6253-AF02-FCB572F957E9}"/>
              </a:ext>
            </a:extLst>
          </p:cNvPr>
          <p:cNvSpPr txBox="1">
            <a:spLocks noChangeArrowheads="1"/>
          </p:cNvSpPr>
          <p:nvPr/>
        </p:nvSpPr>
        <p:spPr bwMode="auto">
          <a:xfrm>
            <a:off x="2057400" y="3995738"/>
            <a:ext cx="13684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onstantia" panose="02030602050306030303" pitchFamily="18" charset="0"/>
              </a:defRPr>
            </a:lvl1pPr>
            <a:lvl2pPr marL="742950" indent="-285750">
              <a:defRPr>
                <a:solidFill>
                  <a:schemeClr val="tx1"/>
                </a:solidFill>
                <a:latin typeface="Constantia" panose="02030602050306030303" pitchFamily="18" charset="0"/>
              </a:defRPr>
            </a:lvl2pPr>
            <a:lvl3pPr marL="1143000" indent="-228600">
              <a:defRPr>
                <a:solidFill>
                  <a:schemeClr val="tx1"/>
                </a:solidFill>
                <a:latin typeface="Constantia" panose="02030602050306030303" pitchFamily="18" charset="0"/>
              </a:defRPr>
            </a:lvl3pPr>
            <a:lvl4pPr marL="1600200" indent="-228600">
              <a:defRPr>
                <a:solidFill>
                  <a:schemeClr val="tx1"/>
                </a:solidFill>
                <a:latin typeface="Constantia" panose="02030602050306030303" pitchFamily="18" charset="0"/>
              </a:defRPr>
            </a:lvl4pPr>
            <a:lvl5pPr marL="2057400" indent="-228600">
              <a:defRPr>
                <a:solidFill>
                  <a:schemeClr val="tx1"/>
                </a:solidFill>
                <a:latin typeface="Constantia" panose="02030602050306030303" pitchFamily="18" charset="0"/>
              </a:defRPr>
            </a:lvl5pPr>
            <a:lvl6pPr marL="2514600" indent="-228600" eaLnBrk="0" fontAlgn="base" hangingPunct="0">
              <a:spcBef>
                <a:spcPct val="0"/>
              </a:spcBef>
              <a:spcAft>
                <a:spcPct val="0"/>
              </a:spcAft>
              <a:defRPr>
                <a:solidFill>
                  <a:schemeClr val="tx1"/>
                </a:solidFill>
                <a:latin typeface="Constantia" panose="02030602050306030303" pitchFamily="18" charset="0"/>
              </a:defRPr>
            </a:lvl6pPr>
            <a:lvl7pPr marL="2971800" indent="-228600" eaLnBrk="0" fontAlgn="base" hangingPunct="0">
              <a:spcBef>
                <a:spcPct val="0"/>
              </a:spcBef>
              <a:spcAft>
                <a:spcPct val="0"/>
              </a:spcAft>
              <a:defRPr>
                <a:solidFill>
                  <a:schemeClr val="tx1"/>
                </a:solidFill>
                <a:latin typeface="Constantia" panose="02030602050306030303" pitchFamily="18" charset="0"/>
              </a:defRPr>
            </a:lvl7pPr>
            <a:lvl8pPr marL="3429000" indent="-228600" eaLnBrk="0" fontAlgn="base" hangingPunct="0">
              <a:spcBef>
                <a:spcPct val="0"/>
              </a:spcBef>
              <a:spcAft>
                <a:spcPct val="0"/>
              </a:spcAft>
              <a:defRPr>
                <a:solidFill>
                  <a:schemeClr val="tx1"/>
                </a:solidFill>
                <a:latin typeface="Constantia" panose="02030602050306030303" pitchFamily="18" charset="0"/>
              </a:defRPr>
            </a:lvl8pPr>
            <a:lvl9pPr marL="3886200" indent="-228600" eaLnBrk="0" fontAlgn="base" hangingPunct="0">
              <a:spcBef>
                <a:spcPct val="0"/>
              </a:spcBef>
              <a:spcAft>
                <a:spcPct val="0"/>
              </a:spcAft>
              <a:defRPr>
                <a:solidFill>
                  <a:schemeClr val="tx1"/>
                </a:solidFill>
                <a:latin typeface="Constantia" panose="02030602050306030303" pitchFamily="18" charset="0"/>
              </a:defRPr>
            </a:lvl9pPr>
          </a:lstStyle>
          <a:p>
            <a:pPr eaLnBrk="1" hangingPunct="1"/>
            <a:r>
              <a:rPr lang="tr-TR" altLang="tr-TR"/>
              <a:t>Halka</a:t>
            </a:r>
          </a:p>
        </p:txBody>
      </p:sp>
      <p:pic>
        <p:nvPicPr>
          <p:cNvPr id="26629" name="Picture 2">
            <a:extLst>
              <a:ext uri="{FF2B5EF4-FFF2-40B4-BE49-F238E27FC236}">
                <a16:creationId xmlns:a16="http://schemas.microsoft.com/office/drawing/2014/main" id="{9F088DCC-1F2C-4855-4D91-296B2828DBC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70488" y="4445000"/>
            <a:ext cx="2770187" cy="2295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30" name="Metin kutusu 10">
            <a:extLst>
              <a:ext uri="{FF2B5EF4-FFF2-40B4-BE49-F238E27FC236}">
                <a16:creationId xmlns:a16="http://schemas.microsoft.com/office/drawing/2014/main" id="{51F04C8C-A182-7C65-FE3A-D768702CEA5F}"/>
              </a:ext>
            </a:extLst>
          </p:cNvPr>
          <p:cNvSpPr txBox="1">
            <a:spLocks noChangeArrowheads="1"/>
          </p:cNvSpPr>
          <p:nvPr/>
        </p:nvSpPr>
        <p:spPr bwMode="auto">
          <a:xfrm>
            <a:off x="6197600" y="4046538"/>
            <a:ext cx="13684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onstantia" panose="02030602050306030303" pitchFamily="18" charset="0"/>
              </a:defRPr>
            </a:lvl1pPr>
            <a:lvl2pPr marL="742950" indent="-285750">
              <a:defRPr>
                <a:solidFill>
                  <a:schemeClr val="tx1"/>
                </a:solidFill>
                <a:latin typeface="Constantia" panose="02030602050306030303" pitchFamily="18" charset="0"/>
              </a:defRPr>
            </a:lvl2pPr>
            <a:lvl3pPr marL="1143000" indent="-228600">
              <a:defRPr>
                <a:solidFill>
                  <a:schemeClr val="tx1"/>
                </a:solidFill>
                <a:latin typeface="Constantia" panose="02030602050306030303" pitchFamily="18" charset="0"/>
              </a:defRPr>
            </a:lvl3pPr>
            <a:lvl4pPr marL="1600200" indent="-228600">
              <a:defRPr>
                <a:solidFill>
                  <a:schemeClr val="tx1"/>
                </a:solidFill>
                <a:latin typeface="Constantia" panose="02030602050306030303" pitchFamily="18" charset="0"/>
              </a:defRPr>
            </a:lvl4pPr>
            <a:lvl5pPr marL="2057400" indent="-228600">
              <a:defRPr>
                <a:solidFill>
                  <a:schemeClr val="tx1"/>
                </a:solidFill>
                <a:latin typeface="Constantia" panose="02030602050306030303" pitchFamily="18" charset="0"/>
              </a:defRPr>
            </a:lvl5pPr>
            <a:lvl6pPr marL="2514600" indent="-228600" eaLnBrk="0" fontAlgn="base" hangingPunct="0">
              <a:spcBef>
                <a:spcPct val="0"/>
              </a:spcBef>
              <a:spcAft>
                <a:spcPct val="0"/>
              </a:spcAft>
              <a:defRPr>
                <a:solidFill>
                  <a:schemeClr val="tx1"/>
                </a:solidFill>
                <a:latin typeface="Constantia" panose="02030602050306030303" pitchFamily="18" charset="0"/>
              </a:defRPr>
            </a:lvl6pPr>
            <a:lvl7pPr marL="2971800" indent="-228600" eaLnBrk="0" fontAlgn="base" hangingPunct="0">
              <a:spcBef>
                <a:spcPct val="0"/>
              </a:spcBef>
              <a:spcAft>
                <a:spcPct val="0"/>
              </a:spcAft>
              <a:defRPr>
                <a:solidFill>
                  <a:schemeClr val="tx1"/>
                </a:solidFill>
                <a:latin typeface="Constantia" panose="02030602050306030303" pitchFamily="18" charset="0"/>
              </a:defRPr>
            </a:lvl7pPr>
            <a:lvl8pPr marL="3429000" indent="-228600" eaLnBrk="0" fontAlgn="base" hangingPunct="0">
              <a:spcBef>
                <a:spcPct val="0"/>
              </a:spcBef>
              <a:spcAft>
                <a:spcPct val="0"/>
              </a:spcAft>
              <a:defRPr>
                <a:solidFill>
                  <a:schemeClr val="tx1"/>
                </a:solidFill>
                <a:latin typeface="Constantia" panose="02030602050306030303" pitchFamily="18" charset="0"/>
              </a:defRPr>
            </a:lvl8pPr>
            <a:lvl9pPr marL="3886200" indent="-228600" eaLnBrk="0" fontAlgn="base" hangingPunct="0">
              <a:spcBef>
                <a:spcPct val="0"/>
              </a:spcBef>
              <a:spcAft>
                <a:spcPct val="0"/>
              </a:spcAft>
              <a:defRPr>
                <a:solidFill>
                  <a:schemeClr val="tx1"/>
                </a:solidFill>
                <a:latin typeface="Constantia" panose="02030602050306030303" pitchFamily="18" charset="0"/>
              </a:defRPr>
            </a:lvl9pPr>
          </a:lstStyle>
          <a:p>
            <a:pPr eaLnBrk="1" hangingPunct="1"/>
            <a:r>
              <a:rPr lang="tr-TR" altLang="tr-TR"/>
              <a:t>Yıldız</a:t>
            </a:r>
          </a:p>
        </p:txBody>
      </p:sp>
      <p:pic>
        <p:nvPicPr>
          <p:cNvPr id="26631" name="Resim 2">
            <a:extLst>
              <a:ext uri="{FF2B5EF4-FFF2-40B4-BE49-F238E27FC236}">
                <a16:creationId xmlns:a16="http://schemas.microsoft.com/office/drawing/2014/main" id="{A28D671D-CF0A-E5DE-5918-01E4D14C5443}"/>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63550" y="1227138"/>
            <a:ext cx="2962275" cy="223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32" name="Metin kutusu 6">
            <a:extLst>
              <a:ext uri="{FF2B5EF4-FFF2-40B4-BE49-F238E27FC236}">
                <a16:creationId xmlns:a16="http://schemas.microsoft.com/office/drawing/2014/main" id="{25B1576D-8429-D3DD-3CD4-CEFEF0B552A5}"/>
              </a:ext>
            </a:extLst>
          </p:cNvPr>
          <p:cNvSpPr txBox="1">
            <a:spLocks noChangeArrowheads="1"/>
          </p:cNvSpPr>
          <p:nvPr/>
        </p:nvSpPr>
        <p:spPr bwMode="auto">
          <a:xfrm>
            <a:off x="838200" y="925513"/>
            <a:ext cx="13684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onstantia" panose="02030602050306030303" pitchFamily="18" charset="0"/>
              </a:defRPr>
            </a:lvl1pPr>
            <a:lvl2pPr marL="742950" indent="-285750">
              <a:defRPr>
                <a:solidFill>
                  <a:schemeClr val="tx1"/>
                </a:solidFill>
                <a:latin typeface="Constantia" panose="02030602050306030303" pitchFamily="18" charset="0"/>
              </a:defRPr>
            </a:lvl2pPr>
            <a:lvl3pPr marL="1143000" indent="-228600">
              <a:defRPr>
                <a:solidFill>
                  <a:schemeClr val="tx1"/>
                </a:solidFill>
                <a:latin typeface="Constantia" panose="02030602050306030303" pitchFamily="18" charset="0"/>
              </a:defRPr>
            </a:lvl3pPr>
            <a:lvl4pPr marL="1600200" indent="-228600">
              <a:defRPr>
                <a:solidFill>
                  <a:schemeClr val="tx1"/>
                </a:solidFill>
                <a:latin typeface="Constantia" panose="02030602050306030303" pitchFamily="18" charset="0"/>
              </a:defRPr>
            </a:lvl4pPr>
            <a:lvl5pPr marL="2057400" indent="-228600">
              <a:defRPr>
                <a:solidFill>
                  <a:schemeClr val="tx1"/>
                </a:solidFill>
                <a:latin typeface="Constantia" panose="02030602050306030303" pitchFamily="18" charset="0"/>
              </a:defRPr>
            </a:lvl5pPr>
            <a:lvl6pPr marL="2514600" indent="-228600" eaLnBrk="0" fontAlgn="base" hangingPunct="0">
              <a:spcBef>
                <a:spcPct val="0"/>
              </a:spcBef>
              <a:spcAft>
                <a:spcPct val="0"/>
              </a:spcAft>
              <a:defRPr>
                <a:solidFill>
                  <a:schemeClr val="tx1"/>
                </a:solidFill>
                <a:latin typeface="Constantia" panose="02030602050306030303" pitchFamily="18" charset="0"/>
              </a:defRPr>
            </a:lvl6pPr>
            <a:lvl7pPr marL="2971800" indent="-228600" eaLnBrk="0" fontAlgn="base" hangingPunct="0">
              <a:spcBef>
                <a:spcPct val="0"/>
              </a:spcBef>
              <a:spcAft>
                <a:spcPct val="0"/>
              </a:spcAft>
              <a:defRPr>
                <a:solidFill>
                  <a:schemeClr val="tx1"/>
                </a:solidFill>
                <a:latin typeface="Constantia" panose="02030602050306030303" pitchFamily="18" charset="0"/>
              </a:defRPr>
            </a:lvl7pPr>
            <a:lvl8pPr marL="3429000" indent="-228600" eaLnBrk="0" fontAlgn="base" hangingPunct="0">
              <a:spcBef>
                <a:spcPct val="0"/>
              </a:spcBef>
              <a:spcAft>
                <a:spcPct val="0"/>
              </a:spcAft>
              <a:defRPr>
                <a:solidFill>
                  <a:schemeClr val="tx1"/>
                </a:solidFill>
                <a:latin typeface="Constantia" panose="02030602050306030303" pitchFamily="18" charset="0"/>
              </a:defRPr>
            </a:lvl8pPr>
            <a:lvl9pPr marL="3886200" indent="-228600" eaLnBrk="0" fontAlgn="base" hangingPunct="0">
              <a:spcBef>
                <a:spcPct val="0"/>
              </a:spcBef>
              <a:spcAft>
                <a:spcPct val="0"/>
              </a:spcAft>
              <a:defRPr>
                <a:solidFill>
                  <a:schemeClr val="tx1"/>
                </a:solidFill>
                <a:latin typeface="Constantia" panose="02030602050306030303" pitchFamily="18" charset="0"/>
              </a:defRPr>
            </a:lvl9pPr>
          </a:lstStyle>
          <a:p>
            <a:pPr eaLnBrk="1" hangingPunct="1"/>
            <a:r>
              <a:rPr lang="tr-TR" altLang="tr-TR"/>
              <a:t>Örgü</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7657" name="Picture 27656">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3027759" cy="4188315"/>
          </a:xfrm>
          <a:prstGeom prst="rect">
            <a:avLst/>
          </a:prstGeom>
        </p:spPr>
      </p:pic>
      <p:pic>
        <p:nvPicPr>
          <p:cNvPr id="27659" name="Picture 27658">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141809" cy="2365453"/>
          </a:xfrm>
          <a:prstGeom prst="rect">
            <a:avLst/>
          </a:prstGeom>
        </p:spPr>
      </p:pic>
      <p:sp>
        <p:nvSpPr>
          <p:cNvPr id="27661" name="Oval 27660">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56759" y="1676400"/>
            <a:ext cx="211455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tr-TR"/>
          </a:p>
        </p:txBody>
      </p:sp>
      <p:pic>
        <p:nvPicPr>
          <p:cNvPr id="27663" name="Picture 27662">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5999559" y="0"/>
            <a:ext cx="1202540" cy="1141407"/>
          </a:xfrm>
          <a:prstGeom prst="rect">
            <a:avLst/>
          </a:prstGeom>
        </p:spPr>
      </p:pic>
      <p:pic>
        <p:nvPicPr>
          <p:cNvPr id="27665" name="Picture 27664">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6454408" y="6096000"/>
            <a:ext cx="745301" cy="762000"/>
          </a:xfrm>
          <a:prstGeom prst="rect">
            <a:avLst/>
          </a:prstGeom>
        </p:spPr>
      </p:pic>
      <p:sp>
        <p:nvSpPr>
          <p:cNvPr id="27667" name="Rectangle 27666">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27669" name="Rectangle 27668">
            <a:extLst>
              <a:ext uri="{FF2B5EF4-FFF2-40B4-BE49-F238E27FC236}">
                <a16:creationId xmlns:a16="http://schemas.microsoft.com/office/drawing/2014/main" id="{B4AAD3FD-83A5-4B89-9F8F-01B8870865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7649" name="Title 1">
            <a:extLst>
              <a:ext uri="{FF2B5EF4-FFF2-40B4-BE49-F238E27FC236}">
                <a16:creationId xmlns:a16="http://schemas.microsoft.com/office/drawing/2014/main" id="{4A06BD27-4509-47F5-8C11-4F9D4A09767C}"/>
              </a:ext>
            </a:extLst>
          </p:cNvPr>
          <p:cNvSpPr>
            <a:spLocks noGrp="1"/>
          </p:cNvSpPr>
          <p:nvPr>
            <p:ph type="title"/>
          </p:nvPr>
        </p:nvSpPr>
        <p:spPr>
          <a:xfrm>
            <a:off x="486698" y="629266"/>
            <a:ext cx="3124882" cy="1622321"/>
          </a:xfrm>
        </p:spPr>
        <p:txBody>
          <a:bodyPr vert="horz" lIns="91440" tIns="45720" rIns="91440" bIns="45720" rtlCol="0" anchor="t">
            <a:normAutofit/>
          </a:bodyPr>
          <a:lstStyle/>
          <a:p>
            <a:pPr defTabSz="457200"/>
            <a:r>
              <a:rPr lang="en-US" altLang="tr-TR" sz="3900" b="0" i="0" kern="1200">
                <a:solidFill>
                  <a:srgbClr val="EBEBEB"/>
                </a:solidFill>
                <a:latin typeface="+mj-lt"/>
                <a:ea typeface="+mj-ea"/>
                <a:cs typeface="+mj-cs"/>
              </a:rPr>
              <a:t>Yıldız topolojili ağ</a:t>
            </a:r>
          </a:p>
        </p:txBody>
      </p:sp>
      <p:sp>
        <p:nvSpPr>
          <p:cNvPr id="27671" name="Freeform 31">
            <a:extLst>
              <a:ext uri="{FF2B5EF4-FFF2-40B4-BE49-F238E27FC236}">
                <a16:creationId xmlns:a16="http://schemas.microsoft.com/office/drawing/2014/main" id="{61752F1D-FC0F-4103-9584-630E643CCD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45515" y="-1"/>
            <a:ext cx="419604"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27673" name="Freeform: Shape 27672">
            <a:extLst>
              <a:ext uri="{FF2B5EF4-FFF2-40B4-BE49-F238E27FC236}">
                <a16:creationId xmlns:a16="http://schemas.microsoft.com/office/drawing/2014/main" id="{70151CB7-E7DE-4917-B831-01DF9CE013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3095864" y="809550"/>
            <a:ext cx="6858001" cy="52389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6772 h 6985200"/>
              <a:gd name="connsiteX6" fmla="*/ 1 w 6858001"/>
              <a:gd name="connsiteY6" fmla="*/ 886772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6772"/>
                </a:lnTo>
                <a:lnTo>
                  <a:pt x="1" y="886772"/>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ln>
            <a:noFill/>
          </a:ln>
        </p:spPr>
        <p:txBody>
          <a:bodyPr/>
          <a:lstStyle/>
          <a:p>
            <a:endParaRPr lang="tr-TR"/>
          </a:p>
        </p:txBody>
      </p:sp>
      <p:pic>
        <p:nvPicPr>
          <p:cNvPr id="27651" name="Picture 2">
            <a:extLst>
              <a:ext uri="{FF2B5EF4-FFF2-40B4-BE49-F238E27FC236}">
                <a16:creationId xmlns:a16="http://schemas.microsoft.com/office/drawing/2014/main" id="{C3ABFCF0-BA3F-0202-6226-652DAA05FAA7}"/>
              </a:ext>
            </a:extLst>
          </p:cNvPr>
          <p:cNvPicPr>
            <a:picLocks noGrp="1" noChangeAspect="1" noChangeArrowheads="1"/>
          </p:cNvPicPr>
          <p:nvPr>
            <p:ph sz="half" idx="1"/>
          </p:nvPr>
        </p:nvPicPr>
        <p:blipFill>
          <a:blip r:embed="rId7">
            <a:extLst>
              <a:ext uri="{28A0092B-C50C-407E-A947-70E740481C1C}">
                <a14:useLocalDpi xmlns:a14="http://schemas.microsoft.com/office/drawing/2010/main" val="0"/>
              </a:ext>
            </a:extLst>
          </a:blip>
          <a:stretch>
            <a:fillRect/>
          </a:stretch>
        </p:blipFill>
        <p:spPr>
          <a:xfrm>
            <a:off x="4570494" y="1734733"/>
            <a:ext cx="4087416" cy="3388531"/>
          </a:xfrm>
          <a:prstGeom prst="rect">
            <a:avLst/>
          </a:prstGeom>
          <a:effectLst/>
        </p:spPr>
      </p:pic>
      <p:sp>
        <p:nvSpPr>
          <p:cNvPr id="27675" name="Rectangle 27674">
            <a:extLst>
              <a:ext uri="{FF2B5EF4-FFF2-40B4-BE49-F238E27FC236}">
                <a16:creationId xmlns:a16="http://schemas.microsoft.com/office/drawing/2014/main" id="{A92A1116-1C84-41DF-B803-1F7B0883EC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31836"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27650" name="Slide Number Placeholder 5">
            <a:extLst>
              <a:ext uri="{FF2B5EF4-FFF2-40B4-BE49-F238E27FC236}">
                <a16:creationId xmlns:a16="http://schemas.microsoft.com/office/drawing/2014/main" id="{C567F7BC-9246-B947-42B1-D0F7798AE765}"/>
              </a:ext>
            </a:extLst>
          </p:cNvPr>
          <p:cNvSpPr>
            <a:spLocks noGrp="1"/>
          </p:cNvSpPr>
          <p:nvPr>
            <p:ph type="sldNum" sz="quarter" idx="12"/>
          </p:nvPr>
        </p:nvSpPr>
        <p:spPr bwMode="auto">
          <a:xfrm>
            <a:off x="7764405" y="295729"/>
            <a:ext cx="628649" cy="767687"/>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b">
            <a:normAutofit/>
          </a:bodyPr>
          <a:lstStyle>
            <a:lvl1pPr>
              <a:defRPr>
                <a:solidFill>
                  <a:schemeClr val="tx1"/>
                </a:solidFill>
                <a:latin typeface="Constantia" panose="02030602050306030303" pitchFamily="18" charset="0"/>
              </a:defRPr>
            </a:lvl1pPr>
            <a:lvl2pPr marL="742950" indent="-285750">
              <a:defRPr>
                <a:solidFill>
                  <a:schemeClr val="tx1"/>
                </a:solidFill>
                <a:latin typeface="Constantia" panose="02030602050306030303" pitchFamily="18" charset="0"/>
              </a:defRPr>
            </a:lvl2pPr>
            <a:lvl3pPr marL="1143000" indent="-228600">
              <a:defRPr>
                <a:solidFill>
                  <a:schemeClr val="tx1"/>
                </a:solidFill>
                <a:latin typeface="Constantia" panose="02030602050306030303" pitchFamily="18" charset="0"/>
              </a:defRPr>
            </a:lvl3pPr>
            <a:lvl4pPr marL="1600200" indent="-228600">
              <a:defRPr>
                <a:solidFill>
                  <a:schemeClr val="tx1"/>
                </a:solidFill>
                <a:latin typeface="Constantia" panose="02030602050306030303" pitchFamily="18" charset="0"/>
              </a:defRPr>
            </a:lvl4pPr>
            <a:lvl5pPr marL="2057400" indent="-228600">
              <a:defRPr>
                <a:solidFill>
                  <a:schemeClr val="tx1"/>
                </a:solidFill>
                <a:latin typeface="Constantia" panose="02030602050306030303" pitchFamily="18" charset="0"/>
              </a:defRPr>
            </a:lvl5pPr>
            <a:lvl6pPr marL="2514600" indent="-228600" eaLnBrk="0" fontAlgn="base" hangingPunct="0">
              <a:spcBef>
                <a:spcPct val="0"/>
              </a:spcBef>
              <a:spcAft>
                <a:spcPct val="0"/>
              </a:spcAft>
              <a:defRPr>
                <a:solidFill>
                  <a:schemeClr val="tx1"/>
                </a:solidFill>
                <a:latin typeface="Constantia" panose="02030602050306030303" pitchFamily="18" charset="0"/>
              </a:defRPr>
            </a:lvl6pPr>
            <a:lvl7pPr marL="2971800" indent="-228600" eaLnBrk="0" fontAlgn="base" hangingPunct="0">
              <a:spcBef>
                <a:spcPct val="0"/>
              </a:spcBef>
              <a:spcAft>
                <a:spcPct val="0"/>
              </a:spcAft>
              <a:defRPr>
                <a:solidFill>
                  <a:schemeClr val="tx1"/>
                </a:solidFill>
                <a:latin typeface="Constantia" panose="02030602050306030303" pitchFamily="18" charset="0"/>
              </a:defRPr>
            </a:lvl7pPr>
            <a:lvl8pPr marL="3429000" indent="-228600" eaLnBrk="0" fontAlgn="base" hangingPunct="0">
              <a:spcBef>
                <a:spcPct val="0"/>
              </a:spcBef>
              <a:spcAft>
                <a:spcPct val="0"/>
              </a:spcAft>
              <a:defRPr>
                <a:solidFill>
                  <a:schemeClr val="tx1"/>
                </a:solidFill>
                <a:latin typeface="Constantia" panose="02030602050306030303" pitchFamily="18" charset="0"/>
              </a:defRPr>
            </a:lvl8pPr>
            <a:lvl9pPr marL="3886200" indent="-228600" eaLnBrk="0" fontAlgn="base" hangingPunct="0">
              <a:spcBef>
                <a:spcPct val="0"/>
              </a:spcBef>
              <a:spcAft>
                <a:spcPct val="0"/>
              </a:spcAft>
              <a:defRPr>
                <a:solidFill>
                  <a:schemeClr val="tx1"/>
                </a:solidFill>
                <a:latin typeface="Constantia" panose="02030602050306030303" pitchFamily="18" charset="0"/>
              </a:defRPr>
            </a:lvl9pPr>
          </a:lstStyle>
          <a:p>
            <a:pPr defTabSz="914400">
              <a:spcAft>
                <a:spcPts val="600"/>
              </a:spcAft>
            </a:pPr>
            <a:fld id="{5228BC6D-E122-4E4A-86BF-CAC38336145C}" type="slidenum">
              <a:rPr lang="en-US" altLang="tr-TR" sz="2800">
                <a:solidFill>
                  <a:srgbClr val="FFFFFF"/>
                </a:solidFill>
                <a:latin typeface="+mn-lt"/>
              </a:rPr>
              <a:pPr defTabSz="914400">
                <a:spcAft>
                  <a:spcPts val="600"/>
                </a:spcAft>
              </a:pPr>
              <a:t>24</a:t>
            </a:fld>
            <a:endParaRPr lang="en-US" altLang="tr-TR" sz="2800">
              <a:solidFill>
                <a:srgbClr val="FFFFFF"/>
              </a:solidFill>
              <a:latin typeface="+mn-lt"/>
            </a:endParaRPr>
          </a:p>
        </p:txBody>
      </p:sp>
      <p:sp>
        <p:nvSpPr>
          <p:cNvPr id="27652" name="Content Placeholder 4">
            <a:extLst>
              <a:ext uri="{FF2B5EF4-FFF2-40B4-BE49-F238E27FC236}">
                <a16:creationId xmlns:a16="http://schemas.microsoft.com/office/drawing/2014/main" id="{D444B060-B82C-FCC8-01F6-94E0E7A43173}"/>
              </a:ext>
            </a:extLst>
          </p:cNvPr>
          <p:cNvSpPr>
            <a:spLocks noGrp="1"/>
          </p:cNvSpPr>
          <p:nvPr>
            <p:ph sz="half" idx="2"/>
          </p:nvPr>
        </p:nvSpPr>
        <p:spPr>
          <a:xfrm>
            <a:off x="486698" y="2438400"/>
            <a:ext cx="3124882" cy="3785419"/>
          </a:xfrm>
        </p:spPr>
        <p:txBody>
          <a:bodyPr vert="horz" lIns="91440" tIns="45720" rIns="91440" bIns="45720" rtlCol="0">
            <a:normAutofit/>
          </a:bodyPr>
          <a:lstStyle/>
          <a:p>
            <a:pPr defTabSz="457200"/>
            <a:r>
              <a:rPr lang="en-US" altLang="tr-TR">
                <a:solidFill>
                  <a:srgbClr val="EBEBEB"/>
                </a:solidFill>
              </a:rPr>
              <a:t>Yıldız ağı topolojisi ortasında bulundurduğu sunucu ya da bir cihaz sayesinde veri trafiğini kontrol eder. Ortadaki cihaz çevre birimlerden gelen sinyalleri güçlendirir. </a:t>
            </a:r>
          </a:p>
        </p:txBody>
      </p:sp>
    </p:spTree>
  </p:cSld>
  <p:clrMapOvr>
    <a:overrideClrMapping bg1="lt1" tx1="dk1" bg2="lt2" tx2="dk2" accent1="accent1" accent2="accent2" accent3="accent3" accent4="accent4" accent5="accent5" accent6="accent6" hlink="hlink" folHlink="folHlink"/>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Unvan 1">
            <a:extLst>
              <a:ext uri="{FF2B5EF4-FFF2-40B4-BE49-F238E27FC236}">
                <a16:creationId xmlns:a16="http://schemas.microsoft.com/office/drawing/2014/main" id="{B0014C1C-1366-B820-1F39-0DE504CDFBAA}"/>
              </a:ext>
            </a:extLst>
          </p:cNvPr>
          <p:cNvSpPr>
            <a:spLocks noGrp="1"/>
          </p:cNvSpPr>
          <p:nvPr>
            <p:ph type="title"/>
          </p:nvPr>
        </p:nvSpPr>
        <p:spPr/>
        <p:txBody>
          <a:bodyPr/>
          <a:lstStyle/>
          <a:p>
            <a:r>
              <a:rPr lang="en-US" altLang="tr-TR" sz="4400" b="0" i="0" kern="1200">
                <a:solidFill>
                  <a:srgbClr val="EBEBEB"/>
                </a:solidFill>
                <a:latin typeface="+mj-lt"/>
                <a:ea typeface="+mj-ea"/>
                <a:cs typeface="+mj-cs"/>
              </a:rPr>
              <a:t>Yıldız topolojili ağ</a:t>
            </a:r>
            <a:endParaRPr lang="tr-TR" altLang="tr-TR"/>
          </a:p>
        </p:txBody>
      </p:sp>
      <p:sp>
        <p:nvSpPr>
          <p:cNvPr id="29698" name="İçerik Yer Tutucusu 2">
            <a:extLst>
              <a:ext uri="{FF2B5EF4-FFF2-40B4-BE49-F238E27FC236}">
                <a16:creationId xmlns:a16="http://schemas.microsoft.com/office/drawing/2014/main" id="{9E170929-192C-2F22-DEEB-7B25BB436FFD}"/>
              </a:ext>
            </a:extLst>
          </p:cNvPr>
          <p:cNvSpPr>
            <a:spLocks noGrp="1"/>
          </p:cNvSpPr>
          <p:nvPr>
            <p:ph sz="half" idx="1"/>
          </p:nvPr>
        </p:nvSpPr>
        <p:spPr>
          <a:xfrm>
            <a:off x="457200" y="1920875"/>
            <a:ext cx="8229600" cy="4433888"/>
          </a:xfrm>
        </p:spPr>
        <p:txBody>
          <a:bodyPr/>
          <a:lstStyle/>
          <a:p>
            <a:pPr algn="just"/>
            <a:r>
              <a:rPr lang="tr-TR" altLang="tr-TR" dirty="0"/>
              <a:t>Diğer makinelerin birbirleriyle doğrudan iletişimi yoktur. Ortadaki cihaz üzerinden haberleşirler. Bu nedenle ortadaki cihazda çıkabilecek bir arıza tüm ağı etkileyecektir. Fakat bunun dışında herhangi bir bilgisayarın sistem dışına çıkması ağı kökten etkilemeyecektir. </a:t>
            </a:r>
          </a:p>
          <a:p>
            <a:pPr algn="just"/>
            <a:r>
              <a:rPr lang="tr-TR" altLang="tr-TR" dirty="0"/>
              <a:t>Uzun mesafeli ağ tasarımlarında maliyeti artıracağından uygun bir tasarım şekli olarak kabul edilmeyebilir.</a:t>
            </a:r>
          </a:p>
          <a:p>
            <a:endParaRPr lang="tr-TR" altLang="tr-TR"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Unvan 1">
            <a:extLst>
              <a:ext uri="{FF2B5EF4-FFF2-40B4-BE49-F238E27FC236}">
                <a16:creationId xmlns:a16="http://schemas.microsoft.com/office/drawing/2014/main" id="{8E815444-EE7B-1B35-3967-E68121D04A79}"/>
              </a:ext>
            </a:extLst>
          </p:cNvPr>
          <p:cNvSpPr>
            <a:spLocks noGrp="1"/>
          </p:cNvSpPr>
          <p:nvPr>
            <p:ph type="title"/>
          </p:nvPr>
        </p:nvSpPr>
        <p:spPr/>
        <p:txBody>
          <a:bodyPr/>
          <a:lstStyle/>
          <a:p>
            <a:r>
              <a:rPr lang="en-US" altLang="tr-TR" sz="4400" b="0" i="0" kern="1200">
                <a:solidFill>
                  <a:srgbClr val="EBEBEB"/>
                </a:solidFill>
                <a:latin typeface="+mj-lt"/>
                <a:ea typeface="+mj-ea"/>
                <a:cs typeface="+mj-cs"/>
              </a:rPr>
              <a:t>Yıldız topolojili ağ</a:t>
            </a:r>
            <a:endParaRPr lang="tr-TR" altLang="tr-TR"/>
          </a:p>
        </p:txBody>
      </p:sp>
      <p:sp>
        <p:nvSpPr>
          <p:cNvPr id="3" name="İçerik Yer Tutucusu 2">
            <a:extLst>
              <a:ext uri="{FF2B5EF4-FFF2-40B4-BE49-F238E27FC236}">
                <a16:creationId xmlns:a16="http://schemas.microsoft.com/office/drawing/2014/main" id="{F9055BDF-CC9E-0D12-EF47-7737F429B993}"/>
              </a:ext>
            </a:extLst>
          </p:cNvPr>
          <p:cNvSpPr>
            <a:spLocks noGrp="1"/>
          </p:cNvSpPr>
          <p:nvPr>
            <p:ph sz="half" idx="1"/>
          </p:nvPr>
        </p:nvSpPr>
        <p:spPr/>
        <p:txBody>
          <a:bodyPr>
            <a:normAutofit lnSpcReduction="10000"/>
          </a:bodyPr>
          <a:lstStyle/>
          <a:p>
            <a:pPr>
              <a:buFont typeface="Wingdings 2" panose="05020102010507070707" pitchFamily="18" charset="2"/>
              <a:buChar char=""/>
              <a:defRPr/>
            </a:pPr>
            <a:endParaRPr lang="tr-TR" dirty="0"/>
          </a:p>
          <a:p>
            <a:pPr marL="0" indent="0">
              <a:buFont typeface="Wingdings 2" panose="05020102010507070707" pitchFamily="18" charset="2"/>
              <a:buNone/>
              <a:defRPr/>
            </a:pPr>
            <a:r>
              <a:rPr lang="tr-TR" sz="2000" b="1" dirty="0"/>
              <a:t>Avantajları:</a:t>
            </a:r>
          </a:p>
          <a:p>
            <a:pPr>
              <a:buFont typeface="Wingdings 2" panose="05020102010507070707" pitchFamily="18" charset="2"/>
              <a:buChar char=""/>
              <a:defRPr/>
            </a:pPr>
            <a:r>
              <a:rPr lang="tr-TR" sz="2000" dirty="0"/>
              <a:t>Ağı kurmak kolaydır</a:t>
            </a:r>
          </a:p>
          <a:p>
            <a:pPr>
              <a:buFont typeface="Wingdings 2" panose="05020102010507070707" pitchFamily="18" charset="2"/>
              <a:buChar char=""/>
              <a:defRPr/>
            </a:pPr>
            <a:r>
              <a:rPr lang="tr-TR" sz="2000" dirty="0"/>
              <a:t>Bir bilgisayara bağlı </a:t>
            </a:r>
            <a:r>
              <a:rPr lang="tr-TR" sz="2000"/>
              <a:t>kablo bozulduğunda ağın çalışması etkilenmez</a:t>
            </a:r>
            <a:r>
              <a:rPr lang="tr-TR" sz="2000" dirty="0"/>
              <a:t>.</a:t>
            </a:r>
          </a:p>
          <a:p>
            <a:pPr>
              <a:buFont typeface="Wingdings 2" panose="05020102010507070707" pitchFamily="18" charset="2"/>
              <a:buChar char=""/>
              <a:defRPr/>
            </a:pPr>
            <a:r>
              <a:rPr lang="tr-TR" sz="2000" dirty="0"/>
              <a:t>Ağdaki sorunları tespit etmek kolaydır.</a:t>
            </a:r>
          </a:p>
          <a:p>
            <a:pPr>
              <a:buFont typeface="Wingdings 2" panose="05020102010507070707" pitchFamily="18" charset="2"/>
              <a:buChar char=""/>
              <a:defRPr/>
            </a:pPr>
            <a:endParaRPr lang="tr-TR" dirty="0"/>
          </a:p>
          <a:p>
            <a:pPr>
              <a:buFont typeface="Wingdings 2" panose="05020102010507070707" pitchFamily="18" charset="2"/>
              <a:buChar char=""/>
              <a:defRPr/>
            </a:pPr>
            <a:endParaRPr lang="tr-TR" dirty="0"/>
          </a:p>
        </p:txBody>
      </p:sp>
      <p:sp>
        <p:nvSpPr>
          <p:cNvPr id="4" name="İçerik Yer Tutucusu 3">
            <a:extLst>
              <a:ext uri="{FF2B5EF4-FFF2-40B4-BE49-F238E27FC236}">
                <a16:creationId xmlns:a16="http://schemas.microsoft.com/office/drawing/2014/main" id="{5DC2855B-51FD-7BCB-4AF8-E8BF3312D61F}"/>
              </a:ext>
            </a:extLst>
          </p:cNvPr>
          <p:cNvSpPr>
            <a:spLocks noGrp="1"/>
          </p:cNvSpPr>
          <p:nvPr>
            <p:ph sz="half" idx="2"/>
          </p:nvPr>
        </p:nvSpPr>
        <p:spPr>
          <a:xfrm>
            <a:off x="4241975" y="2056093"/>
            <a:ext cx="4292425" cy="4200245"/>
          </a:xfrm>
        </p:spPr>
        <p:txBody>
          <a:bodyPr>
            <a:normAutofit lnSpcReduction="10000"/>
          </a:bodyPr>
          <a:lstStyle/>
          <a:p>
            <a:pPr marL="0" indent="0">
              <a:buFont typeface="Wingdings 2" panose="05020102010507070707" pitchFamily="18" charset="2"/>
              <a:buNone/>
              <a:defRPr/>
            </a:pPr>
            <a:endParaRPr lang="tr-TR" dirty="0"/>
          </a:p>
          <a:p>
            <a:pPr marL="0" indent="0">
              <a:buFont typeface="Wingdings 2" panose="05020102010507070707" pitchFamily="18" charset="2"/>
              <a:buNone/>
              <a:defRPr/>
            </a:pPr>
            <a:r>
              <a:rPr lang="tr-TR" sz="2000" b="1" dirty="0"/>
              <a:t>Dezavantajları </a:t>
            </a:r>
          </a:p>
          <a:p>
            <a:pPr>
              <a:buFont typeface="Wingdings 2" panose="05020102010507070707" pitchFamily="18" charset="2"/>
              <a:buChar char=""/>
              <a:defRPr/>
            </a:pPr>
            <a:r>
              <a:rPr lang="tr-TR" sz="2000" dirty="0" err="1"/>
              <a:t>Hub</a:t>
            </a:r>
            <a:r>
              <a:rPr lang="tr-TR" sz="2000" dirty="0"/>
              <a:t> kullanıldığında ağ trafiği artar.</a:t>
            </a:r>
          </a:p>
          <a:p>
            <a:pPr>
              <a:buFont typeface="Wingdings 2" panose="05020102010507070707" pitchFamily="18" charset="2"/>
              <a:buChar char=""/>
              <a:defRPr/>
            </a:pPr>
            <a:r>
              <a:rPr lang="tr-TR" sz="2000" dirty="0"/>
              <a:t>Doğrusala göre daha fazla uzunlukta kablo gerektirir.</a:t>
            </a:r>
          </a:p>
          <a:p>
            <a:pPr>
              <a:buFont typeface="Wingdings 2" panose="05020102010507070707" pitchFamily="18" charset="2"/>
              <a:buChar char=""/>
              <a:defRPr/>
            </a:pPr>
            <a:r>
              <a:rPr lang="tr-TR" sz="2000" dirty="0" err="1"/>
              <a:t>Hub</a:t>
            </a:r>
            <a:r>
              <a:rPr lang="tr-TR" sz="2000" dirty="0"/>
              <a:t> veya Switch bozulduğunda tüm ağ çalışmaz hale gelir.</a:t>
            </a:r>
          </a:p>
          <a:p>
            <a:pPr>
              <a:buFont typeface="Wingdings 2" panose="05020102010507070707" pitchFamily="18" charset="2"/>
              <a:buChar char=""/>
              <a:defRPr/>
            </a:pPr>
            <a:r>
              <a:rPr lang="tr-TR" sz="2000" dirty="0" err="1"/>
              <a:t>Hub</a:t>
            </a:r>
            <a:r>
              <a:rPr lang="tr-TR" sz="2000" dirty="0"/>
              <a:t> ve Switch gibi cihazlar nedeniyle doğrusala göre kurulumu daha pahalıdır.</a:t>
            </a:r>
          </a:p>
          <a:p>
            <a:pPr>
              <a:buFont typeface="Wingdings 2" panose="05020102010507070707" pitchFamily="18" charset="2"/>
              <a:buChar char=""/>
              <a:defRPr/>
            </a:pPr>
            <a:endParaRPr lang="tr-TR" dirty="0"/>
          </a:p>
          <a:p>
            <a:pPr>
              <a:buFont typeface="Wingdings 2" panose="05020102010507070707" pitchFamily="18" charset="2"/>
              <a:buChar char=""/>
              <a:defRPr/>
            </a:pPr>
            <a:endParaRPr lang="tr-TR"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7000"/>
                <a:hueMod val="88000"/>
                <a:satMod val="130000"/>
                <a:lumMod val="124000"/>
              </a:schemeClr>
            </a:gs>
            <a:gs pos="100000">
              <a:schemeClr val="bg1">
                <a:tint val="96000"/>
                <a:shade val="88000"/>
                <a:hueMod val="108000"/>
                <a:satMod val="164000"/>
                <a:lumMod val="76000"/>
              </a:schemeClr>
            </a:gs>
          </a:gsLst>
          <a:path path="circle">
            <a:fillToRect l="45000" t="65000" r="125000" b="100000"/>
          </a:path>
        </a:gradFill>
        <a:effectLst/>
      </p:bgPr>
    </p:bg>
    <p:spTree>
      <p:nvGrpSpPr>
        <p:cNvPr id="1" name=""/>
        <p:cNvGrpSpPr/>
        <p:nvPr/>
      </p:nvGrpSpPr>
      <p:grpSpPr>
        <a:xfrm>
          <a:off x="0" y="0"/>
          <a:ext cx="0" cy="0"/>
          <a:chOff x="0" y="0"/>
          <a:chExt cx="0" cy="0"/>
        </a:xfrm>
      </p:grpSpPr>
      <p:pic>
        <p:nvPicPr>
          <p:cNvPr id="31751" name="Picture 31750">
            <a:extLst>
              <a:ext uri="{FF2B5EF4-FFF2-40B4-BE49-F238E27FC236}">
                <a16:creationId xmlns:a16="http://schemas.microsoft.com/office/drawing/2014/main" id="{C9ECDD5C-152A-4CC7-8333-0F367B3A62E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669685"/>
            <a:ext cx="3027759" cy="4188315"/>
          </a:xfrm>
          <a:prstGeom prst="rect">
            <a:avLst/>
          </a:prstGeom>
        </p:spPr>
      </p:pic>
      <p:pic>
        <p:nvPicPr>
          <p:cNvPr id="31753" name="Picture 31752">
            <a:extLst>
              <a:ext uri="{FF2B5EF4-FFF2-40B4-BE49-F238E27FC236}">
                <a16:creationId xmlns:a16="http://schemas.microsoft.com/office/drawing/2014/main" id="{7F5C92A3-369B-43F3-BDCE-E560B1B0EC8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141809" cy="2365453"/>
          </a:xfrm>
          <a:prstGeom prst="rect">
            <a:avLst/>
          </a:prstGeom>
        </p:spPr>
      </p:pic>
      <p:sp>
        <p:nvSpPr>
          <p:cNvPr id="31755" name="Oval 31754">
            <a:extLst>
              <a:ext uri="{FF2B5EF4-FFF2-40B4-BE49-F238E27FC236}">
                <a16:creationId xmlns:a16="http://schemas.microsoft.com/office/drawing/2014/main" id="{AEBE9F1A-B38D-446E-83AE-14B17CE77F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56759" y="1676400"/>
            <a:ext cx="211455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tr-TR"/>
          </a:p>
        </p:txBody>
      </p:sp>
      <p:pic>
        <p:nvPicPr>
          <p:cNvPr id="31757" name="Picture 31756">
            <a:extLst>
              <a:ext uri="{FF2B5EF4-FFF2-40B4-BE49-F238E27FC236}">
                <a16:creationId xmlns:a16="http://schemas.microsoft.com/office/drawing/2014/main" id="{915B5014-A7EC-4BA6-9C83-8840CF81DB2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5999559" y="0"/>
            <a:ext cx="1202540" cy="1141407"/>
          </a:xfrm>
          <a:prstGeom prst="rect">
            <a:avLst/>
          </a:prstGeom>
        </p:spPr>
      </p:pic>
      <p:pic>
        <p:nvPicPr>
          <p:cNvPr id="31759" name="Picture 31758">
            <a:extLst>
              <a:ext uri="{FF2B5EF4-FFF2-40B4-BE49-F238E27FC236}">
                <a16:creationId xmlns:a16="http://schemas.microsoft.com/office/drawing/2014/main" id="{022C43AB-86D7-420D-8AD7-DC0A15FDD0A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6454408" y="6096000"/>
            <a:ext cx="745301" cy="762000"/>
          </a:xfrm>
          <a:prstGeom prst="rect">
            <a:avLst/>
          </a:prstGeom>
        </p:spPr>
      </p:pic>
      <p:sp>
        <p:nvSpPr>
          <p:cNvPr id="31761" name="Rectangle 31760">
            <a:extLst>
              <a:ext uri="{FF2B5EF4-FFF2-40B4-BE49-F238E27FC236}">
                <a16:creationId xmlns:a16="http://schemas.microsoft.com/office/drawing/2014/main" id="{5E3EB826-A471-488F-9E8A-D65528A3C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tr-TR"/>
          </a:p>
        </p:txBody>
      </p:sp>
      <p:sp useBgFill="1">
        <p:nvSpPr>
          <p:cNvPr id="31763" name="Rectangle 31762">
            <a:extLst>
              <a:ext uri="{FF2B5EF4-FFF2-40B4-BE49-F238E27FC236}">
                <a16:creationId xmlns:a16="http://schemas.microsoft.com/office/drawing/2014/main" id="{B0487C8F-7D6C-4EAF-A9A5-45D8E94FC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rgbClr val="2D30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65" name="Rectangle 31764">
            <a:extLst>
              <a:ext uri="{FF2B5EF4-FFF2-40B4-BE49-F238E27FC236}">
                <a16:creationId xmlns:a16="http://schemas.microsoft.com/office/drawing/2014/main" id="{1578DA0F-394A-417D-892B-8253831A25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7759" y="480060"/>
            <a:ext cx="8428482"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1746" name="İçerik Yer Tutucusu 4">
            <a:extLst>
              <a:ext uri="{FF2B5EF4-FFF2-40B4-BE49-F238E27FC236}">
                <a16:creationId xmlns:a16="http://schemas.microsoft.com/office/drawing/2014/main" id="{713F827C-5C35-80C2-CD3E-3CFF45ED45F3}"/>
              </a:ext>
            </a:extLst>
          </p:cNvPr>
          <p:cNvPicPr>
            <a:picLocks noGrp="1" noChangeAspect="1" noChangeArrowheads="1"/>
          </p:cNvPicPr>
          <p:nvPr>
            <p:ph sz="half" idx="1"/>
          </p:nvPr>
        </p:nvPicPr>
        <p:blipFill>
          <a:blip r:embed="rId6">
            <a:extLst>
              <a:ext uri="{28A0092B-C50C-407E-A947-70E740481C1C}">
                <a14:useLocalDpi xmlns:a14="http://schemas.microsoft.com/office/drawing/2010/main" val="0"/>
              </a:ext>
            </a:extLst>
          </a:blip>
          <a:stretch>
            <a:fillRect/>
          </a:stretch>
        </p:blipFill>
        <p:spPr>
          <a:xfrm>
            <a:off x="482600" y="1179831"/>
            <a:ext cx="8178799" cy="4498338"/>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2780" name="Picture 32779">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669685"/>
            <a:ext cx="3027759" cy="4188315"/>
          </a:xfrm>
          <a:prstGeom prst="rect">
            <a:avLst/>
          </a:prstGeom>
        </p:spPr>
      </p:pic>
      <p:pic>
        <p:nvPicPr>
          <p:cNvPr id="32782" name="Picture 32781">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141809" cy="2365453"/>
          </a:xfrm>
          <a:prstGeom prst="rect">
            <a:avLst/>
          </a:prstGeom>
        </p:spPr>
      </p:pic>
      <p:sp>
        <p:nvSpPr>
          <p:cNvPr id="32784" name="Oval 32783">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56759" y="1676400"/>
            <a:ext cx="211455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tr-TR"/>
          </a:p>
        </p:txBody>
      </p:sp>
      <p:pic>
        <p:nvPicPr>
          <p:cNvPr id="32786" name="Picture 32785">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5999559" y="0"/>
            <a:ext cx="1202540" cy="1141407"/>
          </a:xfrm>
          <a:prstGeom prst="rect">
            <a:avLst/>
          </a:prstGeom>
        </p:spPr>
      </p:pic>
      <p:pic>
        <p:nvPicPr>
          <p:cNvPr id="32788" name="Picture 32787">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6454408" y="6096000"/>
            <a:ext cx="745301" cy="762000"/>
          </a:xfrm>
          <a:prstGeom prst="rect">
            <a:avLst/>
          </a:prstGeom>
        </p:spPr>
      </p:pic>
      <p:sp>
        <p:nvSpPr>
          <p:cNvPr id="32790" name="Rectangle 32789">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32792" name="Rectangle 32791">
            <a:extLst>
              <a:ext uri="{FF2B5EF4-FFF2-40B4-BE49-F238E27FC236}">
                <a16:creationId xmlns:a16="http://schemas.microsoft.com/office/drawing/2014/main" id="{B4AAD3FD-83A5-4B89-9F8F-01B8870865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32769" name="Unvan 1">
            <a:extLst>
              <a:ext uri="{FF2B5EF4-FFF2-40B4-BE49-F238E27FC236}">
                <a16:creationId xmlns:a16="http://schemas.microsoft.com/office/drawing/2014/main" id="{16FB50A7-1389-15C4-5429-99B0F80E5191}"/>
              </a:ext>
            </a:extLst>
          </p:cNvPr>
          <p:cNvSpPr>
            <a:spLocks noGrp="1"/>
          </p:cNvSpPr>
          <p:nvPr>
            <p:ph type="title"/>
          </p:nvPr>
        </p:nvSpPr>
        <p:spPr>
          <a:xfrm>
            <a:off x="486698" y="629266"/>
            <a:ext cx="3124882" cy="1622321"/>
          </a:xfrm>
        </p:spPr>
        <p:txBody>
          <a:bodyPr vert="horz" lIns="91440" tIns="45720" rIns="91440" bIns="45720" rtlCol="0" anchor="t">
            <a:normAutofit/>
          </a:bodyPr>
          <a:lstStyle/>
          <a:p>
            <a:pPr defTabSz="457200"/>
            <a:r>
              <a:rPr lang="en-US" altLang="tr-TR" sz="3900" b="0" i="0" kern="1200">
                <a:solidFill>
                  <a:srgbClr val="EBEBEB"/>
                </a:solidFill>
                <a:latin typeface="+mj-lt"/>
                <a:ea typeface="+mj-ea"/>
                <a:cs typeface="+mj-cs"/>
              </a:rPr>
              <a:t>Halka(ring) topolojili ağ</a:t>
            </a:r>
          </a:p>
        </p:txBody>
      </p:sp>
      <p:sp>
        <p:nvSpPr>
          <p:cNvPr id="32794" name="Freeform 31">
            <a:extLst>
              <a:ext uri="{FF2B5EF4-FFF2-40B4-BE49-F238E27FC236}">
                <a16:creationId xmlns:a16="http://schemas.microsoft.com/office/drawing/2014/main" id="{61752F1D-FC0F-4103-9584-630E643CCD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45515" y="-1"/>
            <a:ext cx="419604"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32796" name="Freeform: Shape 32795">
            <a:extLst>
              <a:ext uri="{FF2B5EF4-FFF2-40B4-BE49-F238E27FC236}">
                <a16:creationId xmlns:a16="http://schemas.microsoft.com/office/drawing/2014/main" id="{70151CB7-E7DE-4917-B831-01DF9CE013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3095864" y="809550"/>
            <a:ext cx="6858001" cy="52389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6772 h 6985200"/>
              <a:gd name="connsiteX6" fmla="*/ 1 w 6858001"/>
              <a:gd name="connsiteY6" fmla="*/ 886772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6772"/>
                </a:lnTo>
                <a:lnTo>
                  <a:pt x="1" y="886772"/>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ln>
            <a:noFill/>
          </a:ln>
        </p:spPr>
        <p:txBody>
          <a:bodyPr/>
          <a:lstStyle/>
          <a:p>
            <a:endParaRPr lang="tr-TR"/>
          </a:p>
        </p:txBody>
      </p:sp>
      <p:pic>
        <p:nvPicPr>
          <p:cNvPr id="32771" name="Picture 2">
            <a:extLst>
              <a:ext uri="{FF2B5EF4-FFF2-40B4-BE49-F238E27FC236}">
                <a16:creationId xmlns:a16="http://schemas.microsoft.com/office/drawing/2014/main" id="{B3836D95-D130-DB72-B514-CD3049D9A5E6}"/>
              </a:ext>
            </a:extLst>
          </p:cNvPr>
          <p:cNvPicPr>
            <a:picLocks noGrp="1" noChangeAspect="1" noChangeArrowheads="1"/>
          </p:cNvPicPr>
          <p:nvPr>
            <p:ph sz="half" idx="2"/>
          </p:nvPr>
        </p:nvPicPr>
        <p:blipFill>
          <a:blip r:embed="rId6">
            <a:extLst>
              <a:ext uri="{28A0092B-C50C-407E-A947-70E740481C1C}">
                <a14:useLocalDpi xmlns:a14="http://schemas.microsoft.com/office/drawing/2010/main" val="0"/>
              </a:ext>
            </a:extLst>
          </a:blip>
          <a:stretch>
            <a:fillRect/>
          </a:stretch>
        </p:blipFill>
        <p:spPr>
          <a:xfrm>
            <a:off x="4570494" y="2097395"/>
            <a:ext cx="4087416" cy="2663206"/>
          </a:xfrm>
          <a:prstGeom prst="rect">
            <a:avLst/>
          </a:prstGeom>
          <a:noFill/>
          <a:effectLst/>
        </p:spPr>
      </p:pic>
      <p:sp>
        <p:nvSpPr>
          <p:cNvPr id="32798" name="Rectangle 32797">
            <a:extLst>
              <a:ext uri="{FF2B5EF4-FFF2-40B4-BE49-F238E27FC236}">
                <a16:creationId xmlns:a16="http://schemas.microsoft.com/office/drawing/2014/main" id="{A92A1116-1C84-41DF-B803-1F7B0883EC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31836"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tr-TR"/>
          </a:p>
        </p:txBody>
      </p:sp>
      <p:graphicFrame>
        <p:nvGraphicFramePr>
          <p:cNvPr id="32775" name="İçerik Yer Tutucusu 2">
            <a:extLst>
              <a:ext uri="{FF2B5EF4-FFF2-40B4-BE49-F238E27FC236}">
                <a16:creationId xmlns:a16="http://schemas.microsoft.com/office/drawing/2014/main" id="{0DBE5816-296C-5467-1D26-0EACD78DE4E2}"/>
              </a:ext>
            </a:extLst>
          </p:cNvPr>
          <p:cNvGraphicFramePr>
            <a:graphicFrameLocks noGrp="1"/>
          </p:cNvGraphicFramePr>
          <p:nvPr>
            <p:ph sz="half" idx="1"/>
            <p:extLst>
              <p:ext uri="{D42A27DB-BD31-4B8C-83A1-F6EECF244321}">
                <p14:modId xmlns:p14="http://schemas.microsoft.com/office/powerpoint/2010/main" val="2248420128"/>
              </p:ext>
            </p:extLst>
          </p:nvPr>
        </p:nvGraphicFramePr>
        <p:xfrm>
          <a:off x="486698" y="2438400"/>
          <a:ext cx="3124882" cy="3785419"/>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cSld>
  <p:clrMapOvr>
    <a:overrideClrMapping bg1="lt1" tx1="dk1" bg2="lt2" tx2="dk2" accent1="accent1" accent2="accent2" accent3="accent3" accent4="accent4" accent5="accent5" accent6="accent6" hlink="hlink" folHlink="folHlink"/>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İçerik Yer Tutucusu 2">
            <a:extLst>
              <a:ext uri="{FF2B5EF4-FFF2-40B4-BE49-F238E27FC236}">
                <a16:creationId xmlns:a16="http://schemas.microsoft.com/office/drawing/2014/main" id="{94B113C8-1FFC-1EFD-AC3A-CA3EB0BF6997}"/>
              </a:ext>
            </a:extLst>
          </p:cNvPr>
          <p:cNvSpPr>
            <a:spLocks noGrp="1"/>
          </p:cNvSpPr>
          <p:nvPr>
            <p:ph sz="half" idx="1"/>
          </p:nvPr>
        </p:nvSpPr>
        <p:spPr>
          <a:xfrm>
            <a:off x="457200" y="1920875"/>
            <a:ext cx="8229600" cy="4433888"/>
          </a:xfrm>
        </p:spPr>
        <p:txBody>
          <a:bodyPr/>
          <a:lstStyle/>
          <a:p>
            <a:r>
              <a:rPr lang="tr-TR" altLang="tr-TR"/>
              <a:t>Bir bilgisayar diğerine ileti göndereceği zaman mesaj yan yana bulunan tüm öğelere uğrayarak geçer. Her öğe mesajın kendisine ait olup olmadığını kontrol ederek bir sonraki bilgisayara iletir.</a:t>
            </a:r>
          </a:p>
          <a:p>
            <a:endParaRPr lang="tr-TR" altLang="tr-TR"/>
          </a:p>
        </p:txBody>
      </p:sp>
      <p:pic>
        <p:nvPicPr>
          <p:cNvPr id="2" name="Resim 1">
            <a:extLst>
              <a:ext uri="{FF2B5EF4-FFF2-40B4-BE49-F238E27FC236}">
                <a16:creationId xmlns:a16="http://schemas.microsoft.com/office/drawing/2014/main" id="{F126D318-73A7-87E6-27BC-B862857F70E7}"/>
              </a:ext>
            </a:extLst>
          </p:cNvPr>
          <p:cNvPicPr>
            <a:picLocks noChangeAspect="1"/>
          </p:cNvPicPr>
          <p:nvPr/>
        </p:nvPicPr>
        <p:blipFill>
          <a:blip r:embed="rId2"/>
          <a:stretch>
            <a:fillRect/>
          </a:stretch>
        </p:blipFill>
        <p:spPr>
          <a:xfrm>
            <a:off x="4495800" y="3412330"/>
            <a:ext cx="3962400" cy="2569369"/>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4825" name="Picture 34824">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3027759" cy="4188315"/>
          </a:xfrm>
          <a:prstGeom prst="rect">
            <a:avLst/>
          </a:prstGeom>
        </p:spPr>
      </p:pic>
      <p:pic>
        <p:nvPicPr>
          <p:cNvPr id="34827" name="Picture 34826">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141809" cy="2365453"/>
          </a:xfrm>
          <a:prstGeom prst="rect">
            <a:avLst/>
          </a:prstGeom>
        </p:spPr>
      </p:pic>
      <p:sp>
        <p:nvSpPr>
          <p:cNvPr id="34829" name="Oval 34828">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56759" y="1676400"/>
            <a:ext cx="211455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tr-TR"/>
          </a:p>
        </p:txBody>
      </p:sp>
      <p:pic>
        <p:nvPicPr>
          <p:cNvPr id="34831" name="Picture 34830">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5999559" y="0"/>
            <a:ext cx="1202540" cy="1141407"/>
          </a:xfrm>
          <a:prstGeom prst="rect">
            <a:avLst/>
          </a:prstGeom>
        </p:spPr>
      </p:pic>
      <p:pic>
        <p:nvPicPr>
          <p:cNvPr id="34833" name="Picture 34832">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6454408" y="6096000"/>
            <a:ext cx="745301" cy="762000"/>
          </a:xfrm>
          <a:prstGeom prst="rect">
            <a:avLst/>
          </a:prstGeom>
        </p:spPr>
      </p:pic>
      <p:sp>
        <p:nvSpPr>
          <p:cNvPr id="34835" name="Rectangle 34834">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34837" name="Rectangle 34836">
            <a:extLst>
              <a:ext uri="{FF2B5EF4-FFF2-40B4-BE49-F238E27FC236}">
                <a16:creationId xmlns:a16="http://schemas.microsoft.com/office/drawing/2014/main" id="{B4AAD3FD-83A5-4B89-9F8F-01B8870865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34817" name="Title 1">
            <a:extLst>
              <a:ext uri="{FF2B5EF4-FFF2-40B4-BE49-F238E27FC236}">
                <a16:creationId xmlns:a16="http://schemas.microsoft.com/office/drawing/2014/main" id="{A49EA85D-5A4A-86F3-27F1-27709CA32961}"/>
              </a:ext>
            </a:extLst>
          </p:cNvPr>
          <p:cNvSpPr>
            <a:spLocks noGrp="1"/>
          </p:cNvSpPr>
          <p:nvPr>
            <p:ph type="title"/>
          </p:nvPr>
        </p:nvSpPr>
        <p:spPr>
          <a:xfrm>
            <a:off x="486698" y="629266"/>
            <a:ext cx="3124882" cy="1622321"/>
          </a:xfrm>
        </p:spPr>
        <p:txBody>
          <a:bodyPr vert="horz" lIns="91440" tIns="45720" rIns="91440" bIns="45720" rtlCol="0" anchor="t">
            <a:normAutofit/>
          </a:bodyPr>
          <a:lstStyle/>
          <a:p>
            <a:pPr defTabSz="457200">
              <a:lnSpc>
                <a:spcPct val="90000"/>
              </a:lnSpc>
            </a:pPr>
            <a:r>
              <a:rPr lang="en-US" altLang="tr-TR" sz="3600" b="0" i="0" kern="1200">
                <a:solidFill>
                  <a:srgbClr val="EBEBEB"/>
                </a:solidFill>
                <a:latin typeface="+mj-lt"/>
                <a:ea typeface="+mj-ea"/>
                <a:cs typeface="+mj-cs"/>
              </a:rPr>
              <a:t>Ortak yol(bus) topolojili ağ</a:t>
            </a:r>
          </a:p>
        </p:txBody>
      </p:sp>
      <p:sp>
        <p:nvSpPr>
          <p:cNvPr id="34839" name="Freeform 31">
            <a:extLst>
              <a:ext uri="{FF2B5EF4-FFF2-40B4-BE49-F238E27FC236}">
                <a16:creationId xmlns:a16="http://schemas.microsoft.com/office/drawing/2014/main" id="{61752F1D-FC0F-4103-9584-630E643CCD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45515" y="-1"/>
            <a:ext cx="419604"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34841" name="Freeform: Shape 34840">
            <a:extLst>
              <a:ext uri="{FF2B5EF4-FFF2-40B4-BE49-F238E27FC236}">
                <a16:creationId xmlns:a16="http://schemas.microsoft.com/office/drawing/2014/main" id="{70151CB7-E7DE-4917-B831-01DF9CE013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3095864" y="809550"/>
            <a:ext cx="6858001" cy="52389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6772 h 6985200"/>
              <a:gd name="connsiteX6" fmla="*/ 1 w 6858001"/>
              <a:gd name="connsiteY6" fmla="*/ 886772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6772"/>
                </a:lnTo>
                <a:lnTo>
                  <a:pt x="1" y="886772"/>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ln>
            <a:noFill/>
          </a:ln>
        </p:spPr>
        <p:txBody>
          <a:bodyPr/>
          <a:lstStyle/>
          <a:p>
            <a:endParaRPr lang="tr-TR"/>
          </a:p>
        </p:txBody>
      </p:sp>
      <p:pic>
        <p:nvPicPr>
          <p:cNvPr id="34820" name="Picture 2">
            <a:extLst>
              <a:ext uri="{FF2B5EF4-FFF2-40B4-BE49-F238E27FC236}">
                <a16:creationId xmlns:a16="http://schemas.microsoft.com/office/drawing/2014/main" id="{A67E6E98-0833-EB9A-6E7B-798DC7DA47E4}"/>
              </a:ext>
            </a:extLst>
          </p:cNvPr>
          <p:cNvPicPr>
            <a:picLocks noGrp="1" noChangeAspect="1" noChangeArrowheads="1"/>
          </p:cNvPicPr>
          <p:nvPr>
            <p:ph sz="half" idx="1"/>
          </p:nvPr>
        </p:nvPicPr>
        <p:blipFill>
          <a:blip r:embed="rId7">
            <a:extLst>
              <a:ext uri="{28A0092B-C50C-407E-A947-70E740481C1C}">
                <a14:useLocalDpi xmlns:a14="http://schemas.microsoft.com/office/drawing/2010/main" val="0"/>
              </a:ext>
            </a:extLst>
          </a:blip>
          <a:stretch>
            <a:fillRect/>
          </a:stretch>
        </p:blipFill>
        <p:spPr>
          <a:xfrm>
            <a:off x="4570494" y="1467039"/>
            <a:ext cx="4087416" cy="3923919"/>
          </a:xfrm>
          <a:prstGeom prst="rect">
            <a:avLst/>
          </a:prstGeom>
          <a:effectLst/>
        </p:spPr>
      </p:pic>
      <p:sp>
        <p:nvSpPr>
          <p:cNvPr id="34843" name="Rectangle 34842">
            <a:extLst>
              <a:ext uri="{FF2B5EF4-FFF2-40B4-BE49-F238E27FC236}">
                <a16:creationId xmlns:a16="http://schemas.microsoft.com/office/drawing/2014/main" id="{A92A1116-1C84-41DF-B803-1F7B0883EC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31836"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34819" name="Slide Number Placeholder 5">
            <a:extLst>
              <a:ext uri="{FF2B5EF4-FFF2-40B4-BE49-F238E27FC236}">
                <a16:creationId xmlns:a16="http://schemas.microsoft.com/office/drawing/2014/main" id="{18A53383-CA1C-D420-4624-1018126FBF75}"/>
              </a:ext>
            </a:extLst>
          </p:cNvPr>
          <p:cNvSpPr>
            <a:spLocks noGrp="1"/>
          </p:cNvSpPr>
          <p:nvPr>
            <p:ph type="sldNum" sz="quarter" idx="12"/>
          </p:nvPr>
        </p:nvSpPr>
        <p:spPr bwMode="auto">
          <a:xfrm>
            <a:off x="7764405" y="295729"/>
            <a:ext cx="628649" cy="767687"/>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b">
            <a:normAutofit/>
          </a:bodyPr>
          <a:lstStyle>
            <a:lvl1pPr>
              <a:defRPr>
                <a:solidFill>
                  <a:schemeClr val="tx1"/>
                </a:solidFill>
                <a:latin typeface="Constantia" panose="02030602050306030303" pitchFamily="18" charset="0"/>
              </a:defRPr>
            </a:lvl1pPr>
            <a:lvl2pPr marL="742950" indent="-285750">
              <a:defRPr>
                <a:solidFill>
                  <a:schemeClr val="tx1"/>
                </a:solidFill>
                <a:latin typeface="Constantia" panose="02030602050306030303" pitchFamily="18" charset="0"/>
              </a:defRPr>
            </a:lvl2pPr>
            <a:lvl3pPr marL="1143000" indent="-228600">
              <a:defRPr>
                <a:solidFill>
                  <a:schemeClr val="tx1"/>
                </a:solidFill>
                <a:latin typeface="Constantia" panose="02030602050306030303" pitchFamily="18" charset="0"/>
              </a:defRPr>
            </a:lvl3pPr>
            <a:lvl4pPr marL="1600200" indent="-228600">
              <a:defRPr>
                <a:solidFill>
                  <a:schemeClr val="tx1"/>
                </a:solidFill>
                <a:latin typeface="Constantia" panose="02030602050306030303" pitchFamily="18" charset="0"/>
              </a:defRPr>
            </a:lvl4pPr>
            <a:lvl5pPr marL="2057400" indent="-228600">
              <a:defRPr>
                <a:solidFill>
                  <a:schemeClr val="tx1"/>
                </a:solidFill>
                <a:latin typeface="Constantia" panose="02030602050306030303" pitchFamily="18" charset="0"/>
              </a:defRPr>
            </a:lvl5pPr>
            <a:lvl6pPr marL="2514600" indent="-228600" eaLnBrk="0" fontAlgn="base" hangingPunct="0">
              <a:spcBef>
                <a:spcPct val="0"/>
              </a:spcBef>
              <a:spcAft>
                <a:spcPct val="0"/>
              </a:spcAft>
              <a:defRPr>
                <a:solidFill>
                  <a:schemeClr val="tx1"/>
                </a:solidFill>
                <a:latin typeface="Constantia" panose="02030602050306030303" pitchFamily="18" charset="0"/>
              </a:defRPr>
            </a:lvl6pPr>
            <a:lvl7pPr marL="2971800" indent="-228600" eaLnBrk="0" fontAlgn="base" hangingPunct="0">
              <a:spcBef>
                <a:spcPct val="0"/>
              </a:spcBef>
              <a:spcAft>
                <a:spcPct val="0"/>
              </a:spcAft>
              <a:defRPr>
                <a:solidFill>
                  <a:schemeClr val="tx1"/>
                </a:solidFill>
                <a:latin typeface="Constantia" panose="02030602050306030303" pitchFamily="18" charset="0"/>
              </a:defRPr>
            </a:lvl7pPr>
            <a:lvl8pPr marL="3429000" indent="-228600" eaLnBrk="0" fontAlgn="base" hangingPunct="0">
              <a:spcBef>
                <a:spcPct val="0"/>
              </a:spcBef>
              <a:spcAft>
                <a:spcPct val="0"/>
              </a:spcAft>
              <a:defRPr>
                <a:solidFill>
                  <a:schemeClr val="tx1"/>
                </a:solidFill>
                <a:latin typeface="Constantia" panose="02030602050306030303" pitchFamily="18" charset="0"/>
              </a:defRPr>
            </a:lvl8pPr>
            <a:lvl9pPr marL="3886200" indent="-228600" eaLnBrk="0" fontAlgn="base" hangingPunct="0">
              <a:spcBef>
                <a:spcPct val="0"/>
              </a:spcBef>
              <a:spcAft>
                <a:spcPct val="0"/>
              </a:spcAft>
              <a:defRPr>
                <a:solidFill>
                  <a:schemeClr val="tx1"/>
                </a:solidFill>
                <a:latin typeface="Constantia" panose="02030602050306030303" pitchFamily="18" charset="0"/>
              </a:defRPr>
            </a:lvl9pPr>
          </a:lstStyle>
          <a:p>
            <a:pPr defTabSz="914400">
              <a:spcAft>
                <a:spcPts val="600"/>
              </a:spcAft>
            </a:pPr>
            <a:fld id="{B135999F-7C07-EA4A-AF92-802A71328404}" type="slidenum">
              <a:rPr lang="en-US" altLang="tr-TR" sz="2800">
                <a:solidFill>
                  <a:srgbClr val="FFFFFF"/>
                </a:solidFill>
                <a:latin typeface="+mn-lt"/>
              </a:rPr>
              <a:pPr defTabSz="914400">
                <a:spcAft>
                  <a:spcPts val="600"/>
                </a:spcAft>
              </a:pPr>
              <a:t>30</a:t>
            </a:fld>
            <a:endParaRPr lang="en-US" altLang="tr-TR" sz="2800">
              <a:solidFill>
                <a:srgbClr val="FFFFFF"/>
              </a:solidFill>
              <a:latin typeface="+mn-lt"/>
            </a:endParaRPr>
          </a:p>
        </p:txBody>
      </p:sp>
      <p:sp>
        <p:nvSpPr>
          <p:cNvPr id="34818" name="Content Placeholder 4">
            <a:extLst>
              <a:ext uri="{FF2B5EF4-FFF2-40B4-BE49-F238E27FC236}">
                <a16:creationId xmlns:a16="http://schemas.microsoft.com/office/drawing/2014/main" id="{4165E8A3-3F23-31E0-498B-C47A0556238A}"/>
              </a:ext>
            </a:extLst>
          </p:cNvPr>
          <p:cNvSpPr>
            <a:spLocks noGrp="1"/>
          </p:cNvSpPr>
          <p:nvPr>
            <p:ph sz="half" idx="2"/>
          </p:nvPr>
        </p:nvSpPr>
        <p:spPr>
          <a:xfrm>
            <a:off x="486698" y="2438400"/>
            <a:ext cx="3124882" cy="3785419"/>
          </a:xfrm>
        </p:spPr>
        <p:txBody>
          <a:bodyPr vert="horz" lIns="91440" tIns="45720" rIns="91440" bIns="45720" rtlCol="0">
            <a:normAutofit/>
          </a:bodyPr>
          <a:lstStyle/>
          <a:p>
            <a:pPr defTabSz="457200"/>
            <a:r>
              <a:rPr lang="en-US" altLang="tr-TR">
                <a:solidFill>
                  <a:srgbClr val="EBEBEB"/>
                </a:solidFill>
              </a:rPr>
              <a:t>Tüm bilgisayarları birbirine bağlamak için tek bir merkezi hat kullanılır. Bu tür ağ topolojisi kapalı birimlerde, örneğin tek bir çalışma odası içinde, birden fazla öğeyi birleştirmek için kullanılır.</a:t>
            </a:r>
          </a:p>
        </p:txBody>
      </p:sp>
    </p:spTree>
  </p:cSld>
  <p:clrMapOvr>
    <a:overrideClrMapping bg1="lt1" tx1="dk1" bg2="lt2" tx2="dk2" accent1="accent1" accent2="accent2" accent3="accent3" accent4="accent4" accent5="accent5" accent6="accent6" hlink="hlink" folHlink="folHlink"/>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36871" name="Picture 36870">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3027759" cy="4188315"/>
          </a:xfrm>
          <a:prstGeom prst="rect">
            <a:avLst/>
          </a:prstGeom>
        </p:spPr>
      </p:pic>
      <p:pic>
        <p:nvPicPr>
          <p:cNvPr id="36873" name="Picture 36872">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141809" cy="2365453"/>
          </a:xfrm>
          <a:prstGeom prst="rect">
            <a:avLst/>
          </a:prstGeom>
        </p:spPr>
      </p:pic>
      <p:sp>
        <p:nvSpPr>
          <p:cNvPr id="36875" name="Oval 36874">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56759" y="1676400"/>
            <a:ext cx="211455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tr-TR"/>
          </a:p>
        </p:txBody>
      </p:sp>
      <p:pic>
        <p:nvPicPr>
          <p:cNvPr id="36877" name="Picture 36876">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5999559" y="0"/>
            <a:ext cx="1202540" cy="1141407"/>
          </a:xfrm>
          <a:prstGeom prst="rect">
            <a:avLst/>
          </a:prstGeom>
        </p:spPr>
      </p:pic>
      <p:pic>
        <p:nvPicPr>
          <p:cNvPr id="36879" name="Picture 36878">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6454408" y="6096000"/>
            <a:ext cx="745301" cy="762000"/>
          </a:xfrm>
          <a:prstGeom prst="rect">
            <a:avLst/>
          </a:prstGeom>
        </p:spPr>
      </p:pic>
      <p:sp>
        <p:nvSpPr>
          <p:cNvPr id="36881" name="Rectangle 36880">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36865" name="Unvan 1">
            <a:extLst>
              <a:ext uri="{FF2B5EF4-FFF2-40B4-BE49-F238E27FC236}">
                <a16:creationId xmlns:a16="http://schemas.microsoft.com/office/drawing/2014/main" id="{9EB29238-BAE1-D8CB-FBDB-CAC3E75BCA77}"/>
              </a:ext>
            </a:extLst>
          </p:cNvPr>
          <p:cNvSpPr>
            <a:spLocks noGrp="1"/>
          </p:cNvSpPr>
          <p:nvPr>
            <p:ph type="title"/>
          </p:nvPr>
        </p:nvSpPr>
        <p:spPr>
          <a:xfrm>
            <a:off x="486697" y="629266"/>
            <a:ext cx="6939116" cy="1223983"/>
          </a:xfrm>
        </p:spPr>
        <p:txBody>
          <a:bodyPr vert="horz" lIns="91440" tIns="45720" rIns="91440" bIns="45720" rtlCol="0" anchor="t">
            <a:normAutofit/>
          </a:bodyPr>
          <a:lstStyle/>
          <a:p>
            <a:pPr defTabSz="457200"/>
            <a:endParaRPr lang="en-US" altLang="tr-TR" sz="4200" b="0" i="0" kern="1200" dirty="0">
              <a:solidFill>
                <a:schemeClr val="tx2"/>
              </a:solidFill>
              <a:latin typeface="+mj-lt"/>
              <a:ea typeface="+mj-ea"/>
              <a:cs typeface="+mj-cs"/>
            </a:endParaRPr>
          </a:p>
        </p:txBody>
      </p:sp>
      <p:pic>
        <p:nvPicPr>
          <p:cNvPr id="2" name="Resim 1">
            <a:extLst>
              <a:ext uri="{FF2B5EF4-FFF2-40B4-BE49-F238E27FC236}">
                <a16:creationId xmlns:a16="http://schemas.microsoft.com/office/drawing/2014/main" id="{A1B8B3A3-69F9-61A8-41EF-529628FAF4B6}"/>
              </a:ext>
            </a:extLst>
          </p:cNvPr>
          <p:cNvPicPr>
            <a:picLocks noChangeAspect="1"/>
          </p:cNvPicPr>
          <p:nvPr/>
        </p:nvPicPr>
        <p:blipFill>
          <a:blip r:embed="rId7"/>
          <a:stretch>
            <a:fillRect/>
          </a:stretch>
        </p:blipFill>
        <p:spPr>
          <a:xfrm>
            <a:off x="477686" y="2928800"/>
            <a:ext cx="4088720" cy="2443010"/>
          </a:xfrm>
          <a:prstGeom prst="rect">
            <a:avLst/>
          </a:prstGeom>
          <a:effectLst>
            <a:outerShdw blurRad="50800" dist="38100" dir="5400000" algn="t" rotWithShape="0">
              <a:prstClr val="black">
                <a:alpha val="43000"/>
              </a:prstClr>
            </a:outerShdw>
          </a:effectLst>
        </p:spPr>
      </p:pic>
      <p:sp>
        <p:nvSpPr>
          <p:cNvPr id="36866" name="İçerik Yer Tutucusu 2">
            <a:extLst>
              <a:ext uri="{FF2B5EF4-FFF2-40B4-BE49-F238E27FC236}">
                <a16:creationId xmlns:a16="http://schemas.microsoft.com/office/drawing/2014/main" id="{9462EDFD-6DB3-8F87-A1F0-F1D8FFE4AC2F}"/>
              </a:ext>
            </a:extLst>
          </p:cNvPr>
          <p:cNvSpPr>
            <a:spLocks noGrp="1"/>
          </p:cNvSpPr>
          <p:nvPr>
            <p:ph sz="half" idx="1"/>
          </p:nvPr>
        </p:nvSpPr>
        <p:spPr>
          <a:xfrm>
            <a:off x="4931796" y="2052214"/>
            <a:ext cx="3311470" cy="4196185"/>
          </a:xfrm>
        </p:spPr>
        <p:txBody>
          <a:bodyPr vert="horz" lIns="91440" tIns="45720" rIns="91440" bIns="45720" rtlCol="0">
            <a:normAutofit/>
          </a:bodyPr>
          <a:lstStyle/>
          <a:p>
            <a:pPr defTabSz="457200"/>
            <a:r>
              <a:rPr lang="en-US" altLang="tr-TR" dirty="0"/>
              <a:t>En büyük avantajı, kolaylıkla yeni öğe ekleyip çıkarabilmektir. Bu yapıda bir mesaj ağ üzerindeki tüm öğelere aynı anda gönderilebilir.</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37898" name="Picture 37897">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3027759" cy="4188315"/>
          </a:xfrm>
          <a:prstGeom prst="rect">
            <a:avLst/>
          </a:prstGeom>
        </p:spPr>
      </p:pic>
      <p:pic>
        <p:nvPicPr>
          <p:cNvPr id="37900" name="Picture 37899">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141809" cy="2365453"/>
          </a:xfrm>
          <a:prstGeom prst="rect">
            <a:avLst/>
          </a:prstGeom>
        </p:spPr>
      </p:pic>
      <p:sp>
        <p:nvSpPr>
          <p:cNvPr id="37902" name="Oval 37901">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56759" y="1676400"/>
            <a:ext cx="211455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tr-TR"/>
          </a:p>
        </p:txBody>
      </p:sp>
      <p:pic>
        <p:nvPicPr>
          <p:cNvPr id="37904" name="Picture 37903">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5999559" y="0"/>
            <a:ext cx="1202540" cy="1141407"/>
          </a:xfrm>
          <a:prstGeom prst="rect">
            <a:avLst/>
          </a:prstGeom>
        </p:spPr>
      </p:pic>
      <p:pic>
        <p:nvPicPr>
          <p:cNvPr id="37906" name="Picture 37905">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6454408" y="6096000"/>
            <a:ext cx="745301" cy="762000"/>
          </a:xfrm>
          <a:prstGeom prst="rect">
            <a:avLst/>
          </a:prstGeom>
        </p:spPr>
      </p:pic>
      <p:sp>
        <p:nvSpPr>
          <p:cNvPr id="37908" name="Rectangle 37907">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37889" name="Unvan 1">
            <a:extLst>
              <a:ext uri="{FF2B5EF4-FFF2-40B4-BE49-F238E27FC236}">
                <a16:creationId xmlns:a16="http://schemas.microsoft.com/office/drawing/2014/main" id="{9227A05D-78F0-DA28-81DE-CD393B98B59C}"/>
              </a:ext>
            </a:extLst>
          </p:cNvPr>
          <p:cNvSpPr>
            <a:spLocks noGrp="1"/>
          </p:cNvSpPr>
          <p:nvPr>
            <p:ph type="title"/>
          </p:nvPr>
        </p:nvSpPr>
        <p:spPr>
          <a:xfrm>
            <a:off x="486697" y="629266"/>
            <a:ext cx="6939116" cy="1223983"/>
          </a:xfrm>
        </p:spPr>
        <p:txBody>
          <a:bodyPr vert="horz" lIns="91440" tIns="45720" rIns="91440" bIns="45720" rtlCol="0" anchor="t">
            <a:normAutofit/>
          </a:bodyPr>
          <a:lstStyle/>
          <a:p>
            <a:pPr defTabSz="457200"/>
            <a:r>
              <a:rPr lang="en-US" altLang="tr-TR" b="0" i="0" kern="1200" dirty="0">
                <a:solidFill>
                  <a:schemeClr val="tx2"/>
                </a:solidFill>
                <a:latin typeface="+mj-lt"/>
                <a:ea typeface="+mj-ea"/>
                <a:cs typeface="+mj-cs"/>
              </a:rPr>
              <a:t>Örgü(mesh) topolojili ağ</a:t>
            </a:r>
          </a:p>
        </p:txBody>
      </p:sp>
      <p:pic>
        <p:nvPicPr>
          <p:cNvPr id="37891" name="İçerik Yer Tutucusu 4">
            <a:extLst>
              <a:ext uri="{FF2B5EF4-FFF2-40B4-BE49-F238E27FC236}">
                <a16:creationId xmlns:a16="http://schemas.microsoft.com/office/drawing/2014/main" id="{123C62CB-6B4C-DB96-FE4E-1B6FA281CDF7}"/>
              </a:ext>
            </a:extLst>
          </p:cNvPr>
          <p:cNvPicPr>
            <a:picLocks noGrp="1" noChangeAspect="1" noChangeArrowheads="1"/>
          </p:cNvPicPr>
          <p:nvPr>
            <p:ph sz="half" idx="2"/>
          </p:nvPr>
        </p:nvPicPr>
        <p:blipFill>
          <a:blip r:embed="rId7">
            <a:extLst>
              <a:ext uri="{28A0092B-C50C-407E-A947-70E740481C1C}">
                <a14:useLocalDpi xmlns:a14="http://schemas.microsoft.com/office/drawing/2010/main" val="0"/>
              </a:ext>
            </a:extLst>
          </a:blip>
          <a:stretch>
            <a:fillRect/>
          </a:stretch>
        </p:blipFill>
        <p:spPr>
          <a:xfrm>
            <a:off x="477686" y="2605532"/>
            <a:ext cx="4088720" cy="3089547"/>
          </a:xfrm>
          <a:prstGeom prst="rect">
            <a:avLst/>
          </a:prstGeom>
          <a:effectLst>
            <a:outerShdw blurRad="50800" dist="38100" dir="5400000" algn="t" rotWithShape="0">
              <a:prstClr val="black">
                <a:alpha val="43000"/>
              </a:prstClr>
            </a:outerShdw>
          </a:effectLst>
        </p:spPr>
      </p:pic>
      <p:graphicFrame>
        <p:nvGraphicFramePr>
          <p:cNvPr id="37893" name="İçerik Yer Tutucusu 2">
            <a:extLst>
              <a:ext uri="{FF2B5EF4-FFF2-40B4-BE49-F238E27FC236}">
                <a16:creationId xmlns:a16="http://schemas.microsoft.com/office/drawing/2014/main" id="{2D8FAD4D-8D0A-52B2-D286-D02BB8CA920A}"/>
              </a:ext>
            </a:extLst>
          </p:cNvPr>
          <p:cNvGraphicFramePr>
            <a:graphicFrameLocks noGrp="1"/>
          </p:cNvGraphicFramePr>
          <p:nvPr>
            <p:ph sz="half" idx="1"/>
            <p:extLst>
              <p:ext uri="{D42A27DB-BD31-4B8C-83A1-F6EECF244321}">
                <p14:modId xmlns:p14="http://schemas.microsoft.com/office/powerpoint/2010/main" val="2993190801"/>
              </p:ext>
            </p:extLst>
          </p:nvPr>
        </p:nvGraphicFramePr>
        <p:xfrm>
          <a:off x="4931796" y="2052214"/>
          <a:ext cx="3311470" cy="4196185"/>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38919" name="Picture 38918">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3027759" cy="4188315"/>
          </a:xfrm>
          <a:prstGeom prst="rect">
            <a:avLst/>
          </a:prstGeom>
        </p:spPr>
      </p:pic>
      <p:pic>
        <p:nvPicPr>
          <p:cNvPr id="38921" name="Picture 38920">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141809" cy="2365453"/>
          </a:xfrm>
          <a:prstGeom prst="rect">
            <a:avLst/>
          </a:prstGeom>
        </p:spPr>
      </p:pic>
      <p:sp>
        <p:nvSpPr>
          <p:cNvPr id="38923" name="Oval 38922">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56759" y="1676400"/>
            <a:ext cx="211455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tr-TR"/>
          </a:p>
        </p:txBody>
      </p:sp>
      <p:pic>
        <p:nvPicPr>
          <p:cNvPr id="38925" name="Picture 38924">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5999559" y="0"/>
            <a:ext cx="1202540" cy="1141407"/>
          </a:xfrm>
          <a:prstGeom prst="rect">
            <a:avLst/>
          </a:prstGeom>
        </p:spPr>
      </p:pic>
      <p:pic>
        <p:nvPicPr>
          <p:cNvPr id="38927" name="Picture 38926">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6454408" y="6096000"/>
            <a:ext cx="745301" cy="762000"/>
          </a:xfrm>
          <a:prstGeom prst="rect">
            <a:avLst/>
          </a:prstGeom>
        </p:spPr>
      </p:pic>
      <p:sp>
        <p:nvSpPr>
          <p:cNvPr id="38929" name="Rectangle 38928">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38913" name="Unvan 1">
            <a:extLst>
              <a:ext uri="{FF2B5EF4-FFF2-40B4-BE49-F238E27FC236}">
                <a16:creationId xmlns:a16="http://schemas.microsoft.com/office/drawing/2014/main" id="{D0155187-02E1-F213-A3E1-B545B4A16A2C}"/>
              </a:ext>
            </a:extLst>
          </p:cNvPr>
          <p:cNvSpPr>
            <a:spLocks noGrp="1"/>
          </p:cNvSpPr>
          <p:nvPr>
            <p:ph type="title"/>
          </p:nvPr>
        </p:nvSpPr>
        <p:spPr>
          <a:xfrm>
            <a:off x="3918004" y="629266"/>
            <a:ext cx="3739102" cy="1469878"/>
          </a:xfrm>
        </p:spPr>
        <p:txBody>
          <a:bodyPr vert="horz" lIns="91440" tIns="45720" rIns="91440" bIns="45720" rtlCol="0" anchor="t">
            <a:normAutofit/>
          </a:bodyPr>
          <a:lstStyle/>
          <a:p>
            <a:pPr defTabSz="457200"/>
            <a:r>
              <a:rPr lang="en-US" altLang="tr-TR" b="0" i="0" kern="1200">
                <a:solidFill>
                  <a:schemeClr val="tx2"/>
                </a:solidFill>
                <a:latin typeface="+mj-lt"/>
                <a:ea typeface="+mj-ea"/>
                <a:cs typeface="+mj-cs"/>
              </a:rPr>
              <a:t>Örgü(mesh) topolojili ağ</a:t>
            </a:r>
            <a:endParaRPr lang="en-US" altLang="tr-TR" b="0" i="0" kern="1200" dirty="0">
              <a:solidFill>
                <a:schemeClr val="tx2"/>
              </a:solidFill>
              <a:latin typeface="+mj-lt"/>
              <a:ea typeface="+mj-ea"/>
              <a:cs typeface="+mj-cs"/>
            </a:endParaRPr>
          </a:p>
        </p:txBody>
      </p:sp>
      <p:pic>
        <p:nvPicPr>
          <p:cNvPr id="2" name="Resim 1">
            <a:extLst>
              <a:ext uri="{FF2B5EF4-FFF2-40B4-BE49-F238E27FC236}">
                <a16:creationId xmlns:a16="http://schemas.microsoft.com/office/drawing/2014/main" id="{687B97A6-C54C-A4EA-77DF-E7DB4B56F6AA}"/>
              </a:ext>
            </a:extLst>
          </p:cNvPr>
          <p:cNvPicPr>
            <a:picLocks noChangeAspect="1"/>
          </p:cNvPicPr>
          <p:nvPr/>
        </p:nvPicPr>
        <p:blipFill>
          <a:blip r:embed="rId7"/>
          <a:stretch>
            <a:fillRect/>
          </a:stretch>
        </p:blipFill>
        <p:spPr>
          <a:xfrm>
            <a:off x="477685" y="1709228"/>
            <a:ext cx="3195817" cy="3521706"/>
          </a:xfrm>
          <a:prstGeom prst="rect">
            <a:avLst/>
          </a:prstGeom>
          <a:effectLst>
            <a:outerShdw blurRad="50800" dist="38100" dir="5400000" algn="t" rotWithShape="0">
              <a:prstClr val="black">
                <a:alpha val="43000"/>
              </a:prstClr>
            </a:outerShdw>
          </a:effectLst>
        </p:spPr>
      </p:pic>
      <p:sp>
        <p:nvSpPr>
          <p:cNvPr id="38914" name="İçerik Yer Tutucusu 2">
            <a:extLst>
              <a:ext uri="{FF2B5EF4-FFF2-40B4-BE49-F238E27FC236}">
                <a16:creationId xmlns:a16="http://schemas.microsoft.com/office/drawing/2014/main" id="{CE035CB4-1D51-8E6F-B0C3-596962FB6A43}"/>
              </a:ext>
            </a:extLst>
          </p:cNvPr>
          <p:cNvSpPr>
            <a:spLocks noGrp="1"/>
          </p:cNvSpPr>
          <p:nvPr>
            <p:ph sz="half" idx="1"/>
          </p:nvPr>
        </p:nvSpPr>
        <p:spPr>
          <a:xfrm>
            <a:off x="3918003" y="2337683"/>
            <a:ext cx="3739103" cy="3910716"/>
          </a:xfrm>
        </p:spPr>
        <p:txBody>
          <a:bodyPr vert="horz" lIns="91440" tIns="45720" rIns="91440" bIns="45720" rtlCol="0">
            <a:normAutofit/>
          </a:bodyPr>
          <a:lstStyle/>
          <a:p>
            <a:pPr defTabSz="457200"/>
            <a:r>
              <a:rPr lang="en-US" altLang="tr-TR" dirty="0"/>
              <a:t>Ağ üzerindeki öğeler arasındaki veri akışında oluşan herhangi bir arıza hatta yoğunluk yaşanması durumunda diğer yol seçenekleri ile veri aktarımı sorunsuz bir şekilde sürdürülebilir.</a:t>
            </a:r>
          </a:p>
          <a:p>
            <a:pPr defTabSz="457200"/>
            <a:endParaRPr lang="en-US" altLang="tr-TR"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3027759" cy="4188315"/>
          </a:xfrm>
          <a:prstGeom prst="rect">
            <a:avLst/>
          </a:prstGeom>
        </p:spPr>
      </p:pic>
      <p:pic>
        <p:nvPicPr>
          <p:cNvPr id="12" name="Picture 11">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141809" cy="2365453"/>
          </a:xfrm>
          <a:prstGeom prst="rect">
            <a:avLst/>
          </a:prstGeom>
        </p:spPr>
      </p:pic>
      <p:sp>
        <p:nvSpPr>
          <p:cNvPr id="14" name="Oval 13">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56759" y="1676400"/>
            <a:ext cx="211455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tr-TR"/>
          </a:p>
        </p:txBody>
      </p:sp>
      <p:pic>
        <p:nvPicPr>
          <p:cNvPr id="16" name="Picture 15">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5999559" y="0"/>
            <a:ext cx="1202540" cy="1141407"/>
          </a:xfrm>
          <a:prstGeom prst="rect">
            <a:avLst/>
          </a:prstGeom>
        </p:spPr>
      </p:pic>
      <p:pic>
        <p:nvPicPr>
          <p:cNvPr id="18" name="Picture 17">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6454408" y="6096000"/>
            <a:ext cx="745301" cy="762000"/>
          </a:xfrm>
          <a:prstGeom prst="rect">
            <a:avLst/>
          </a:prstGeom>
        </p:spPr>
      </p:pic>
      <p:sp>
        <p:nvSpPr>
          <p:cNvPr id="20" name="Rectangle 19">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2" name="Başlık 1">
            <a:extLst>
              <a:ext uri="{FF2B5EF4-FFF2-40B4-BE49-F238E27FC236}">
                <a16:creationId xmlns:a16="http://schemas.microsoft.com/office/drawing/2014/main" id="{9440D94A-88EB-55BF-42F0-4756321DBDE8}"/>
              </a:ext>
            </a:extLst>
          </p:cNvPr>
          <p:cNvSpPr>
            <a:spLocks noGrp="1"/>
          </p:cNvSpPr>
          <p:nvPr>
            <p:ph type="title"/>
          </p:nvPr>
        </p:nvSpPr>
        <p:spPr>
          <a:xfrm>
            <a:off x="3918004" y="629266"/>
            <a:ext cx="3739102" cy="1469878"/>
          </a:xfrm>
        </p:spPr>
        <p:txBody>
          <a:bodyPr vert="horz" lIns="91440" tIns="45720" rIns="91440" bIns="45720" rtlCol="0" anchor="t">
            <a:normAutofit/>
          </a:bodyPr>
          <a:lstStyle/>
          <a:p>
            <a:pPr defTabSz="457200"/>
            <a:r>
              <a:rPr lang="en-US" b="0" i="0" kern="1200" dirty="0">
                <a:solidFill>
                  <a:schemeClr val="tx2"/>
                </a:solidFill>
                <a:latin typeface="+mj-lt"/>
                <a:ea typeface="+mj-ea"/>
                <a:cs typeface="+mj-cs"/>
              </a:rPr>
              <a:t>Ağaç (tree) topolojisi</a:t>
            </a:r>
          </a:p>
        </p:txBody>
      </p:sp>
      <p:pic>
        <p:nvPicPr>
          <p:cNvPr id="5" name="Resim 4">
            <a:extLst>
              <a:ext uri="{FF2B5EF4-FFF2-40B4-BE49-F238E27FC236}">
                <a16:creationId xmlns:a16="http://schemas.microsoft.com/office/drawing/2014/main" id="{13F7BFF7-0423-1760-9104-FE1D3A054AB6}"/>
              </a:ext>
            </a:extLst>
          </p:cNvPr>
          <p:cNvPicPr>
            <a:picLocks noChangeAspect="1"/>
          </p:cNvPicPr>
          <p:nvPr/>
        </p:nvPicPr>
        <p:blipFill>
          <a:blip r:embed="rId7"/>
          <a:stretch>
            <a:fillRect/>
          </a:stretch>
        </p:blipFill>
        <p:spPr>
          <a:xfrm>
            <a:off x="477685" y="2082328"/>
            <a:ext cx="3195817" cy="2775505"/>
          </a:xfrm>
          <a:prstGeom prst="rect">
            <a:avLst/>
          </a:prstGeom>
          <a:effectLst>
            <a:outerShdw blurRad="50800" dist="38100" dir="5400000" algn="t" rotWithShape="0">
              <a:prstClr val="black">
                <a:alpha val="43000"/>
              </a:prstClr>
            </a:outerShdw>
          </a:effectLst>
        </p:spPr>
      </p:pic>
      <p:sp>
        <p:nvSpPr>
          <p:cNvPr id="3" name="İçerik Yer Tutucusu 2">
            <a:extLst>
              <a:ext uri="{FF2B5EF4-FFF2-40B4-BE49-F238E27FC236}">
                <a16:creationId xmlns:a16="http://schemas.microsoft.com/office/drawing/2014/main" id="{D26E9032-B4C4-9EF1-BDC6-D7716F9E8DB6}"/>
              </a:ext>
            </a:extLst>
          </p:cNvPr>
          <p:cNvSpPr>
            <a:spLocks noGrp="1"/>
          </p:cNvSpPr>
          <p:nvPr>
            <p:ph sz="half" idx="1"/>
          </p:nvPr>
        </p:nvSpPr>
        <p:spPr>
          <a:xfrm>
            <a:off x="3918003" y="2337683"/>
            <a:ext cx="3739103" cy="3910716"/>
          </a:xfrm>
        </p:spPr>
        <p:txBody>
          <a:bodyPr vert="horz" lIns="91440" tIns="45720" rIns="91440" bIns="45720" rtlCol="0">
            <a:normAutofit/>
          </a:bodyPr>
          <a:lstStyle/>
          <a:p>
            <a:pPr defTabSz="457200">
              <a:lnSpc>
                <a:spcPct val="90000"/>
              </a:lnSpc>
            </a:pPr>
            <a:r>
              <a:rPr lang="en-US" sz="1300" dirty="0">
                <a:effectLst/>
              </a:rPr>
              <a:t>Ağaç topolojisi ya da hiyerarşik topoloji. Bu ağ topolojisinde bir merkezi </a:t>
            </a:r>
            <a:r>
              <a:rPr lang="en-US" sz="1300" u="none" strike="noStrike" dirty="0">
                <a:effectLst/>
                <a:hlinkClick r:id="rId8" tooltip="Kök"/>
              </a:rPr>
              <a:t>kök</a:t>
            </a:r>
            <a:r>
              <a:rPr lang="en-US" sz="1300" dirty="0">
                <a:effectLst/>
              </a:rPr>
              <a:t> düğüm (</a:t>
            </a:r>
            <a:r>
              <a:rPr lang="en-US" sz="1300" u="none" strike="noStrike" dirty="0">
                <a:effectLst/>
                <a:hlinkClick r:id="rId9" tooltip="Hiyerarşi"/>
              </a:rPr>
              <a:t>hiyerarşinin</a:t>
            </a:r>
            <a:r>
              <a:rPr lang="en-US" sz="1300" dirty="0">
                <a:effectLst/>
              </a:rPr>
              <a:t> en üst seviyesinde), hiyerarşide bir alt seviyede (ikinci seviye) bir veya daha fazla düğüm ile bağlıdır, merkezi düğüm ile ikinci seviyedeki her bir düğüm arasında noktadan noktaya bağlantı vardır. İkinci seviyedeki her bir düğümde bir alt seviyedeki (üçüncü seviye) bir veya daha fazla düğüm ile bağlı ise merkezi düğüm ile de noktadan noktaya bağlantı ile bağlıdır. Hiyerarşide sadece en üst seviyedeki merkezi kök düğümün üstünde başka bir düğüm yoktur. (Ağaç hiyerarşisi </a:t>
            </a:r>
            <a:r>
              <a:rPr lang="en-US" sz="1300" u="none" strike="noStrike" dirty="0">
                <a:effectLst/>
                <a:hlinkClick r:id="rId10" tooltip="Simetrik"/>
              </a:rPr>
              <a:t>simetriktir</a:t>
            </a:r>
            <a:r>
              <a:rPr lang="en-US" sz="1300" dirty="0">
                <a:effectLst/>
              </a:rPr>
              <a:t>). Ağda bulunan her bir düğüm bir sonraki alt seviyedeki düğümlere bağlayan sabit değişmez bir numaraya sahiptir. Bu numara "dallanma faktörü" olarak anılacaktır</a:t>
            </a:r>
            <a:endParaRPr lang="en-US" sz="1300" dirty="0"/>
          </a:p>
        </p:txBody>
      </p:sp>
    </p:spTree>
    <p:extLst>
      <p:ext uri="{BB962C8B-B14F-4D97-AF65-F5344CB8AC3E}">
        <p14:creationId xmlns:p14="http://schemas.microsoft.com/office/powerpoint/2010/main" val="373422076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9947" name="Rectangle 39946">
            <a:extLst>
              <a:ext uri="{FF2B5EF4-FFF2-40B4-BE49-F238E27FC236}">
                <a16:creationId xmlns:a16="http://schemas.microsoft.com/office/drawing/2014/main" id="{4E78424C-6FD0-41F8-9CAA-5DC19C4235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4000" cy="6858001"/>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39937" name="Unvan 1">
            <a:extLst>
              <a:ext uri="{FF2B5EF4-FFF2-40B4-BE49-F238E27FC236}">
                <a16:creationId xmlns:a16="http://schemas.microsoft.com/office/drawing/2014/main" id="{DD6E0C02-BD0F-08D8-C040-EE7448364ACC}"/>
              </a:ext>
            </a:extLst>
          </p:cNvPr>
          <p:cNvSpPr>
            <a:spLocks noGrp="1"/>
          </p:cNvSpPr>
          <p:nvPr>
            <p:ph type="title"/>
          </p:nvPr>
        </p:nvSpPr>
        <p:spPr>
          <a:xfrm>
            <a:off x="482891" y="1447800"/>
            <a:ext cx="2478191" cy="4572000"/>
          </a:xfrm>
        </p:spPr>
        <p:txBody>
          <a:bodyPr anchor="ctr">
            <a:normAutofit/>
          </a:bodyPr>
          <a:lstStyle/>
          <a:p>
            <a:br>
              <a:rPr lang="tr-TR" altLang="tr-TR" sz="2800">
                <a:solidFill>
                  <a:srgbClr val="F2F2F2"/>
                </a:solidFill>
              </a:rPr>
            </a:br>
            <a:r>
              <a:rPr lang="tr-TR" altLang="tr-TR" sz="2800">
                <a:solidFill>
                  <a:srgbClr val="F2F2F2"/>
                </a:solidFill>
              </a:rPr>
              <a:t>OSI Modeli (</a:t>
            </a:r>
            <a:r>
              <a:rPr lang="tr-TR" sz="2800">
                <a:solidFill>
                  <a:srgbClr val="F2F2F2"/>
                </a:solidFill>
              </a:rPr>
              <a:t>Açık Sistemler Ara Bağlantısı (OSI) modeli)</a:t>
            </a:r>
            <a:br>
              <a:rPr lang="tr-TR" altLang="tr-TR" sz="2800">
                <a:solidFill>
                  <a:srgbClr val="F2F2F2"/>
                </a:solidFill>
              </a:rPr>
            </a:br>
            <a:endParaRPr lang="tr-TR" altLang="tr-TR" sz="2800">
              <a:solidFill>
                <a:srgbClr val="F2F2F2"/>
              </a:solidFill>
            </a:endParaRPr>
          </a:p>
        </p:txBody>
      </p:sp>
      <p:sp>
        <p:nvSpPr>
          <p:cNvPr id="39949" name="Freeform: Shape 39948">
            <a:extLst>
              <a:ext uri="{FF2B5EF4-FFF2-40B4-BE49-F238E27FC236}">
                <a16:creationId xmlns:a16="http://schemas.microsoft.com/office/drawing/2014/main" id="{DD136760-57DC-4301-8BEA-B71AD2D139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20982" y="0"/>
            <a:ext cx="6023018" cy="6858000"/>
          </a:xfrm>
          <a:custGeom>
            <a:avLst/>
            <a:gdLst>
              <a:gd name="connsiteX0" fmla="*/ 1176 w 8030690"/>
              <a:gd name="connsiteY0" fmla="*/ 0 h 6858000"/>
              <a:gd name="connsiteX1" fmla="*/ 1344715 w 8030690"/>
              <a:gd name="connsiteY1" fmla="*/ 0 h 6858000"/>
              <a:gd name="connsiteX2" fmla="*/ 1344715 w 8030690"/>
              <a:gd name="connsiteY2" fmla="*/ 0 h 6858000"/>
              <a:gd name="connsiteX3" fmla="*/ 8030690 w 8030690"/>
              <a:gd name="connsiteY3" fmla="*/ 0 h 6858000"/>
              <a:gd name="connsiteX4" fmla="*/ 8030690 w 8030690"/>
              <a:gd name="connsiteY4" fmla="*/ 6858000 h 6858000"/>
              <a:gd name="connsiteX5" fmla="*/ 477746 w 8030690"/>
              <a:gd name="connsiteY5" fmla="*/ 6858000 h 6858000"/>
              <a:gd name="connsiteX6" fmla="*/ 477746 w 8030690"/>
              <a:gd name="connsiteY6" fmla="*/ 6858000 h 6858000"/>
              <a:gd name="connsiteX7" fmla="*/ 0 w 8030690"/>
              <a:gd name="connsiteY7" fmla="*/ 6858000 h 6858000"/>
              <a:gd name="connsiteX8" fmla="*/ 5883 w 8030690"/>
              <a:gd name="connsiteY8" fmla="*/ 6817538 h 6858000"/>
              <a:gd name="connsiteX9" fmla="*/ 23196 w 8030690"/>
              <a:gd name="connsiteY9" fmla="*/ 6698894 h 6858000"/>
              <a:gd name="connsiteX10" fmla="*/ 35298 w 8030690"/>
              <a:gd name="connsiteY10" fmla="*/ 6612483 h 6858000"/>
              <a:gd name="connsiteX11" fmla="*/ 48073 w 8030690"/>
              <a:gd name="connsiteY11" fmla="*/ 6509613 h 6858000"/>
              <a:gd name="connsiteX12" fmla="*/ 63369 w 8030690"/>
              <a:gd name="connsiteY12" fmla="*/ 6387541 h 6858000"/>
              <a:gd name="connsiteX13" fmla="*/ 79506 w 8030690"/>
              <a:gd name="connsiteY13" fmla="*/ 6252438 h 6858000"/>
              <a:gd name="connsiteX14" fmla="*/ 96483 w 8030690"/>
              <a:gd name="connsiteY14" fmla="*/ 6100191 h 6858000"/>
              <a:gd name="connsiteX15" fmla="*/ 114468 w 8030690"/>
              <a:gd name="connsiteY15" fmla="*/ 5934227 h 6858000"/>
              <a:gd name="connsiteX16" fmla="*/ 132454 w 8030690"/>
              <a:gd name="connsiteY16" fmla="*/ 5753862 h 6858000"/>
              <a:gd name="connsiteX17" fmla="*/ 150775 w 8030690"/>
              <a:gd name="connsiteY17" fmla="*/ 5561838 h 6858000"/>
              <a:gd name="connsiteX18" fmla="*/ 167752 w 8030690"/>
              <a:gd name="connsiteY18" fmla="*/ 5354726 h 6858000"/>
              <a:gd name="connsiteX19" fmla="*/ 184057 w 8030690"/>
              <a:gd name="connsiteY19" fmla="*/ 5138013 h 6858000"/>
              <a:gd name="connsiteX20" fmla="*/ 198849 w 8030690"/>
              <a:gd name="connsiteY20" fmla="*/ 4908956 h 6858000"/>
              <a:gd name="connsiteX21" fmla="*/ 212968 w 8030690"/>
              <a:gd name="connsiteY21" fmla="*/ 4670298 h 6858000"/>
              <a:gd name="connsiteX22" fmla="*/ 226248 w 8030690"/>
              <a:gd name="connsiteY22" fmla="*/ 4421352 h 6858000"/>
              <a:gd name="connsiteX23" fmla="*/ 230954 w 8030690"/>
              <a:gd name="connsiteY23" fmla="*/ 4293793 h 6858000"/>
              <a:gd name="connsiteX24" fmla="*/ 236165 w 8030690"/>
              <a:gd name="connsiteY24" fmla="*/ 4163491 h 6858000"/>
              <a:gd name="connsiteX25" fmla="*/ 241039 w 8030690"/>
              <a:gd name="connsiteY25" fmla="*/ 4031132 h 6858000"/>
              <a:gd name="connsiteX26" fmla="*/ 244233 w 8030690"/>
              <a:gd name="connsiteY26" fmla="*/ 3898087 h 6858000"/>
              <a:gd name="connsiteX27" fmla="*/ 247091 w 8030690"/>
              <a:gd name="connsiteY27" fmla="*/ 3762298 h 6858000"/>
              <a:gd name="connsiteX28" fmla="*/ 250116 w 8030690"/>
              <a:gd name="connsiteY28" fmla="*/ 3625138 h 6858000"/>
              <a:gd name="connsiteX29" fmla="*/ 252133 w 8030690"/>
              <a:gd name="connsiteY29" fmla="*/ 3485235 h 6858000"/>
              <a:gd name="connsiteX30" fmla="*/ 252133 w 8030690"/>
              <a:gd name="connsiteY30" fmla="*/ 3343960 h 6858000"/>
              <a:gd name="connsiteX31" fmla="*/ 253142 w 8030690"/>
              <a:gd name="connsiteY31" fmla="*/ 3201314 h 6858000"/>
              <a:gd name="connsiteX32" fmla="*/ 252133 w 8030690"/>
              <a:gd name="connsiteY32" fmla="*/ 3057296 h 6858000"/>
              <a:gd name="connsiteX33" fmla="*/ 250116 w 8030690"/>
              <a:gd name="connsiteY33" fmla="*/ 2911221 h 6858000"/>
              <a:gd name="connsiteX34" fmla="*/ 248267 w 8030690"/>
              <a:gd name="connsiteY34" fmla="*/ 2765145 h 6858000"/>
              <a:gd name="connsiteX35" fmla="*/ 244233 w 8030690"/>
              <a:gd name="connsiteY35" fmla="*/ 2617013 h 6858000"/>
              <a:gd name="connsiteX36" fmla="*/ 240031 w 8030690"/>
              <a:gd name="connsiteY36" fmla="*/ 2467508 h 6858000"/>
              <a:gd name="connsiteX37" fmla="*/ 235156 w 8030690"/>
              <a:gd name="connsiteY37" fmla="*/ 2318004 h 6858000"/>
              <a:gd name="connsiteX38" fmla="*/ 228265 w 8030690"/>
              <a:gd name="connsiteY38" fmla="*/ 2167128 h 6858000"/>
              <a:gd name="connsiteX39" fmla="*/ 220028 w 8030690"/>
              <a:gd name="connsiteY39" fmla="*/ 2014880 h 6858000"/>
              <a:gd name="connsiteX40" fmla="*/ 212128 w 8030690"/>
              <a:gd name="connsiteY40" fmla="*/ 1861947 h 6858000"/>
              <a:gd name="connsiteX41" fmla="*/ 202043 w 8030690"/>
              <a:gd name="connsiteY41" fmla="*/ 1709013 h 6858000"/>
              <a:gd name="connsiteX42" fmla="*/ 189940 w 8030690"/>
              <a:gd name="connsiteY42" fmla="*/ 1554023 h 6858000"/>
              <a:gd name="connsiteX43" fmla="*/ 177838 w 8030690"/>
              <a:gd name="connsiteY43" fmla="*/ 1401089 h 6858000"/>
              <a:gd name="connsiteX44" fmla="*/ 163886 w 8030690"/>
              <a:gd name="connsiteY44" fmla="*/ 1245413 h 6858000"/>
              <a:gd name="connsiteX45" fmla="*/ 148590 w 8030690"/>
              <a:gd name="connsiteY45" fmla="*/ 1089050 h 6858000"/>
              <a:gd name="connsiteX46" fmla="*/ 132454 w 8030690"/>
              <a:gd name="connsiteY46" fmla="*/ 934745 h 6858000"/>
              <a:gd name="connsiteX47" fmla="*/ 113628 w 8030690"/>
              <a:gd name="connsiteY47" fmla="*/ 778383 h 6858000"/>
              <a:gd name="connsiteX48" fmla="*/ 93457 w 8030690"/>
              <a:gd name="connsiteY48" fmla="*/ 622706 h 6858000"/>
              <a:gd name="connsiteX49" fmla="*/ 73454 w 8030690"/>
              <a:gd name="connsiteY49" fmla="*/ 466344 h 6858000"/>
              <a:gd name="connsiteX50" fmla="*/ 50090 w 8030690"/>
              <a:gd name="connsiteY50" fmla="*/ 310667 h 6858000"/>
              <a:gd name="connsiteX51" fmla="*/ 26222 w 8030690"/>
              <a:gd name="connsiteY51" fmla="*/ 15567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8030690" h="6858000">
                <a:moveTo>
                  <a:pt x="1176" y="0"/>
                </a:moveTo>
                <a:lnTo>
                  <a:pt x="1344715" y="0"/>
                </a:lnTo>
                <a:lnTo>
                  <a:pt x="1344715" y="0"/>
                </a:lnTo>
                <a:lnTo>
                  <a:pt x="8030690" y="0"/>
                </a:lnTo>
                <a:lnTo>
                  <a:pt x="8030690" y="6858000"/>
                </a:lnTo>
                <a:lnTo>
                  <a:pt x="477746" y="6858000"/>
                </a:lnTo>
                <a:lnTo>
                  <a:pt x="477746" y="6858000"/>
                </a:lnTo>
                <a:lnTo>
                  <a:pt x="0" y="6858000"/>
                </a:lnTo>
                <a:lnTo>
                  <a:pt x="5883" y="6817538"/>
                </a:lnTo>
                <a:lnTo>
                  <a:pt x="23196" y="6698894"/>
                </a:lnTo>
                <a:lnTo>
                  <a:pt x="35298" y="6612483"/>
                </a:lnTo>
                <a:lnTo>
                  <a:pt x="48073" y="6509613"/>
                </a:lnTo>
                <a:lnTo>
                  <a:pt x="63369" y="6387541"/>
                </a:lnTo>
                <a:lnTo>
                  <a:pt x="79506" y="6252438"/>
                </a:lnTo>
                <a:lnTo>
                  <a:pt x="96483" y="6100191"/>
                </a:lnTo>
                <a:lnTo>
                  <a:pt x="114468" y="5934227"/>
                </a:lnTo>
                <a:lnTo>
                  <a:pt x="132454" y="5753862"/>
                </a:lnTo>
                <a:lnTo>
                  <a:pt x="150775" y="5561838"/>
                </a:lnTo>
                <a:lnTo>
                  <a:pt x="167752" y="5354726"/>
                </a:lnTo>
                <a:lnTo>
                  <a:pt x="184057" y="5138013"/>
                </a:lnTo>
                <a:lnTo>
                  <a:pt x="198849" y="4908956"/>
                </a:lnTo>
                <a:lnTo>
                  <a:pt x="212968" y="4670298"/>
                </a:lnTo>
                <a:lnTo>
                  <a:pt x="226248" y="4421352"/>
                </a:lnTo>
                <a:lnTo>
                  <a:pt x="230954" y="4293793"/>
                </a:lnTo>
                <a:lnTo>
                  <a:pt x="236165" y="4163491"/>
                </a:lnTo>
                <a:lnTo>
                  <a:pt x="241039" y="4031132"/>
                </a:lnTo>
                <a:lnTo>
                  <a:pt x="244233" y="3898087"/>
                </a:lnTo>
                <a:lnTo>
                  <a:pt x="247091" y="3762298"/>
                </a:lnTo>
                <a:lnTo>
                  <a:pt x="250116" y="3625138"/>
                </a:lnTo>
                <a:lnTo>
                  <a:pt x="252133" y="3485235"/>
                </a:lnTo>
                <a:lnTo>
                  <a:pt x="252133" y="3343960"/>
                </a:lnTo>
                <a:lnTo>
                  <a:pt x="253142" y="3201314"/>
                </a:lnTo>
                <a:lnTo>
                  <a:pt x="252133" y="3057296"/>
                </a:lnTo>
                <a:lnTo>
                  <a:pt x="250116" y="2911221"/>
                </a:lnTo>
                <a:lnTo>
                  <a:pt x="248267" y="2765145"/>
                </a:lnTo>
                <a:lnTo>
                  <a:pt x="244233" y="2617013"/>
                </a:lnTo>
                <a:lnTo>
                  <a:pt x="240031" y="2467508"/>
                </a:lnTo>
                <a:lnTo>
                  <a:pt x="235156" y="2318004"/>
                </a:lnTo>
                <a:lnTo>
                  <a:pt x="228265" y="2167128"/>
                </a:lnTo>
                <a:lnTo>
                  <a:pt x="220028" y="2014880"/>
                </a:lnTo>
                <a:lnTo>
                  <a:pt x="212128" y="1861947"/>
                </a:lnTo>
                <a:lnTo>
                  <a:pt x="202043" y="1709013"/>
                </a:lnTo>
                <a:lnTo>
                  <a:pt x="189940" y="1554023"/>
                </a:lnTo>
                <a:lnTo>
                  <a:pt x="177838" y="1401089"/>
                </a:lnTo>
                <a:lnTo>
                  <a:pt x="163886" y="1245413"/>
                </a:lnTo>
                <a:lnTo>
                  <a:pt x="148590" y="1089050"/>
                </a:lnTo>
                <a:lnTo>
                  <a:pt x="132454" y="934745"/>
                </a:lnTo>
                <a:lnTo>
                  <a:pt x="113628" y="778383"/>
                </a:lnTo>
                <a:lnTo>
                  <a:pt x="93457" y="622706"/>
                </a:lnTo>
                <a:lnTo>
                  <a:pt x="73454" y="466344"/>
                </a:lnTo>
                <a:lnTo>
                  <a:pt x="50090" y="310667"/>
                </a:lnTo>
                <a:lnTo>
                  <a:pt x="26222" y="155676"/>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9951" name="Freeform 11">
            <a:extLst>
              <a:ext uri="{FF2B5EF4-FFF2-40B4-BE49-F238E27FC236}">
                <a16:creationId xmlns:a16="http://schemas.microsoft.com/office/drawing/2014/main" id="{BDC58DEA-1307-4F44-AD47-E613D8B76A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961082" y="-1"/>
            <a:ext cx="419604"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p:nvSpPr>
          <p:cNvPr id="39953" name="Rectangle 39952">
            <a:extLst>
              <a:ext uri="{FF2B5EF4-FFF2-40B4-BE49-F238E27FC236}">
                <a16:creationId xmlns:a16="http://schemas.microsoft.com/office/drawing/2014/main" id="{C99B912D-1E4B-42AF-A2BE-CFEFEC916E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tr-TR"/>
          </a:p>
        </p:txBody>
      </p:sp>
      <p:graphicFrame>
        <p:nvGraphicFramePr>
          <p:cNvPr id="39942" name="İçerik Yer Tutucusu 2">
            <a:extLst>
              <a:ext uri="{FF2B5EF4-FFF2-40B4-BE49-F238E27FC236}">
                <a16:creationId xmlns:a16="http://schemas.microsoft.com/office/drawing/2014/main" id="{2926DA0C-23C4-D59E-E461-718A9D8BC16E}"/>
              </a:ext>
            </a:extLst>
          </p:cNvPr>
          <p:cNvGraphicFramePr>
            <a:graphicFrameLocks noGrp="1"/>
          </p:cNvGraphicFramePr>
          <p:nvPr>
            <p:ph idx="1"/>
            <p:extLst>
              <p:ext uri="{D42A27DB-BD31-4B8C-83A1-F6EECF244321}">
                <p14:modId xmlns:p14="http://schemas.microsoft.com/office/powerpoint/2010/main" val="4256733198"/>
              </p:ext>
            </p:extLst>
          </p:nvPr>
        </p:nvGraphicFramePr>
        <p:xfrm>
          <a:off x="3786187" y="1447800"/>
          <a:ext cx="4872038"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overrideClrMapping bg1="lt1" tx1="dk1" bg2="lt2" tx2="dk2" accent1="accent1" accent2="accent2" accent3="accent3" accent4="accent4" accent5="accent5" accent6="accent6" hlink="hlink" folHlink="folHlink"/>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Unvan 1">
            <a:extLst>
              <a:ext uri="{FF2B5EF4-FFF2-40B4-BE49-F238E27FC236}">
                <a16:creationId xmlns:a16="http://schemas.microsoft.com/office/drawing/2014/main" id="{FF384EB2-5A24-16DC-7928-FB1EEE075D5A}"/>
              </a:ext>
            </a:extLst>
          </p:cNvPr>
          <p:cNvSpPr>
            <a:spLocks noGrp="1"/>
          </p:cNvSpPr>
          <p:nvPr>
            <p:ph type="title"/>
          </p:nvPr>
        </p:nvSpPr>
        <p:spPr/>
        <p:txBody>
          <a:bodyPr/>
          <a:lstStyle/>
          <a:p>
            <a:r>
              <a:rPr lang="tr-TR" altLang="tr-TR"/>
              <a:t>Ağ Mimarisi</a:t>
            </a:r>
          </a:p>
        </p:txBody>
      </p:sp>
      <p:sp>
        <p:nvSpPr>
          <p:cNvPr id="40962" name="İçerik Yer Tutucusu 2">
            <a:extLst>
              <a:ext uri="{FF2B5EF4-FFF2-40B4-BE49-F238E27FC236}">
                <a16:creationId xmlns:a16="http://schemas.microsoft.com/office/drawing/2014/main" id="{7C2CFC99-4A22-560C-EEEE-AC8BB9D5DF75}"/>
              </a:ext>
            </a:extLst>
          </p:cNvPr>
          <p:cNvSpPr>
            <a:spLocks noGrp="1"/>
          </p:cNvSpPr>
          <p:nvPr>
            <p:ph idx="1"/>
          </p:nvPr>
        </p:nvSpPr>
        <p:spPr>
          <a:xfrm>
            <a:off x="76200" y="1981200"/>
            <a:ext cx="4248150" cy="3773488"/>
          </a:xfrm>
        </p:spPr>
        <p:txBody>
          <a:bodyPr>
            <a:normAutofit fontScale="92500" lnSpcReduction="10000"/>
          </a:bodyPr>
          <a:lstStyle/>
          <a:p>
            <a:r>
              <a:rPr lang="tr-TR" altLang="tr-TR" sz="2000"/>
              <a:t>OSI referans modeli</a:t>
            </a:r>
          </a:p>
          <a:p>
            <a:pPr lvl="1"/>
            <a:r>
              <a:rPr lang="tr-TR" altLang="tr-TR" sz="2000"/>
              <a:t>Physical (Fiziksel Katman)</a:t>
            </a:r>
          </a:p>
          <a:p>
            <a:pPr lvl="1"/>
            <a:r>
              <a:rPr lang="tr-TR" altLang="tr-TR" sz="2000"/>
              <a:t>Data Link (Veri Bağlantı Katmanı)</a:t>
            </a:r>
          </a:p>
          <a:p>
            <a:pPr lvl="1"/>
            <a:r>
              <a:rPr lang="tr-TR" altLang="tr-TR" sz="2000"/>
              <a:t>Network (Ağ Katmanı)</a:t>
            </a:r>
          </a:p>
          <a:p>
            <a:pPr lvl="1"/>
            <a:r>
              <a:rPr lang="tr-TR" altLang="tr-TR" sz="2000"/>
              <a:t>Transport (Taşıma Katmanı)</a:t>
            </a:r>
          </a:p>
          <a:p>
            <a:pPr lvl="1"/>
            <a:r>
              <a:rPr lang="tr-TR" altLang="tr-TR" sz="2000"/>
              <a:t>Session (Oturum Katmanı)</a:t>
            </a:r>
          </a:p>
          <a:p>
            <a:pPr lvl="1"/>
            <a:r>
              <a:rPr lang="tr-TR" altLang="tr-TR" sz="2000"/>
              <a:t>Presentation (Sunu Katmanı)</a:t>
            </a:r>
          </a:p>
          <a:p>
            <a:pPr lvl="1"/>
            <a:r>
              <a:rPr lang="tr-TR" altLang="tr-TR" sz="2000"/>
              <a:t>Application (Uygulama Katmanı)</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991" name="Rectangle 41990">
            <a:extLst>
              <a:ext uri="{FF2B5EF4-FFF2-40B4-BE49-F238E27FC236}">
                <a16:creationId xmlns:a16="http://schemas.microsoft.com/office/drawing/2014/main" id="{B4AAD3FD-83A5-4B89-9F8F-01B8870865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41993" name="Freeform 31">
            <a:extLst>
              <a:ext uri="{FF2B5EF4-FFF2-40B4-BE49-F238E27FC236}">
                <a16:creationId xmlns:a16="http://schemas.microsoft.com/office/drawing/2014/main" id="{61752F1D-FC0F-4103-9584-630E643CCD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45515" y="-1"/>
            <a:ext cx="419604"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41995" name="Freeform: Shape 41994">
            <a:extLst>
              <a:ext uri="{FF2B5EF4-FFF2-40B4-BE49-F238E27FC236}">
                <a16:creationId xmlns:a16="http://schemas.microsoft.com/office/drawing/2014/main" id="{70151CB7-E7DE-4917-B831-01DF9CE013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3095864" y="809550"/>
            <a:ext cx="6858001" cy="52389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6772 h 6985200"/>
              <a:gd name="connsiteX6" fmla="*/ 1 w 6858001"/>
              <a:gd name="connsiteY6" fmla="*/ 886772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6772"/>
                </a:lnTo>
                <a:lnTo>
                  <a:pt x="1" y="886772"/>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ln>
            <a:noFill/>
          </a:ln>
        </p:spPr>
        <p:txBody>
          <a:bodyPr/>
          <a:lstStyle/>
          <a:p>
            <a:endParaRPr lang="tr-TR"/>
          </a:p>
        </p:txBody>
      </p:sp>
      <p:pic>
        <p:nvPicPr>
          <p:cNvPr id="41986" name="İçerik Yer Tutucusu 3">
            <a:extLst>
              <a:ext uri="{FF2B5EF4-FFF2-40B4-BE49-F238E27FC236}">
                <a16:creationId xmlns:a16="http://schemas.microsoft.com/office/drawing/2014/main" id="{D416AB08-9E63-5F52-EAA5-AF9D0A071A1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a:xfrm>
            <a:off x="4570494" y="2192555"/>
            <a:ext cx="4087416" cy="2472886"/>
          </a:xfrm>
          <a:prstGeom prst="rect">
            <a:avLst/>
          </a:prstGeom>
          <a:effectLst/>
        </p:spPr>
      </p:pic>
      <p:sp>
        <p:nvSpPr>
          <p:cNvPr id="41997" name="Rectangle 41996">
            <a:extLst>
              <a:ext uri="{FF2B5EF4-FFF2-40B4-BE49-F238E27FC236}">
                <a16:creationId xmlns:a16="http://schemas.microsoft.com/office/drawing/2014/main" id="{A92A1116-1C84-41DF-B803-1F7B0883EC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31836"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2" name="Metin kutusu 1">
            <a:extLst>
              <a:ext uri="{FF2B5EF4-FFF2-40B4-BE49-F238E27FC236}">
                <a16:creationId xmlns:a16="http://schemas.microsoft.com/office/drawing/2014/main" id="{D99CC8C7-874C-C95D-0473-AE3B74D80EB0}"/>
              </a:ext>
            </a:extLst>
          </p:cNvPr>
          <p:cNvSpPr txBox="1"/>
          <p:nvPr/>
        </p:nvSpPr>
        <p:spPr>
          <a:xfrm>
            <a:off x="486698" y="2438400"/>
            <a:ext cx="3124882" cy="3785419"/>
          </a:xfrm>
          <a:prstGeom prst="rect">
            <a:avLst/>
          </a:prstGeom>
        </p:spPr>
        <p:txBody>
          <a:bodyPr vert="horz" lIns="91440" tIns="45720" rIns="91440" bIns="45720" rtlCol="0">
            <a:normAutofit/>
          </a:bodyPr>
          <a:lstStyle/>
          <a:p>
            <a:pPr>
              <a:spcBef>
                <a:spcPts val="1000"/>
              </a:spcBef>
              <a:buClr>
                <a:schemeClr val="bg2">
                  <a:lumMod val="40000"/>
                  <a:lumOff val="60000"/>
                </a:schemeClr>
              </a:buClr>
              <a:buSzPct val="80000"/>
              <a:buFont typeface="Wingdings 3" charset="2"/>
              <a:buChar char=""/>
            </a:pPr>
            <a:r>
              <a:rPr lang="en-US" sz="1700">
                <a:solidFill>
                  <a:srgbClr val="EBEBEB"/>
                </a:solidFill>
                <a:effectLst/>
                <a:latin typeface="+mj-lt"/>
                <a:ea typeface="+mj-ea"/>
                <a:cs typeface="+mj-cs"/>
              </a:rPr>
              <a:t>Açık Sistemler Ara Bağlantısı (OSI) modelinin katmanları, hem yazılım hem de donanım bileşenleri arasındaki her tür ağ iletişimini kapsar. Model, iki bağımsız sistemin mevcut çalışma katmanına bağlı olarak, standartlaştırılmış arabirimler veya protokoller aracılığıyla iletişim kurmasını sağlayacak şekilde tasarlanmıştır.</a:t>
            </a:r>
          </a:p>
          <a:p>
            <a:pPr>
              <a:spcBef>
                <a:spcPts val="1000"/>
              </a:spcBef>
              <a:buClr>
                <a:schemeClr val="bg2">
                  <a:lumMod val="40000"/>
                  <a:lumOff val="60000"/>
                </a:schemeClr>
              </a:buClr>
              <a:buSzPct val="80000"/>
              <a:buFont typeface="Wingdings 3" charset="2"/>
              <a:buChar char=""/>
            </a:pPr>
            <a:endParaRPr lang="en-US" sz="1700">
              <a:solidFill>
                <a:srgbClr val="EBEBEB"/>
              </a:solidFill>
              <a:latin typeface="+mj-lt"/>
              <a:ea typeface="+mj-ea"/>
              <a:cs typeface="+mj-cs"/>
            </a:endParaRPr>
          </a:p>
        </p:txBody>
      </p:sp>
    </p:spTree>
  </p:cSld>
  <p:clrMapOvr>
    <a:overrideClrMapping bg1="lt1" tx1="dk1" bg2="lt2" tx2="dk2" accent1="accent1" accent2="accent2" accent3="accent3" accent4="accent4" accent5="accent5" accent6="accent6" hlink="hlink" folHlink="folHlink"/>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4CD14DB-BB81-479F-A1FC-1C75640E9F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9" name="Rectangle 8">
            <a:extLst>
              <a:ext uri="{FF2B5EF4-FFF2-40B4-BE49-F238E27FC236}">
                <a16:creationId xmlns:a16="http://schemas.microsoft.com/office/drawing/2014/main" id="{C943A91B-7CA7-4592-A975-73B1BF8C4C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11" name="Freeform 7">
            <a:extLst>
              <a:ext uri="{FF2B5EF4-FFF2-40B4-BE49-F238E27FC236}">
                <a16:creationId xmlns:a16="http://schemas.microsoft.com/office/drawing/2014/main" id="{EC471314-E46A-414B-8D91-74880E84F1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39954" y="1460230"/>
            <a:ext cx="2604045"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13" name="Freeform: Shape 12">
            <a:extLst>
              <a:ext uri="{FF2B5EF4-FFF2-40B4-BE49-F238E27FC236}">
                <a16:creationId xmlns:a16="http://schemas.microsoft.com/office/drawing/2014/main" id="{6A681326-1C9D-44A3-A627-3871BDAE4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762067"/>
            <a:ext cx="9144313"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tr-TR"/>
          </a:p>
        </p:txBody>
      </p:sp>
      <p:sp>
        <p:nvSpPr>
          <p:cNvPr id="2" name="Metin kutusu 1">
            <a:extLst>
              <a:ext uri="{FF2B5EF4-FFF2-40B4-BE49-F238E27FC236}">
                <a16:creationId xmlns:a16="http://schemas.microsoft.com/office/drawing/2014/main" id="{D99CC8C7-874C-C95D-0473-AE3B74D80EB0}"/>
              </a:ext>
            </a:extLst>
          </p:cNvPr>
          <p:cNvSpPr txBox="1"/>
          <p:nvPr/>
        </p:nvSpPr>
        <p:spPr>
          <a:xfrm>
            <a:off x="827484" y="2763520"/>
            <a:ext cx="6709905" cy="3484879"/>
          </a:xfrm>
          <a:prstGeom prst="rect">
            <a:avLst/>
          </a:prstGeom>
        </p:spPr>
        <p:txBody>
          <a:bodyPr vert="horz" lIns="91440" tIns="45720" rIns="91440" bIns="45720" rtlCol="0">
            <a:normAutofit/>
          </a:bodyPr>
          <a:lstStyle/>
          <a:p>
            <a:pPr>
              <a:lnSpc>
                <a:spcPct val="90000"/>
              </a:lnSpc>
              <a:spcBef>
                <a:spcPts val="1000"/>
              </a:spcBef>
              <a:buClr>
                <a:schemeClr val="bg2">
                  <a:lumMod val="40000"/>
                  <a:lumOff val="60000"/>
                </a:schemeClr>
              </a:buClr>
              <a:buSzPct val="80000"/>
              <a:buFont typeface="Wingdings 3" charset="2"/>
              <a:buChar char=""/>
            </a:pPr>
            <a:r>
              <a:rPr lang="en-US" sz="1500">
                <a:effectLst/>
                <a:latin typeface="+mj-lt"/>
                <a:ea typeface="+mj-ea"/>
                <a:cs typeface="+mj-cs"/>
              </a:rPr>
              <a:t>Aşağıda OSI modelinin avantajları yer almaktadır.</a:t>
            </a:r>
          </a:p>
          <a:p>
            <a:pPr>
              <a:lnSpc>
                <a:spcPct val="90000"/>
              </a:lnSpc>
              <a:spcBef>
                <a:spcPts val="1000"/>
              </a:spcBef>
              <a:buClr>
                <a:schemeClr val="bg2">
                  <a:lumMod val="40000"/>
                  <a:lumOff val="60000"/>
                </a:schemeClr>
              </a:buClr>
              <a:buSzPct val="80000"/>
              <a:buFont typeface="Wingdings 3" charset="2"/>
              <a:buChar char=""/>
            </a:pPr>
            <a:r>
              <a:rPr lang="tr-TR" sz="1500">
                <a:effectLst/>
                <a:latin typeface="+mj-lt"/>
                <a:ea typeface="+mj-ea"/>
                <a:cs typeface="+mj-cs"/>
              </a:rPr>
              <a:t>1) </a:t>
            </a:r>
            <a:r>
              <a:rPr lang="en-US" sz="1500">
                <a:effectLst/>
                <a:latin typeface="+mj-lt"/>
                <a:ea typeface="+mj-ea"/>
                <a:cs typeface="+mj-cs"/>
              </a:rPr>
              <a:t>Karmaşık sistemlere ilişkin ortak anlayış</a:t>
            </a:r>
          </a:p>
          <a:p>
            <a:pPr>
              <a:lnSpc>
                <a:spcPct val="90000"/>
              </a:lnSpc>
              <a:spcBef>
                <a:spcPts val="1000"/>
              </a:spcBef>
              <a:buClr>
                <a:schemeClr val="bg2">
                  <a:lumMod val="40000"/>
                  <a:lumOff val="60000"/>
                </a:schemeClr>
              </a:buClr>
              <a:buSzPct val="80000"/>
              <a:buFont typeface="Wingdings 3" charset="2"/>
              <a:buChar char=""/>
            </a:pPr>
            <a:r>
              <a:rPr lang="en-US" sz="1500">
                <a:effectLst/>
                <a:latin typeface="+mj-lt"/>
                <a:ea typeface="+mj-ea"/>
                <a:cs typeface="+mj-cs"/>
              </a:rPr>
              <a:t>Mühendisler, ağa bağlı karmaşık sistem mimarilerini düzenlemek ve modellemek için OSI modelini kullanabilir. Her sistem bileşeninin çalışma katmanını ana işlevselliğine göre ayırabilirler. Bir sistemi soyutlama yoluyla daha küçük ve yönetilebilir parçalara ayırabilmek, sistemin bütün olarak kavramsallaştırılmasını kolaylaştırır.</a:t>
            </a:r>
          </a:p>
          <a:p>
            <a:pPr>
              <a:lnSpc>
                <a:spcPct val="90000"/>
              </a:lnSpc>
              <a:spcBef>
                <a:spcPts val="1000"/>
              </a:spcBef>
              <a:buClr>
                <a:schemeClr val="bg2">
                  <a:lumMod val="40000"/>
                  <a:lumOff val="60000"/>
                </a:schemeClr>
              </a:buClr>
              <a:buSzPct val="80000"/>
              <a:buFont typeface="Wingdings 3" charset="2"/>
              <a:buChar char=""/>
            </a:pPr>
            <a:r>
              <a:rPr lang="tr-TR" sz="1500">
                <a:effectLst/>
                <a:latin typeface="+mj-lt"/>
                <a:ea typeface="+mj-ea"/>
                <a:cs typeface="+mj-cs"/>
              </a:rPr>
              <a:t>2) </a:t>
            </a:r>
            <a:r>
              <a:rPr lang="en-US" sz="1500">
                <a:effectLst/>
                <a:latin typeface="+mj-lt"/>
                <a:ea typeface="+mj-ea"/>
                <a:cs typeface="+mj-cs"/>
              </a:rPr>
              <a:t>Daha hızlı araştırma ve geliştirme</a:t>
            </a:r>
          </a:p>
          <a:p>
            <a:pPr>
              <a:lnSpc>
                <a:spcPct val="90000"/>
              </a:lnSpc>
              <a:spcBef>
                <a:spcPts val="1000"/>
              </a:spcBef>
              <a:buClr>
                <a:schemeClr val="bg2">
                  <a:lumMod val="40000"/>
                  <a:lumOff val="60000"/>
                </a:schemeClr>
              </a:buClr>
              <a:buSzPct val="80000"/>
              <a:buFont typeface="Wingdings 3" charset="2"/>
              <a:buChar char=""/>
            </a:pPr>
            <a:r>
              <a:rPr lang="en-US" sz="1500">
                <a:effectLst/>
                <a:latin typeface="+mj-lt"/>
                <a:ea typeface="+mj-ea"/>
                <a:cs typeface="+mj-cs"/>
              </a:rPr>
              <a:t>OSI referans modeli ile mühendisler, işlerini daha iyi anlayabilirler. Birbirleriyle iletişim kurması gereken yeni, ağa bağlı sistemleri oluştururken, hangi teknolojik katmanlar için geliştirdiklerini bilirler. Mühendisler ağa bağlı sistemler geliştirebilir ve bir dizi tekrarlanabilir süreç ve protokolden yararlanabilir. </a:t>
            </a:r>
          </a:p>
          <a:p>
            <a:pPr>
              <a:lnSpc>
                <a:spcPct val="90000"/>
              </a:lnSpc>
              <a:spcBef>
                <a:spcPts val="1000"/>
              </a:spcBef>
              <a:buClr>
                <a:schemeClr val="bg2">
                  <a:lumMod val="40000"/>
                  <a:lumOff val="60000"/>
                </a:schemeClr>
              </a:buClr>
              <a:buSzPct val="80000"/>
              <a:buFont typeface="Wingdings 3" charset="2"/>
              <a:buChar char=""/>
            </a:pPr>
            <a:endParaRPr lang="en-US" sz="1500">
              <a:latin typeface="+mj-lt"/>
              <a:ea typeface="+mj-ea"/>
              <a:cs typeface="+mj-cs"/>
            </a:endParaRPr>
          </a:p>
        </p:txBody>
      </p:sp>
    </p:spTree>
    <p:extLst>
      <p:ext uri="{BB962C8B-B14F-4D97-AF65-F5344CB8AC3E}">
        <p14:creationId xmlns:p14="http://schemas.microsoft.com/office/powerpoint/2010/main" val="1198335033"/>
      </p:ext>
    </p:extLst>
  </p:cSld>
  <p:clrMapOvr>
    <a:overrideClrMapping bg1="lt1" tx1="dk1" bg2="lt2" tx2="dk2" accent1="accent1" accent2="accent2" accent3="accent3" accent4="accent4" accent5="accent5" accent6="accent6" hlink="hlink" folHlink="folHlink"/>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4CD14DB-BB81-479F-A1FC-1C75640E9F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9" name="Rectangle 8">
            <a:extLst>
              <a:ext uri="{FF2B5EF4-FFF2-40B4-BE49-F238E27FC236}">
                <a16:creationId xmlns:a16="http://schemas.microsoft.com/office/drawing/2014/main" id="{C943A91B-7CA7-4592-A975-73B1BF8C4C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11" name="Freeform 7">
            <a:extLst>
              <a:ext uri="{FF2B5EF4-FFF2-40B4-BE49-F238E27FC236}">
                <a16:creationId xmlns:a16="http://schemas.microsoft.com/office/drawing/2014/main" id="{EC471314-E46A-414B-8D91-74880E84F1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39954" y="1460230"/>
            <a:ext cx="2604045"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13" name="Freeform: Shape 12">
            <a:extLst>
              <a:ext uri="{FF2B5EF4-FFF2-40B4-BE49-F238E27FC236}">
                <a16:creationId xmlns:a16="http://schemas.microsoft.com/office/drawing/2014/main" id="{6A681326-1C9D-44A3-A627-3871BDAE4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762067"/>
            <a:ext cx="9144313"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tr-TR"/>
          </a:p>
        </p:txBody>
      </p:sp>
      <p:sp>
        <p:nvSpPr>
          <p:cNvPr id="2" name="Metin kutusu 1">
            <a:extLst>
              <a:ext uri="{FF2B5EF4-FFF2-40B4-BE49-F238E27FC236}">
                <a16:creationId xmlns:a16="http://schemas.microsoft.com/office/drawing/2014/main" id="{D99CC8C7-874C-C95D-0473-AE3B74D80EB0}"/>
              </a:ext>
            </a:extLst>
          </p:cNvPr>
          <p:cNvSpPr txBox="1"/>
          <p:nvPr/>
        </p:nvSpPr>
        <p:spPr>
          <a:xfrm>
            <a:off x="827484" y="2763520"/>
            <a:ext cx="6709905" cy="3484879"/>
          </a:xfrm>
          <a:prstGeom prst="rect">
            <a:avLst/>
          </a:prstGeom>
        </p:spPr>
        <p:txBody>
          <a:bodyPr vert="horz" lIns="91440" tIns="45720" rIns="91440" bIns="45720" rtlCol="0">
            <a:normAutofit/>
          </a:bodyPr>
          <a:lstStyle/>
          <a:p>
            <a:pPr>
              <a:lnSpc>
                <a:spcPct val="90000"/>
              </a:lnSpc>
              <a:spcBef>
                <a:spcPts val="1000"/>
              </a:spcBef>
              <a:buClr>
                <a:schemeClr val="bg2">
                  <a:lumMod val="40000"/>
                  <a:lumOff val="60000"/>
                </a:schemeClr>
              </a:buClr>
              <a:buSzPct val="80000"/>
              <a:buFont typeface="Wingdings 3" charset="2"/>
              <a:buChar char=""/>
            </a:pPr>
            <a:r>
              <a:rPr lang="tr-TR">
                <a:effectLst/>
                <a:latin typeface="+mj-lt"/>
                <a:ea typeface="+mj-ea"/>
                <a:cs typeface="+mj-cs"/>
              </a:rPr>
              <a:t>3) </a:t>
            </a:r>
            <a:r>
              <a:rPr lang="en-US">
                <a:effectLst/>
                <a:latin typeface="+mj-lt"/>
                <a:ea typeface="+mj-ea"/>
                <a:cs typeface="+mj-cs"/>
              </a:rPr>
              <a:t>Esnek standartlaştırma</a:t>
            </a:r>
          </a:p>
          <a:p>
            <a:pPr>
              <a:lnSpc>
                <a:spcPct val="90000"/>
              </a:lnSpc>
              <a:spcBef>
                <a:spcPts val="1000"/>
              </a:spcBef>
              <a:buClr>
                <a:schemeClr val="bg2">
                  <a:lumMod val="40000"/>
                  <a:lumOff val="60000"/>
                </a:schemeClr>
              </a:buClr>
              <a:buSzPct val="80000"/>
              <a:buFont typeface="Wingdings 3" charset="2"/>
              <a:buChar char=""/>
            </a:pPr>
            <a:r>
              <a:rPr lang="en-US">
                <a:effectLst/>
                <a:latin typeface="+mj-lt"/>
                <a:ea typeface="+mj-ea"/>
                <a:cs typeface="+mj-cs"/>
              </a:rPr>
              <a:t>OSI modeli, düzeyler arasında kullanılacak protokolleri değil, protokollerin gerçekleştirdiği görevleri belirtir. Ağ iletişimi, geliştirmeyi standartlaştırarak sistem hakkında önceden bilgi sahibi olmadan oldukça karmaşık sistemleri hızla anlama, oluşturma ve parçalara ayırma olanağı sağlar. Ayrıca ayrıntıları soyutlar, böylece mühendisler modelin her yönünü anlamaya gerek duymaz. Modern uygulamalarda, sistem tasarımını ve geliştirmeyi basitleştirmek için daha düşük ağ ve protokol düzeyleri soyutlanır. Aşağıdaki resim, OSI modelinin modern uygulama geliştirme alanında nasıl kullanıldığını göstermektedir.</a:t>
            </a:r>
          </a:p>
          <a:p>
            <a:pPr>
              <a:lnSpc>
                <a:spcPct val="90000"/>
              </a:lnSpc>
              <a:spcBef>
                <a:spcPts val="1000"/>
              </a:spcBef>
              <a:buClr>
                <a:schemeClr val="bg2">
                  <a:lumMod val="40000"/>
                  <a:lumOff val="60000"/>
                </a:schemeClr>
              </a:buClr>
              <a:buSzPct val="80000"/>
              <a:buFont typeface="Wingdings 3" charset="2"/>
              <a:buChar char=""/>
            </a:pPr>
            <a:endParaRPr lang="en-US">
              <a:latin typeface="+mj-lt"/>
              <a:ea typeface="+mj-ea"/>
              <a:cs typeface="+mj-cs"/>
            </a:endParaRPr>
          </a:p>
        </p:txBody>
      </p:sp>
    </p:spTree>
    <p:extLst>
      <p:ext uri="{BB962C8B-B14F-4D97-AF65-F5344CB8AC3E}">
        <p14:creationId xmlns:p14="http://schemas.microsoft.com/office/powerpoint/2010/main" val="2280332910"/>
      </p:ext>
    </p:extLst>
  </p:cSld>
  <p:clrMapOvr>
    <a:overrideClrMapping bg1="lt1" tx1="dk1" bg2="lt2" tx2="dk2" accent1="accent1" accent2="accent2" accent3="accent3" accent4="accent4" accent5="accent5" accent6="accent6" hlink="hlink" folHlink="folHlink"/>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028" name="Rectangle 43027">
            <a:extLst>
              <a:ext uri="{FF2B5EF4-FFF2-40B4-BE49-F238E27FC236}">
                <a16:creationId xmlns:a16="http://schemas.microsoft.com/office/drawing/2014/main" id="{61515115-95FB-41E0-86F3-8744438C09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43030" name="Freeform 31">
            <a:extLst>
              <a:ext uri="{FF2B5EF4-FFF2-40B4-BE49-F238E27FC236}">
                <a16:creationId xmlns:a16="http://schemas.microsoft.com/office/drawing/2014/main" id="{8222A33F-BE2D-4D69-92A0-5DF8B17BAA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37382" y="-1"/>
            <a:ext cx="419604"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solidFill>
                <a:srgbClr val="FFFFFF"/>
              </a:solidFill>
            </a:endParaRPr>
          </a:p>
        </p:txBody>
      </p:sp>
      <p:sp useBgFill="1">
        <p:nvSpPr>
          <p:cNvPr id="43032" name="Freeform: Shape 43031">
            <a:extLst>
              <a:ext uri="{FF2B5EF4-FFF2-40B4-BE49-F238E27FC236}">
                <a16:creationId xmlns:a16="http://schemas.microsoft.com/office/drawing/2014/main" id="{CE1C74D0-9609-468A-9597-5D87C8A42B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3641798" y="1355484"/>
            <a:ext cx="6858001" cy="4147033"/>
          </a:xfrm>
          <a:custGeom>
            <a:avLst/>
            <a:gdLst>
              <a:gd name="connsiteX0" fmla="*/ 6858001 w 6858001"/>
              <a:gd name="connsiteY0" fmla="*/ 1177 h 5529377"/>
              <a:gd name="connsiteX1" fmla="*/ 6858001 w 6858001"/>
              <a:gd name="connsiteY1" fmla="*/ 1344715 h 5529377"/>
              <a:gd name="connsiteX2" fmla="*/ 6858000 w 6858001"/>
              <a:gd name="connsiteY2" fmla="*/ 1344715 h 5529377"/>
              <a:gd name="connsiteX3" fmla="*/ 6858000 w 6858001"/>
              <a:gd name="connsiteY3" fmla="*/ 5529377 h 5529377"/>
              <a:gd name="connsiteX4" fmla="*/ 0 w 6858001"/>
              <a:gd name="connsiteY4" fmla="*/ 5529376 h 5529377"/>
              <a:gd name="connsiteX5" fmla="*/ 0 w 6858001"/>
              <a:gd name="connsiteY5" fmla="*/ 891096 h 5529377"/>
              <a:gd name="connsiteX6" fmla="*/ 1 w 6858001"/>
              <a:gd name="connsiteY6" fmla="*/ 891096 h 5529377"/>
              <a:gd name="connsiteX7" fmla="*/ 1 w 6858001"/>
              <a:gd name="connsiteY7" fmla="*/ 0 h 5529377"/>
              <a:gd name="connsiteX8" fmla="*/ 40463 w 6858001"/>
              <a:gd name="connsiteY8" fmla="*/ 5883 h 5529377"/>
              <a:gd name="connsiteX9" fmla="*/ 159107 w 6858001"/>
              <a:gd name="connsiteY9" fmla="*/ 23196 h 5529377"/>
              <a:gd name="connsiteX10" fmla="*/ 245518 w 6858001"/>
              <a:gd name="connsiteY10" fmla="*/ 35299 h 5529377"/>
              <a:gd name="connsiteX11" fmla="*/ 348388 w 6858001"/>
              <a:gd name="connsiteY11" fmla="*/ 48073 h 5529377"/>
              <a:gd name="connsiteX12" fmla="*/ 470460 w 6858001"/>
              <a:gd name="connsiteY12" fmla="*/ 63369 h 5529377"/>
              <a:gd name="connsiteX13" fmla="*/ 605563 w 6858001"/>
              <a:gd name="connsiteY13" fmla="*/ 79506 h 5529377"/>
              <a:gd name="connsiteX14" fmla="*/ 757810 w 6858001"/>
              <a:gd name="connsiteY14" fmla="*/ 96483 h 5529377"/>
              <a:gd name="connsiteX15" fmla="*/ 923774 w 6858001"/>
              <a:gd name="connsiteY15" fmla="*/ 114469 h 5529377"/>
              <a:gd name="connsiteX16" fmla="*/ 1104139 w 6858001"/>
              <a:gd name="connsiteY16" fmla="*/ 132454 h 5529377"/>
              <a:gd name="connsiteX17" fmla="*/ 1296163 w 6858001"/>
              <a:gd name="connsiteY17" fmla="*/ 150776 h 5529377"/>
              <a:gd name="connsiteX18" fmla="*/ 1503275 w 6858001"/>
              <a:gd name="connsiteY18" fmla="*/ 167753 h 5529377"/>
              <a:gd name="connsiteX19" fmla="*/ 1719988 w 6858001"/>
              <a:gd name="connsiteY19" fmla="*/ 184058 h 5529377"/>
              <a:gd name="connsiteX20" fmla="*/ 1949045 w 6858001"/>
              <a:gd name="connsiteY20" fmla="*/ 198849 h 5529377"/>
              <a:gd name="connsiteX21" fmla="*/ 2187703 w 6858001"/>
              <a:gd name="connsiteY21" fmla="*/ 212969 h 5529377"/>
              <a:gd name="connsiteX22" fmla="*/ 2436649 w 6858001"/>
              <a:gd name="connsiteY22" fmla="*/ 226248 h 5529377"/>
              <a:gd name="connsiteX23" fmla="*/ 2564208 w 6858001"/>
              <a:gd name="connsiteY23" fmla="*/ 230955 h 5529377"/>
              <a:gd name="connsiteX24" fmla="*/ 2694509 w 6858001"/>
              <a:gd name="connsiteY24" fmla="*/ 236165 h 5529377"/>
              <a:gd name="connsiteX25" fmla="*/ 2826868 w 6858001"/>
              <a:gd name="connsiteY25" fmla="*/ 241040 h 5529377"/>
              <a:gd name="connsiteX26" fmla="*/ 2959914 w 6858001"/>
              <a:gd name="connsiteY26" fmla="*/ 244234 h 5529377"/>
              <a:gd name="connsiteX27" fmla="*/ 3095702 w 6858001"/>
              <a:gd name="connsiteY27" fmla="*/ 247091 h 5529377"/>
              <a:gd name="connsiteX28" fmla="*/ 3232862 w 6858001"/>
              <a:gd name="connsiteY28" fmla="*/ 250117 h 5529377"/>
              <a:gd name="connsiteX29" fmla="*/ 3372765 w 6858001"/>
              <a:gd name="connsiteY29" fmla="*/ 252134 h 5529377"/>
              <a:gd name="connsiteX30" fmla="*/ 3514040 w 6858001"/>
              <a:gd name="connsiteY30" fmla="*/ 252134 h 5529377"/>
              <a:gd name="connsiteX31" fmla="*/ 3656686 w 6858001"/>
              <a:gd name="connsiteY31" fmla="*/ 253142 h 5529377"/>
              <a:gd name="connsiteX32" fmla="*/ 3800704 w 6858001"/>
              <a:gd name="connsiteY32" fmla="*/ 252134 h 5529377"/>
              <a:gd name="connsiteX33" fmla="*/ 3946780 w 6858001"/>
              <a:gd name="connsiteY33" fmla="*/ 250117 h 5529377"/>
              <a:gd name="connsiteX34" fmla="*/ 4092855 w 6858001"/>
              <a:gd name="connsiteY34" fmla="*/ 248268 h 5529377"/>
              <a:gd name="connsiteX35" fmla="*/ 4240988 w 6858001"/>
              <a:gd name="connsiteY35" fmla="*/ 244234 h 5529377"/>
              <a:gd name="connsiteX36" fmla="*/ 4390492 w 6858001"/>
              <a:gd name="connsiteY36" fmla="*/ 240032 h 5529377"/>
              <a:gd name="connsiteX37" fmla="*/ 4539997 w 6858001"/>
              <a:gd name="connsiteY37" fmla="*/ 235157 h 5529377"/>
              <a:gd name="connsiteX38" fmla="*/ 4690873 w 6858001"/>
              <a:gd name="connsiteY38" fmla="*/ 228266 h 5529377"/>
              <a:gd name="connsiteX39" fmla="*/ 4843120 w 6858001"/>
              <a:gd name="connsiteY39" fmla="*/ 220029 h 5529377"/>
              <a:gd name="connsiteX40" fmla="*/ 4996054 w 6858001"/>
              <a:gd name="connsiteY40" fmla="*/ 212129 h 5529377"/>
              <a:gd name="connsiteX41" fmla="*/ 5148987 w 6858001"/>
              <a:gd name="connsiteY41" fmla="*/ 202044 h 5529377"/>
              <a:gd name="connsiteX42" fmla="*/ 5303978 w 6858001"/>
              <a:gd name="connsiteY42" fmla="*/ 189941 h 5529377"/>
              <a:gd name="connsiteX43" fmla="*/ 5456911 w 6858001"/>
              <a:gd name="connsiteY43" fmla="*/ 177839 h 5529377"/>
              <a:gd name="connsiteX44" fmla="*/ 5612588 w 6858001"/>
              <a:gd name="connsiteY44" fmla="*/ 163887 h 5529377"/>
              <a:gd name="connsiteX45" fmla="*/ 5768950 w 6858001"/>
              <a:gd name="connsiteY45" fmla="*/ 148591 h 5529377"/>
              <a:gd name="connsiteX46" fmla="*/ 5923255 w 6858001"/>
              <a:gd name="connsiteY46" fmla="*/ 132455 h 5529377"/>
              <a:gd name="connsiteX47" fmla="*/ 6079618 w 6858001"/>
              <a:gd name="connsiteY47" fmla="*/ 113629 h 5529377"/>
              <a:gd name="connsiteX48" fmla="*/ 6235294 w 6858001"/>
              <a:gd name="connsiteY48" fmla="*/ 93458 h 5529377"/>
              <a:gd name="connsiteX49" fmla="*/ 6391657 w 6858001"/>
              <a:gd name="connsiteY49" fmla="*/ 73455 h 5529377"/>
              <a:gd name="connsiteX50" fmla="*/ 6547333 w 6858001"/>
              <a:gd name="connsiteY50" fmla="*/ 50091 h 5529377"/>
              <a:gd name="connsiteX51" fmla="*/ 6702324 w 6858001"/>
              <a:gd name="connsiteY51" fmla="*/ 26222 h 5529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5529377">
                <a:moveTo>
                  <a:pt x="6858001" y="1177"/>
                </a:moveTo>
                <a:lnTo>
                  <a:pt x="6858001" y="1344715"/>
                </a:lnTo>
                <a:lnTo>
                  <a:pt x="6858000" y="1344715"/>
                </a:lnTo>
                <a:lnTo>
                  <a:pt x="6858000" y="5529377"/>
                </a:lnTo>
                <a:lnTo>
                  <a:pt x="0" y="5529376"/>
                </a:lnTo>
                <a:lnTo>
                  <a:pt x="0" y="891096"/>
                </a:lnTo>
                <a:lnTo>
                  <a:pt x="1" y="891096"/>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8" y="241040"/>
                </a:lnTo>
                <a:lnTo>
                  <a:pt x="2959914" y="244234"/>
                </a:lnTo>
                <a:lnTo>
                  <a:pt x="3095702" y="247091"/>
                </a:lnTo>
                <a:lnTo>
                  <a:pt x="3232862" y="250117"/>
                </a:lnTo>
                <a:lnTo>
                  <a:pt x="3372765" y="252134"/>
                </a:lnTo>
                <a:lnTo>
                  <a:pt x="3514040" y="252134"/>
                </a:lnTo>
                <a:lnTo>
                  <a:pt x="3656686" y="253142"/>
                </a:lnTo>
                <a:lnTo>
                  <a:pt x="3800704" y="252134"/>
                </a:lnTo>
                <a:lnTo>
                  <a:pt x="3946780" y="250117"/>
                </a:lnTo>
                <a:lnTo>
                  <a:pt x="4092855"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ln>
            <a:noFill/>
          </a:ln>
        </p:spPr>
        <p:txBody>
          <a:bodyPr/>
          <a:lstStyle/>
          <a:p>
            <a:endParaRPr lang="tr-TR"/>
          </a:p>
        </p:txBody>
      </p:sp>
      <p:pic>
        <p:nvPicPr>
          <p:cNvPr id="2" name="Resim 1">
            <a:extLst>
              <a:ext uri="{FF2B5EF4-FFF2-40B4-BE49-F238E27FC236}">
                <a16:creationId xmlns:a16="http://schemas.microsoft.com/office/drawing/2014/main" id="{B7CADE23-5937-6BBE-06BA-6E2AD3BD93B6}"/>
              </a:ext>
            </a:extLst>
          </p:cNvPr>
          <p:cNvPicPr>
            <a:picLocks noChangeAspect="1"/>
          </p:cNvPicPr>
          <p:nvPr/>
        </p:nvPicPr>
        <p:blipFill>
          <a:blip r:embed="rId2"/>
          <a:stretch>
            <a:fillRect/>
          </a:stretch>
        </p:blipFill>
        <p:spPr>
          <a:xfrm>
            <a:off x="5185558" y="1600200"/>
            <a:ext cx="3806042" cy="4302387"/>
          </a:xfrm>
          <a:prstGeom prst="rect">
            <a:avLst/>
          </a:prstGeom>
          <a:effectLst/>
        </p:spPr>
      </p:pic>
      <p:sp>
        <p:nvSpPr>
          <p:cNvPr id="43034" name="Rectangle 43033">
            <a:extLst>
              <a:ext uri="{FF2B5EF4-FFF2-40B4-BE49-F238E27FC236}">
                <a16:creationId xmlns:a16="http://schemas.microsoft.com/office/drawing/2014/main" id="{C137128D-E594-4905-9F76-E385F0831D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31836"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tr-TR"/>
          </a:p>
        </p:txBody>
      </p:sp>
      <p:graphicFrame>
        <p:nvGraphicFramePr>
          <p:cNvPr id="43012" name="İçerik Yer Tutucusu 2">
            <a:extLst>
              <a:ext uri="{FF2B5EF4-FFF2-40B4-BE49-F238E27FC236}">
                <a16:creationId xmlns:a16="http://schemas.microsoft.com/office/drawing/2014/main" id="{A1CACBF2-7349-0154-DFB9-2DBBA0459A35}"/>
              </a:ext>
            </a:extLst>
          </p:cNvPr>
          <p:cNvGraphicFramePr>
            <a:graphicFrameLocks noGrp="1"/>
          </p:cNvGraphicFramePr>
          <p:nvPr>
            <p:ph idx="1"/>
            <p:extLst>
              <p:ext uri="{D42A27DB-BD31-4B8C-83A1-F6EECF244321}">
                <p14:modId xmlns:p14="http://schemas.microsoft.com/office/powerpoint/2010/main" val="3837644393"/>
              </p:ext>
            </p:extLst>
          </p:nvPr>
        </p:nvGraphicFramePr>
        <p:xfrm>
          <a:off x="486698" y="2438400"/>
          <a:ext cx="4212162" cy="378541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overrideClrMapping bg1="lt1" tx1="dk1" bg2="lt2" tx2="dk2" accent1="accent1" accent2="accent2" accent3="accent3" accent4="accent4" accent5="accent5" accent6="accent6" hlink="hlink" folHlink="folHlink"/>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4040" name="Rectangle 44039">
            <a:extLst>
              <a:ext uri="{FF2B5EF4-FFF2-40B4-BE49-F238E27FC236}">
                <a16:creationId xmlns:a16="http://schemas.microsoft.com/office/drawing/2014/main" id="{61515115-95FB-41E0-86F3-8744438C09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44042" name="Freeform 31">
            <a:extLst>
              <a:ext uri="{FF2B5EF4-FFF2-40B4-BE49-F238E27FC236}">
                <a16:creationId xmlns:a16="http://schemas.microsoft.com/office/drawing/2014/main" id="{8222A33F-BE2D-4D69-92A0-5DF8B17BAA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37382" y="-1"/>
            <a:ext cx="419604"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solidFill>
                <a:srgbClr val="FFFFFF"/>
              </a:solidFill>
            </a:endParaRPr>
          </a:p>
        </p:txBody>
      </p:sp>
      <p:sp useBgFill="1">
        <p:nvSpPr>
          <p:cNvPr id="44044" name="Freeform: Shape 44043">
            <a:extLst>
              <a:ext uri="{FF2B5EF4-FFF2-40B4-BE49-F238E27FC236}">
                <a16:creationId xmlns:a16="http://schemas.microsoft.com/office/drawing/2014/main" id="{CE1C74D0-9609-468A-9597-5D87C8A42B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3641798" y="1355484"/>
            <a:ext cx="6858001" cy="4147033"/>
          </a:xfrm>
          <a:custGeom>
            <a:avLst/>
            <a:gdLst>
              <a:gd name="connsiteX0" fmla="*/ 6858001 w 6858001"/>
              <a:gd name="connsiteY0" fmla="*/ 1177 h 5529377"/>
              <a:gd name="connsiteX1" fmla="*/ 6858001 w 6858001"/>
              <a:gd name="connsiteY1" fmla="*/ 1344715 h 5529377"/>
              <a:gd name="connsiteX2" fmla="*/ 6858000 w 6858001"/>
              <a:gd name="connsiteY2" fmla="*/ 1344715 h 5529377"/>
              <a:gd name="connsiteX3" fmla="*/ 6858000 w 6858001"/>
              <a:gd name="connsiteY3" fmla="*/ 5529377 h 5529377"/>
              <a:gd name="connsiteX4" fmla="*/ 0 w 6858001"/>
              <a:gd name="connsiteY4" fmla="*/ 5529376 h 5529377"/>
              <a:gd name="connsiteX5" fmla="*/ 0 w 6858001"/>
              <a:gd name="connsiteY5" fmla="*/ 891096 h 5529377"/>
              <a:gd name="connsiteX6" fmla="*/ 1 w 6858001"/>
              <a:gd name="connsiteY6" fmla="*/ 891096 h 5529377"/>
              <a:gd name="connsiteX7" fmla="*/ 1 w 6858001"/>
              <a:gd name="connsiteY7" fmla="*/ 0 h 5529377"/>
              <a:gd name="connsiteX8" fmla="*/ 40463 w 6858001"/>
              <a:gd name="connsiteY8" fmla="*/ 5883 h 5529377"/>
              <a:gd name="connsiteX9" fmla="*/ 159107 w 6858001"/>
              <a:gd name="connsiteY9" fmla="*/ 23196 h 5529377"/>
              <a:gd name="connsiteX10" fmla="*/ 245518 w 6858001"/>
              <a:gd name="connsiteY10" fmla="*/ 35299 h 5529377"/>
              <a:gd name="connsiteX11" fmla="*/ 348388 w 6858001"/>
              <a:gd name="connsiteY11" fmla="*/ 48073 h 5529377"/>
              <a:gd name="connsiteX12" fmla="*/ 470460 w 6858001"/>
              <a:gd name="connsiteY12" fmla="*/ 63369 h 5529377"/>
              <a:gd name="connsiteX13" fmla="*/ 605563 w 6858001"/>
              <a:gd name="connsiteY13" fmla="*/ 79506 h 5529377"/>
              <a:gd name="connsiteX14" fmla="*/ 757810 w 6858001"/>
              <a:gd name="connsiteY14" fmla="*/ 96483 h 5529377"/>
              <a:gd name="connsiteX15" fmla="*/ 923774 w 6858001"/>
              <a:gd name="connsiteY15" fmla="*/ 114469 h 5529377"/>
              <a:gd name="connsiteX16" fmla="*/ 1104139 w 6858001"/>
              <a:gd name="connsiteY16" fmla="*/ 132454 h 5529377"/>
              <a:gd name="connsiteX17" fmla="*/ 1296163 w 6858001"/>
              <a:gd name="connsiteY17" fmla="*/ 150776 h 5529377"/>
              <a:gd name="connsiteX18" fmla="*/ 1503275 w 6858001"/>
              <a:gd name="connsiteY18" fmla="*/ 167753 h 5529377"/>
              <a:gd name="connsiteX19" fmla="*/ 1719988 w 6858001"/>
              <a:gd name="connsiteY19" fmla="*/ 184058 h 5529377"/>
              <a:gd name="connsiteX20" fmla="*/ 1949045 w 6858001"/>
              <a:gd name="connsiteY20" fmla="*/ 198849 h 5529377"/>
              <a:gd name="connsiteX21" fmla="*/ 2187703 w 6858001"/>
              <a:gd name="connsiteY21" fmla="*/ 212969 h 5529377"/>
              <a:gd name="connsiteX22" fmla="*/ 2436649 w 6858001"/>
              <a:gd name="connsiteY22" fmla="*/ 226248 h 5529377"/>
              <a:gd name="connsiteX23" fmla="*/ 2564208 w 6858001"/>
              <a:gd name="connsiteY23" fmla="*/ 230955 h 5529377"/>
              <a:gd name="connsiteX24" fmla="*/ 2694509 w 6858001"/>
              <a:gd name="connsiteY24" fmla="*/ 236165 h 5529377"/>
              <a:gd name="connsiteX25" fmla="*/ 2826868 w 6858001"/>
              <a:gd name="connsiteY25" fmla="*/ 241040 h 5529377"/>
              <a:gd name="connsiteX26" fmla="*/ 2959914 w 6858001"/>
              <a:gd name="connsiteY26" fmla="*/ 244234 h 5529377"/>
              <a:gd name="connsiteX27" fmla="*/ 3095702 w 6858001"/>
              <a:gd name="connsiteY27" fmla="*/ 247091 h 5529377"/>
              <a:gd name="connsiteX28" fmla="*/ 3232862 w 6858001"/>
              <a:gd name="connsiteY28" fmla="*/ 250117 h 5529377"/>
              <a:gd name="connsiteX29" fmla="*/ 3372765 w 6858001"/>
              <a:gd name="connsiteY29" fmla="*/ 252134 h 5529377"/>
              <a:gd name="connsiteX30" fmla="*/ 3514040 w 6858001"/>
              <a:gd name="connsiteY30" fmla="*/ 252134 h 5529377"/>
              <a:gd name="connsiteX31" fmla="*/ 3656686 w 6858001"/>
              <a:gd name="connsiteY31" fmla="*/ 253142 h 5529377"/>
              <a:gd name="connsiteX32" fmla="*/ 3800704 w 6858001"/>
              <a:gd name="connsiteY32" fmla="*/ 252134 h 5529377"/>
              <a:gd name="connsiteX33" fmla="*/ 3946780 w 6858001"/>
              <a:gd name="connsiteY33" fmla="*/ 250117 h 5529377"/>
              <a:gd name="connsiteX34" fmla="*/ 4092855 w 6858001"/>
              <a:gd name="connsiteY34" fmla="*/ 248268 h 5529377"/>
              <a:gd name="connsiteX35" fmla="*/ 4240988 w 6858001"/>
              <a:gd name="connsiteY35" fmla="*/ 244234 h 5529377"/>
              <a:gd name="connsiteX36" fmla="*/ 4390492 w 6858001"/>
              <a:gd name="connsiteY36" fmla="*/ 240032 h 5529377"/>
              <a:gd name="connsiteX37" fmla="*/ 4539997 w 6858001"/>
              <a:gd name="connsiteY37" fmla="*/ 235157 h 5529377"/>
              <a:gd name="connsiteX38" fmla="*/ 4690873 w 6858001"/>
              <a:gd name="connsiteY38" fmla="*/ 228266 h 5529377"/>
              <a:gd name="connsiteX39" fmla="*/ 4843120 w 6858001"/>
              <a:gd name="connsiteY39" fmla="*/ 220029 h 5529377"/>
              <a:gd name="connsiteX40" fmla="*/ 4996054 w 6858001"/>
              <a:gd name="connsiteY40" fmla="*/ 212129 h 5529377"/>
              <a:gd name="connsiteX41" fmla="*/ 5148987 w 6858001"/>
              <a:gd name="connsiteY41" fmla="*/ 202044 h 5529377"/>
              <a:gd name="connsiteX42" fmla="*/ 5303978 w 6858001"/>
              <a:gd name="connsiteY42" fmla="*/ 189941 h 5529377"/>
              <a:gd name="connsiteX43" fmla="*/ 5456911 w 6858001"/>
              <a:gd name="connsiteY43" fmla="*/ 177839 h 5529377"/>
              <a:gd name="connsiteX44" fmla="*/ 5612588 w 6858001"/>
              <a:gd name="connsiteY44" fmla="*/ 163887 h 5529377"/>
              <a:gd name="connsiteX45" fmla="*/ 5768950 w 6858001"/>
              <a:gd name="connsiteY45" fmla="*/ 148591 h 5529377"/>
              <a:gd name="connsiteX46" fmla="*/ 5923255 w 6858001"/>
              <a:gd name="connsiteY46" fmla="*/ 132455 h 5529377"/>
              <a:gd name="connsiteX47" fmla="*/ 6079618 w 6858001"/>
              <a:gd name="connsiteY47" fmla="*/ 113629 h 5529377"/>
              <a:gd name="connsiteX48" fmla="*/ 6235294 w 6858001"/>
              <a:gd name="connsiteY48" fmla="*/ 93458 h 5529377"/>
              <a:gd name="connsiteX49" fmla="*/ 6391657 w 6858001"/>
              <a:gd name="connsiteY49" fmla="*/ 73455 h 5529377"/>
              <a:gd name="connsiteX50" fmla="*/ 6547333 w 6858001"/>
              <a:gd name="connsiteY50" fmla="*/ 50091 h 5529377"/>
              <a:gd name="connsiteX51" fmla="*/ 6702324 w 6858001"/>
              <a:gd name="connsiteY51" fmla="*/ 26222 h 5529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5529377">
                <a:moveTo>
                  <a:pt x="6858001" y="1177"/>
                </a:moveTo>
                <a:lnTo>
                  <a:pt x="6858001" y="1344715"/>
                </a:lnTo>
                <a:lnTo>
                  <a:pt x="6858000" y="1344715"/>
                </a:lnTo>
                <a:lnTo>
                  <a:pt x="6858000" y="5529377"/>
                </a:lnTo>
                <a:lnTo>
                  <a:pt x="0" y="5529376"/>
                </a:lnTo>
                <a:lnTo>
                  <a:pt x="0" y="891096"/>
                </a:lnTo>
                <a:lnTo>
                  <a:pt x="1" y="891096"/>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8" y="241040"/>
                </a:lnTo>
                <a:lnTo>
                  <a:pt x="2959914" y="244234"/>
                </a:lnTo>
                <a:lnTo>
                  <a:pt x="3095702" y="247091"/>
                </a:lnTo>
                <a:lnTo>
                  <a:pt x="3232862" y="250117"/>
                </a:lnTo>
                <a:lnTo>
                  <a:pt x="3372765" y="252134"/>
                </a:lnTo>
                <a:lnTo>
                  <a:pt x="3514040" y="252134"/>
                </a:lnTo>
                <a:lnTo>
                  <a:pt x="3656686" y="253142"/>
                </a:lnTo>
                <a:lnTo>
                  <a:pt x="3800704" y="252134"/>
                </a:lnTo>
                <a:lnTo>
                  <a:pt x="3946780" y="250117"/>
                </a:lnTo>
                <a:lnTo>
                  <a:pt x="4092855"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ln>
            <a:noFill/>
          </a:ln>
        </p:spPr>
        <p:txBody>
          <a:bodyPr/>
          <a:lstStyle/>
          <a:p>
            <a:endParaRPr lang="tr-TR"/>
          </a:p>
        </p:txBody>
      </p:sp>
      <p:pic>
        <p:nvPicPr>
          <p:cNvPr id="2" name="Resim 1">
            <a:extLst>
              <a:ext uri="{FF2B5EF4-FFF2-40B4-BE49-F238E27FC236}">
                <a16:creationId xmlns:a16="http://schemas.microsoft.com/office/drawing/2014/main" id="{C56C9EBC-3595-E628-6798-E277888365FE}"/>
              </a:ext>
            </a:extLst>
          </p:cNvPr>
          <p:cNvPicPr>
            <a:picLocks noChangeAspect="1"/>
          </p:cNvPicPr>
          <p:nvPr/>
        </p:nvPicPr>
        <p:blipFill>
          <a:blip r:embed="rId2"/>
          <a:stretch>
            <a:fillRect/>
          </a:stretch>
        </p:blipFill>
        <p:spPr>
          <a:xfrm>
            <a:off x="5672806" y="1909861"/>
            <a:ext cx="2985104" cy="3038274"/>
          </a:xfrm>
          <a:prstGeom prst="rect">
            <a:avLst/>
          </a:prstGeom>
          <a:effectLst/>
        </p:spPr>
      </p:pic>
      <p:sp>
        <p:nvSpPr>
          <p:cNvPr id="44046" name="Rectangle 44045">
            <a:extLst>
              <a:ext uri="{FF2B5EF4-FFF2-40B4-BE49-F238E27FC236}">
                <a16:creationId xmlns:a16="http://schemas.microsoft.com/office/drawing/2014/main" id="{C137128D-E594-4905-9F76-E385F0831D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31836"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44035" name="İçerik Yer Tutucusu 2">
            <a:extLst>
              <a:ext uri="{FF2B5EF4-FFF2-40B4-BE49-F238E27FC236}">
                <a16:creationId xmlns:a16="http://schemas.microsoft.com/office/drawing/2014/main" id="{0128F4E4-BF93-3DA4-BA99-947CAD8292E1}"/>
              </a:ext>
            </a:extLst>
          </p:cNvPr>
          <p:cNvSpPr>
            <a:spLocks noGrp="1"/>
          </p:cNvSpPr>
          <p:nvPr>
            <p:ph idx="1"/>
          </p:nvPr>
        </p:nvSpPr>
        <p:spPr>
          <a:xfrm>
            <a:off x="486698" y="2438400"/>
            <a:ext cx="4212162" cy="3785419"/>
          </a:xfrm>
        </p:spPr>
        <p:txBody>
          <a:bodyPr>
            <a:normAutofit/>
          </a:bodyPr>
          <a:lstStyle/>
          <a:p>
            <a:pPr marL="457200" indent="-457200">
              <a:buFont typeface="+mj-lt"/>
              <a:buAutoNum type="arabicPeriod" startAt="4"/>
              <a:defRPr/>
            </a:pPr>
            <a:r>
              <a:rPr lang="tr-TR" altLang="tr-TR">
                <a:solidFill>
                  <a:srgbClr val="FFFFFF"/>
                </a:solidFill>
              </a:rPr>
              <a:t>Aktarım: iki düğüm arasında mantıksal bir bağlantının kurulduğu katmandır. </a:t>
            </a:r>
            <a:r>
              <a:rPr lang="tr-TR">
                <a:solidFill>
                  <a:srgbClr val="FFFFFF"/>
                </a:solidFill>
              </a:rPr>
              <a:t>Bu katman 5-7 ve 1-3 arası katmanlar arası bağlantıyı sağlar. </a:t>
            </a:r>
          </a:p>
          <a:p>
            <a:pPr marL="709613" lvl="1" indent="-342900">
              <a:buFont typeface="Wingdings 2" panose="05020102010507070707" pitchFamily="18" charset="2"/>
              <a:buChar char=""/>
              <a:defRPr/>
            </a:pPr>
            <a:r>
              <a:rPr lang="tr-TR">
                <a:solidFill>
                  <a:srgbClr val="FFFFFF"/>
                </a:solidFill>
              </a:rPr>
              <a:t>Üst katmandan aldığı verileri bölümlere (segment) ayırarak bir alt katmana iletir.</a:t>
            </a:r>
          </a:p>
          <a:p>
            <a:pPr marL="709613" lvl="1" indent="-342900">
              <a:buFont typeface="Wingdings 2" panose="05020102010507070707" pitchFamily="18" charset="2"/>
              <a:buChar char=""/>
              <a:defRPr/>
            </a:pPr>
            <a:r>
              <a:rPr lang="tr-TR">
                <a:solidFill>
                  <a:srgbClr val="FFFFFF"/>
                </a:solidFill>
              </a:rPr>
              <a:t>Bir üst katmana bu bölümleri birleştirerek sunar. </a:t>
            </a:r>
          </a:p>
          <a:p>
            <a:pPr>
              <a:buFont typeface="Wingdings 2" panose="05020102010507070707" pitchFamily="18" charset="2"/>
              <a:buChar char=""/>
              <a:defRPr/>
            </a:pPr>
            <a:endParaRPr lang="tr-TR">
              <a:solidFill>
                <a:srgbClr val="FFFFFF"/>
              </a:solidFill>
            </a:endParaRPr>
          </a:p>
          <a:p>
            <a:pPr marL="984250" lvl="2" indent="-342900">
              <a:buFont typeface="Wingdings 2" panose="05020102010507070707" pitchFamily="18" charset="2"/>
              <a:buChar char=""/>
              <a:defRPr/>
            </a:pPr>
            <a:endParaRPr lang="tr-TR">
              <a:solidFill>
                <a:srgbClr val="FFFFFF"/>
              </a:solidFill>
            </a:endParaRPr>
          </a:p>
          <a:p>
            <a:pPr>
              <a:buFont typeface="Wingdings 2" panose="05020102010507070707" pitchFamily="18" charset="2"/>
              <a:buChar char=""/>
              <a:defRPr/>
            </a:pPr>
            <a:endParaRPr lang="tr-TR">
              <a:solidFill>
                <a:srgbClr val="FFFFFF"/>
              </a:solidFill>
            </a:endParaRPr>
          </a:p>
          <a:p>
            <a:pPr>
              <a:buFont typeface="Wingdings 2" panose="05020102010507070707" pitchFamily="18" charset="2"/>
              <a:buChar char=""/>
              <a:defRPr/>
            </a:pPr>
            <a:endParaRPr lang="tr-TR">
              <a:solidFill>
                <a:srgbClr val="FFFFFF"/>
              </a:solidFill>
            </a:endParaRPr>
          </a:p>
          <a:p>
            <a:pPr marL="514350" indent="-514350">
              <a:buFont typeface="Calibri" panose="020F0502020204030204" pitchFamily="34" charset="0"/>
              <a:buAutoNum type="arabicPeriod" startAt="4"/>
              <a:defRPr/>
            </a:pPr>
            <a:endParaRPr lang="tr-TR" altLang="tr-TR">
              <a:solidFill>
                <a:srgbClr val="FFFFFF"/>
              </a:solidFill>
            </a:endParaRPr>
          </a:p>
          <a:p>
            <a:pPr marL="0" indent="0">
              <a:buFont typeface="Wingdings 2" panose="05020102010507070707" pitchFamily="18" charset="2"/>
              <a:buNone/>
              <a:defRPr/>
            </a:pPr>
            <a:endParaRPr lang="tr-TR">
              <a:solidFill>
                <a:srgbClr val="FFFFFF"/>
              </a:solidFill>
            </a:endParaRPr>
          </a:p>
        </p:txBody>
      </p:sp>
    </p:spTree>
  </p:cSld>
  <p:clrMapOvr>
    <a:overrideClrMapping bg1="lt1" tx1="dk1" bg2="lt2" tx2="dk2" accent1="accent1" accent2="accent2" accent3="accent3" accent4="accent4" accent5="accent5" accent6="accent6" hlink="hlink" folHlink="folHlink"/>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5062" name="Rectangle 45061">
            <a:extLst>
              <a:ext uri="{FF2B5EF4-FFF2-40B4-BE49-F238E27FC236}">
                <a16:creationId xmlns:a16="http://schemas.microsoft.com/office/drawing/2014/main" id="{61515115-95FB-41E0-86F3-8744438C09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45057" name="Unvan 1">
            <a:extLst>
              <a:ext uri="{FF2B5EF4-FFF2-40B4-BE49-F238E27FC236}">
                <a16:creationId xmlns:a16="http://schemas.microsoft.com/office/drawing/2014/main" id="{19F6A8A4-C2B3-D3CD-8A3C-BA028D31056E}"/>
              </a:ext>
            </a:extLst>
          </p:cNvPr>
          <p:cNvSpPr>
            <a:spLocks noGrp="1"/>
          </p:cNvSpPr>
          <p:nvPr>
            <p:ph type="title"/>
          </p:nvPr>
        </p:nvSpPr>
        <p:spPr>
          <a:xfrm>
            <a:off x="486697" y="629266"/>
            <a:ext cx="4212163" cy="1622321"/>
          </a:xfrm>
        </p:spPr>
        <p:txBody>
          <a:bodyPr>
            <a:normAutofit/>
          </a:bodyPr>
          <a:lstStyle/>
          <a:p>
            <a:endParaRPr lang="tr-TR" altLang="tr-TR">
              <a:solidFill>
                <a:srgbClr val="EBEBEB"/>
              </a:solidFill>
            </a:endParaRPr>
          </a:p>
        </p:txBody>
      </p:sp>
      <p:sp>
        <p:nvSpPr>
          <p:cNvPr id="45064" name="Freeform 31">
            <a:extLst>
              <a:ext uri="{FF2B5EF4-FFF2-40B4-BE49-F238E27FC236}">
                <a16:creationId xmlns:a16="http://schemas.microsoft.com/office/drawing/2014/main" id="{8222A33F-BE2D-4D69-92A0-5DF8B17BAA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37382" y="-1"/>
            <a:ext cx="419604"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solidFill>
                <a:srgbClr val="FFFFFF"/>
              </a:solidFill>
            </a:endParaRPr>
          </a:p>
        </p:txBody>
      </p:sp>
      <p:sp useBgFill="1">
        <p:nvSpPr>
          <p:cNvPr id="45066" name="Freeform: Shape 45065">
            <a:extLst>
              <a:ext uri="{FF2B5EF4-FFF2-40B4-BE49-F238E27FC236}">
                <a16:creationId xmlns:a16="http://schemas.microsoft.com/office/drawing/2014/main" id="{CE1C74D0-9609-468A-9597-5D87C8A42B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3641798" y="1355484"/>
            <a:ext cx="6858001" cy="4147033"/>
          </a:xfrm>
          <a:custGeom>
            <a:avLst/>
            <a:gdLst>
              <a:gd name="connsiteX0" fmla="*/ 6858001 w 6858001"/>
              <a:gd name="connsiteY0" fmla="*/ 1177 h 5529377"/>
              <a:gd name="connsiteX1" fmla="*/ 6858001 w 6858001"/>
              <a:gd name="connsiteY1" fmla="*/ 1344715 h 5529377"/>
              <a:gd name="connsiteX2" fmla="*/ 6858000 w 6858001"/>
              <a:gd name="connsiteY2" fmla="*/ 1344715 h 5529377"/>
              <a:gd name="connsiteX3" fmla="*/ 6858000 w 6858001"/>
              <a:gd name="connsiteY3" fmla="*/ 5529377 h 5529377"/>
              <a:gd name="connsiteX4" fmla="*/ 0 w 6858001"/>
              <a:gd name="connsiteY4" fmla="*/ 5529376 h 5529377"/>
              <a:gd name="connsiteX5" fmla="*/ 0 w 6858001"/>
              <a:gd name="connsiteY5" fmla="*/ 891096 h 5529377"/>
              <a:gd name="connsiteX6" fmla="*/ 1 w 6858001"/>
              <a:gd name="connsiteY6" fmla="*/ 891096 h 5529377"/>
              <a:gd name="connsiteX7" fmla="*/ 1 w 6858001"/>
              <a:gd name="connsiteY7" fmla="*/ 0 h 5529377"/>
              <a:gd name="connsiteX8" fmla="*/ 40463 w 6858001"/>
              <a:gd name="connsiteY8" fmla="*/ 5883 h 5529377"/>
              <a:gd name="connsiteX9" fmla="*/ 159107 w 6858001"/>
              <a:gd name="connsiteY9" fmla="*/ 23196 h 5529377"/>
              <a:gd name="connsiteX10" fmla="*/ 245518 w 6858001"/>
              <a:gd name="connsiteY10" fmla="*/ 35299 h 5529377"/>
              <a:gd name="connsiteX11" fmla="*/ 348388 w 6858001"/>
              <a:gd name="connsiteY11" fmla="*/ 48073 h 5529377"/>
              <a:gd name="connsiteX12" fmla="*/ 470460 w 6858001"/>
              <a:gd name="connsiteY12" fmla="*/ 63369 h 5529377"/>
              <a:gd name="connsiteX13" fmla="*/ 605563 w 6858001"/>
              <a:gd name="connsiteY13" fmla="*/ 79506 h 5529377"/>
              <a:gd name="connsiteX14" fmla="*/ 757810 w 6858001"/>
              <a:gd name="connsiteY14" fmla="*/ 96483 h 5529377"/>
              <a:gd name="connsiteX15" fmla="*/ 923774 w 6858001"/>
              <a:gd name="connsiteY15" fmla="*/ 114469 h 5529377"/>
              <a:gd name="connsiteX16" fmla="*/ 1104139 w 6858001"/>
              <a:gd name="connsiteY16" fmla="*/ 132454 h 5529377"/>
              <a:gd name="connsiteX17" fmla="*/ 1296163 w 6858001"/>
              <a:gd name="connsiteY17" fmla="*/ 150776 h 5529377"/>
              <a:gd name="connsiteX18" fmla="*/ 1503275 w 6858001"/>
              <a:gd name="connsiteY18" fmla="*/ 167753 h 5529377"/>
              <a:gd name="connsiteX19" fmla="*/ 1719988 w 6858001"/>
              <a:gd name="connsiteY19" fmla="*/ 184058 h 5529377"/>
              <a:gd name="connsiteX20" fmla="*/ 1949045 w 6858001"/>
              <a:gd name="connsiteY20" fmla="*/ 198849 h 5529377"/>
              <a:gd name="connsiteX21" fmla="*/ 2187703 w 6858001"/>
              <a:gd name="connsiteY21" fmla="*/ 212969 h 5529377"/>
              <a:gd name="connsiteX22" fmla="*/ 2436649 w 6858001"/>
              <a:gd name="connsiteY22" fmla="*/ 226248 h 5529377"/>
              <a:gd name="connsiteX23" fmla="*/ 2564208 w 6858001"/>
              <a:gd name="connsiteY23" fmla="*/ 230955 h 5529377"/>
              <a:gd name="connsiteX24" fmla="*/ 2694509 w 6858001"/>
              <a:gd name="connsiteY24" fmla="*/ 236165 h 5529377"/>
              <a:gd name="connsiteX25" fmla="*/ 2826868 w 6858001"/>
              <a:gd name="connsiteY25" fmla="*/ 241040 h 5529377"/>
              <a:gd name="connsiteX26" fmla="*/ 2959914 w 6858001"/>
              <a:gd name="connsiteY26" fmla="*/ 244234 h 5529377"/>
              <a:gd name="connsiteX27" fmla="*/ 3095702 w 6858001"/>
              <a:gd name="connsiteY27" fmla="*/ 247091 h 5529377"/>
              <a:gd name="connsiteX28" fmla="*/ 3232862 w 6858001"/>
              <a:gd name="connsiteY28" fmla="*/ 250117 h 5529377"/>
              <a:gd name="connsiteX29" fmla="*/ 3372765 w 6858001"/>
              <a:gd name="connsiteY29" fmla="*/ 252134 h 5529377"/>
              <a:gd name="connsiteX30" fmla="*/ 3514040 w 6858001"/>
              <a:gd name="connsiteY30" fmla="*/ 252134 h 5529377"/>
              <a:gd name="connsiteX31" fmla="*/ 3656686 w 6858001"/>
              <a:gd name="connsiteY31" fmla="*/ 253142 h 5529377"/>
              <a:gd name="connsiteX32" fmla="*/ 3800704 w 6858001"/>
              <a:gd name="connsiteY32" fmla="*/ 252134 h 5529377"/>
              <a:gd name="connsiteX33" fmla="*/ 3946780 w 6858001"/>
              <a:gd name="connsiteY33" fmla="*/ 250117 h 5529377"/>
              <a:gd name="connsiteX34" fmla="*/ 4092855 w 6858001"/>
              <a:gd name="connsiteY34" fmla="*/ 248268 h 5529377"/>
              <a:gd name="connsiteX35" fmla="*/ 4240988 w 6858001"/>
              <a:gd name="connsiteY35" fmla="*/ 244234 h 5529377"/>
              <a:gd name="connsiteX36" fmla="*/ 4390492 w 6858001"/>
              <a:gd name="connsiteY36" fmla="*/ 240032 h 5529377"/>
              <a:gd name="connsiteX37" fmla="*/ 4539997 w 6858001"/>
              <a:gd name="connsiteY37" fmla="*/ 235157 h 5529377"/>
              <a:gd name="connsiteX38" fmla="*/ 4690873 w 6858001"/>
              <a:gd name="connsiteY38" fmla="*/ 228266 h 5529377"/>
              <a:gd name="connsiteX39" fmla="*/ 4843120 w 6858001"/>
              <a:gd name="connsiteY39" fmla="*/ 220029 h 5529377"/>
              <a:gd name="connsiteX40" fmla="*/ 4996054 w 6858001"/>
              <a:gd name="connsiteY40" fmla="*/ 212129 h 5529377"/>
              <a:gd name="connsiteX41" fmla="*/ 5148987 w 6858001"/>
              <a:gd name="connsiteY41" fmla="*/ 202044 h 5529377"/>
              <a:gd name="connsiteX42" fmla="*/ 5303978 w 6858001"/>
              <a:gd name="connsiteY42" fmla="*/ 189941 h 5529377"/>
              <a:gd name="connsiteX43" fmla="*/ 5456911 w 6858001"/>
              <a:gd name="connsiteY43" fmla="*/ 177839 h 5529377"/>
              <a:gd name="connsiteX44" fmla="*/ 5612588 w 6858001"/>
              <a:gd name="connsiteY44" fmla="*/ 163887 h 5529377"/>
              <a:gd name="connsiteX45" fmla="*/ 5768950 w 6858001"/>
              <a:gd name="connsiteY45" fmla="*/ 148591 h 5529377"/>
              <a:gd name="connsiteX46" fmla="*/ 5923255 w 6858001"/>
              <a:gd name="connsiteY46" fmla="*/ 132455 h 5529377"/>
              <a:gd name="connsiteX47" fmla="*/ 6079618 w 6858001"/>
              <a:gd name="connsiteY47" fmla="*/ 113629 h 5529377"/>
              <a:gd name="connsiteX48" fmla="*/ 6235294 w 6858001"/>
              <a:gd name="connsiteY48" fmla="*/ 93458 h 5529377"/>
              <a:gd name="connsiteX49" fmla="*/ 6391657 w 6858001"/>
              <a:gd name="connsiteY49" fmla="*/ 73455 h 5529377"/>
              <a:gd name="connsiteX50" fmla="*/ 6547333 w 6858001"/>
              <a:gd name="connsiteY50" fmla="*/ 50091 h 5529377"/>
              <a:gd name="connsiteX51" fmla="*/ 6702324 w 6858001"/>
              <a:gd name="connsiteY51" fmla="*/ 26222 h 5529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5529377">
                <a:moveTo>
                  <a:pt x="6858001" y="1177"/>
                </a:moveTo>
                <a:lnTo>
                  <a:pt x="6858001" y="1344715"/>
                </a:lnTo>
                <a:lnTo>
                  <a:pt x="6858000" y="1344715"/>
                </a:lnTo>
                <a:lnTo>
                  <a:pt x="6858000" y="5529377"/>
                </a:lnTo>
                <a:lnTo>
                  <a:pt x="0" y="5529376"/>
                </a:lnTo>
                <a:lnTo>
                  <a:pt x="0" y="891096"/>
                </a:lnTo>
                <a:lnTo>
                  <a:pt x="1" y="891096"/>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8" y="241040"/>
                </a:lnTo>
                <a:lnTo>
                  <a:pt x="2959914" y="244234"/>
                </a:lnTo>
                <a:lnTo>
                  <a:pt x="3095702" y="247091"/>
                </a:lnTo>
                <a:lnTo>
                  <a:pt x="3232862" y="250117"/>
                </a:lnTo>
                <a:lnTo>
                  <a:pt x="3372765" y="252134"/>
                </a:lnTo>
                <a:lnTo>
                  <a:pt x="3514040" y="252134"/>
                </a:lnTo>
                <a:lnTo>
                  <a:pt x="3656686" y="253142"/>
                </a:lnTo>
                <a:lnTo>
                  <a:pt x="3800704" y="252134"/>
                </a:lnTo>
                <a:lnTo>
                  <a:pt x="3946780" y="250117"/>
                </a:lnTo>
                <a:lnTo>
                  <a:pt x="4092855"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ln>
            <a:noFill/>
          </a:ln>
        </p:spPr>
        <p:txBody>
          <a:bodyPr/>
          <a:lstStyle/>
          <a:p>
            <a:endParaRPr lang="tr-TR"/>
          </a:p>
        </p:txBody>
      </p:sp>
      <p:pic>
        <p:nvPicPr>
          <p:cNvPr id="2" name="Resim 1">
            <a:extLst>
              <a:ext uri="{FF2B5EF4-FFF2-40B4-BE49-F238E27FC236}">
                <a16:creationId xmlns:a16="http://schemas.microsoft.com/office/drawing/2014/main" id="{72A4C2B1-C265-3BD3-443E-FFFD39228647}"/>
              </a:ext>
            </a:extLst>
          </p:cNvPr>
          <p:cNvPicPr>
            <a:picLocks noChangeAspect="1"/>
          </p:cNvPicPr>
          <p:nvPr/>
        </p:nvPicPr>
        <p:blipFill>
          <a:blip r:embed="rId2"/>
          <a:stretch>
            <a:fillRect/>
          </a:stretch>
        </p:blipFill>
        <p:spPr>
          <a:xfrm>
            <a:off x="5672806" y="1909861"/>
            <a:ext cx="2985104" cy="3038274"/>
          </a:xfrm>
          <a:prstGeom prst="rect">
            <a:avLst/>
          </a:prstGeom>
          <a:effectLst/>
        </p:spPr>
      </p:pic>
      <p:sp>
        <p:nvSpPr>
          <p:cNvPr id="45068" name="Rectangle 45067">
            <a:extLst>
              <a:ext uri="{FF2B5EF4-FFF2-40B4-BE49-F238E27FC236}">
                <a16:creationId xmlns:a16="http://schemas.microsoft.com/office/drawing/2014/main" id="{C137128D-E594-4905-9F76-E385F0831D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31836"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3" name="İçerik Yer Tutucusu 2">
            <a:extLst>
              <a:ext uri="{FF2B5EF4-FFF2-40B4-BE49-F238E27FC236}">
                <a16:creationId xmlns:a16="http://schemas.microsoft.com/office/drawing/2014/main" id="{6AA958F0-A892-8EC8-E28A-B18B96A59FC3}"/>
              </a:ext>
            </a:extLst>
          </p:cNvPr>
          <p:cNvSpPr>
            <a:spLocks noGrp="1"/>
          </p:cNvSpPr>
          <p:nvPr>
            <p:ph idx="1"/>
          </p:nvPr>
        </p:nvSpPr>
        <p:spPr>
          <a:xfrm>
            <a:off x="486698" y="2438400"/>
            <a:ext cx="4212162" cy="3785419"/>
          </a:xfrm>
        </p:spPr>
        <p:txBody>
          <a:bodyPr>
            <a:normAutofit fontScale="92500" lnSpcReduction="20000"/>
          </a:bodyPr>
          <a:lstStyle/>
          <a:p>
            <a:pPr marL="514350" indent="-514350">
              <a:lnSpc>
                <a:spcPct val="90000"/>
              </a:lnSpc>
              <a:buFont typeface="+mj-lt"/>
              <a:buAutoNum type="arabicPeriod" startAt="5"/>
              <a:defRPr/>
            </a:pPr>
            <a:r>
              <a:rPr lang="tr-TR" altLang="tr-TR">
                <a:solidFill>
                  <a:srgbClr val="FFFFFF"/>
                </a:solidFill>
              </a:rPr>
              <a:t>Oturum: isminden de anlaşılacağı gibi oturumun kurulması, yönetilmesi ve sonlandırılması işlemlerini yürüten katmandır. Örneğin NFS(Network File System), SQL gibi protokoller bu katmanda çalışır.</a:t>
            </a:r>
          </a:p>
          <a:p>
            <a:pPr marL="514350" indent="-514350">
              <a:lnSpc>
                <a:spcPct val="90000"/>
              </a:lnSpc>
              <a:buFont typeface="Calibri" panose="020F0502020204030204" pitchFamily="34" charset="0"/>
              <a:buAutoNum type="arabicPeriod" startAt="5"/>
              <a:defRPr/>
            </a:pPr>
            <a:r>
              <a:rPr lang="tr-TR" altLang="tr-TR">
                <a:solidFill>
                  <a:srgbClr val="FFFFFF"/>
                </a:solidFill>
              </a:rPr>
              <a:t>Sunum: </a:t>
            </a:r>
            <a:r>
              <a:rPr lang="tr-TR">
                <a:solidFill>
                  <a:srgbClr val="FFFFFF"/>
                </a:solidFill>
              </a:rPr>
              <a:t>Bu katman verileri, uygulama katmanına sunarken veri üzerinde kodlama ve dönüştürme işlemlerini yapar. </a:t>
            </a:r>
            <a:r>
              <a:rPr lang="tr-TR" sz="2000">
                <a:solidFill>
                  <a:schemeClr val="bg1"/>
                </a:solidFill>
              </a:rPr>
              <a:t>Ayrıca bu katmanda veriyi sıkıştırma/açma, şifreleme/şifre çözme işlemleri gerçekleşir. </a:t>
            </a:r>
            <a:endParaRPr lang="tr-TR" altLang="tr-TR" sz="2000">
              <a:solidFill>
                <a:schemeClr val="bg1"/>
              </a:solidFill>
            </a:endParaRPr>
          </a:p>
          <a:p>
            <a:pPr marL="514350" indent="-514350">
              <a:lnSpc>
                <a:spcPct val="90000"/>
              </a:lnSpc>
              <a:buFont typeface="Calibri" panose="020F0502020204030204" pitchFamily="34" charset="0"/>
              <a:buAutoNum type="arabicPeriod" startAt="5"/>
              <a:defRPr/>
            </a:pPr>
            <a:endParaRPr lang="tr-TR">
              <a:solidFill>
                <a:srgbClr val="FFFFFF"/>
              </a:solidFill>
            </a:endParaRPr>
          </a:p>
          <a:p>
            <a:pPr>
              <a:lnSpc>
                <a:spcPct val="90000"/>
              </a:lnSpc>
              <a:buFont typeface="Wingdings 2" panose="05020102010507070707" pitchFamily="18" charset="2"/>
              <a:buChar char=""/>
              <a:defRPr/>
            </a:pPr>
            <a:endParaRPr lang="tr-TR">
              <a:solidFill>
                <a:srgbClr val="FFFFFF"/>
              </a:solidFill>
            </a:endParaRPr>
          </a:p>
        </p:txBody>
      </p:sp>
    </p:spTree>
  </p:cSld>
  <p:clrMapOvr>
    <a:overrideClrMapping bg1="lt1" tx1="dk1" bg2="lt2" tx2="dk2" accent1="accent1" accent2="accent2" accent3="accent3" accent4="accent4" accent5="accent5" accent6="accent6" hlink="hlink" folHlink="folHlink"/>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6" name="Rectangle 46085">
            <a:extLst>
              <a:ext uri="{FF2B5EF4-FFF2-40B4-BE49-F238E27FC236}">
                <a16:creationId xmlns:a16="http://schemas.microsoft.com/office/drawing/2014/main" id="{61515115-95FB-41E0-86F3-8744438C09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46081" name="Unvan 1">
            <a:extLst>
              <a:ext uri="{FF2B5EF4-FFF2-40B4-BE49-F238E27FC236}">
                <a16:creationId xmlns:a16="http://schemas.microsoft.com/office/drawing/2014/main" id="{D9309577-DD6B-3899-80A0-13B1176537D5}"/>
              </a:ext>
            </a:extLst>
          </p:cNvPr>
          <p:cNvSpPr>
            <a:spLocks noGrp="1"/>
          </p:cNvSpPr>
          <p:nvPr>
            <p:ph type="title"/>
          </p:nvPr>
        </p:nvSpPr>
        <p:spPr>
          <a:xfrm>
            <a:off x="486697" y="629266"/>
            <a:ext cx="4212163" cy="1622321"/>
          </a:xfrm>
        </p:spPr>
        <p:txBody>
          <a:bodyPr>
            <a:normAutofit/>
          </a:bodyPr>
          <a:lstStyle/>
          <a:p>
            <a:endParaRPr lang="tr-TR" altLang="tr-TR">
              <a:solidFill>
                <a:srgbClr val="EBEBEB"/>
              </a:solidFill>
            </a:endParaRPr>
          </a:p>
        </p:txBody>
      </p:sp>
      <p:sp>
        <p:nvSpPr>
          <p:cNvPr id="46088" name="Freeform 31">
            <a:extLst>
              <a:ext uri="{FF2B5EF4-FFF2-40B4-BE49-F238E27FC236}">
                <a16:creationId xmlns:a16="http://schemas.microsoft.com/office/drawing/2014/main" id="{8222A33F-BE2D-4D69-92A0-5DF8B17BAA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37382" y="-1"/>
            <a:ext cx="419604"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solidFill>
                <a:srgbClr val="FFFFFF"/>
              </a:solidFill>
            </a:endParaRPr>
          </a:p>
        </p:txBody>
      </p:sp>
      <p:sp useBgFill="1">
        <p:nvSpPr>
          <p:cNvPr id="46090" name="Freeform: Shape 46089">
            <a:extLst>
              <a:ext uri="{FF2B5EF4-FFF2-40B4-BE49-F238E27FC236}">
                <a16:creationId xmlns:a16="http://schemas.microsoft.com/office/drawing/2014/main" id="{CE1C74D0-9609-468A-9597-5D87C8A42B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3641798" y="1355484"/>
            <a:ext cx="6858001" cy="4147033"/>
          </a:xfrm>
          <a:custGeom>
            <a:avLst/>
            <a:gdLst>
              <a:gd name="connsiteX0" fmla="*/ 6858001 w 6858001"/>
              <a:gd name="connsiteY0" fmla="*/ 1177 h 5529377"/>
              <a:gd name="connsiteX1" fmla="*/ 6858001 w 6858001"/>
              <a:gd name="connsiteY1" fmla="*/ 1344715 h 5529377"/>
              <a:gd name="connsiteX2" fmla="*/ 6858000 w 6858001"/>
              <a:gd name="connsiteY2" fmla="*/ 1344715 h 5529377"/>
              <a:gd name="connsiteX3" fmla="*/ 6858000 w 6858001"/>
              <a:gd name="connsiteY3" fmla="*/ 5529377 h 5529377"/>
              <a:gd name="connsiteX4" fmla="*/ 0 w 6858001"/>
              <a:gd name="connsiteY4" fmla="*/ 5529376 h 5529377"/>
              <a:gd name="connsiteX5" fmla="*/ 0 w 6858001"/>
              <a:gd name="connsiteY5" fmla="*/ 891096 h 5529377"/>
              <a:gd name="connsiteX6" fmla="*/ 1 w 6858001"/>
              <a:gd name="connsiteY6" fmla="*/ 891096 h 5529377"/>
              <a:gd name="connsiteX7" fmla="*/ 1 w 6858001"/>
              <a:gd name="connsiteY7" fmla="*/ 0 h 5529377"/>
              <a:gd name="connsiteX8" fmla="*/ 40463 w 6858001"/>
              <a:gd name="connsiteY8" fmla="*/ 5883 h 5529377"/>
              <a:gd name="connsiteX9" fmla="*/ 159107 w 6858001"/>
              <a:gd name="connsiteY9" fmla="*/ 23196 h 5529377"/>
              <a:gd name="connsiteX10" fmla="*/ 245518 w 6858001"/>
              <a:gd name="connsiteY10" fmla="*/ 35299 h 5529377"/>
              <a:gd name="connsiteX11" fmla="*/ 348388 w 6858001"/>
              <a:gd name="connsiteY11" fmla="*/ 48073 h 5529377"/>
              <a:gd name="connsiteX12" fmla="*/ 470460 w 6858001"/>
              <a:gd name="connsiteY12" fmla="*/ 63369 h 5529377"/>
              <a:gd name="connsiteX13" fmla="*/ 605563 w 6858001"/>
              <a:gd name="connsiteY13" fmla="*/ 79506 h 5529377"/>
              <a:gd name="connsiteX14" fmla="*/ 757810 w 6858001"/>
              <a:gd name="connsiteY14" fmla="*/ 96483 h 5529377"/>
              <a:gd name="connsiteX15" fmla="*/ 923774 w 6858001"/>
              <a:gd name="connsiteY15" fmla="*/ 114469 h 5529377"/>
              <a:gd name="connsiteX16" fmla="*/ 1104139 w 6858001"/>
              <a:gd name="connsiteY16" fmla="*/ 132454 h 5529377"/>
              <a:gd name="connsiteX17" fmla="*/ 1296163 w 6858001"/>
              <a:gd name="connsiteY17" fmla="*/ 150776 h 5529377"/>
              <a:gd name="connsiteX18" fmla="*/ 1503275 w 6858001"/>
              <a:gd name="connsiteY18" fmla="*/ 167753 h 5529377"/>
              <a:gd name="connsiteX19" fmla="*/ 1719988 w 6858001"/>
              <a:gd name="connsiteY19" fmla="*/ 184058 h 5529377"/>
              <a:gd name="connsiteX20" fmla="*/ 1949045 w 6858001"/>
              <a:gd name="connsiteY20" fmla="*/ 198849 h 5529377"/>
              <a:gd name="connsiteX21" fmla="*/ 2187703 w 6858001"/>
              <a:gd name="connsiteY21" fmla="*/ 212969 h 5529377"/>
              <a:gd name="connsiteX22" fmla="*/ 2436649 w 6858001"/>
              <a:gd name="connsiteY22" fmla="*/ 226248 h 5529377"/>
              <a:gd name="connsiteX23" fmla="*/ 2564208 w 6858001"/>
              <a:gd name="connsiteY23" fmla="*/ 230955 h 5529377"/>
              <a:gd name="connsiteX24" fmla="*/ 2694509 w 6858001"/>
              <a:gd name="connsiteY24" fmla="*/ 236165 h 5529377"/>
              <a:gd name="connsiteX25" fmla="*/ 2826868 w 6858001"/>
              <a:gd name="connsiteY25" fmla="*/ 241040 h 5529377"/>
              <a:gd name="connsiteX26" fmla="*/ 2959914 w 6858001"/>
              <a:gd name="connsiteY26" fmla="*/ 244234 h 5529377"/>
              <a:gd name="connsiteX27" fmla="*/ 3095702 w 6858001"/>
              <a:gd name="connsiteY27" fmla="*/ 247091 h 5529377"/>
              <a:gd name="connsiteX28" fmla="*/ 3232862 w 6858001"/>
              <a:gd name="connsiteY28" fmla="*/ 250117 h 5529377"/>
              <a:gd name="connsiteX29" fmla="*/ 3372765 w 6858001"/>
              <a:gd name="connsiteY29" fmla="*/ 252134 h 5529377"/>
              <a:gd name="connsiteX30" fmla="*/ 3514040 w 6858001"/>
              <a:gd name="connsiteY30" fmla="*/ 252134 h 5529377"/>
              <a:gd name="connsiteX31" fmla="*/ 3656686 w 6858001"/>
              <a:gd name="connsiteY31" fmla="*/ 253142 h 5529377"/>
              <a:gd name="connsiteX32" fmla="*/ 3800704 w 6858001"/>
              <a:gd name="connsiteY32" fmla="*/ 252134 h 5529377"/>
              <a:gd name="connsiteX33" fmla="*/ 3946780 w 6858001"/>
              <a:gd name="connsiteY33" fmla="*/ 250117 h 5529377"/>
              <a:gd name="connsiteX34" fmla="*/ 4092855 w 6858001"/>
              <a:gd name="connsiteY34" fmla="*/ 248268 h 5529377"/>
              <a:gd name="connsiteX35" fmla="*/ 4240988 w 6858001"/>
              <a:gd name="connsiteY35" fmla="*/ 244234 h 5529377"/>
              <a:gd name="connsiteX36" fmla="*/ 4390492 w 6858001"/>
              <a:gd name="connsiteY36" fmla="*/ 240032 h 5529377"/>
              <a:gd name="connsiteX37" fmla="*/ 4539997 w 6858001"/>
              <a:gd name="connsiteY37" fmla="*/ 235157 h 5529377"/>
              <a:gd name="connsiteX38" fmla="*/ 4690873 w 6858001"/>
              <a:gd name="connsiteY38" fmla="*/ 228266 h 5529377"/>
              <a:gd name="connsiteX39" fmla="*/ 4843120 w 6858001"/>
              <a:gd name="connsiteY39" fmla="*/ 220029 h 5529377"/>
              <a:gd name="connsiteX40" fmla="*/ 4996054 w 6858001"/>
              <a:gd name="connsiteY40" fmla="*/ 212129 h 5529377"/>
              <a:gd name="connsiteX41" fmla="*/ 5148987 w 6858001"/>
              <a:gd name="connsiteY41" fmla="*/ 202044 h 5529377"/>
              <a:gd name="connsiteX42" fmla="*/ 5303978 w 6858001"/>
              <a:gd name="connsiteY42" fmla="*/ 189941 h 5529377"/>
              <a:gd name="connsiteX43" fmla="*/ 5456911 w 6858001"/>
              <a:gd name="connsiteY43" fmla="*/ 177839 h 5529377"/>
              <a:gd name="connsiteX44" fmla="*/ 5612588 w 6858001"/>
              <a:gd name="connsiteY44" fmla="*/ 163887 h 5529377"/>
              <a:gd name="connsiteX45" fmla="*/ 5768950 w 6858001"/>
              <a:gd name="connsiteY45" fmla="*/ 148591 h 5529377"/>
              <a:gd name="connsiteX46" fmla="*/ 5923255 w 6858001"/>
              <a:gd name="connsiteY46" fmla="*/ 132455 h 5529377"/>
              <a:gd name="connsiteX47" fmla="*/ 6079618 w 6858001"/>
              <a:gd name="connsiteY47" fmla="*/ 113629 h 5529377"/>
              <a:gd name="connsiteX48" fmla="*/ 6235294 w 6858001"/>
              <a:gd name="connsiteY48" fmla="*/ 93458 h 5529377"/>
              <a:gd name="connsiteX49" fmla="*/ 6391657 w 6858001"/>
              <a:gd name="connsiteY49" fmla="*/ 73455 h 5529377"/>
              <a:gd name="connsiteX50" fmla="*/ 6547333 w 6858001"/>
              <a:gd name="connsiteY50" fmla="*/ 50091 h 5529377"/>
              <a:gd name="connsiteX51" fmla="*/ 6702324 w 6858001"/>
              <a:gd name="connsiteY51" fmla="*/ 26222 h 5529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5529377">
                <a:moveTo>
                  <a:pt x="6858001" y="1177"/>
                </a:moveTo>
                <a:lnTo>
                  <a:pt x="6858001" y="1344715"/>
                </a:lnTo>
                <a:lnTo>
                  <a:pt x="6858000" y="1344715"/>
                </a:lnTo>
                <a:lnTo>
                  <a:pt x="6858000" y="5529377"/>
                </a:lnTo>
                <a:lnTo>
                  <a:pt x="0" y="5529376"/>
                </a:lnTo>
                <a:lnTo>
                  <a:pt x="0" y="891096"/>
                </a:lnTo>
                <a:lnTo>
                  <a:pt x="1" y="891096"/>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8" y="241040"/>
                </a:lnTo>
                <a:lnTo>
                  <a:pt x="2959914" y="244234"/>
                </a:lnTo>
                <a:lnTo>
                  <a:pt x="3095702" y="247091"/>
                </a:lnTo>
                <a:lnTo>
                  <a:pt x="3232862" y="250117"/>
                </a:lnTo>
                <a:lnTo>
                  <a:pt x="3372765" y="252134"/>
                </a:lnTo>
                <a:lnTo>
                  <a:pt x="3514040" y="252134"/>
                </a:lnTo>
                <a:lnTo>
                  <a:pt x="3656686" y="253142"/>
                </a:lnTo>
                <a:lnTo>
                  <a:pt x="3800704" y="252134"/>
                </a:lnTo>
                <a:lnTo>
                  <a:pt x="3946780" y="250117"/>
                </a:lnTo>
                <a:lnTo>
                  <a:pt x="4092855"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ln>
            <a:noFill/>
          </a:ln>
        </p:spPr>
        <p:txBody>
          <a:bodyPr/>
          <a:lstStyle/>
          <a:p>
            <a:endParaRPr lang="tr-TR"/>
          </a:p>
        </p:txBody>
      </p:sp>
      <p:pic>
        <p:nvPicPr>
          <p:cNvPr id="2" name="Resim 1">
            <a:extLst>
              <a:ext uri="{FF2B5EF4-FFF2-40B4-BE49-F238E27FC236}">
                <a16:creationId xmlns:a16="http://schemas.microsoft.com/office/drawing/2014/main" id="{36586A76-E959-527D-6CD9-08951957A10E}"/>
              </a:ext>
            </a:extLst>
          </p:cNvPr>
          <p:cNvPicPr>
            <a:picLocks noChangeAspect="1"/>
          </p:cNvPicPr>
          <p:nvPr/>
        </p:nvPicPr>
        <p:blipFill>
          <a:blip r:embed="rId2"/>
          <a:stretch>
            <a:fillRect/>
          </a:stretch>
        </p:blipFill>
        <p:spPr>
          <a:xfrm>
            <a:off x="5672806" y="1909861"/>
            <a:ext cx="2985104" cy="3038274"/>
          </a:xfrm>
          <a:prstGeom prst="rect">
            <a:avLst/>
          </a:prstGeom>
          <a:effectLst/>
        </p:spPr>
      </p:pic>
      <p:sp>
        <p:nvSpPr>
          <p:cNvPr id="46092" name="Rectangle 46091">
            <a:extLst>
              <a:ext uri="{FF2B5EF4-FFF2-40B4-BE49-F238E27FC236}">
                <a16:creationId xmlns:a16="http://schemas.microsoft.com/office/drawing/2014/main" id="{C137128D-E594-4905-9F76-E385F0831D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31836"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3" name="İçerik Yer Tutucusu 2">
            <a:extLst>
              <a:ext uri="{FF2B5EF4-FFF2-40B4-BE49-F238E27FC236}">
                <a16:creationId xmlns:a16="http://schemas.microsoft.com/office/drawing/2014/main" id="{0407FB09-5E6E-4E86-4A95-835C7546E4A0}"/>
              </a:ext>
            </a:extLst>
          </p:cNvPr>
          <p:cNvSpPr>
            <a:spLocks noGrp="1"/>
          </p:cNvSpPr>
          <p:nvPr>
            <p:ph idx="1"/>
          </p:nvPr>
        </p:nvSpPr>
        <p:spPr>
          <a:xfrm>
            <a:off x="486698" y="2438400"/>
            <a:ext cx="4212162" cy="3785419"/>
          </a:xfrm>
        </p:spPr>
        <p:txBody>
          <a:bodyPr>
            <a:normAutofit/>
          </a:bodyPr>
          <a:lstStyle/>
          <a:p>
            <a:pPr marL="514350" indent="-514350">
              <a:buFont typeface="+mj-lt"/>
              <a:buAutoNum type="arabicPeriod" startAt="7"/>
              <a:defRPr/>
            </a:pPr>
            <a:r>
              <a:rPr lang="tr-TR" altLang="tr-TR">
                <a:solidFill>
                  <a:srgbClr val="FFFFFF"/>
                </a:solidFill>
              </a:rPr>
              <a:t>Uygulama: </a:t>
            </a:r>
            <a:r>
              <a:rPr lang="tr-TR">
                <a:solidFill>
                  <a:srgbClr val="FFFFFF"/>
                </a:solidFill>
              </a:rPr>
              <a:t>Kullanıcı tarafından çalıştırılan tüm uygulamalar burada tanımlıdır.</a:t>
            </a:r>
            <a:r>
              <a:rPr lang="tr-TR" altLang="tr-TR">
                <a:solidFill>
                  <a:srgbClr val="FFFFFF"/>
                </a:solidFill>
              </a:rPr>
              <a:t> Bu katmanda çalışan uygulamalara örnek olarak HTTP, FTP(File Tranfer Protocol) ve e-mail uygulamarı verilebilir.</a:t>
            </a:r>
          </a:p>
        </p:txBody>
      </p:sp>
    </p:spTree>
  </p:cSld>
  <p:clrMapOvr>
    <a:overrideClrMapping bg1="lt1" tx1="dk1" bg2="lt2" tx2="dk2" accent1="accent1" accent2="accent2" accent3="accent3" accent4="accent4" accent5="accent5" accent6="accent6" hlink="hlink" folHlink="folHlink"/>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Unvan 1">
            <a:extLst>
              <a:ext uri="{FF2B5EF4-FFF2-40B4-BE49-F238E27FC236}">
                <a16:creationId xmlns:a16="http://schemas.microsoft.com/office/drawing/2014/main" id="{B50FF5D2-E9D5-34F0-A198-1ECA0CF0B1A9}"/>
              </a:ext>
            </a:extLst>
          </p:cNvPr>
          <p:cNvSpPr>
            <a:spLocks noGrp="1"/>
          </p:cNvSpPr>
          <p:nvPr>
            <p:ph type="title"/>
          </p:nvPr>
        </p:nvSpPr>
        <p:spPr/>
        <p:txBody>
          <a:bodyPr/>
          <a:lstStyle/>
          <a:p>
            <a:endParaRPr lang="tr-TR" altLang="tr-TR"/>
          </a:p>
        </p:txBody>
      </p:sp>
      <p:pic>
        <p:nvPicPr>
          <p:cNvPr id="47106" name="İçerik Yer Tutucusu 3">
            <a:extLst>
              <a:ext uri="{FF2B5EF4-FFF2-40B4-BE49-F238E27FC236}">
                <a16:creationId xmlns:a16="http://schemas.microsoft.com/office/drawing/2014/main" id="{2179EBDB-EBA8-909B-4B94-16727389852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a:xfrm>
            <a:off x="827088" y="2449118"/>
            <a:ext cx="6711950" cy="3402802"/>
          </a:xfr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3496" name="Rectangle 63495">
            <a:extLst>
              <a:ext uri="{FF2B5EF4-FFF2-40B4-BE49-F238E27FC236}">
                <a16:creationId xmlns:a16="http://schemas.microsoft.com/office/drawing/2014/main" id="{61515115-95FB-41E0-86F3-8744438C09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63498" name="Freeform 31">
            <a:extLst>
              <a:ext uri="{FF2B5EF4-FFF2-40B4-BE49-F238E27FC236}">
                <a16:creationId xmlns:a16="http://schemas.microsoft.com/office/drawing/2014/main" id="{8222A33F-BE2D-4D69-92A0-5DF8B17BAA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37382" y="-1"/>
            <a:ext cx="419604"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solidFill>
                <a:srgbClr val="FFFFFF"/>
              </a:solidFill>
            </a:endParaRPr>
          </a:p>
        </p:txBody>
      </p:sp>
      <p:sp useBgFill="1">
        <p:nvSpPr>
          <p:cNvPr id="63500" name="Freeform: Shape 63499">
            <a:extLst>
              <a:ext uri="{FF2B5EF4-FFF2-40B4-BE49-F238E27FC236}">
                <a16:creationId xmlns:a16="http://schemas.microsoft.com/office/drawing/2014/main" id="{CE1C74D0-9609-468A-9597-5D87C8A42B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3641798" y="1355484"/>
            <a:ext cx="6858001" cy="4147033"/>
          </a:xfrm>
          <a:custGeom>
            <a:avLst/>
            <a:gdLst>
              <a:gd name="connsiteX0" fmla="*/ 6858001 w 6858001"/>
              <a:gd name="connsiteY0" fmla="*/ 1177 h 5529377"/>
              <a:gd name="connsiteX1" fmla="*/ 6858001 w 6858001"/>
              <a:gd name="connsiteY1" fmla="*/ 1344715 h 5529377"/>
              <a:gd name="connsiteX2" fmla="*/ 6858000 w 6858001"/>
              <a:gd name="connsiteY2" fmla="*/ 1344715 h 5529377"/>
              <a:gd name="connsiteX3" fmla="*/ 6858000 w 6858001"/>
              <a:gd name="connsiteY3" fmla="*/ 5529377 h 5529377"/>
              <a:gd name="connsiteX4" fmla="*/ 0 w 6858001"/>
              <a:gd name="connsiteY4" fmla="*/ 5529376 h 5529377"/>
              <a:gd name="connsiteX5" fmla="*/ 0 w 6858001"/>
              <a:gd name="connsiteY5" fmla="*/ 891096 h 5529377"/>
              <a:gd name="connsiteX6" fmla="*/ 1 w 6858001"/>
              <a:gd name="connsiteY6" fmla="*/ 891096 h 5529377"/>
              <a:gd name="connsiteX7" fmla="*/ 1 w 6858001"/>
              <a:gd name="connsiteY7" fmla="*/ 0 h 5529377"/>
              <a:gd name="connsiteX8" fmla="*/ 40463 w 6858001"/>
              <a:gd name="connsiteY8" fmla="*/ 5883 h 5529377"/>
              <a:gd name="connsiteX9" fmla="*/ 159107 w 6858001"/>
              <a:gd name="connsiteY9" fmla="*/ 23196 h 5529377"/>
              <a:gd name="connsiteX10" fmla="*/ 245518 w 6858001"/>
              <a:gd name="connsiteY10" fmla="*/ 35299 h 5529377"/>
              <a:gd name="connsiteX11" fmla="*/ 348388 w 6858001"/>
              <a:gd name="connsiteY11" fmla="*/ 48073 h 5529377"/>
              <a:gd name="connsiteX12" fmla="*/ 470460 w 6858001"/>
              <a:gd name="connsiteY12" fmla="*/ 63369 h 5529377"/>
              <a:gd name="connsiteX13" fmla="*/ 605563 w 6858001"/>
              <a:gd name="connsiteY13" fmla="*/ 79506 h 5529377"/>
              <a:gd name="connsiteX14" fmla="*/ 757810 w 6858001"/>
              <a:gd name="connsiteY14" fmla="*/ 96483 h 5529377"/>
              <a:gd name="connsiteX15" fmla="*/ 923774 w 6858001"/>
              <a:gd name="connsiteY15" fmla="*/ 114469 h 5529377"/>
              <a:gd name="connsiteX16" fmla="*/ 1104139 w 6858001"/>
              <a:gd name="connsiteY16" fmla="*/ 132454 h 5529377"/>
              <a:gd name="connsiteX17" fmla="*/ 1296163 w 6858001"/>
              <a:gd name="connsiteY17" fmla="*/ 150776 h 5529377"/>
              <a:gd name="connsiteX18" fmla="*/ 1503275 w 6858001"/>
              <a:gd name="connsiteY18" fmla="*/ 167753 h 5529377"/>
              <a:gd name="connsiteX19" fmla="*/ 1719988 w 6858001"/>
              <a:gd name="connsiteY19" fmla="*/ 184058 h 5529377"/>
              <a:gd name="connsiteX20" fmla="*/ 1949045 w 6858001"/>
              <a:gd name="connsiteY20" fmla="*/ 198849 h 5529377"/>
              <a:gd name="connsiteX21" fmla="*/ 2187703 w 6858001"/>
              <a:gd name="connsiteY21" fmla="*/ 212969 h 5529377"/>
              <a:gd name="connsiteX22" fmla="*/ 2436649 w 6858001"/>
              <a:gd name="connsiteY22" fmla="*/ 226248 h 5529377"/>
              <a:gd name="connsiteX23" fmla="*/ 2564208 w 6858001"/>
              <a:gd name="connsiteY23" fmla="*/ 230955 h 5529377"/>
              <a:gd name="connsiteX24" fmla="*/ 2694509 w 6858001"/>
              <a:gd name="connsiteY24" fmla="*/ 236165 h 5529377"/>
              <a:gd name="connsiteX25" fmla="*/ 2826868 w 6858001"/>
              <a:gd name="connsiteY25" fmla="*/ 241040 h 5529377"/>
              <a:gd name="connsiteX26" fmla="*/ 2959914 w 6858001"/>
              <a:gd name="connsiteY26" fmla="*/ 244234 h 5529377"/>
              <a:gd name="connsiteX27" fmla="*/ 3095702 w 6858001"/>
              <a:gd name="connsiteY27" fmla="*/ 247091 h 5529377"/>
              <a:gd name="connsiteX28" fmla="*/ 3232862 w 6858001"/>
              <a:gd name="connsiteY28" fmla="*/ 250117 h 5529377"/>
              <a:gd name="connsiteX29" fmla="*/ 3372765 w 6858001"/>
              <a:gd name="connsiteY29" fmla="*/ 252134 h 5529377"/>
              <a:gd name="connsiteX30" fmla="*/ 3514040 w 6858001"/>
              <a:gd name="connsiteY30" fmla="*/ 252134 h 5529377"/>
              <a:gd name="connsiteX31" fmla="*/ 3656686 w 6858001"/>
              <a:gd name="connsiteY31" fmla="*/ 253142 h 5529377"/>
              <a:gd name="connsiteX32" fmla="*/ 3800704 w 6858001"/>
              <a:gd name="connsiteY32" fmla="*/ 252134 h 5529377"/>
              <a:gd name="connsiteX33" fmla="*/ 3946780 w 6858001"/>
              <a:gd name="connsiteY33" fmla="*/ 250117 h 5529377"/>
              <a:gd name="connsiteX34" fmla="*/ 4092855 w 6858001"/>
              <a:gd name="connsiteY34" fmla="*/ 248268 h 5529377"/>
              <a:gd name="connsiteX35" fmla="*/ 4240988 w 6858001"/>
              <a:gd name="connsiteY35" fmla="*/ 244234 h 5529377"/>
              <a:gd name="connsiteX36" fmla="*/ 4390492 w 6858001"/>
              <a:gd name="connsiteY36" fmla="*/ 240032 h 5529377"/>
              <a:gd name="connsiteX37" fmla="*/ 4539997 w 6858001"/>
              <a:gd name="connsiteY37" fmla="*/ 235157 h 5529377"/>
              <a:gd name="connsiteX38" fmla="*/ 4690873 w 6858001"/>
              <a:gd name="connsiteY38" fmla="*/ 228266 h 5529377"/>
              <a:gd name="connsiteX39" fmla="*/ 4843120 w 6858001"/>
              <a:gd name="connsiteY39" fmla="*/ 220029 h 5529377"/>
              <a:gd name="connsiteX40" fmla="*/ 4996054 w 6858001"/>
              <a:gd name="connsiteY40" fmla="*/ 212129 h 5529377"/>
              <a:gd name="connsiteX41" fmla="*/ 5148987 w 6858001"/>
              <a:gd name="connsiteY41" fmla="*/ 202044 h 5529377"/>
              <a:gd name="connsiteX42" fmla="*/ 5303978 w 6858001"/>
              <a:gd name="connsiteY42" fmla="*/ 189941 h 5529377"/>
              <a:gd name="connsiteX43" fmla="*/ 5456911 w 6858001"/>
              <a:gd name="connsiteY43" fmla="*/ 177839 h 5529377"/>
              <a:gd name="connsiteX44" fmla="*/ 5612588 w 6858001"/>
              <a:gd name="connsiteY44" fmla="*/ 163887 h 5529377"/>
              <a:gd name="connsiteX45" fmla="*/ 5768950 w 6858001"/>
              <a:gd name="connsiteY45" fmla="*/ 148591 h 5529377"/>
              <a:gd name="connsiteX46" fmla="*/ 5923255 w 6858001"/>
              <a:gd name="connsiteY46" fmla="*/ 132455 h 5529377"/>
              <a:gd name="connsiteX47" fmla="*/ 6079618 w 6858001"/>
              <a:gd name="connsiteY47" fmla="*/ 113629 h 5529377"/>
              <a:gd name="connsiteX48" fmla="*/ 6235294 w 6858001"/>
              <a:gd name="connsiteY48" fmla="*/ 93458 h 5529377"/>
              <a:gd name="connsiteX49" fmla="*/ 6391657 w 6858001"/>
              <a:gd name="connsiteY49" fmla="*/ 73455 h 5529377"/>
              <a:gd name="connsiteX50" fmla="*/ 6547333 w 6858001"/>
              <a:gd name="connsiteY50" fmla="*/ 50091 h 5529377"/>
              <a:gd name="connsiteX51" fmla="*/ 6702324 w 6858001"/>
              <a:gd name="connsiteY51" fmla="*/ 26222 h 5529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5529377">
                <a:moveTo>
                  <a:pt x="6858001" y="1177"/>
                </a:moveTo>
                <a:lnTo>
                  <a:pt x="6858001" y="1344715"/>
                </a:lnTo>
                <a:lnTo>
                  <a:pt x="6858000" y="1344715"/>
                </a:lnTo>
                <a:lnTo>
                  <a:pt x="6858000" y="5529377"/>
                </a:lnTo>
                <a:lnTo>
                  <a:pt x="0" y="5529376"/>
                </a:lnTo>
                <a:lnTo>
                  <a:pt x="0" y="891096"/>
                </a:lnTo>
                <a:lnTo>
                  <a:pt x="1" y="891096"/>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8" y="241040"/>
                </a:lnTo>
                <a:lnTo>
                  <a:pt x="2959914" y="244234"/>
                </a:lnTo>
                <a:lnTo>
                  <a:pt x="3095702" y="247091"/>
                </a:lnTo>
                <a:lnTo>
                  <a:pt x="3232862" y="250117"/>
                </a:lnTo>
                <a:lnTo>
                  <a:pt x="3372765" y="252134"/>
                </a:lnTo>
                <a:lnTo>
                  <a:pt x="3514040" y="252134"/>
                </a:lnTo>
                <a:lnTo>
                  <a:pt x="3656686" y="253142"/>
                </a:lnTo>
                <a:lnTo>
                  <a:pt x="3800704" y="252134"/>
                </a:lnTo>
                <a:lnTo>
                  <a:pt x="3946780" y="250117"/>
                </a:lnTo>
                <a:lnTo>
                  <a:pt x="4092855"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ln>
            <a:noFill/>
          </a:ln>
        </p:spPr>
        <p:txBody>
          <a:bodyPr/>
          <a:lstStyle/>
          <a:p>
            <a:endParaRPr lang="tr-TR"/>
          </a:p>
        </p:txBody>
      </p:sp>
      <p:pic>
        <p:nvPicPr>
          <p:cNvPr id="63493" name="Graphic 63492" descr="Wireless router">
            <a:extLst>
              <a:ext uri="{FF2B5EF4-FFF2-40B4-BE49-F238E27FC236}">
                <a16:creationId xmlns:a16="http://schemas.microsoft.com/office/drawing/2014/main" id="{25F2ECDD-C3DD-BF1C-C763-7D640C62DC8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672806" y="1936446"/>
            <a:ext cx="2985104" cy="2985104"/>
          </a:xfrm>
          <a:prstGeom prst="rect">
            <a:avLst/>
          </a:prstGeom>
          <a:effectLst/>
        </p:spPr>
      </p:pic>
      <p:sp>
        <p:nvSpPr>
          <p:cNvPr id="63502" name="Rectangle 63501">
            <a:extLst>
              <a:ext uri="{FF2B5EF4-FFF2-40B4-BE49-F238E27FC236}">
                <a16:creationId xmlns:a16="http://schemas.microsoft.com/office/drawing/2014/main" id="{C137128D-E594-4905-9F76-E385F0831D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31836"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63489" name="İçerik Yer Tutucusu 2">
            <a:extLst>
              <a:ext uri="{FF2B5EF4-FFF2-40B4-BE49-F238E27FC236}">
                <a16:creationId xmlns:a16="http://schemas.microsoft.com/office/drawing/2014/main" id="{34FBC3A2-66E9-B81C-3EA5-E573CF67E378}"/>
              </a:ext>
            </a:extLst>
          </p:cNvPr>
          <p:cNvSpPr>
            <a:spLocks noGrp="1"/>
          </p:cNvSpPr>
          <p:nvPr>
            <p:ph idx="1"/>
          </p:nvPr>
        </p:nvSpPr>
        <p:spPr>
          <a:xfrm>
            <a:off x="486698" y="609600"/>
            <a:ext cx="4212162" cy="5614219"/>
          </a:xfrm>
        </p:spPr>
        <p:txBody>
          <a:bodyPr>
            <a:normAutofit fontScale="92500" lnSpcReduction="20000"/>
          </a:bodyPr>
          <a:lstStyle/>
          <a:p>
            <a:pPr>
              <a:lnSpc>
                <a:spcPct val="90000"/>
              </a:lnSpc>
            </a:pPr>
            <a:r>
              <a:rPr lang="tr-TR" altLang="tr-TR" sz="1400" b="1">
                <a:solidFill>
                  <a:srgbClr val="FFFFFF"/>
                </a:solidFill>
                <a:latin typeface="Merriweather" panose="020F0502020204030204" pitchFamily="34" charset="0"/>
              </a:rPr>
              <a:t>1.Physical (Fiziksel) Katman</a:t>
            </a:r>
            <a:r>
              <a:rPr lang="tr-TR" altLang="tr-TR" sz="1400">
                <a:solidFill>
                  <a:srgbClr val="FFFFFF"/>
                </a:solidFill>
                <a:latin typeface="Merriweather" panose="020F0502020204030204" pitchFamily="34" charset="0"/>
              </a:rPr>
              <a:t>ı</a:t>
            </a:r>
          </a:p>
          <a:p>
            <a:pPr>
              <a:lnSpc>
                <a:spcPct val="90000"/>
              </a:lnSpc>
            </a:pPr>
            <a:r>
              <a:rPr lang="tr-TR" altLang="tr-TR" sz="1400">
                <a:solidFill>
                  <a:srgbClr val="FFFFFF"/>
                </a:solidFill>
                <a:latin typeface="Merriweather" panose="020F0502020204030204" pitchFamily="34" charset="0"/>
              </a:rPr>
              <a:t>Bu katmanda elimizde bulunan network kablosunu bilgisayarımıza taktığımızda sinyal geliyor ise bu katman çalışıyor demektir. Adından da anlaşılacağı üzere fiziksel katman bi donanım katmanı olduğundan kablo çalışmadığında bu katmanda sorun olduğu anlamına gelir ve iletişim kurulamaz.</a:t>
            </a:r>
          </a:p>
          <a:p>
            <a:pPr>
              <a:lnSpc>
                <a:spcPct val="90000"/>
              </a:lnSpc>
            </a:pPr>
            <a:r>
              <a:rPr lang="tr-TR" altLang="tr-TR" sz="1400" b="1">
                <a:solidFill>
                  <a:srgbClr val="FFFFFF"/>
                </a:solidFill>
                <a:latin typeface="Merriweather" panose="020F0502020204030204" pitchFamily="34" charset="0"/>
              </a:rPr>
              <a:t>2</a:t>
            </a:r>
            <a:r>
              <a:rPr lang="tr-TR" altLang="tr-TR" sz="1400">
                <a:solidFill>
                  <a:srgbClr val="FFFFFF"/>
                </a:solidFill>
                <a:latin typeface="Merriweather" panose="020F0502020204030204" pitchFamily="34" charset="0"/>
              </a:rPr>
              <a:t>.</a:t>
            </a:r>
            <a:r>
              <a:rPr lang="tr-TR" altLang="tr-TR" sz="1400" b="1">
                <a:solidFill>
                  <a:srgbClr val="FFFFFF"/>
                </a:solidFill>
                <a:latin typeface="Merriweather" panose="020F0502020204030204" pitchFamily="34" charset="0"/>
              </a:rPr>
              <a:t>Data Link (Veri Ağı) Katmanı</a:t>
            </a:r>
            <a:endParaRPr lang="tr-TR" altLang="tr-TR" sz="1400">
              <a:solidFill>
                <a:srgbClr val="FFFFFF"/>
              </a:solidFill>
              <a:latin typeface="Merriweather" panose="020F0502020204030204" pitchFamily="34" charset="0"/>
            </a:endParaRPr>
          </a:p>
          <a:p>
            <a:pPr>
              <a:lnSpc>
                <a:spcPct val="90000"/>
              </a:lnSpc>
            </a:pPr>
            <a:r>
              <a:rPr lang="tr-TR" altLang="tr-TR" sz="1400">
                <a:solidFill>
                  <a:srgbClr val="FFFFFF"/>
                </a:solidFill>
                <a:latin typeface="Merriweather" panose="020F0502020204030204" pitchFamily="34" charset="0"/>
              </a:rPr>
              <a:t>Veri ağı katmanında kabloyu taktıktan sonra gelen sinyalin doğruluğunu test etmektedir. Burada sinyalden gelen mac adreslerinin local bilgisayarımıza doğru iletilip iletilmediği kontrol eder. Bu işlem arka planda olduğundan bunu farketmeyeceksiniz.</a:t>
            </a:r>
          </a:p>
          <a:p>
            <a:pPr>
              <a:lnSpc>
                <a:spcPct val="90000"/>
              </a:lnSpc>
            </a:pPr>
            <a:r>
              <a:rPr lang="tr-TR" altLang="tr-TR" sz="1400" b="1">
                <a:solidFill>
                  <a:srgbClr val="FFFFFF"/>
                </a:solidFill>
                <a:latin typeface="Merriweather" panose="020F0502020204030204" pitchFamily="34" charset="0"/>
              </a:rPr>
              <a:t>3.Network (Ağ) Katmanı</a:t>
            </a:r>
            <a:endParaRPr lang="tr-TR" altLang="tr-TR" sz="1400">
              <a:solidFill>
                <a:srgbClr val="FFFFFF"/>
              </a:solidFill>
              <a:latin typeface="Merriweather" panose="020F0502020204030204" pitchFamily="34" charset="0"/>
            </a:endParaRPr>
          </a:p>
          <a:p>
            <a:pPr>
              <a:lnSpc>
                <a:spcPct val="90000"/>
              </a:lnSpc>
            </a:pPr>
            <a:r>
              <a:rPr lang="tr-TR" altLang="tr-TR" sz="1400">
                <a:solidFill>
                  <a:srgbClr val="FFFFFF"/>
                </a:solidFill>
                <a:latin typeface="Merriweather" panose="020F0502020204030204" pitchFamily="34" charset="0"/>
              </a:rPr>
              <a:t>Ağ katmanında isminden de anlaşılacağı üzere ağ üzerinden local bilgisayarımız bir ip adresi alır. Bu sayede bağlı olduğu ağda, ağa bağlı diğer cihazlarla iletişim kurabilir. Veriler router’lar tarafından yönlendirilir.Router bu katmanda çalışır.</a:t>
            </a:r>
          </a:p>
          <a:p>
            <a:pPr>
              <a:lnSpc>
                <a:spcPct val="90000"/>
              </a:lnSpc>
            </a:pPr>
            <a:r>
              <a:rPr lang="tr-TR" altLang="tr-TR" sz="1400" b="1">
                <a:solidFill>
                  <a:srgbClr val="FFFFFF"/>
                </a:solidFill>
                <a:latin typeface="Merriweather" panose="020F0502020204030204" pitchFamily="34" charset="0"/>
              </a:rPr>
              <a:t>4.Transport (Transfer) Katmanı</a:t>
            </a:r>
            <a:endParaRPr lang="tr-TR" altLang="tr-TR" sz="1400">
              <a:solidFill>
                <a:srgbClr val="FFFFFF"/>
              </a:solidFill>
              <a:latin typeface="Merriweather" panose="020F0502020204030204" pitchFamily="34" charset="0"/>
            </a:endParaRPr>
          </a:p>
          <a:p>
            <a:pPr>
              <a:lnSpc>
                <a:spcPct val="90000"/>
              </a:lnSpc>
            </a:pPr>
            <a:r>
              <a:rPr lang="tr-TR" altLang="tr-TR" sz="1400">
                <a:solidFill>
                  <a:srgbClr val="FFFFFF"/>
                </a:solidFill>
                <a:latin typeface="Merriweather" panose="020F0502020204030204" pitchFamily="34" charset="0"/>
              </a:rPr>
              <a:t>Üçüncü katmanda ip adresi aldıktan sonra bu katmanda aldığımız bu ip adresi ile birlikte artık TCP-UDP protokollerini kullanarak erişim sağlayabilmemizi sağlar. Ağ katmanından gelen verileri küçük boylara bölme görevini gerçekleştirir.</a:t>
            </a:r>
          </a:p>
          <a:p>
            <a:pPr>
              <a:lnSpc>
                <a:spcPct val="90000"/>
              </a:lnSpc>
            </a:pPr>
            <a:endParaRPr lang="tr-TR" altLang="tr-TR" sz="800">
              <a:solidFill>
                <a:srgbClr val="FFFFFF"/>
              </a:solidFill>
            </a:endParaRPr>
          </a:p>
        </p:txBody>
      </p:sp>
    </p:spTree>
  </p:cSld>
  <p:clrMapOvr>
    <a:overrideClrMapping bg1="lt1" tx1="dk1" bg2="lt2" tx2="dk2" accent1="accent1" accent2="accent2" accent3="accent3" accent4="accent4" accent5="accent5" accent6="accent6" hlink="hlink" folHlink="folHlink"/>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Başlık 1">
            <a:extLst>
              <a:ext uri="{FF2B5EF4-FFF2-40B4-BE49-F238E27FC236}">
                <a16:creationId xmlns:a16="http://schemas.microsoft.com/office/drawing/2014/main" id="{95B68DF6-9C05-1A06-D75B-C4B088A06844}"/>
              </a:ext>
            </a:extLst>
          </p:cNvPr>
          <p:cNvSpPr>
            <a:spLocks noGrp="1"/>
          </p:cNvSpPr>
          <p:nvPr>
            <p:ph type="title"/>
          </p:nvPr>
        </p:nvSpPr>
        <p:spPr/>
        <p:txBody>
          <a:bodyPr/>
          <a:lstStyle/>
          <a:p>
            <a:endParaRPr lang="tr-TR" altLang="tr-TR"/>
          </a:p>
        </p:txBody>
      </p:sp>
      <p:sp>
        <p:nvSpPr>
          <p:cNvPr id="64514" name="İçerik Yer Tutucusu 2">
            <a:extLst>
              <a:ext uri="{FF2B5EF4-FFF2-40B4-BE49-F238E27FC236}">
                <a16:creationId xmlns:a16="http://schemas.microsoft.com/office/drawing/2014/main" id="{E3C305F2-8296-993F-BE4B-092E5C0E779C}"/>
              </a:ext>
            </a:extLst>
          </p:cNvPr>
          <p:cNvSpPr>
            <a:spLocks noGrp="1"/>
          </p:cNvSpPr>
          <p:nvPr>
            <p:ph idx="1"/>
          </p:nvPr>
        </p:nvSpPr>
        <p:spPr/>
        <p:txBody>
          <a:bodyPr/>
          <a:lstStyle/>
          <a:p>
            <a:r>
              <a:rPr lang="tr-TR" altLang="tr-TR" sz="1800" b="1">
                <a:solidFill>
                  <a:srgbClr val="000000"/>
                </a:solidFill>
                <a:latin typeface="Merriweather" panose="020F0502020204030204" pitchFamily="34" charset="0"/>
              </a:rPr>
              <a:t>5.Session (Oturum) Katmanı</a:t>
            </a:r>
            <a:endParaRPr lang="tr-TR" altLang="tr-TR" sz="1800">
              <a:solidFill>
                <a:srgbClr val="000000"/>
              </a:solidFill>
              <a:latin typeface="Merriweather" panose="020F0502020204030204" pitchFamily="34" charset="0"/>
            </a:endParaRPr>
          </a:p>
          <a:p>
            <a:r>
              <a:rPr lang="tr-TR" altLang="tr-TR" sz="1800">
                <a:solidFill>
                  <a:srgbClr val="000000"/>
                </a:solidFill>
                <a:latin typeface="Merriweather" panose="020F0502020204030204" pitchFamily="34" charset="0"/>
              </a:rPr>
              <a:t>Oturum katmanında artık uzak masaüstü bağlantısı yapabilir ve local bilgisiyarımıza erişim sağlayabiliriz.</a:t>
            </a:r>
          </a:p>
          <a:p>
            <a:r>
              <a:rPr lang="tr-TR" altLang="tr-TR" sz="1800" b="1">
                <a:solidFill>
                  <a:srgbClr val="000000"/>
                </a:solidFill>
                <a:latin typeface="Merriweather" panose="020F0502020204030204" pitchFamily="34" charset="0"/>
              </a:rPr>
              <a:t>6.Presemtation (Sunum) Katmanı</a:t>
            </a:r>
            <a:endParaRPr lang="tr-TR" altLang="tr-TR" sz="1800">
              <a:solidFill>
                <a:srgbClr val="000000"/>
              </a:solidFill>
              <a:latin typeface="Merriweather" panose="020F0502020204030204" pitchFamily="34" charset="0"/>
            </a:endParaRPr>
          </a:p>
          <a:p>
            <a:r>
              <a:rPr lang="tr-TR" altLang="tr-TR" sz="1800">
                <a:solidFill>
                  <a:srgbClr val="000000"/>
                </a:solidFill>
                <a:latin typeface="Merriweather" panose="020F0502020204030204" pitchFamily="34" charset="0"/>
              </a:rPr>
              <a:t>Bu katmana kadar artık internet bağlantımız mevcut fakat güvenlik ile ilgili katman sunum katmanıdır. Burada SSL, TLS güvenlik protokolleri kullanılır.</a:t>
            </a:r>
          </a:p>
          <a:p>
            <a:r>
              <a:rPr lang="tr-TR" altLang="tr-TR" sz="1800" b="1">
                <a:solidFill>
                  <a:srgbClr val="000000"/>
                </a:solidFill>
                <a:latin typeface="Merriweather" panose="020F0502020204030204" pitchFamily="34" charset="0"/>
              </a:rPr>
              <a:t>7.Application (Uygulama) Katmanı</a:t>
            </a:r>
            <a:endParaRPr lang="tr-TR" altLang="tr-TR" sz="1800">
              <a:solidFill>
                <a:srgbClr val="000000"/>
              </a:solidFill>
              <a:latin typeface="Merriweather" panose="020F0502020204030204" pitchFamily="34" charset="0"/>
            </a:endParaRPr>
          </a:p>
          <a:p>
            <a:r>
              <a:rPr lang="tr-TR" altLang="tr-TR" sz="1800">
                <a:solidFill>
                  <a:srgbClr val="000000"/>
                </a:solidFill>
                <a:latin typeface="Merriweather" panose="020F0502020204030204" pitchFamily="34" charset="0"/>
              </a:rPr>
              <a:t>Uygulama katmanında sunum katmanındaki güvenlik protokolleride kullanılıp internete çıkış yapılır.</a:t>
            </a:r>
          </a:p>
          <a:p>
            <a:endParaRPr lang="tr-TR" altLang="tr-T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0AAAF27-C417-6AB5-D513-8FFAEE2EE538}"/>
              </a:ext>
            </a:extLst>
          </p:cNvPr>
          <p:cNvSpPr>
            <a:spLocks noGrp="1"/>
          </p:cNvSpPr>
          <p:nvPr>
            <p:ph type="title"/>
          </p:nvPr>
        </p:nvSpPr>
        <p:spPr/>
        <p:txBody>
          <a:bodyPr/>
          <a:lstStyle/>
          <a:p>
            <a:r>
              <a:rPr lang="tr-TR" b="1"/>
              <a:t>4 Katmanlı TCP/IP Yığını</a:t>
            </a:r>
            <a:r>
              <a:rPr lang="tr-TR"/>
              <a:t>:</a:t>
            </a:r>
          </a:p>
        </p:txBody>
      </p:sp>
      <p:sp>
        <p:nvSpPr>
          <p:cNvPr id="3" name="İçerik Yer Tutucusu 2">
            <a:extLst>
              <a:ext uri="{FF2B5EF4-FFF2-40B4-BE49-F238E27FC236}">
                <a16:creationId xmlns:a16="http://schemas.microsoft.com/office/drawing/2014/main" id="{EBEA0CAE-31D0-FE37-A59D-732E1A95C93D}"/>
              </a:ext>
            </a:extLst>
          </p:cNvPr>
          <p:cNvSpPr>
            <a:spLocks noGrp="1"/>
          </p:cNvSpPr>
          <p:nvPr>
            <p:ph idx="1"/>
          </p:nvPr>
        </p:nvSpPr>
        <p:spPr/>
        <p:txBody>
          <a:bodyPr/>
          <a:lstStyle/>
          <a:p>
            <a:pPr>
              <a:buFont typeface="+mj-lt"/>
              <a:buAutoNum type="arabicPeriod"/>
            </a:pPr>
            <a:r>
              <a:rPr lang="tr-TR" b="1"/>
              <a:t>4 Katmanlı TCP/IP Yığını</a:t>
            </a:r>
            <a:r>
              <a:rPr lang="tr-TR"/>
              <a:t>: Gerçek dünya uygulamalarında daha yaygın olan bu model, OSI modeline kıyasla daha basittir.</a:t>
            </a:r>
            <a:r>
              <a:rPr lang="tr-TR" b="1"/>
              <a:t>Ağ Erişim Katmanı (Network Access Layer)</a:t>
            </a:r>
            <a:r>
              <a:rPr lang="tr-TR"/>
              <a:t>: Verilerin fiziksel olarak iletilmesi.</a:t>
            </a:r>
          </a:p>
          <a:p>
            <a:pPr>
              <a:buFont typeface="+mj-lt"/>
              <a:buAutoNum type="arabicPeriod"/>
            </a:pPr>
            <a:r>
              <a:rPr lang="tr-TR" b="1"/>
              <a:t>İnternet Katmanı (Internet Layer)</a:t>
            </a:r>
            <a:r>
              <a:rPr lang="tr-TR"/>
              <a:t>: IP adresleme ve yönlendirme.</a:t>
            </a:r>
          </a:p>
          <a:p>
            <a:pPr>
              <a:buFont typeface="+mj-lt"/>
              <a:buAutoNum type="arabicPeriod"/>
            </a:pPr>
            <a:r>
              <a:rPr lang="tr-TR" b="1"/>
              <a:t>Taşıma Katmanı (Transport Layer)</a:t>
            </a:r>
            <a:r>
              <a:rPr lang="tr-TR"/>
              <a:t>: Verilerin doğru ve güvenilir şekilde taşınmasını sağlar (TCP, UDP).</a:t>
            </a:r>
          </a:p>
          <a:p>
            <a:pPr>
              <a:buFont typeface="+mj-lt"/>
              <a:buAutoNum type="arabicPeriod"/>
            </a:pPr>
            <a:r>
              <a:rPr lang="tr-TR" b="1"/>
              <a:t>Uygulama Katmanı (Application Layer)</a:t>
            </a:r>
            <a:r>
              <a:rPr lang="tr-TR"/>
              <a:t>: E-posta, web gibi kullanıcı hizmetleri (HTTP, FTP, DNS).</a:t>
            </a:r>
          </a:p>
          <a:p>
            <a:endParaRPr lang="tr-TR"/>
          </a:p>
        </p:txBody>
      </p:sp>
    </p:spTree>
    <p:extLst>
      <p:ext uri="{BB962C8B-B14F-4D97-AF65-F5344CB8AC3E}">
        <p14:creationId xmlns:p14="http://schemas.microsoft.com/office/powerpoint/2010/main" val="43016390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3692E7C-FE33-F8A3-BDB1-B3330CA1E8C4}"/>
              </a:ext>
            </a:extLst>
          </p:cNvPr>
          <p:cNvSpPr>
            <a:spLocks noGrp="1"/>
          </p:cNvSpPr>
          <p:nvPr>
            <p:ph type="title"/>
          </p:nvPr>
        </p:nvSpPr>
        <p:spPr/>
        <p:txBody>
          <a:bodyPr/>
          <a:lstStyle/>
          <a:p>
            <a:r>
              <a:rPr lang="tr-TR" b="1"/>
              <a:t>Protokoller ve Görevleri</a:t>
            </a:r>
            <a:br>
              <a:rPr lang="tr-TR" b="1"/>
            </a:br>
            <a:endParaRPr lang="tr-TR"/>
          </a:p>
        </p:txBody>
      </p:sp>
      <p:sp>
        <p:nvSpPr>
          <p:cNvPr id="3" name="İçerik Yer Tutucusu 2">
            <a:extLst>
              <a:ext uri="{FF2B5EF4-FFF2-40B4-BE49-F238E27FC236}">
                <a16:creationId xmlns:a16="http://schemas.microsoft.com/office/drawing/2014/main" id="{69198D6B-D3C3-5DEE-3C1B-554FFEB85300}"/>
              </a:ext>
            </a:extLst>
          </p:cNvPr>
          <p:cNvSpPr>
            <a:spLocks noGrp="1"/>
          </p:cNvSpPr>
          <p:nvPr>
            <p:ph idx="1"/>
          </p:nvPr>
        </p:nvSpPr>
        <p:spPr/>
        <p:txBody>
          <a:bodyPr/>
          <a:lstStyle/>
          <a:p>
            <a:pPr>
              <a:buFont typeface="Arial" panose="020B0604020202020204" pitchFamily="34" charset="0"/>
              <a:buChar char="•"/>
            </a:pPr>
            <a:r>
              <a:rPr lang="tr-TR" b="1"/>
              <a:t>HTTP (HyperText Transfer Protocol)</a:t>
            </a:r>
            <a:r>
              <a:rPr lang="tr-TR"/>
              <a:t>: Web sayfalarının tarayıcı üzerinden iletilmesini sağlar.</a:t>
            </a:r>
          </a:p>
          <a:p>
            <a:pPr>
              <a:buFont typeface="Arial" panose="020B0604020202020204" pitchFamily="34" charset="0"/>
              <a:buChar char="•"/>
            </a:pPr>
            <a:r>
              <a:rPr lang="tr-TR" b="1"/>
              <a:t>FTP (File Transfer Protocol)</a:t>
            </a:r>
            <a:r>
              <a:rPr lang="tr-TR"/>
              <a:t>: Dosya transferleri için kullanılır.</a:t>
            </a:r>
          </a:p>
          <a:p>
            <a:pPr>
              <a:buFont typeface="Arial" panose="020B0604020202020204" pitchFamily="34" charset="0"/>
              <a:buChar char="•"/>
            </a:pPr>
            <a:r>
              <a:rPr lang="tr-TR" b="1"/>
              <a:t>SMTP (Simple Mail Transfer Protocol)</a:t>
            </a:r>
            <a:r>
              <a:rPr lang="tr-TR"/>
              <a:t>: E-posta iletimi için kullanılır.</a:t>
            </a:r>
          </a:p>
          <a:p>
            <a:pPr>
              <a:buFont typeface="Arial" panose="020B0604020202020204" pitchFamily="34" charset="0"/>
              <a:buChar char="•"/>
            </a:pPr>
            <a:r>
              <a:rPr lang="tr-TR" b="1"/>
              <a:t>DHCP (Dynamic Host Configuration Protocol)</a:t>
            </a:r>
            <a:r>
              <a:rPr lang="tr-TR"/>
              <a:t>: Otomatik IP adresi ataması yapar.</a:t>
            </a:r>
          </a:p>
          <a:p>
            <a:endParaRPr lang="tr-TR"/>
          </a:p>
        </p:txBody>
      </p:sp>
    </p:spTree>
    <p:extLst>
      <p:ext uri="{BB962C8B-B14F-4D97-AF65-F5344CB8AC3E}">
        <p14:creationId xmlns:p14="http://schemas.microsoft.com/office/powerpoint/2010/main" val="342726806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2AD9A4E-76EF-962D-3B96-42D92C861AAB}"/>
              </a:ext>
            </a:extLst>
          </p:cNvPr>
          <p:cNvSpPr>
            <a:spLocks noGrp="1"/>
          </p:cNvSpPr>
          <p:nvPr>
            <p:ph type="title"/>
          </p:nvPr>
        </p:nvSpPr>
        <p:spPr/>
        <p:txBody>
          <a:bodyPr/>
          <a:lstStyle/>
          <a:p>
            <a:r>
              <a:rPr lang="tr-TR"/>
              <a:t>Veri İletimi ve Ağ Protokolleri</a:t>
            </a:r>
          </a:p>
        </p:txBody>
      </p:sp>
      <p:sp>
        <p:nvSpPr>
          <p:cNvPr id="3" name="İçerik Yer Tutucusu 2">
            <a:extLst>
              <a:ext uri="{FF2B5EF4-FFF2-40B4-BE49-F238E27FC236}">
                <a16:creationId xmlns:a16="http://schemas.microsoft.com/office/drawing/2014/main" id="{4709A3CA-BA78-A98B-5174-D70C70D0737A}"/>
              </a:ext>
            </a:extLst>
          </p:cNvPr>
          <p:cNvSpPr>
            <a:spLocks noGrp="1"/>
          </p:cNvSpPr>
          <p:nvPr>
            <p:ph idx="1"/>
          </p:nvPr>
        </p:nvSpPr>
        <p:spPr/>
        <p:txBody>
          <a:bodyPr>
            <a:normAutofit fontScale="85000" lnSpcReduction="10000"/>
          </a:bodyPr>
          <a:lstStyle/>
          <a:p>
            <a:r>
              <a:rPr lang="tr-TR"/>
              <a:t>Ağlarda veri iletimi, verilerin cihazlar arasında güvenli ve etkili bir şekilde taşınmasını sağlar. Bu süreçte kullanılan çeşitli protokoller ve teknikler vardır.</a:t>
            </a:r>
          </a:p>
          <a:p>
            <a:r>
              <a:rPr lang="tr-TR" b="1"/>
              <a:t>Veri Paketleri</a:t>
            </a:r>
          </a:p>
          <a:p>
            <a:pPr>
              <a:buFont typeface="Arial" panose="020B0604020202020204" pitchFamily="34" charset="0"/>
              <a:buChar char="•"/>
            </a:pPr>
            <a:r>
              <a:rPr lang="tr-TR" b="1"/>
              <a:t>Veri Paketlerinin Yapısı</a:t>
            </a:r>
            <a:r>
              <a:rPr lang="tr-TR"/>
              <a:t>: Veriler küçük parçalara (paketlere) bölünerek gönderilir. Bir veri paketi genellikle başlık (header), veri ve sonlandırıcıdan oluşur.</a:t>
            </a:r>
          </a:p>
          <a:p>
            <a:pPr>
              <a:buFont typeface="Arial" panose="020B0604020202020204" pitchFamily="34" charset="0"/>
              <a:buChar char="•"/>
            </a:pPr>
            <a:r>
              <a:rPr lang="tr-TR" b="1"/>
              <a:t>Paket Başlığı</a:t>
            </a:r>
            <a:r>
              <a:rPr lang="tr-TR"/>
              <a:t>: Paketlerin yönlendirilebilmesi için IP adresleri, port numaraları gibi bilgileri içerir.</a:t>
            </a:r>
          </a:p>
          <a:p>
            <a:r>
              <a:rPr lang="tr-TR" b="1"/>
              <a:t>Veri İletim Yolları</a:t>
            </a:r>
          </a:p>
          <a:p>
            <a:pPr>
              <a:buFont typeface="Arial" panose="020B0604020202020204" pitchFamily="34" charset="0"/>
              <a:buChar char="•"/>
            </a:pPr>
            <a:r>
              <a:rPr lang="tr-TR" b="1"/>
              <a:t>Kablolu İletim</a:t>
            </a:r>
            <a:r>
              <a:rPr lang="tr-TR"/>
              <a:t>: Ethernet kabloları, fiber optik kablolar, koaksiyel kablolar gibi fiziksel yollarla veri iletimi.</a:t>
            </a:r>
          </a:p>
          <a:p>
            <a:pPr>
              <a:buFont typeface="Arial" panose="020B0604020202020204" pitchFamily="34" charset="0"/>
              <a:buChar char="•"/>
            </a:pPr>
            <a:r>
              <a:rPr lang="tr-TR" b="1"/>
              <a:t>Kablosuz İletim</a:t>
            </a:r>
            <a:r>
              <a:rPr lang="tr-TR"/>
              <a:t>: Radyo dalgaları, mikrodalgalar ve infrared gibi kablosuz yollarla veri iletimi. (Wi-Fi, Bluetooth)</a:t>
            </a:r>
          </a:p>
          <a:p>
            <a:endParaRPr lang="tr-TR"/>
          </a:p>
        </p:txBody>
      </p:sp>
    </p:spTree>
    <p:extLst>
      <p:ext uri="{BB962C8B-B14F-4D97-AF65-F5344CB8AC3E}">
        <p14:creationId xmlns:p14="http://schemas.microsoft.com/office/powerpoint/2010/main" val="328400629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2AD9A4E-76EF-962D-3B96-42D92C861AAB}"/>
              </a:ext>
            </a:extLst>
          </p:cNvPr>
          <p:cNvSpPr>
            <a:spLocks noGrp="1"/>
          </p:cNvSpPr>
          <p:nvPr>
            <p:ph type="title"/>
          </p:nvPr>
        </p:nvSpPr>
        <p:spPr/>
        <p:txBody>
          <a:bodyPr/>
          <a:lstStyle/>
          <a:p>
            <a:r>
              <a:rPr lang="tr-TR"/>
              <a:t>Veri İletimi ve Ağ Protokolleri</a:t>
            </a:r>
          </a:p>
        </p:txBody>
      </p:sp>
      <p:sp>
        <p:nvSpPr>
          <p:cNvPr id="3" name="İçerik Yer Tutucusu 2">
            <a:extLst>
              <a:ext uri="{FF2B5EF4-FFF2-40B4-BE49-F238E27FC236}">
                <a16:creationId xmlns:a16="http://schemas.microsoft.com/office/drawing/2014/main" id="{4709A3CA-BA78-A98B-5174-D70C70D0737A}"/>
              </a:ext>
            </a:extLst>
          </p:cNvPr>
          <p:cNvSpPr>
            <a:spLocks noGrp="1"/>
          </p:cNvSpPr>
          <p:nvPr>
            <p:ph idx="1"/>
          </p:nvPr>
        </p:nvSpPr>
        <p:spPr/>
        <p:txBody>
          <a:bodyPr>
            <a:normAutofit fontScale="92500" lnSpcReduction="20000"/>
          </a:bodyPr>
          <a:lstStyle/>
          <a:p>
            <a:r>
              <a:rPr lang="tr-TR" b="1"/>
              <a:t>IP Adresleme ve Subnetting</a:t>
            </a:r>
          </a:p>
          <a:p>
            <a:pPr>
              <a:buFont typeface="Arial" panose="020B0604020202020204" pitchFamily="34" charset="0"/>
              <a:buChar char="•"/>
            </a:pPr>
            <a:r>
              <a:rPr lang="tr-TR" b="1"/>
              <a:t>IPv4</a:t>
            </a:r>
            <a:r>
              <a:rPr lang="tr-TR"/>
              <a:t>: 32-bit adresleme yapısı, sınıflar ve CIDR.</a:t>
            </a:r>
          </a:p>
          <a:p>
            <a:pPr>
              <a:buFont typeface="Arial" panose="020B0604020202020204" pitchFamily="34" charset="0"/>
              <a:buChar char="•"/>
            </a:pPr>
            <a:r>
              <a:rPr lang="tr-TR" b="1"/>
              <a:t>IPv6</a:t>
            </a:r>
            <a:r>
              <a:rPr lang="tr-TR"/>
              <a:t>: 128-bit adresleme ile daha fazla cihaz adresleme kapasitesi.</a:t>
            </a:r>
          </a:p>
          <a:p>
            <a:pPr>
              <a:buFont typeface="Arial" panose="020B0604020202020204" pitchFamily="34" charset="0"/>
              <a:buChar char="•"/>
            </a:pPr>
            <a:r>
              <a:rPr lang="tr-TR" b="1"/>
              <a:t>Subnetting</a:t>
            </a:r>
            <a:r>
              <a:rPr lang="tr-TR"/>
              <a:t>: Büyük ağları daha küçük parçalara bölerek yönetilebilirlik sağlar. Subnet mask kullanılarak IP adresleri bölümlenir.</a:t>
            </a:r>
          </a:p>
          <a:p>
            <a:r>
              <a:rPr lang="tr-TR" b="1"/>
              <a:t>DNS (Domain Name System)</a:t>
            </a:r>
          </a:p>
          <a:p>
            <a:pPr>
              <a:buFont typeface="Arial" panose="020B0604020202020204" pitchFamily="34" charset="0"/>
              <a:buChar char="•"/>
            </a:pPr>
            <a:r>
              <a:rPr lang="tr-TR" b="1"/>
              <a:t>DNS’in İşlevi</a:t>
            </a:r>
            <a:r>
              <a:rPr lang="tr-TR"/>
              <a:t>: Alan adlarını IP adreslerine çevirir, böylece insanlar domain isimlerini kullanarak web sitelerine erişebilir.</a:t>
            </a:r>
          </a:p>
          <a:p>
            <a:pPr>
              <a:buFont typeface="Arial" panose="020B0604020202020204" pitchFamily="34" charset="0"/>
              <a:buChar char="•"/>
            </a:pPr>
            <a:r>
              <a:rPr lang="tr-TR" b="1"/>
              <a:t>DNS Çözümleme Süreci</a:t>
            </a:r>
            <a:r>
              <a:rPr lang="tr-TR"/>
              <a:t>: Tarayıcınızda bir alan adı yazıldığında, DNS sunucusu bu alan adını ilgili IP adresine çevirir.</a:t>
            </a:r>
          </a:p>
          <a:p>
            <a:endParaRPr lang="tr-TR"/>
          </a:p>
        </p:txBody>
      </p:sp>
    </p:spTree>
    <p:extLst>
      <p:ext uri="{BB962C8B-B14F-4D97-AF65-F5344CB8AC3E}">
        <p14:creationId xmlns:p14="http://schemas.microsoft.com/office/powerpoint/2010/main" val="404546575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2008870-E831-91B9-3481-1BC658F7952A}"/>
              </a:ext>
            </a:extLst>
          </p:cNvPr>
          <p:cNvSpPr>
            <a:spLocks noGrp="1"/>
          </p:cNvSpPr>
          <p:nvPr>
            <p:ph type="title"/>
          </p:nvPr>
        </p:nvSpPr>
        <p:spPr/>
        <p:txBody>
          <a:bodyPr/>
          <a:lstStyle/>
          <a:p>
            <a:r>
              <a:rPr lang="tr-TR"/>
              <a:t>Ağ Güvenliği</a:t>
            </a:r>
          </a:p>
        </p:txBody>
      </p:sp>
      <p:sp>
        <p:nvSpPr>
          <p:cNvPr id="3" name="İçerik Yer Tutucusu 2">
            <a:extLst>
              <a:ext uri="{FF2B5EF4-FFF2-40B4-BE49-F238E27FC236}">
                <a16:creationId xmlns:a16="http://schemas.microsoft.com/office/drawing/2014/main" id="{289B7BE8-BE89-AD03-F643-DD1A64D9627A}"/>
              </a:ext>
            </a:extLst>
          </p:cNvPr>
          <p:cNvSpPr>
            <a:spLocks noGrp="1"/>
          </p:cNvSpPr>
          <p:nvPr>
            <p:ph idx="1"/>
          </p:nvPr>
        </p:nvSpPr>
        <p:spPr/>
        <p:txBody>
          <a:bodyPr>
            <a:normAutofit fontScale="77500" lnSpcReduction="20000"/>
          </a:bodyPr>
          <a:lstStyle/>
          <a:p>
            <a:r>
              <a:rPr lang="tr-TR"/>
              <a:t>Ağ güvenliği, ağlarda veri ve kaynakların izinsiz erişimlerden korunmasını amaçlayan stratejiler ve teknolojiler bütünüdür.</a:t>
            </a:r>
          </a:p>
          <a:p>
            <a:r>
              <a:rPr lang="tr-TR" b="1"/>
              <a:t>Temel Güvenlik Kavramları</a:t>
            </a:r>
          </a:p>
          <a:p>
            <a:pPr>
              <a:buFont typeface="Arial" panose="020B0604020202020204" pitchFamily="34" charset="0"/>
              <a:buChar char="•"/>
            </a:pPr>
            <a:r>
              <a:rPr lang="tr-TR" b="1"/>
              <a:t>Güvenlik Duvarları (Firewall)</a:t>
            </a:r>
            <a:r>
              <a:rPr lang="tr-TR"/>
              <a:t>: İnternetten gelen veya dışarıya giden verileri kontrol eder ve istenmeyen erişimleri engeller.</a:t>
            </a:r>
          </a:p>
          <a:p>
            <a:pPr>
              <a:buFont typeface="Arial" panose="020B0604020202020204" pitchFamily="34" charset="0"/>
              <a:buChar char="•"/>
            </a:pPr>
            <a:r>
              <a:rPr lang="tr-TR" b="1"/>
              <a:t>VPN (Virtual Private Network)</a:t>
            </a:r>
            <a:r>
              <a:rPr lang="tr-TR"/>
              <a:t>: Kullanıcının internet üzerinde gizli ve güvenli bir bağlantı kurmasını sağlar.</a:t>
            </a:r>
          </a:p>
          <a:p>
            <a:pPr>
              <a:buFont typeface="Arial" panose="020B0604020202020204" pitchFamily="34" charset="0"/>
              <a:buChar char="•"/>
            </a:pPr>
            <a:r>
              <a:rPr lang="tr-TR" b="1"/>
              <a:t>IDS/IPS (Intrusion Detection/Prevention Systems)</a:t>
            </a:r>
            <a:r>
              <a:rPr lang="tr-TR"/>
              <a:t>: Şüpheli trafik hareketlerini algılayarak tehditleri engeller.</a:t>
            </a:r>
          </a:p>
          <a:p>
            <a:r>
              <a:rPr lang="tr-TR" b="1"/>
              <a:t>Şifreleme Yöntemleri</a:t>
            </a:r>
          </a:p>
          <a:p>
            <a:pPr>
              <a:buFont typeface="Arial" panose="020B0604020202020204" pitchFamily="34" charset="0"/>
              <a:buChar char="•"/>
            </a:pPr>
            <a:r>
              <a:rPr lang="tr-TR" b="1"/>
              <a:t>Simetrik Şifreleme</a:t>
            </a:r>
            <a:r>
              <a:rPr lang="tr-TR"/>
              <a:t>: Aynı anahtar hem şifreleme hem de şifre çözme için kullanılır (DES, AES).</a:t>
            </a:r>
          </a:p>
          <a:p>
            <a:pPr>
              <a:buFont typeface="Arial" panose="020B0604020202020204" pitchFamily="34" charset="0"/>
              <a:buChar char="•"/>
            </a:pPr>
            <a:r>
              <a:rPr lang="tr-TR" b="1"/>
              <a:t>Asimetrik Şifreleme</a:t>
            </a:r>
            <a:r>
              <a:rPr lang="tr-TR"/>
              <a:t>: Farklı anahtarlar kullanılır; biri şifreleme, diğeri şifre çözme için (RSA, Diffie-Hellman).</a:t>
            </a:r>
          </a:p>
          <a:p>
            <a:endParaRPr lang="tr-TR"/>
          </a:p>
        </p:txBody>
      </p:sp>
    </p:spTree>
    <p:extLst>
      <p:ext uri="{BB962C8B-B14F-4D97-AF65-F5344CB8AC3E}">
        <p14:creationId xmlns:p14="http://schemas.microsoft.com/office/powerpoint/2010/main" val="237050960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8586195-29FD-3F3E-B4DD-0327BD7B22C3}"/>
              </a:ext>
            </a:extLst>
          </p:cNvPr>
          <p:cNvSpPr>
            <a:spLocks noGrp="1"/>
          </p:cNvSpPr>
          <p:nvPr>
            <p:ph type="title"/>
          </p:nvPr>
        </p:nvSpPr>
        <p:spPr/>
        <p:txBody>
          <a:bodyPr/>
          <a:lstStyle/>
          <a:p>
            <a:r>
              <a:rPr lang="tr-TR"/>
              <a:t>Ağ Güvenliği</a:t>
            </a:r>
          </a:p>
        </p:txBody>
      </p:sp>
      <p:sp>
        <p:nvSpPr>
          <p:cNvPr id="3" name="İçerik Yer Tutucusu 2">
            <a:extLst>
              <a:ext uri="{FF2B5EF4-FFF2-40B4-BE49-F238E27FC236}">
                <a16:creationId xmlns:a16="http://schemas.microsoft.com/office/drawing/2014/main" id="{0275F685-8FA7-F1DF-D695-0E9392B8E14C}"/>
              </a:ext>
            </a:extLst>
          </p:cNvPr>
          <p:cNvSpPr>
            <a:spLocks noGrp="1"/>
          </p:cNvSpPr>
          <p:nvPr>
            <p:ph idx="1"/>
          </p:nvPr>
        </p:nvSpPr>
        <p:spPr/>
        <p:txBody>
          <a:bodyPr>
            <a:normAutofit fontScale="92500" lnSpcReduction="20000"/>
          </a:bodyPr>
          <a:lstStyle/>
          <a:p>
            <a:r>
              <a:rPr lang="tr-TR" b="1"/>
              <a:t>Güvenlik Tehditleri</a:t>
            </a:r>
          </a:p>
          <a:p>
            <a:pPr>
              <a:buFont typeface="Arial" panose="020B0604020202020204" pitchFamily="34" charset="0"/>
              <a:buChar char="•"/>
            </a:pPr>
            <a:r>
              <a:rPr lang="tr-TR" b="1"/>
              <a:t>DDoS (Distributed Denial of Service) Saldırıları</a:t>
            </a:r>
            <a:r>
              <a:rPr lang="tr-TR"/>
              <a:t>: Ağa çok sayıda istek gönderilerek hizmetin durdurulması.</a:t>
            </a:r>
          </a:p>
          <a:p>
            <a:pPr>
              <a:buFont typeface="Arial" panose="020B0604020202020204" pitchFamily="34" charset="0"/>
              <a:buChar char="•"/>
            </a:pPr>
            <a:r>
              <a:rPr lang="tr-TR" b="1"/>
              <a:t>Man-in-the-Middle Saldırıları</a:t>
            </a:r>
            <a:r>
              <a:rPr lang="tr-TR"/>
              <a:t>: İki taraf arasındaki iletişimi gizlice izleme veya değiştirme.</a:t>
            </a:r>
          </a:p>
          <a:p>
            <a:pPr>
              <a:buFont typeface="Arial" panose="020B0604020202020204" pitchFamily="34" charset="0"/>
              <a:buChar char="•"/>
            </a:pPr>
            <a:r>
              <a:rPr lang="tr-TR" b="1"/>
              <a:t>Sniffing</a:t>
            </a:r>
            <a:r>
              <a:rPr lang="tr-TR"/>
              <a:t>: Ağdaki veri trafiğinin gizlice dinlenmesi.</a:t>
            </a:r>
          </a:p>
          <a:p>
            <a:r>
              <a:rPr lang="tr-TR" b="1"/>
              <a:t>Temel Güvenlik Önlemleri</a:t>
            </a:r>
          </a:p>
          <a:p>
            <a:pPr>
              <a:buFont typeface="Arial" panose="020B0604020202020204" pitchFamily="34" charset="0"/>
              <a:buChar char="•"/>
            </a:pPr>
            <a:r>
              <a:rPr lang="tr-TR" b="1"/>
              <a:t>Antivirüs Yazılımları</a:t>
            </a:r>
            <a:r>
              <a:rPr lang="tr-TR"/>
              <a:t>: Zararlı yazılımları tespit edip engeller.</a:t>
            </a:r>
          </a:p>
          <a:p>
            <a:pPr>
              <a:buFont typeface="Arial" panose="020B0604020202020204" pitchFamily="34" charset="0"/>
              <a:buChar char="•"/>
            </a:pPr>
            <a:r>
              <a:rPr lang="tr-TR" b="1"/>
              <a:t>Güvenlik Duvarı Kuralları</a:t>
            </a:r>
            <a:r>
              <a:rPr lang="tr-TR"/>
              <a:t>: İzin verilen ve engellenen trafiği belirleyen kurallar oluşturulur.</a:t>
            </a:r>
          </a:p>
          <a:p>
            <a:pPr>
              <a:buFont typeface="Arial" panose="020B0604020202020204" pitchFamily="34" charset="0"/>
              <a:buChar char="•"/>
            </a:pPr>
            <a:r>
              <a:rPr lang="tr-TR" b="1"/>
              <a:t>Yedekleme</a:t>
            </a:r>
            <a:r>
              <a:rPr lang="tr-TR"/>
              <a:t>: Veri kayıplarına karşı düzenli olarak yedekleme yapılması.</a:t>
            </a:r>
          </a:p>
          <a:p>
            <a:endParaRPr lang="tr-TR"/>
          </a:p>
        </p:txBody>
      </p:sp>
    </p:spTree>
    <p:extLst>
      <p:ext uri="{BB962C8B-B14F-4D97-AF65-F5344CB8AC3E}">
        <p14:creationId xmlns:p14="http://schemas.microsoft.com/office/powerpoint/2010/main" val="300974265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1A60DB3-3120-9A9E-0050-A312A2CAB614}"/>
              </a:ext>
            </a:extLst>
          </p:cNvPr>
          <p:cNvSpPr>
            <a:spLocks noGrp="1"/>
          </p:cNvSpPr>
          <p:nvPr>
            <p:ph type="title"/>
          </p:nvPr>
        </p:nvSpPr>
        <p:spPr/>
        <p:txBody>
          <a:bodyPr/>
          <a:lstStyle/>
          <a:p>
            <a:r>
              <a:rPr lang="tr-TR"/>
              <a:t>Güncel Teknolojiler ve Gelecek Trendleri</a:t>
            </a:r>
          </a:p>
        </p:txBody>
      </p:sp>
      <p:sp>
        <p:nvSpPr>
          <p:cNvPr id="3" name="İçerik Yer Tutucusu 2">
            <a:extLst>
              <a:ext uri="{FF2B5EF4-FFF2-40B4-BE49-F238E27FC236}">
                <a16:creationId xmlns:a16="http://schemas.microsoft.com/office/drawing/2014/main" id="{AFD2ACF1-D452-D469-4449-D9DE81707096}"/>
              </a:ext>
            </a:extLst>
          </p:cNvPr>
          <p:cNvSpPr>
            <a:spLocks noGrp="1"/>
          </p:cNvSpPr>
          <p:nvPr>
            <p:ph idx="1"/>
          </p:nvPr>
        </p:nvSpPr>
        <p:spPr/>
        <p:txBody>
          <a:bodyPr>
            <a:normAutofit fontScale="85000" lnSpcReduction="10000"/>
          </a:bodyPr>
          <a:lstStyle/>
          <a:p>
            <a:r>
              <a:rPr lang="tr-TR"/>
              <a:t>Ağ teknolojilerinde sürekli gelişen ve geleceği şekillendiren yeni trendler bulunmaktadır. Bu bölümde bu teknolojilere detaylı bir bakış sağlanacaktır.</a:t>
            </a:r>
          </a:p>
          <a:p>
            <a:r>
              <a:rPr lang="tr-TR" b="1"/>
              <a:t>SDN (Software-Defined Networking)</a:t>
            </a:r>
          </a:p>
          <a:p>
            <a:pPr>
              <a:buFont typeface="Arial" panose="020B0604020202020204" pitchFamily="34" charset="0"/>
              <a:buChar char="•"/>
            </a:pPr>
            <a:r>
              <a:rPr lang="tr-TR" b="1"/>
              <a:t>SDN Nedir?</a:t>
            </a:r>
            <a:r>
              <a:rPr lang="tr-TR"/>
              <a:t>: Ağ kontrolünün donanımdan soyutlanarak yazılımlar aracılığıyla yönetildiği bir ağ yaklaşımıdır.</a:t>
            </a:r>
          </a:p>
          <a:p>
            <a:pPr>
              <a:buFont typeface="Arial" panose="020B0604020202020204" pitchFamily="34" charset="0"/>
              <a:buChar char="•"/>
            </a:pPr>
            <a:r>
              <a:rPr lang="tr-TR" b="1"/>
              <a:t>SDN’in Avantajları</a:t>
            </a:r>
            <a:r>
              <a:rPr lang="tr-TR"/>
              <a:t>: Merkezi yönetim, esneklik, maliyet tasarrufu ve hızlı yapılandırma.</a:t>
            </a:r>
          </a:p>
          <a:p>
            <a:r>
              <a:rPr lang="tr-TR" b="1"/>
              <a:t>5G ve Ağlara Etkisi</a:t>
            </a:r>
          </a:p>
          <a:p>
            <a:pPr>
              <a:buFont typeface="Arial" panose="020B0604020202020204" pitchFamily="34" charset="0"/>
              <a:buChar char="•"/>
            </a:pPr>
            <a:r>
              <a:rPr lang="tr-TR" b="1"/>
              <a:t>5G’nin Özellikleri</a:t>
            </a:r>
            <a:r>
              <a:rPr lang="tr-TR"/>
              <a:t>: Yüksek hız, düşük gecikme süresi, geniş bağlantı kapasitesi.</a:t>
            </a:r>
          </a:p>
          <a:p>
            <a:pPr>
              <a:buFont typeface="Arial" panose="020B0604020202020204" pitchFamily="34" charset="0"/>
              <a:buChar char="•"/>
            </a:pPr>
            <a:r>
              <a:rPr lang="tr-TR" b="1"/>
              <a:t>Ağlar Üzerindeki Etkileri</a:t>
            </a:r>
            <a:r>
              <a:rPr lang="tr-TR"/>
              <a:t>: IoT cihazları için daha iyi destek, daha hızlı mobil internet, gelişmiş ağ esnekliği.</a:t>
            </a:r>
          </a:p>
          <a:p>
            <a:endParaRPr lang="tr-TR"/>
          </a:p>
        </p:txBody>
      </p:sp>
    </p:spTree>
    <p:extLst>
      <p:ext uri="{BB962C8B-B14F-4D97-AF65-F5344CB8AC3E}">
        <p14:creationId xmlns:p14="http://schemas.microsoft.com/office/powerpoint/2010/main" val="182798482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1A60DB3-3120-9A9E-0050-A312A2CAB614}"/>
              </a:ext>
            </a:extLst>
          </p:cNvPr>
          <p:cNvSpPr>
            <a:spLocks noGrp="1"/>
          </p:cNvSpPr>
          <p:nvPr>
            <p:ph type="title"/>
          </p:nvPr>
        </p:nvSpPr>
        <p:spPr/>
        <p:txBody>
          <a:bodyPr/>
          <a:lstStyle/>
          <a:p>
            <a:r>
              <a:rPr lang="tr-TR"/>
              <a:t>Güncel Teknolojiler ve Gelecek Trendleri</a:t>
            </a:r>
          </a:p>
        </p:txBody>
      </p:sp>
      <p:sp>
        <p:nvSpPr>
          <p:cNvPr id="3" name="İçerik Yer Tutucusu 2">
            <a:extLst>
              <a:ext uri="{FF2B5EF4-FFF2-40B4-BE49-F238E27FC236}">
                <a16:creationId xmlns:a16="http://schemas.microsoft.com/office/drawing/2014/main" id="{AFD2ACF1-D452-D469-4449-D9DE81707096}"/>
              </a:ext>
            </a:extLst>
          </p:cNvPr>
          <p:cNvSpPr>
            <a:spLocks noGrp="1"/>
          </p:cNvSpPr>
          <p:nvPr>
            <p:ph idx="1"/>
          </p:nvPr>
        </p:nvSpPr>
        <p:spPr/>
        <p:txBody>
          <a:bodyPr>
            <a:normAutofit fontScale="70000" lnSpcReduction="20000"/>
          </a:bodyPr>
          <a:lstStyle/>
          <a:p>
            <a:r>
              <a:rPr lang="tr-TR" b="1"/>
              <a:t>5G ve Ağlara Etkisi</a:t>
            </a:r>
          </a:p>
          <a:p>
            <a:pPr>
              <a:buFont typeface="Arial" panose="020B0604020202020204" pitchFamily="34" charset="0"/>
              <a:buChar char="•"/>
            </a:pPr>
            <a:r>
              <a:rPr lang="tr-TR" b="1"/>
              <a:t>5G’nin Özellikleri</a:t>
            </a:r>
            <a:r>
              <a:rPr lang="tr-TR"/>
              <a:t>: Yüksek hız, düşük gecikme süresi, geniş bağlantı kapasitesi.</a:t>
            </a:r>
          </a:p>
          <a:p>
            <a:pPr>
              <a:buFont typeface="Arial" panose="020B0604020202020204" pitchFamily="34" charset="0"/>
              <a:buChar char="•"/>
            </a:pPr>
            <a:r>
              <a:rPr lang="tr-TR" b="1"/>
              <a:t>Ağlar Üzerindeki Etkileri</a:t>
            </a:r>
            <a:r>
              <a:rPr lang="tr-TR"/>
              <a:t>: IoT cihazları için daha iyi destek, daha hızlı mobil internet, gelişmiş ağ esnekliği.</a:t>
            </a:r>
          </a:p>
          <a:p>
            <a:r>
              <a:rPr lang="tr-TR" b="1"/>
              <a:t>Nesnelerin İnterneti (IoT)</a:t>
            </a:r>
          </a:p>
          <a:p>
            <a:pPr>
              <a:buFont typeface="Arial" panose="020B0604020202020204" pitchFamily="34" charset="0"/>
              <a:buChar char="•"/>
            </a:pPr>
            <a:r>
              <a:rPr lang="tr-TR" b="1"/>
              <a:t>IoT Nedir?</a:t>
            </a:r>
            <a:r>
              <a:rPr lang="tr-TR"/>
              <a:t>: Fiziksel nesnelerin internete bağlanarak veri topladığı ve paylaştığı sistemlerdir.</a:t>
            </a:r>
          </a:p>
          <a:p>
            <a:pPr>
              <a:buFont typeface="Arial" panose="020B0604020202020204" pitchFamily="34" charset="0"/>
              <a:buChar char="•"/>
            </a:pPr>
            <a:r>
              <a:rPr lang="tr-TR" b="1"/>
              <a:t>Ağlar Üzerindeki Etkileri</a:t>
            </a:r>
            <a:r>
              <a:rPr lang="tr-TR"/>
              <a:t>: IoT cihazlarının sayısının artmasıyla birlikte ağ altyapıları ve güvenliği üzerinde ciddi bir yük oluşur. Veri hacminin artması ve yeni güvenlik riskleri gündeme gelir.</a:t>
            </a:r>
          </a:p>
          <a:p>
            <a:r>
              <a:rPr lang="tr-TR" b="1"/>
              <a:t>1Yapay Zeka ve Ağ Optimizasyonu</a:t>
            </a:r>
          </a:p>
          <a:p>
            <a:pPr>
              <a:buFont typeface="Arial" panose="020B0604020202020204" pitchFamily="34" charset="0"/>
              <a:buChar char="•"/>
            </a:pPr>
            <a:r>
              <a:rPr lang="tr-TR" b="1"/>
              <a:t>AI Tabanlı Ağ Yönetimi</a:t>
            </a:r>
            <a:r>
              <a:rPr lang="tr-TR"/>
              <a:t>: Yapay zeka, ağ trafiğini analiz ederek optimizasyon önerileri yapabilir, otomatik güvenlik tehditlerini tespit edebilir ve ağ performansını iyileştirebilir.</a:t>
            </a:r>
          </a:p>
          <a:p>
            <a:pPr>
              <a:buFont typeface="Arial" panose="020B0604020202020204" pitchFamily="34" charset="0"/>
              <a:buChar char="•"/>
            </a:pPr>
            <a:r>
              <a:rPr lang="tr-TR" b="1"/>
              <a:t>Makine Öğrenimi ile Trafik Analizi</a:t>
            </a:r>
            <a:r>
              <a:rPr lang="tr-TR"/>
              <a:t>: Makine öğrenimi algoritmaları ağ trafiğini izleyerek anormallikleri tespit edebilir ve önerilerde bulunabilir.</a:t>
            </a:r>
          </a:p>
          <a:p>
            <a:endParaRPr lang="tr-TR"/>
          </a:p>
        </p:txBody>
      </p:sp>
    </p:spTree>
    <p:extLst>
      <p:ext uri="{BB962C8B-B14F-4D97-AF65-F5344CB8AC3E}">
        <p14:creationId xmlns:p14="http://schemas.microsoft.com/office/powerpoint/2010/main" val="118267523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1A60DB3-3120-9A9E-0050-A312A2CAB614}"/>
              </a:ext>
            </a:extLst>
          </p:cNvPr>
          <p:cNvSpPr>
            <a:spLocks noGrp="1"/>
          </p:cNvSpPr>
          <p:nvPr>
            <p:ph type="title"/>
          </p:nvPr>
        </p:nvSpPr>
        <p:spPr/>
        <p:txBody>
          <a:bodyPr/>
          <a:lstStyle/>
          <a:p>
            <a:r>
              <a:rPr lang="tr-TR"/>
              <a:t>Güncel Teknolojiler ve Gelecek Trendleri</a:t>
            </a:r>
          </a:p>
        </p:txBody>
      </p:sp>
      <p:sp>
        <p:nvSpPr>
          <p:cNvPr id="3" name="İçerik Yer Tutucusu 2">
            <a:extLst>
              <a:ext uri="{FF2B5EF4-FFF2-40B4-BE49-F238E27FC236}">
                <a16:creationId xmlns:a16="http://schemas.microsoft.com/office/drawing/2014/main" id="{AFD2ACF1-D452-D469-4449-D9DE81707096}"/>
              </a:ext>
            </a:extLst>
          </p:cNvPr>
          <p:cNvSpPr>
            <a:spLocks noGrp="1"/>
          </p:cNvSpPr>
          <p:nvPr>
            <p:ph idx="1"/>
          </p:nvPr>
        </p:nvSpPr>
        <p:spPr/>
        <p:txBody>
          <a:bodyPr>
            <a:normAutofit fontScale="92500" lnSpcReduction="20000"/>
          </a:bodyPr>
          <a:lstStyle/>
          <a:p>
            <a:r>
              <a:rPr lang="tr-TR" b="1"/>
              <a:t>Ağ Teknolojilerinin Geleceği</a:t>
            </a:r>
          </a:p>
          <a:p>
            <a:pPr>
              <a:buFont typeface="Arial" panose="020B0604020202020204" pitchFamily="34" charset="0"/>
              <a:buChar char="•"/>
            </a:pPr>
            <a:r>
              <a:rPr lang="tr-TR" b="1"/>
              <a:t>Teknolojik İlerlemeler</a:t>
            </a:r>
            <a:r>
              <a:rPr lang="tr-TR"/>
              <a:t>: Gelecekte ağ teknolojilerinde beklenen gelişmeler tartışılır. Örneğin, 6G ağların ortaya çıkışı, kuantum iletişimin ağ güvenliği ve veri iletimine getirebileceği değişiklikler.</a:t>
            </a:r>
          </a:p>
          <a:p>
            <a:pPr>
              <a:buFont typeface="Arial" panose="020B0604020202020204" pitchFamily="34" charset="0"/>
              <a:buChar char="•"/>
            </a:pPr>
            <a:r>
              <a:rPr lang="tr-TR" b="1"/>
              <a:t>Ağların Daha Akıllı ve Otomatik Hale Gelmesi</a:t>
            </a:r>
            <a:r>
              <a:rPr lang="tr-TR"/>
              <a:t>: Yapay zeka ve makine öğreniminin ağ yönetiminde daha da yaygınlaşması ve ağ performansının sürekli izlenip optimize edilmesi.</a:t>
            </a:r>
          </a:p>
          <a:p>
            <a:pPr>
              <a:buFont typeface="Arial" panose="020B0604020202020204" pitchFamily="34" charset="0"/>
              <a:buChar char="•"/>
            </a:pPr>
            <a:r>
              <a:rPr lang="tr-TR" b="1"/>
              <a:t>Blockchain Tabanlı Ağlar</a:t>
            </a:r>
            <a:r>
              <a:rPr lang="tr-TR"/>
              <a:t>: Merkezi olmayan ağ sistemlerinin güvenlik, doğrulama ve gizlilik konusunda sağladığı avantajlar.</a:t>
            </a:r>
          </a:p>
          <a:p>
            <a:pPr>
              <a:buFont typeface="Arial" panose="020B0604020202020204" pitchFamily="34" charset="0"/>
              <a:buChar char="•"/>
            </a:pPr>
            <a:r>
              <a:rPr lang="tr-TR" b="1"/>
              <a:t>Quantum Ağlar</a:t>
            </a:r>
            <a:r>
              <a:rPr lang="tr-TR"/>
              <a:t>: Henüz geliştirilme aşamasında olan kuantum ağlarının veri iletimine ve güvenliğine getireceği radikal değişiklikler.</a:t>
            </a:r>
          </a:p>
          <a:p>
            <a:endParaRPr lang="tr-TR"/>
          </a:p>
        </p:txBody>
      </p:sp>
    </p:spTree>
    <p:extLst>
      <p:ext uri="{BB962C8B-B14F-4D97-AF65-F5344CB8AC3E}">
        <p14:creationId xmlns:p14="http://schemas.microsoft.com/office/powerpoint/2010/main" val="337435034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1A60DB3-3120-9A9E-0050-A312A2CAB614}"/>
              </a:ext>
            </a:extLst>
          </p:cNvPr>
          <p:cNvSpPr>
            <a:spLocks noGrp="1"/>
          </p:cNvSpPr>
          <p:nvPr>
            <p:ph type="title"/>
          </p:nvPr>
        </p:nvSpPr>
        <p:spPr/>
        <p:txBody>
          <a:bodyPr/>
          <a:lstStyle/>
          <a:p>
            <a:r>
              <a:rPr lang="tr-TR"/>
              <a:t>Güncel Teknolojiler ve Gelecek Trendleri</a:t>
            </a:r>
          </a:p>
        </p:txBody>
      </p:sp>
      <p:sp>
        <p:nvSpPr>
          <p:cNvPr id="3" name="İçerik Yer Tutucusu 2">
            <a:extLst>
              <a:ext uri="{FF2B5EF4-FFF2-40B4-BE49-F238E27FC236}">
                <a16:creationId xmlns:a16="http://schemas.microsoft.com/office/drawing/2014/main" id="{AFD2ACF1-D452-D469-4449-D9DE81707096}"/>
              </a:ext>
            </a:extLst>
          </p:cNvPr>
          <p:cNvSpPr>
            <a:spLocks noGrp="1"/>
          </p:cNvSpPr>
          <p:nvPr>
            <p:ph idx="1"/>
          </p:nvPr>
        </p:nvSpPr>
        <p:spPr/>
        <p:txBody>
          <a:bodyPr>
            <a:normAutofit lnSpcReduction="10000"/>
          </a:bodyPr>
          <a:lstStyle/>
          <a:p>
            <a:r>
              <a:rPr lang="tr-TR"/>
              <a:t>Network Mühendisliği: Ağ sistemlerinin tasarımı, kurulumu ve yönetimi üzerine çalışan profesyoneller.</a:t>
            </a:r>
          </a:p>
          <a:p>
            <a:r>
              <a:rPr lang="tr-TR"/>
              <a:t>Siber Güvenlik Uzmanlığı: Ağ güvenliğini sağlama, saldırılara karşı koruma ve güvenlik politikalarının geliştirilmesi üzerine çalışan uzmanlar.</a:t>
            </a:r>
          </a:p>
          <a:p>
            <a:r>
              <a:rPr lang="tr-TR"/>
              <a:t>Bulut Mühendisliği: Bulut tabanlı ağ yapılarının yönetimi, veri merkezleri ile entegrasyon ve bulut güvenliği.</a:t>
            </a:r>
          </a:p>
          <a:p>
            <a:r>
              <a:rPr lang="tr-TR"/>
              <a:t>IoT Ağ Mühendisliği: Nesnelerin interneti teknolojilerinde kullanılan cihazların birbirine bağlanması, yönetilmesi ve güvenliğinin sağlanması.</a:t>
            </a:r>
          </a:p>
        </p:txBody>
      </p:sp>
    </p:spTree>
    <p:extLst>
      <p:ext uri="{BB962C8B-B14F-4D97-AF65-F5344CB8AC3E}">
        <p14:creationId xmlns:p14="http://schemas.microsoft.com/office/powerpoint/2010/main" val="336449286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F4F12DB0-2E80-28AD-BF66-27EDCCAC854E}"/>
              </a:ext>
            </a:extLst>
          </p:cNvPr>
          <p:cNvSpPr>
            <a:spLocks noGrp="1"/>
          </p:cNvSpPr>
          <p:nvPr>
            <p:ph idx="1"/>
          </p:nvPr>
        </p:nvSpPr>
        <p:spPr/>
        <p:txBody>
          <a:bodyPr/>
          <a:lstStyle/>
          <a:p>
            <a:pPr>
              <a:buFont typeface="Wingdings 2" panose="05020102010507070707" pitchFamily="18" charset="2"/>
              <a:buChar char=""/>
              <a:defRPr/>
            </a:pPr>
            <a:endParaRPr lang="tr-TR" dirty="0"/>
          </a:p>
          <a:p>
            <a:pPr>
              <a:buFont typeface="Wingdings 2" panose="05020102010507070707" pitchFamily="18" charset="2"/>
              <a:buChar char=""/>
              <a:defRPr/>
            </a:pPr>
            <a:endParaRPr lang="tr-TR" dirty="0"/>
          </a:p>
          <a:p>
            <a:pPr marL="0" indent="0">
              <a:buFont typeface="Wingdings 2" panose="05020102010507070707" pitchFamily="18" charset="2"/>
              <a:buNone/>
              <a:defRPr/>
            </a:pPr>
            <a:r>
              <a:rPr lang="tr-TR" dirty="0"/>
              <a:t>                                    </a:t>
            </a:r>
          </a:p>
          <a:p>
            <a:pPr marL="0" indent="0">
              <a:buFont typeface="Wingdings 2" panose="05020102010507070707" pitchFamily="18" charset="2"/>
              <a:buNone/>
              <a:defRPr/>
            </a:pPr>
            <a:r>
              <a:rPr lang="tr-TR" dirty="0"/>
              <a:t>                       </a:t>
            </a:r>
            <a:r>
              <a:rPr lang="tr-TR" sz="6000" dirty="0"/>
              <a:t>Teşekkürler…</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yon">
  <a:themeElements>
    <a:clrScheme name="İy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F9C9D"/>
      </a:accent5>
      <a:accent6>
        <a:srgbClr val="9E5E9B"/>
      </a:accent6>
      <a:hlink>
        <a:srgbClr val="58C1BA"/>
      </a:hlink>
      <a:folHlink>
        <a:srgbClr val="9DD0CB"/>
      </a:folHlink>
    </a:clrScheme>
    <a:fontScheme name="İy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y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37D9FB8F9408D47A29264F2CEEC94B0" ma:contentTypeVersion="" ma:contentTypeDescription="Create a new document." ma:contentTypeScope="" ma:versionID="17192699bf3de160df343a4ac9a081ef">
  <xsd:schema xmlns:xsd="http://www.w3.org/2001/XMLSchema" xmlns:xs="http://www.w3.org/2001/XMLSchema" xmlns:p="http://schemas.microsoft.com/office/2006/metadata/properties" xmlns:ns1="http://schemas.microsoft.com/sharepoint/v3" targetNamespace="http://schemas.microsoft.com/office/2006/metadata/properties" ma:root="true" ma:fieldsID="71c3cda2c8b39f88eabd54cbf92a8468" ns1:_="">
    <xsd:import namespace="http://schemas.microsoft.com/sharepoint/v3"/>
    <xsd:element name="properties">
      <xsd:complexType>
        <xsd:sequence>
          <xsd:element name="documentManagement">
            <xsd:complexType>
              <xsd:all>
                <xsd:element ref="ns1:PublishingStartDate" minOccurs="0"/>
                <xsd:element ref="ns1:PublishingExpirationDat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8" nillable="true" ma:displayName="Scheduling Start Date" ma:description="Scheduling Start Date is a site column created by the Publishing feature. It is used to specify the date and time on which this page will first appear to site visitors." ma:hidden="true" ma:internalName="PublishingStartDate">
      <xsd:simpleType>
        <xsd:restriction base="dms:Unknown"/>
      </xsd:simpleType>
    </xsd:element>
    <xsd:element name="PublishingExpirationDate" ma:index="9" nillable="true" ma:displayName="Scheduling End Date" ma:description="Scheduling End Date is a site column created by the Publishing feature. It is used to specify the date and time on which this page will no longer appear to site visitors." ma:hidden="true" ma:internalName="PublishingExpirationDat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8C89BB6-6853-4ABF-B453-F21EB318D36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Ion</Template>
  <TotalTime>4127</TotalTime>
  <Words>3858</Words>
  <Application>Microsoft Office PowerPoint</Application>
  <PresentationFormat>Ekran Gösterisi (4:3)</PresentationFormat>
  <Paragraphs>222</Paragraphs>
  <Slides>57</Slides>
  <Notes>2</Notes>
  <HiddenSlides>0</HiddenSlides>
  <MMClips>0</MMClips>
  <ScaleCrop>false</ScaleCrop>
  <HeadingPairs>
    <vt:vector size="6" baseType="variant">
      <vt:variant>
        <vt:lpstr>Kullanılan Yazı Tipleri</vt:lpstr>
      </vt:variant>
      <vt:variant>
        <vt:i4>10</vt:i4>
      </vt:variant>
      <vt:variant>
        <vt:lpstr>Tema</vt:lpstr>
      </vt:variant>
      <vt:variant>
        <vt:i4>1</vt:i4>
      </vt:variant>
      <vt:variant>
        <vt:lpstr>Slayt Başlıkları</vt:lpstr>
      </vt:variant>
      <vt:variant>
        <vt:i4>57</vt:i4>
      </vt:variant>
    </vt:vector>
  </HeadingPairs>
  <TitlesOfParts>
    <vt:vector size="68" baseType="lpstr">
      <vt:lpstr>-apple-system</vt:lpstr>
      <vt:lpstr>Arial</vt:lpstr>
      <vt:lpstr>Calibri</vt:lpstr>
      <vt:lpstr>Century Gothic</vt:lpstr>
      <vt:lpstr>inherit</vt:lpstr>
      <vt:lpstr>Merriweather</vt:lpstr>
      <vt:lpstr>Open Sans</vt:lpstr>
      <vt:lpstr>PT Sans</vt:lpstr>
      <vt:lpstr>Wingdings 2</vt:lpstr>
      <vt:lpstr>Wingdings 3</vt:lpstr>
      <vt:lpstr>İyon</vt:lpstr>
      <vt:lpstr>Bilişim Sistemleri ve Teknolojileri</vt:lpstr>
      <vt:lpstr>Bilgisayar Ağı Nedir?</vt:lpstr>
      <vt:lpstr>Ağ Çeşitleri</vt:lpstr>
      <vt:lpstr>PowerPoint Sunusu</vt:lpstr>
      <vt:lpstr>PowerPoint Sunusu</vt:lpstr>
      <vt:lpstr>PowerPoint Sunusu</vt:lpstr>
      <vt:lpstr>Yerel Alan Ağı (LAN) nedir? </vt:lpstr>
      <vt:lpstr>Metropolitan Alan Ağı (MAN) nedir?</vt:lpstr>
      <vt:lpstr>Geniş Alan Ağı (WAN) nedir? </vt:lpstr>
      <vt:lpstr>PowerPoint Sunusu</vt:lpstr>
      <vt:lpstr>Ağ cihazları</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Ağ topolojileri</vt:lpstr>
      <vt:lpstr>PowerPoint Sunusu</vt:lpstr>
      <vt:lpstr>Yıldız topolojili ağ</vt:lpstr>
      <vt:lpstr>Yıldız topolojili ağ</vt:lpstr>
      <vt:lpstr>Yıldız topolojili ağ</vt:lpstr>
      <vt:lpstr>PowerPoint Sunusu</vt:lpstr>
      <vt:lpstr>Halka(ring) topolojili ağ</vt:lpstr>
      <vt:lpstr>PowerPoint Sunusu</vt:lpstr>
      <vt:lpstr>Ortak yol(bus) topolojili ağ</vt:lpstr>
      <vt:lpstr>PowerPoint Sunusu</vt:lpstr>
      <vt:lpstr>Örgü(mesh) topolojili ağ</vt:lpstr>
      <vt:lpstr>Örgü(mesh) topolojili ağ</vt:lpstr>
      <vt:lpstr>Ağaç (tree) topolojisi</vt:lpstr>
      <vt:lpstr> OSI Modeli (Açık Sistemler Ara Bağlantısı (OSI) modeli) </vt:lpstr>
      <vt:lpstr>Ağ Mimarisi</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4 Katmanlı TCP/IP Yığını:</vt:lpstr>
      <vt:lpstr>Protokoller ve Görevleri </vt:lpstr>
      <vt:lpstr>Veri İletimi ve Ağ Protokolleri</vt:lpstr>
      <vt:lpstr>Veri İletimi ve Ağ Protokolleri</vt:lpstr>
      <vt:lpstr>Ağ Güvenliği</vt:lpstr>
      <vt:lpstr>Ağ Güvenliği</vt:lpstr>
      <vt:lpstr>Güncel Teknolojiler ve Gelecek Trendleri</vt:lpstr>
      <vt:lpstr>Güncel Teknolojiler ve Gelecek Trendleri</vt:lpstr>
      <vt:lpstr>Güncel Teknolojiler ve Gelecek Trendleri</vt:lpstr>
      <vt:lpstr>Güncel Teknolojiler ve Gelecek Trendleri</vt:lpstr>
      <vt:lpstr>PowerPoint Sunusu</vt:lpstr>
    </vt:vector>
  </TitlesOfParts>
  <Company>EMUCC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BIM-EMU</dc:creator>
  <cp:lastModifiedBy>Fatih Çallı</cp:lastModifiedBy>
  <cp:revision>90</cp:revision>
  <dcterms:created xsi:type="dcterms:W3CDTF">2011-03-12T09:54:59Z</dcterms:created>
  <dcterms:modified xsi:type="dcterms:W3CDTF">2024-10-24T08:18:45Z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ublishingExpirationDate">
    <vt:lpwstr/>
  </property>
  <property fmtid="{D5CDD505-2E9C-101B-9397-08002B2CF9AE}" pid="3" name="PublishingStartDate">
    <vt:lpwstr/>
  </property>
</Properties>
</file>